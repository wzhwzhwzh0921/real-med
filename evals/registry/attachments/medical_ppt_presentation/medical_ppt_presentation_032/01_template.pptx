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7E9AD48-E72D-4E50-B4B0-B17FABDF3F01}">
  <a:tblStyle styleId="{27E9AD48-E72D-4E50-B4B0-B17FABDF3F0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2" Type="http://schemas.openxmlformats.org/officeDocument/2006/relationships/slide" Target="slides/slide46.xml"/><Relationship Id="rId11" Type="http://schemas.openxmlformats.org/officeDocument/2006/relationships/slide" Target="slides/slide5.xml"/><Relationship Id="rId10" Type="http://schemas.openxmlformats.org/officeDocument/2006/relationships/slide" Target="slides/slide4.xml"/><Relationship Id="rId13" Type="http://schemas.openxmlformats.org/officeDocument/2006/relationships/slide" Target="slides/slide7.xml"/><Relationship Id="rId12" Type="http://schemas.openxmlformats.org/officeDocument/2006/relationships/slide" Target="slides/slide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 name="Shape 176"/>
        <p:cNvGrpSpPr/>
        <p:nvPr/>
      </p:nvGrpSpPr>
      <p:grpSpPr>
        <a:xfrm>
          <a:off x="0" y="0"/>
          <a:ext cx="0" cy="0"/>
          <a:chOff x="0" y="0"/>
          <a:chExt cx="0" cy="0"/>
        </a:xfrm>
      </p:grpSpPr>
      <p:sp>
        <p:nvSpPr>
          <p:cNvPr id="177" name="Google Shape;177;g93d42c1dd5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 name="Google Shape;178;g93d42c1dd5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 name="Shape 183"/>
        <p:cNvGrpSpPr/>
        <p:nvPr/>
      </p:nvGrpSpPr>
      <p:grpSpPr>
        <a:xfrm>
          <a:off x="0" y="0"/>
          <a:ext cx="0" cy="0"/>
          <a:chOff x="0" y="0"/>
          <a:chExt cx="0" cy="0"/>
        </a:xfrm>
      </p:grpSpPr>
      <p:sp>
        <p:nvSpPr>
          <p:cNvPr id="184" name="Google Shape;184;gb89f9aed81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 name="Google Shape;185;gb89f9aed81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 name="Shape 189"/>
        <p:cNvGrpSpPr/>
        <p:nvPr/>
      </p:nvGrpSpPr>
      <p:grpSpPr>
        <a:xfrm>
          <a:off x="0" y="0"/>
          <a:ext cx="0" cy="0"/>
          <a:chOff x="0" y="0"/>
          <a:chExt cx="0" cy="0"/>
        </a:xfrm>
      </p:grpSpPr>
      <p:sp>
        <p:nvSpPr>
          <p:cNvPr id="190" name="Google Shape;190;g93d42c1dd5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 name="Google Shape;191;g93d42c1dd5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 name="Shape 206"/>
        <p:cNvGrpSpPr/>
        <p:nvPr/>
      </p:nvGrpSpPr>
      <p:grpSpPr>
        <a:xfrm>
          <a:off x="0" y="0"/>
          <a:ext cx="0" cy="0"/>
          <a:chOff x="0" y="0"/>
          <a:chExt cx="0" cy="0"/>
        </a:xfrm>
      </p:grpSpPr>
      <p:sp>
        <p:nvSpPr>
          <p:cNvPr id="207" name="Google Shape;207;gb7d4dd758d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 name="Google Shape;208;gb7d4dd758d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 name="Shape 213"/>
        <p:cNvGrpSpPr/>
        <p:nvPr/>
      </p:nvGrpSpPr>
      <p:grpSpPr>
        <a:xfrm>
          <a:off x="0" y="0"/>
          <a:ext cx="0" cy="0"/>
          <a:chOff x="0" y="0"/>
          <a:chExt cx="0" cy="0"/>
        </a:xfrm>
      </p:grpSpPr>
      <p:sp>
        <p:nvSpPr>
          <p:cNvPr id="214" name="Google Shape;214;g962c8e87b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 name="Google Shape;215;g962c8e87b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 name="Shape 220"/>
        <p:cNvGrpSpPr/>
        <p:nvPr/>
      </p:nvGrpSpPr>
      <p:grpSpPr>
        <a:xfrm>
          <a:off x="0" y="0"/>
          <a:ext cx="0" cy="0"/>
          <a:chOff x="0" y="0"/>
          <a:chExt cx="0" cy="0"/>
        </a:xfrm>
      </p:grpSpPr>
      <p:sp>
        <p:nvSpPr>
          <p:cNvPr id="221" name="Google Shape;221;gb7d4dd758d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 name="Google Shape;222;gb7d4dd758d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 name="Shape 242"/>
        <p:cNvGrpSpPr/>
        <p:nvPr/>
      </p:nvGrpSpPr>
      <p:grpSpPr>
        <a:xfrm>
          <a:off x="0" y="0"/>
          <a:ext cx="0" cy="0"/>
          <a:chOff x="0" y="0"/>
          <a:chExt cx="0" cy="0"/>
        </a:xfrm>
      </p:grpSpPr>
      <p:sp>
        <p:nvSpPr>
          <p:cNvPr id="243" name="Google Shape;243;gb7d4dd758d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 name="Google Shape;244;gb7d4dd758d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b6219d8831_0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b6219d8831_0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b6219d8831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b6219d8831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 name="Shape 294"/>
        <p:cNvGrpSpPr/>
        <p:nvPr/>
      </p:nvGrpSpPr>
      <p:grpSpPr>
        <a:xfrm>
          <a:off x="0" y="0"/>
          <a:ext cx="0" cy="0"/>
          <a:chOff x="0" y="0"/>
          <a:chExt cx="0" cy="0"/>
        </a:xfrm>
      </p:grpSpPr>
      <p:sp>
        <p:nvSpPr>
          <p:cNvPr id="295" name="Google Shape;295;gb6219d8831_0_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 name="Google Shape;296;gb6219d8831_0_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b7d4dd758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b7d4dd758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 name="Shape 334"/>
        <p:cNvGrpSpPr/>
        <p:nvPr/>
      </p:nvGrpSpPr>
      <p:grpSpPr>
        <a:xfrm>
          <a:off x="0" y="0"/>
          <a:ext cx="0" cy="0"/>
          <a:chOff x="0" y="0"/>
          <a:chExt cx="0" cy="0"/>
        </a:xfrm>
      </p:grpSpPr>
      <p:sp>
        <p:nvSpPr>
          <p:cNvPr id="335" name="Google Shape;335;gb7d4dd758d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6" name="Google Shape;336;gb7d4dd758d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 name="Shape 350"/>
        <p:cNvGrpSpPr/>
        <p:nvPr/>
      </p:nvGrpSpPr>
      <p:grpSpPr>
        <a:xfrm>
          <a:off x="0" y="0"/>
          <a:ext cx="0" cy="0"/>
          <a:chOff x="0" y="0"/>
          <a:chExt cx="0" cy="0"/>
        </a:xfrm>
      </p:grpSpPr>
      <p:sp>
        <p:nvSpPr>
          <p:cNvPr id="351" name="Google Shape;351;gb8b4ab7723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 name="Google Shape;352;gb8b4ab7723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b7d4dd758d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b7d4dd758d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 name="Shape 401"/>
        <p:cNvGrpSpPr/>
        <p:nvPr/>
      </p:nvGrpSpPr>
      <p:grpSpPr>
        <a:xfrm>
          <a:off x="0" y="0"/>
          <a:ext cx="0" cy="0"/>
          <a:chOff x="0" y="0"/>
          <a:chExt cx="0" cy="0"/>
        </a:xfrm>
      </p:grpSpPr>
      <p:sp>
        <p:nvSpPr>
          <p:cNvPr id="402" name="Google Shape;402;gb7d4dd758d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 name="Google Shape;403;gb7d4dd758d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 name="Shape 428"/>
        <p:cNvGrpSpPr/>
        <p:nvPr/>
      </p:nvGrpSpPr>
      <p:grpSpPr>
        <a:xfrm>
          <a:off x="0" y="0"/>
          <a:ext cx="0" cy="0"/>
          <a:chOff x="0" y="0"/>
          <a:chExt cx="0" cy="0"/>
        </a:xfrm>
      </p:grpSpPr>
      <p:sp>
        <p:nvSpPr>
          <p:cNvPr id="429" name="Google Shape;429;gb7d4dd758d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 name="Google Shape;430;gb7d4dd758d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 name="Shape 434"/>
        <p:cNvGrpSpPr/>
        <p:nvPr/>
      </p:nvGrpSpPr>
      <p:grpSpPr>
        <a:xfrm>
          <a:off x="0" y="0"/>
          <a:ext cx="0" cy="0"/>
          <a:chOff x="0" y="0"/>
          <a:chExt cx="0" cy="0"/>
        </a:xfrm>
      </p:grpSpPr>
      <p:sp>
        <p:nvSpPr>
          <p:cNvPr id="435" name="Google Shape;435;gb8b4ab7723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b8b4ab7723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b7d4dd758d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b7d4dd758d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b7d4dd758d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b7d4dd758d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 name="Shape 507"/>
        <p:cNvGrpSpPr/>
        <p:nvPr/>
      </p:nvGrpSpPr>
      <p:grpSpPr>
        <a:xfrm>
          <a:off x="0" y="0"/>
          <a:ext cx="0" cy="0"/>
          <a:chOff x="0" y="0"/>
          <a:chExt cx="0" cy="0"/>
        </a:xfrm>
      </p:grpSpPr>
      <p:sp>
        <p:nvSpPr>
          <p:cNvPr id="508" name="Google Shape;508;gb7d4dd758d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 name="Google Shape;509;gb7d4dd758d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 name="Shape 535"/>
        <p:cNvGrpSpPr/>
        <p:nvPr/>
      </p:nvGrpSpPr>
      <p:grpSpPr>
        <a:xfrm>
          <a:off x="0" y="0"/>
          <a:ext cx="0" cy="0"/>
          <a:chOff x="0" y="0"/>
          <a:chExt cx="0" cy="0"/>
        </a:xfrm>
      </p:grpSpPr>
      <p:sp>
        <p:nvSpPr>
          <p:cNvPr id="536" name="Google Shape;536;gb7d4dd758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 name="Google Shape;537;gb7d4dd758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 name="Shape 624"/>
        <p:cNvGrpSpPr/>
        <p:nvPr/>
      </p:nvGrpSpPr>
      <p:grpSpPr>
        <a:xfrm>
          <a:off x="0" y="0"/>
          <a:ext cx="0" cy="0"/>
          <a:chOff x="0" y="0"/>
          <a:chExt cx="0" cy="0"/>
        </a:xfrm>
      </p:grpSpPr>
      <p:sp>
        <p:nvSpPr>
          <p:cNvPr id="625" name="Google Shape;625;gb7d4dd758d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 name="Google Shape;626;gb7d4dd758d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b7d4dd758d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b7d4dd758d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b7d4dd758d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b7d4dd758d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b7d4dd758d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b7d4dd758d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b7d4dd758d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b7d4dd758d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 name="Shape 673"/>
        <p:cNvGrpSpPr/>
        <p:nvPr/>
      </p:nvGrpSpPr>
      <p:grpSpPr>
        <a:xfrm>
          <a:off x="0" y="0"/>
          <a:ext cx="0" cy="0"/>
          <a:chOff x="0" y="0"/>
          <a:chExt cx="0" cy="0"/>
        </a:xfrm>
      </p:grpSpPr>
      <p:sp>
        <p:nvSpPr>
          <p:cNvPr id="674" name="Google Shape;674;gb7d4dd758d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 name="Google Shape;675;gb7d4dd758d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b7d4dd758d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b7d4dd758d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 name="Shape 689"/>
        <p:cNvGrpSpPr/>
        <p:nvPr/>
      </p:nvGrpSpPr>
      <p:grpSpPr>
        <a:xfrm>
          <a:off x="0" y="0"/>
          <a:ext cx="0" cy="0"/>
          <a:chOff x="0" y="0"/>
          <a:chExt cx="0" cy="0"/>
        </a:xfrm>
      </p:grpSpPr>
      <p:sp>
        <p:nvSpPr>
          <p:cNvPr id="690" name="Google Shape;690;gb7d4dd758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 name="Google Shape;691;gb7d4dd758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 name="Shape 697"/>
        <p:cNvGrpSpPr/>
        <p:nvPr/>
      </p:nvGrpSpPr>
      <p:grpSpPr>
        <a:xfrm>
          <a:off x="0" y="0"/>
          <a:ext cx="0" cy="0"/>
          <a:chOff x="0" y="0"/>
          <a:chExt cx="0" cy="0"/>
        </a:xfrm>
      </p:grpSpPr>
      <p:sp>
        <p:nvSpPr>
          <p:cNvPr id="698" name="Google Shape;698;gb8e5160132_1_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 name="Google Shape;699;gb8e5160132_1_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b8e5160132_1_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b8e5160132_1_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 name="Shape 721"/>
        <p:cNvGrpSpPr/>
        <p:nvPr/>
      </p:nvGrpSpPr>
      <p:grpSpPr>
        <a:xfrm>
          <a:off x="0" y="0"/>
          <a:ext cx="0" cy="0"/>
          <a:chOff x="0" y="0"/>
          <a:chExt cx="0" cy="0"/>
        </a:xfrm>
      </p:grpSpPr>
      <p:sp>
        <p:nvSpPr>
          <p:cNvPr id="722" name="Google Shape;722;gb8e5160132_1_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 name="Google Shape;723;gb8e5160132_1_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 name="Shape 737"/>
        <p:cNvGrpSpPr/>
        <p:nvPr/>
      </p:nvGrpSpPr>
      <p:grpSpPr>
        <a:xfrm>
          <a:off x="0" y="0"/>
          <a:ext cx="0" cy="0"/>
          <a:chOff x="0" y="0"/>
          <a:chExt cx="0" cy="0"/>
        </a:xfrm>
      </p:grpSpPr>
      <p:sp>
        <p:nvSpPr>
          <p:cNvPr id="738" name="Google Shape;738;gb8e5160132_1_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 name="Google Shape;739;gb8e5160132_1_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b8e5160132_1_1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b8e5160132_1_1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1" name="Shape 3861"/>
        <p:cNvGrpSpPr/>
        <p:nvPr/>
      </p:nvGrpSpPr>
      <p:grpSpPr>
        <a:xfrm>
          <a:off x="0" y="0"/>
          <a:ext cx="0" cy="0"/>
          <a:chOff x="0" y="0"/>
          <a:chExt cx="0" cy="0"/>
        </a:xfrm>
      </p:grpSpPr>
      <p:sp>
        <p:nvSpPr>
          <p:cNvPr id="3862" name="Google Shape;3862;gb8e5160132_1_3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3" name="Google Shape;3863;gb8e5160132_1_3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0" name="Shape 4280"/>
        <p:cNvGrpSpPr/>
        <p:nvPr/>
      </p:nvGrpSpPr>
      <p:grpSpPr>
        <a:xfrm>
          <a:off x="0" y="0"/>
          <a:ext cx="0" cy="0"/>
          <a:chOff x="0" y="0"/>
          <a:chExt cx="0" cy="0"/>
        </a:xfrm>
      </p:grpSpPr>
      <p:sp>
        <p:nvSpPr>
          <p:cNvPr id="4281" name="Google Shape;4281;gb8e5160132_1_4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2" name="Google Shape;4282;gb8e5160132_1_4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0" name="Shape 4450"/>
        <p:cNvGrpSpPr/>
        <p:nvPr/>
      </p:nvGrpSpPr>
      <p:grpSpPr>
        <a:xfrm>
          <a:off x="0" y="0"/>
          <a:ext cx="0" cy="0"/>
          <a:chOff x="0" y="0"/>
          <a:chExt cx="0" cy="0"/>
        </a:xfrm>
      </p:grpSpPr>
      <p:sp>
        <p:nvSpPr>
          <p:cNvPr id="4451" name="Google Shape;4451;gb8e5160132_1_4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2" name="Google Shape;4452;gb8e5160132_1_4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5" name="Shape 4855"/>
        <p:cNvGrpSpPr/>
        <p:nvPr/>
      </p:nvGrpSpPr>
      <p:grpSpPr>
        <a:xfrm>
          <a:off x="0" y="0"/>
          <a:ext cx="0" cy="0"/>
          <a:chOff x="0" y="0"/>
          <a:chExt cx="0" cy="0"/>
        </a:xfrm>
      </p:grpSpPr>
      <p:sp>
        <p:nvSpPr>
          <p:cNvPr id="4856" name="Google Shape;4856;gb8e5160132_1_49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7" name="Google Shape;4857;gb8e5160132_1_49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5" name="Shape 5235"/>
        <p:cNvGrpSpPr/>
        <p:nvPr/>
      </p:nvGrpSpPr>
      <p:grpSpPr>
        <a:xfrm>
          <a:off x="0" y="0"/>
          <a:ext cx="0" cy="0"/>
          <a:chOff x="0" y="0"/>
          <a:chExt cx="0" cy="0"/>
        </a:xfrm>
      </p:grpSpPr>
      <p:sp>
        <p:nvSpPr>
          <p:cNvPr id="5236" name="Google Shape;5236;gb8e5160132_1_5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7" name="Google Shape;5237;gb8e5160132_1_5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3" name="Shape 6153"/>
        <p:cNvGrpSpPr/>
        <p:nvPr/>
      </p:nvGrpSpPr>
      <p:grpSpPr>
        <a:xfrm>
          <a:off x="0" y="0"/>
          <a:ext cx="0" cy="0"/>
          <a:chOff x="0" y="0"/>
          <a:chExt cx="0" cy="0"/>
        </a:xfrm>
      </p:grpSpPr>
      <p:sp>
        <p:nvSpPr>
          <p:cNvPr id="6154" name="Google Shape;6154;gb8e5160132_1_6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5" name="Google Shape;6155;gb8e5160132_1_6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7" name="Shape 7587"/>
        <p:cNvGrpSpPr/>
        <p:nvPr/>
      </p:nvGrpSpPr>
      <p:grpSpPr>
        <a:xfrm>
          <a:off x="0" y="0"/>
          <a:ext cx="0" cy="0"/>
          <a:chOff x="0" y="0"/>
          <a:chExt cx="0" cy="0"/>
        </a:xfrm>
      </p:grpSpPr>
      <p:sp>
        <p:nvSpPr>
          <p:cNvPr id="7588" name="Google Shape;7588;gb8e5160132_1_7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9" name="Google Shape;7589;gb8e5160132_1_7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3" name="Shape 10143"/>
        <p:cNvGrpSpPr/>
        <p:nvPr/>
      </p:nvGrpSpPr>
      <p:grpSpPr>
        <a:xfrm>
          <a:off x="0" y="0"/>
          <a:ext cx="0" cy="0"/>
          <a:chOff x="0" y="0"/>
          <a:chExt cx="0" cy="0"/>
        </a:xfrm>
      </p:grpSpPr>
      <p:sp>
        <p:nvSpPr>
          <p:cNvPr id="10144" name="Google Shape;10144;gb8e5160132_1_10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5" name="Google Shape;10145;gb8e5160132_1_10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3" name="Shape 12093"/>
        <p:cNvGrpSpPr/>
        <p:nvPr/>
      </p:nvGrpSpPr>
      <p:grpSpPr>
        <a:xfrm>
          <a:off x="0" y="0"/>
          <a:ext cx="0" cy="0"/>
          <a:chOff x="0" y="0"/>
          <a:chExt cx="0" cy="0"/>
        </a:xfrm>
      </p:grpSpPr>
      <p:sp>
        <p:nvSpPr>
          <p:cNvPr id="12094" name="Google Shape;12094;gb8e5160132_1_12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5" name="Google Shape;12095;gb8e5160132_1_12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8" name="Shape 13868"/>
        <p:cNvGrpSpPr/>
        <p:nvPr/>
      </p:nvGrpSpPr>
      <p:grpSpPr>
        <a:xfrm>
          <a:off x="0" y="0"/>
          <a:ext cx="0" cy="0"/>
          <a:chOff x="0" y="0"/>
          <a:chExt cx="0" cy="0"/>
        </a:xfrm>
      </p:grpSpPr>
      <p:sp>
        <p:nvSpPr>
          <p:cNvPr id="13869" name="Google Shape;13869;gb8e5160132_1_13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0" name="Google Shape;13870;gb8e5160132_1_13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12" name="Shape 14912"/>
        <p:cNvGrpSpPr/>
        <p:nvPr/>
      </p:nvGrpSpPr>
      <p:grpSpPr>
        <a:xfrm>
          <a:off x="0" y="0"/>
          <a:ext cx="0" cy="0"/>
          <a:chOff x="0" y="0"/>
          <a:chExt cx="0" cy="0"/>
        </a:xfrm>
      </p:grpSpPr>
      <p:sp>
        <p:nvSpPr>
          <p:cNvPr id="14913" name="Google Shape;14913;gb8e5160132_1_15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14" name="Google Shape;14914;gb8e5160132_1_15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2" name="Shape 16622"/>
        <p:cNvGrpSpPr/>
        <p:nvPr/>
      </p:nvGrpSpPr>
      <p:grpSpPr>
        <a:xfrm>
          <a:off x="0" y="0"/>
          <a:ext cx="0" cy="0"/>
          <a:chOff x="0" y="0"/>
          <a:chExt cx="0" cy="0"/>
        </a:xfrm>
      </p:grpSpPr>
      <p:sp>
        <p:nvSpPr>
          <p:cNvPr id="16623" name="Google Shape;16623;gb8e5160132_1_16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24" name="Google Shape;16624;gb8e5160132_1_16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713100" y="539500"/>
            <a:ext cx="3909900" cy="2052600"/>
          </a:xfrm>
          <a:prstGeom prst="rect">
            <a:avLst/>
          </a:prstGeom>
        </p:spPr>
        <p:txBody>
          <a:bodyPr anchorCtr="0" anchor="t" bIns="91425" lIns="91425" spcFirstLastPara="1" rIns="91425" wrap="square" tIns="91425">
            <a:noAutofit/>
          </a:bodyPr>
          <a:lstStyle>
            <a:lvl1pPr lvl="0">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1pPr>
            <a:lvl2pPr lvl="1">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2pPr>
            <a:lvl3pPr lvl="2">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3pPr>
            <a:lvl4pPr lvl="3">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4pPr>
            <a:lvl5pPr lvl="4">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5pPr>
            <a:lvl6pPr lvl="5">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6pPr>
            <a:lvl7pPr lvl="6">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7pPr>
            <a:lvl8pPr lvl="7">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8pPr>
            <a:lvl9pPr lvl="8">
              <a:spcBef>
                <a:spcPts val="0"/>
              </a:spcBef>
              <a:spcAft>
                <a:spcPts val="0"/>
              </a:spcAft>
              <a:buClr>
                <a:srgbClr val="4697D3"/>
              </a:buClr>
              <a:buSzPts val="4500"/>
              <a:buFont typeface="Roboto Slab Regular"/>
              <a:buNone/>
              <a:defRPr sz="4500">
                <a:solidFill>
                  <a:srgbClr val="4697D3"/>
                </a:solidFill>
                <a:latin typeface="Roboto Slab Regular"/>
                <a:ea typeface="Roboto Slab Regular"/>
                <a:cs typeface="Roboto Slab Regular"/>
                <a:sym typeface="Roboto Slab Regular"/>
              </a:defRPr>
            </a:lvl9pPr>
          </a:lstStyle>
          <a:p/>
        </p:txBody>
      </p:sp>
      <p:sp>
        <p:nvSpPr>
          <p:cNvPr id="11" name="Google Shape;11;p2"/>
          <p:cNvSpPr txBox="1"/>
          <p:nvPr>
            <p:ph idx="1" type="subTitle"/>
          </p:nvPr>
        </p:nvSpPr>
        <p:spPr>
          <a:xfrm>
            <a:off x="713225" y="2208900"/>
            <a:ext cx="32493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Font typeface="Questrial"/>
              <a:buNone/>
              <a:defRPr>
                <a:latin typeface="Questrial"/>
                <a:ea typeface="Questrial"/>
                <a:cs typeface="Questrial"/>
                <a:sym typeface="Questrial"/>
              </a:defRPr>
            </a:lvl1pPr>
            <a:lvl2pPr lvl="1">
              <a:lnSpc>
                <a:spcPct val="100000"/>
              </a:lnSpc>
              <a:spcBef>
                <a:spcPts val="0"/>
              </a:spcBef>
              <a:spcAft>
                <a:spcPts val="0"/>
              </a:spcAft>
              <a:buSzPts val="1800"/>
              <a:buFont typeface="Questrial"/>
              <a:buNone/>
              <a:defRPr sz="1800">
                <a:latin typeface="Questrial"/>
                <a:ea typeface="Questrial"/>
                <a:cs typeface="Questrial"/>
                <a:sym typeface="Questrial"/>
              </a:defRPr>
            </a:lvl2pPr>
            <a:lvl3pPr lvl="2">
              <a:lnSpc>
                <a:spcPct val="100000"/>
              </a:lnSpc>
              <a:spcBef>
                <a:spcPts val="0"/>
              </a:spcBef>
              <a:spcAft>
                <a:spcPts val="0"/>
              </a:spcAft>
              <a:buSzPts val="1800"/>
              <a:buFont typeface="Questrial"/>
              <a:buNone/>
              <a:defRPr sz="1800">
                <a:latin typeface="Questrial"/>
                <a:ea typeface="Questrial"/>
                <a:cs typeface="Questrial"/>
                <a:sym typeface="Questrial"/>
              </a:defRPr>
            </a:lvl3pPr>
            <a:lvl4pPr lvl="3">
              <a:lnSpc>
                <a:spcPct val="100000"/>
              </a:lnSpc>
              <a:spcBef>
                <a:spcPts val="0"/>
              </a:spcBef>
              <a:spcAft>
                <a:spcPts val="0"/>
              </a:spcAft>
              <a:buSzPts val="1800"/>
              <a:buFont typeface="Questrial"/>
              <a:buNone/>
              <a:defRPr sz="1800">
                <a:latin typeface="Questrial"/>
                <a:ea typeface="Questrial"/>
                <a:cs typeface="Questrial"/>
                <a:sym typeface="Questrial"/>
              </a:defRPr>
            </a:lvl4pPr>
            <a:lvl5pPr lvl="4">
              <a:lnSpc>
                <a:spcPct val="100000"/>
              </a:lnSpc>
              <a:spcBef>
                <a:spcPts val="0"/>
              </a:spcBef>
              <a:spcAft>
                <a:spcPts val="0"/>
              </a:spcAft>
              <a:buSzPts val="1800"/>
              <a:buFont typeface="Questrial"/>
              <a:buNone/>
              <a:defRPr sz="1800">
                <a:latin typeface="Questrial"/>
                <a:ea typeface="Questrial"/>
                <a:cs typeface="Questrial"/>
                <a:sym typeface="Questrial"/>
              </a:defRPr>
            </a:lvl5pPr>
            <a:lvl6pPr lvl="5">
              <a:lnSpc>
                <a:spcPct val="100000"/>
              </a:lnSpc>
              <a:spcBef>
                <a:spcPts val="0"/>
              </a:spcBef>
              <a:spcAft>
                <a:spcPts val="0"/>
              </a:spcAft>
              <a:buSzPts val="1800"/>
              <a:buFont typeface="Questrial"/>
              <a:buNone/>
              <a:defRPr sz="1800">
                <a:latin typeface="Questrial"/>
                <a:ea typeface="Questrial"/>
                <a:cs typeface="Questrial"/>
                <a:sym typeface="Questrial"/>
              </a:defRPr>
            </a:lvl6pPr>
            <a:lvl7pPr lvl="6">
              <a:lnSpc>
                <a:spcPct val="100000"/>
              </a:lnSpc>
              <a:spcBef>
                <a:spcPts val="0"/>
              </a:spcBef>
              <a:spcAft>
                <a:spcPts val="0"/>
              </a:spcAft>
              <a:buSzPts val="1800"/>
              <a:buFont typeface="Questrial"/>
              <a:buNone/>
              <a:defRPr sz="1800">
                <a:latin typeface="Questrial"/>
                <a:ea typeface="Questrial"/>
                <a:cs typeface="Questrial"/>
                <a:sym typeface="Questrial"/>
              </a:defRPr>
            </a:lvl7pPr>
            <a:lvl8pPr lvl="7">
              <a:lnSpc>
                <a:spcPct val="100000"/>
              </a:lnSpc>
              <a:spcBef>
                <a:spcPts val="0"/>
              </a:spcBef>
              <a:spcAft>
                <a:spcPts val="0"/>
              </a:spcAft>
              <a:buSzPts val="1800"/>
              <a:buFont typeface="Questrial"/>
              <a:buNone/>
              <a:defRPr sz="1800">
                <a:latin typeface="Questrial"/>
                <a:ea typeface="Questrial"/>
                <a:cs typeface="Questrial"/>
                <a:sym typeface="Questrial"/>
              </a:defRPr>
            </a:lvl8pPr>
            <a:lvl9pPr lvl="8">
              <a:lnSpc>
                <a:spcPct val="100000"/>
              </a:lnSpc>
              <a:spcBef>
                <a:spcPts val="0"/>
              </a:spcBef>
              <a:spcAft>
                <a:spcPts val="0"/>
              </a:spcAft>
              <a:buSzPts val="1800"/>
              <a:buFont typeface="Questrial"/>
              <a:buNone/>
              <a:defRPr sz="1800">
                <a:latin typeface="Questrial"/>
                <a:ea typeface="Questrial"/>
                <a:cs typeface="Questrial"/>
                <a:sym typeface="Questrial"/>
              </a:defRPr>
            </a:lvl9pPr>
          </a:lstStyle>
          <a:p/>
        </p:txBody>
      </p:sp>
      <p:sp>
        <p:nvSpPr>
          <p:cNvPr id="12" name="Google Shape;12;p2"/>
          <p:cNvSpPr/>
          <p:nvPr/>
        </p:nvSpPr>
        <p:spPr>
          <a:xfrm>
            <a:off x="0" y="4068464"/>
            <a:ext cx="2897033" cy="1075009"/>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rgbClr val="4697D3"/>
        </a:solidFill>
      </p:bgPr>
    </p:bg>
    <p:spTree>
      <p:nvGrpSpPr>
        <p:cNvPr id="13" name="Shape 13"/>
        <p:cNvGrpSpPr/>
        <p:nvPr/>
      </p:nvGrpSpPr>
      <p:grpSpPr>
        <a:xfrm>
          <a:off x="0" y="0"/>
          <a:ext cx="0" cy="0"/>
          <a:chOff x="0" y="0"/>
          <a:chExt cx="0" cy="0"/>
        </a:xfrm>
      </p:grpSpPr>
      <p:sp>
        <p:nvSpPr>
          <p:cNvPr id="14" name="Google Shape;14;p3"/>
          <p:cNvSpPr/>
          <p:nvPr/>
        </p:nvSpPr>
        <p:spPr>
          <a:xfrm flipH="1" rot="5400000">
            <a:off x="3548736" y="-451239"/>
            <a:ext cx="5895126" cy="5295402"/>
          </a:xfrm>
          <a:prstGeom prst="flowChartDocument">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3"/>
          <p:cNvSpPr/>
          <p:nvPr/>
        </p:nvSpPr>
        <p:spPr>
          <a:xfrm>
            <a:off x="2639400" y="766825"/>
            <a:ext cx="3865200" cy="3865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txBox="1"/>
          <p:nvPr>
            <p:ph type="title"/>
          </p:nvPr>
        </p:nvSpPr>
        <p:spPr>
          <a:xfrm>
            <a:off x="2917650" y="2454475"/>
            <a:ext cx="3308700" cy="732000"/>
          </a:xfrm>
          <a:prstGeom prst="rect">
            <a:avLst/>
          </a:prstGeom>
        </p:spPr>
        <p:txBody>
          <a:bodyPr anchorCtr="0" anchor="ctr" bIns="91425" lIns="91425" spcFirstLastPara="1" rIns="91425" wrap="square" tIns="91425">
            <a:noAutofit/>
          </a:bodyPr>
          <a:lstStyle>
            <a:lvl1pPr lvl="0" algn="ctr">
              <a:spcBef>
                <a:spcPts val="0"/>
              </a:spcBef>
              <a:spcAft>
                <a:spcPts val="0"/>
              </a:spcAft>
              <a:buClr>
                <a:srgbClr val="5FAAD9"/>
              </a:buClr>
              <a:buSzPts val="4000"/>
              <a:buNone/>
              <a:defRPr sz="4000">
                <a:solidFill>
                  <a:srgbClr val="5FAAD9"/>
                </a:solidFill>
              </a:defRPr>
            </a:lvl1pPr>
            <a:lvl2pPr lvl="1" algn="ctr">
              <a:spcBef>
                <a:spcPts val="0"/>
              </a:spcBef>
              <a:spcAft>
                <a:spcPts val="0"/>
              </a:spcAft>
              <a:buClr>
                <a:srgbClr val="5FAAD9"/>
              </a:buClr>
              <a:buSzPts val="3600"/>
              <a:buNone/>
              <a:defRPr sz="3600">
                <a:solidFill>
                  <a:srgbClr val="5FAAD9"/>
                </a:solidFill>
              </a:defRPr>
            </a:lvl2pPr>
            <a:lvl3pPr lvl="2" algn="ctr">
              <a:spcBef>
                <a:spcPts val="0"/>
              </a:spcBef>
              <a:spcAft>
                <a:spcPts val="0"/>
              </a:spcAft>
              <a:buClr>
                <a:srgbClr val="5FAAD9"/>
              </a:buClr>
              <a:buSzPts val="3600"/>
              <a:buNone/>
              <a:defRPr sz="3600">
                <a:solidFill>
                  <a:srgbClr val="5FAAD9"/>
                </a:solidFill>
              </a:defRPr>
            </a:lvl3pPr>
            <a:lvl4pPr lvl="3" algn="ctr">
              <a:spcBef>
                <a:spcPts val="0"/>
              </a:spcBef>
              <a:spcAft>
                <a:spcPts val="0"/>
              </a:spcAft>
              <a:buClr>
                <a:srgbClr val="5FAAD9"/>
              </a:buClr>
              <a:buSzPts val="3600"/>
              <a:buNone/>
              <a:defRPr sz="3600">
                <a:solidFill>
                  <a:srgbClr val="5FAAD9"/>
                </a:solidFill>
              </a:defRPr>
            </a:lvl4pPr>
            <a:lvl5pPr lvl="4" algn="ctr">
              <a:spcBef>
                <a:spcPts val="0"/>
              </a:spcBef>
              <a:spcAft>
                <a:spcPts val="0"/>
              </a:spcAft>
              <a:buClr>
                <a:srgbClr val="5FAAD9"/>
              </a:buClr>
              <a:buSzPts val="3600"/>
              <a:buNone/>
              <a:defRPr sz="3600">
                <a:solidFill>
                  <a:srgbClr val="5FAAD9"/>
                </a:solidFill>
              </a:defRPr>
            </a:lvl5pPr>
            <a:lvl6pPr lvl="5" algn="ctr">
              <a:spcBef>
                <a:spcPts val="0"/>
              </a:spcBef>
              <a:spcAft>
                <a:spcPts val="0"/>
              </a:spcAft>
              <a:buClr>
                <a:srgbClr val="5FAAD9"/>
              </a:buClr>
              <a:buSzPts val="3600"/>
              <a:buNone/>
              <a:defRPr sz="3600">
                <a:solidFill>
                  <a:srgbClr val="5FAAD9"/>
                </a:solidFill>
              </a:defRPr>
            </a:lvl6pPr>
            <a:lvl7pPr lvl="6" algn="ctr">
              <a:spcBef>
                <a:spcPts val="0"/>
              </a:spcBef>
              <a:spcAft>
                <a:spcPts val="0"/>
              </a:spcAft>
              <a:buClr>
                <a:srgbClr val="5FAAD9"/>
              </a:buClr>
              <a:buSzPts val="3600"/>
              <a:buNone/>
              <a:defRPr sz="3600">
                <a:solidFill>
                  <a:srgbClr val="5FAAD9"/>
                </a:solidFill>
              </a:defRPr>
            </a:lvl7pPr>
            <a:lvl8pPr lvl="7" algn="ctr">
              <a:spcBef>
                <a:spcPts val="0"/>
              </a:spcBef>
              <a:spcAft>
                <a:spcPts val="0"/>
              </a:spcAft>
              <a:buClr>
                <a:srgbClr val="5FAAD9"/>
              </a:buClr>
              <a:buSzPts val="3600"/>
              <a:buNone/>
              <a:defRPr sz="3600">
                <a:solidFill>
                  <a:srgbClr val="5FAAD9"/>
                </a:solidFill>
              </a:defRPr>
            </a:lvl8pPr>
            <a:lvl9pPr lvl="8" algn="ctr">
              <a:spcBef>
                <a:spcPts val="0"/>
              </a:spcBef>
              <a:spcAft>
                <a:spcPts val="0"/>
              </a:spcAft>
              <a:buClr>
                <a:srgbClr val="5FAAD9"/>
              </a:buClr>
              <a:buSzPts val="3600"/>
              <a:buNone/>
              <a:defRPr sz="3600">
                <a:solidFill>
                  <a:srgbClr val="5FAAD9"/>
                </a:solidFill>
              </a:defRPr>
            </a:lvl9pPr>
          </a:lstStyle>
          <a:p/>
        </p:txBody>
      </p:sp>
      <p:sp>
        <p:nvSpPr>
          <p:cNvPr id="17" name="Google Shape;17;p3"/>
          <p:cNvSpPr txBox="1"/>
          <p:nvPr>
            <p:ph hasCustomPrompt="1" idx="2" type="title"/>
          </p:nvPr>
        </p:nvSpPr>
        <p:spPr>
          <a:xfrm>
            <a:off x="3211200" y="1684075"/>
            <a:ext cx="2721600" cy="77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5FAAD9"/>
              </a:buClr>
              <a:buSzPts val="4800"/>
              <a:buNone/>
              <a:defRPr sz="4800">
                <a:solidFill>
                  <a:srgbClr val="5FAAD9"/>
                </a:solidFill>
              </a:defRPr>
            </a:lvl1pPr>
            <a:lvl2pPr lvl="1" rtl="0" algn="ctr">
              <a:spcBef>
                <a:spcPts val="0"/>
              </a:spcBef>
              <a:spcAft>
                <a:spcPts val="0"/>
              </a:spcAft>
              <a:buClr>
                <a:srgbClr val="5FAAD9"/>
              </a:buClr>
              <a:buSzPts val="4800"/>
              <a:buNone/>
              <a:defRPr sz="4800">
                <a:solidFill>
                  <a:srgbClr val="5FAAD9"/>
                </a:solidFill>
              </a:defRPr>
            </a:lvl2pPr>
            <a:lvl3pPr lvl="2" rtl="0" algn="ctr">
              <a:spcBef>
                <a:spcPts val="0"/>
              </a:spcBef>
              <a:spcAft>
                <a:spcPts val="0"/>
              </a:spcAft>
              <a:buClr>
                <a:srgbClr val="5FAAD9"/>
              </a:buClr>
              <a:buSzPts val="4800"/>
              <a:buNone/>
              <a:defRPr sz="4800">
                <a:solidFill>
                  <a:srgbClr val="5FAAD9"/>
                </a:solidFill>
              </a:defRPr>
            </a:lvl3pPr>
            <a:lvl4pPr lvl="3" rtl="0" algn="ctr">
              <a:spcBef>
                <a:spcPts val="0"/>
              </a:spcBef>
              <a:spcAft>
                <a:spcPts val="0"/>
              </a:spcAft>
              <a:buClr>
                <a:srgbClr val="5FAAD9"/>
              </a:buClr>
              <a:buSzPts val="4800"/>
              <a:buNone/>
              <a:defRPr sz="4800">
                <a:solidFill>
                  <a:srgbClr val="5FAAD9"/>
                </a:solidFill>
              </a:defRPr>
            </a:lvl4pPr>
            <a:lvl5pPr lvl="4" rtl="0" algn="ctr">
              <a:spcBef>
                <a:spcPts val="0"/>
              </a:spcBef>
              <a:spcAft>
                <a:spcPts val="0"/>
              </a:spcAft>
              <a:buClr>
                <a:srgbClr val="5FAAD9"/>
              </a:buClr>
              <a:buSzPts val="4800"/>
              <a:buNone/>
              <a:defRPr sz="4800">
                <a:solidFill>
                  <a:srgbClr val="5FAAD9"/>
                </a:solidFill>
              </a:defRPr>
            </a:lvl5pPr>
            <a:lvl6pPr lvl="5" rtl="0" algn="ctr">
              <a:spcBef>
                <a:spcPts val="0"/>
              </a:spcBef>
              <a:spcAft>
                <a:spcPts val="0"/>
              </a:spcAft>
              <a:buClr>
                <a:srgbClr val="5FAAD9"/>
              </a:buClr>
              <a:buSzPts val="4800"/>
              <a:buNone/>
              <a:defRPr sz="4800">
                <a:solidFill>
                  <a:srgbClr val="5FAAD9"/>
                </a:solidFill>
              </a:defRPr>
            </a:lvl6pPr>
            <a:lvl7pPr lvl="6" rtl="0" algn="ctr">
              <a:spcBef>
                <a:spcPts val="0"/>
              </a:spcBef>
              <a:spcAft>
                <a:spcPts val="0"/>
              </a:spcAft>
              <a:buClr>
                <a:srgbClr val="5FAAD9"/>
              </a:buClr>
              <a:buSzPts val="4800"/>
              <a:buNone/>
              <a:defRPr sz="4800">
                <a:solidFill>
                  <a:srgbClr val="5FAAD9"/>
                </a:solidFill>
              </a:defRPr>
            </a:lvl7pPr>
            <a:lvl8pPr lvl="7" rtl="0" algn="ctr">
              <a:spcBef>
                <a:spcPts val="0"/>
              </a:spcBef>
              <a:spcAft>
                <a:spcPts val="0"/>
              </a:spcAft>
              <a:buClr>
                <a:srgbClr val="5FAAD9"/>
              </a:buClr>
              <a:buSzPts val="4800"/>
              <a:buNone/>
              <a:defRPr sz="4800">
                <a:solidFill>
                  <a:srgbClr val="5FAAD9"/>
                </a:solidFill>
              </a:defRPr>
            </a:lvl8pPr>
            <a:lvl9pPr lvl="8" rtl="0" algn="ctr">
              <a:spcBef>
                <a:spcPts val="0"/>
              </a:spcBef>
              <a:spcAft>
                <a:spcPts val="0"/>
              </a:spcAft>
              <a:buClr>
                <a:srgbClr val="5FAAD9"/>
              </a:buClr>
              <a:buSzPts val="4800"/>
              <a:buNone/>
              <a:defRPr sz="4800">
                <a:solidFill>
                  <a:srgbClr val="5FAAD9"/>
                </a:solidFill>
              </a:defRPr>
            </a:lvl9pPr>
          </a:lstStyle>
          <a:p>
            <a:r>
              <a:t>xx%</a:t>
            </a:r>
          </a:p>
        </p:txBody>
      </p:sp>
      <p:sp>
        <p:nvSpPr>
          <p:cNvPr id="18" name="Google Shape;18;p3"/>
          <p:cNvSpPr txBox="1"/>
          <p:nvPr>
            <p:ph idx="1" type="subTitle"/>
          </p:nvPr>
        </p:nvSpPr>
        <p:spPr>
          <a:xfrm>
            <a:off x="2947350" y="3154350"/>
            <a:ext cx="3249300" cy="56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300"/>
              <a:buFont typeface="Questrial"/>
              <a:buNone/>
              <a:defRPr sz="1300">
                <a:latin typeface="Questrial"/>
                <a:ea typeface="Questrial"/>
                <a:cs typeface="Questrial"/>
                <a:sym typeface="Questrial"/>
              </a:defRPr>
            </a:lvl1pPr>
            <a:lvl2pPr lvl="1" rtl="0" algn="ctr">
              <a:lnSpc>
                <a:spcPct val="100000"/>
              </a:lnSpc>
              <a:spcBef>
                <a:spcPts val="0"/>
              </a:spcBef>
              <a:spcAft>
                <a:spcPts val="0"/>
              </a:spcAft>
              <a:buSzPts val="1300"/>
              <a:buFont typeface="Questrial"/>
              <a:buNone/>
              <a:defRPr sz="1300">
                <a:latin typeface="Questrial"/>
                <a:ea typeface="Questrial"/>
                <a:cs typeface="Questrial"/>
                <a:sym typeface="Questrial"/>
              </a:defRPr>
            </a:lvl2pPr>
            <a:lvl3pPr lvl="2" rtl="0" algn="ctr">
              <a:lnSpc>
                <a:spcPct val="100000"/>
              </a:lnSpc>
              <a:spcBef>
                <a:spcPts val="0"/>
              </a:spcBef>
              <a:spcAft>
                <a:spcPts val="0"/>
              </a:spcAft>
              <a:buSzPts val="1300"/>
              <a:buFont typeface="Questrial"/>
              <a:buNone/>
              <a:defRPr sz="1300">
                <a:latin typeface="Questrial"/>
                <a:ea typeface="Questrial"/>
                <a:cs typeface="Questrial"/>
                <a:sym typeface="Questrial"/>
              </a:defRPr>
            </a:lvl3pPr>
            <a:lvl4pPr lvl="3" rtl="0" algn="ctr">
              <a:lnSpc>
                <a:spcPct val="100000"/>
              </a:lnSpc>
              <a:spcBef>
                <a:spcPts val="0"/>
              </a:spcBef>
              <a:spcAft>
                <a:spcPts val="0"/>
              </a:spcAft>
              <a:buSzPts val="1300"/>
              <a:buFont typeface="Questrial"/>
              <a:buNone/>
              <a:defRPr sz="1300">
                <a:latin typeface="Questrial"/>
                <a:ea typeface="Questrial"/>
                <a:cs typeface="Questrial"/>
                <a:sym typeface="Questrial"/>
              </a:defRPr>
            </a:lvl4pPr>
            <a:lvl5pPr lvl="4" rtl="0" algn="ctr">
              <a:lnSpc>
                <a:spcPct val="100000"/>
              </a:lnSpc>
              <a:spcBef>
                <a:spcPts val="0"/>
              </a:spcBef>
              <a:spcAft>
                <a:spcPts val="0"/>
              </a:spcAft>
              <a:buSzPts val="1300"/>
              <a:buFont typeface="Questrial"/>
              <a:buNone/>
              <a:defRPr sz="1300">
                <a:latin typeface="Questrial"/>
                <a:ea typeface="Questrial"/>
                <a:cs typeface="Questrial"/>
                <a:sym typeface="Questrial"/>
              </a:defRPr>
            </a:lvl5pPr>
            <a:lvl6pPr lvl="5" rtl="0" algn="ctr">
              <a:lnSpc>
                <a:spcPct val="100000"/>
              </a:lnSpc>
              <a:spcBef>
                <a:spcPts val="0"/>
              </a:spcBef>
              <a:spcAft>
                <a:spcPts val="0"/>
              </a:spcAft>
              <a:buSzPts val="1300"/>
              <a:buFont typeface="Questrial"/>
              <a:buNone/>
              <a:defRPr sz="1300">
                <a:latin typeface="Questrial"/>
                <a:ea typeface="Questrial"/>
                <a:cs typeface="Questrial"/>
                <a:sym typeface="Questrial"/>
              </a:defRPr>
            </a:lvl6pPr>
            <a:lvl7pPr lvl="6" rtl="0" algn="ctr">
              <a:lnSpc>
                <a:spcPct val="100000"/>
              </a:lnSpc>
              <a:spcBef>
                <a:spcPts val="0"/>
              </a:spcBef>
              <a:spcAft>
                <a:spcPts val="0"/>
              </a:spcAft>
              <a:buSzPts val="1300"/>
              <a:buFont typeface="Questrial"/>
              <a:buNone/>
              <a:defRPr sz="1300">
                <a:latin typeface="Questrial"/>
                <a:ea typeface="Questrial"/>
                <a:cs typeface="Questrial"/>
                <a:sym typeface="Questrial"/>
              </a:defRPr>
            </a:lvl7pPr>
            <a:lvl8pPr lvl="7" rtl="0" algn="ctr">
              <a:lnSpc>
                <a:spcPct val="100000"/>
              </a:lnSpc>
              <a:spcBef>
                <a:spcPts val="0"/>
              </a:spcBef>
              <a:spcAft>
                <a:spcPts val="0"/>
              </a:spcAft>
              <a:buSzPts val="1300"/>
              <a:buFont typeface="Questrial"/>
              <a:buNone/>
              <a:defRPr sz="1300">
                <a:latin typeface="Questrial"/>
                <a:ea typeface="Questrial"/>
                <a:cs typeface="Questrial"/>
                <a:sym typeface="Questrial"/>
              </a:defRPr>
            </a:lvl8pPr>
            <a:lvl9pPr lvl="8" rtl="0" algn="ctr">
              <a:lnSpc>
                <a:spcPct val="100000"/>
              </a:lnSpc>
              <a:spcBef>
                <a:spcPts val="0"/>
              </a:spcBef>
              <a:spcAft>
                <a:spcPts val="0"/>
              </a:spcAft>
              <a:buSzPts val="1300"/>
              <a:buFont typeface="Questrial"/>
              <a:buNone/>
              <a:defRPr sz="1300">
                <a:latin typeface="Questrial"/>
                <a:ea typeface="Questrial"/>
                <a:cs typeface="Questrial"/>
                <a:sym typeface="Questria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 name="Shape 19"/>
        <p:cNvGrpSpPr/>
        <p:nvPr/>
      </p:nvGrpSpPr>
      <p:grpSpPr>
        <a:xfrm>
          <a:off x="0" y="0"/>
          <a:ext cx="0" cy="0"/>
          <a:chOff x="0" y="0"/>
          <a:chExt cx="0" cy="0"/>
        </a:xfrm>
      </p:grpSpPr>
      <p:sp>
        <p:nvSpPr>
          <p:cNvPr id="20" name="Google Shape;20;p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Clr>
                <a:srgbClr val="559BD9"/>
              </a:buClr>
              <a:buSzPts val="2800"/>
              <a:buNone/>
              <a:defRPr>
                <a:solidFill>
                  <a:srgbClr val="559BD9"/>
                </a:solidFill>
              </a:defRPr>
            </a:lvl1pPr>
            <a:lvl2pPr lvl="1">
              <a:spcBef>
                <a:spcPts val="0"/>
              </a:spcBef>
              <a:spcAft>
                <a:spcPts val="0"/>
              </a:spcAft>
              <a:buClr>
                <a:srgbClr val="559BD9"/>
              </a:buClr>
              <a:buSzPts val="2800"/>
              <a:buNone/>
              <a:defRPr>
                <a:solidFill>
                  <a:srgbClr val="559BD9"/>
                </a:solidFill>
              </a:defRPr>
            </a:lvl2pPr>
            <a:lvl3pPr lvl="2">
              <a:spcBef>
                <a:spcPts val="0"/>
              </a:spcBef>
              <a:spcAft>
                <a:spcPts val="0"/>
              </a:spcAft>
              <a:buClr>
                <a:srgbClr val="559BD9"/>
              </a:buClr>
              <a:buSzPts val="2800"/>
              <a:buNone/>
              <a:defRPr>
                <a:solidFill>
                  <a:srgbClr val="559BD9"/>
                </a:solidFill>
              </a:defRPr>
            </a:lvl3pPr>
            <a:lvl4pPr lvl="3">
              <a:spcBef>
                <a:spcPts val="0"/>
              </a:spcBef>
              <a:spcAft>
                <a:spcPts val="0"/>
              </a:spcAft>
              <a:buClr>
                <a:srgbClr val="559BD9"/>
              </a:buClr>
              <a:buSzPts val="2800"/>
              <a:buNone/>
              <a:defRPr>
                <a:solidFill>
                  <a:srgbClr val="559BD9"/>
                </a:solidFill>
              </a:defRPr>
            </a:lvl4pPr>
            <a:lvl5pPr lvl="4">
              <a:spcBef>
                <a:spcPts val="0"/>
              </a:spcBef>
              <a:spcAft>
                <a:spcPts val="0"/>
              </a:spcAft>
              <a:buClr>
                <a:srgbClr val="559BD9"/>
              </a:buClr>
              <a:buSzPts val="2800"/>
              <a:buNone/>
              <a:defRPr>
                <a:solidFill>
                  <a:srgbClr val="559BD9"/>
                </a:solidFill>
              </a:defRPr>
            </a:lvl5pPr>
            <a:lvl6pPr lvl="5">
              <a:spcBef>
                <a:spcPts val="0"/>
              </a:spcBef>
              <a:spcAft>
                <a:spcPts val="0"/>
              </a:spcAft>
              <a:buClr>
                <a:srgbClr val="559BD9"/>
              </a:buClr>
              <a:buSzPts val="2800"/>
              <a:buNone/>
              <a:defRPr>
                <a:solidFill>
                  <a:srgbClr val="559BD9"/>
                </a:solidFill>
              </a:defRPr>
            </a:lvl6pPr>
            <a:lvl7pPr lvl="6">
              <a:spcBef>
                <a:spcPts val="0"/>
              </a:spcBef>
              <a:spcAft>
                <a:spcPts val="0"/>
              </a:spcAft>
              <a:buClr>
                <a:srgbClr val="559BD9"/>
              </a:buClr>
              <a:buSzPts val="2800"/>
              <a:buNone/>
              <a:defRPr>
                <a:solidFill>
                  <a:srgbClr val="559BD9"/>
                </a:solidFill>
              </a:defRPr>
            </a:lvl7pPr>
            <a:lvl8pPr lvl="7">
              <a:spcBef>
                <a:spcPts val="0"/>
              </a:spcBef>
              <a:spcAft>
                <a:spcPts val="0"/>
              </a:spcAft>
              <a:buClr>
                <a:srgbClr val="559BD9"/>
              </a:buClr>
              <a:buSzPts val="2800"/>
              <a:buNone/>
              <a:defRPr>
                <a:solidFill>
                  <a:srgbClr val="559BD9"/>
                </a:solidFill>
              </a:defRPr>
            </a:lvl8pPr>
            <a:lvl9pPr lvl="8">
              <a:spcBef>
                <a:spcPts val="0"/>
              </a:spcBef>
              <a:spcAft>
                <a:spcPts val="0"/>
              </a:spcAft>
              <a:buClr>
                <a:srgbClr val="559BD9"/>
              </a:buClr>
              <a:buSzPts val="2800"/>
              <a:buNone/>
              <a:defRPr>
                <a:solidFill>
                  <a:srgbClr val="559BD9"/>
                </a:solidFill>
              </a:defRPr>
            </a:lvl9pPr>
          </a:lstStyle>
          <a:p/>
        </p:txBody>
      </p:sp>
      <p:sp>
        <p:nvSpPr>
          <p:cNvPr id="21" name="Google Shape;21;p4"/>
          <p:cNvSpPr txBox="1"/>
          <p:nvPr>
            <p:ph idx="1" type="body"/>
          </p:nvPr>
        </p:nvSpPr>
        <p:spPr>
          <a:xfrm>
            <a:off x="713225" y="1152475"/>
            <a:ext cx="7717500" cy="34470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Clr>
                <a:srgbClr val="F3DA03"/>
              </a:buClr>
              <a:buSzPts val="1200"/>
              <a:buFont typeface="Raleway"/>
              <a:buAutoNum type="arabicPeriod"/>
              <a:defRPr sz="1200"/>
            </a:lvl1pPr>
            <a:lvl2pPr indent="-304800" lvl="1" marL="914400">
              <a:spcBef>
                <a:spcPts val="0"/>
              </a:spcBef>
              <a:spcAft>
                <a:spcPts val="0"/>
              </a:spcAft>
              <a:buClr>
                <a:srgbClr val="434343"/>
              </a:buClr>
              <a:buSzPts val="1200"/>
              <a:buFont typeface="Roboto Condensed Light"/>
              <a:buAutoNum type="alphaLcPeriod"/>
              <a:defRPr/>
            </a:lvl2pPr>
            <a:lvl3pPr indent="-304800" lvl="2" marL="1371600">
              <a:spcBef>
                <a:spcPts val="1600"/>
              </a:spcBef>
              <a:spcAft>
                <a:spcPts val="0"/>
              </a:spcAft>
              <a:buClr>
                <a:srgbClr val="434343"/>
              </a:buClr>
              <a:buSzPts val="1200"/>
              <a:buFont typeface="Roboto Condensed Light"/>
              <a:buAutoNum type="romanLcPeriod"/>
              <a:defRPr/>
            </a:lvl3pPr>
            <a:lvl4pPr indent="-304800" lvl="3" marL="1828800">
              <a:spcBef>
                <a:spcPts val="1600"/>
              </a:spcBef>
              <a:spcAft>
                <a:spcPts val="0"/>
              </a:spcAft>
              <a:buClr>
                <a:srgbClr val="434343"/>
              </a:buClr>
              <a:buSzPts val="1200"/>
              <a:buFont typeface="Roboto Condensed Light"/>
              <a:buAutoNum type="arabicPeriod"/>
              <a:defRPr/>
            </a:lvl4pPr>
            <a:lvl5pPr indent="-304800" lvl="4" marL="2286000">
              <a:spcBef>
                <a:spcPts val="1600"/>
              </a:spcBef>
              <a:spcAft>
                <a:spcPts val="0"/>
              </a:spcAft>
              <a:buClr>
                <a:srgbClr val="434343"/>
              </a:buClr>
              <a:buSzPts val="1200"/>
              <a:buFont typeface="Roboto Condensed Light"/>
              <a:buAutoNum type="alphaLcPeriod"/>
              <a:defRPr/>
            </a:lvl5pPr>
            <a:lvl6pPr indent="-304800" lvl="5" marL="2743200">
              <a:spcBef>
                <a:spcPts val="1600"/>
              </a:spcBef>
              <a:spcAft>
                <a:spcPts val="0"/>
              </a:spcAft>
              <a:buClr>
                <a:srgbClr val="434343"/>
              </a:buClr>
              <a:buSzPts val="1200"/>
              <a:buFont typeface="Roboto Condensed Light"/>
              <a:buAutoNum type="romanLcPeriod"/>
              <a:defRPr/>
            </a:lvl6pPr>
            <a:lvl7pPr indent="-304800" lvl="6" marL="3200400">
              <a:spcBef>
                <a:spcPts val="1600"/>
              </a:spcBef>
              <a:spcAft>
                <a:spcPts val="0"/>
              </a:spcAft>
              <a:buClr>
                <a:srgbClr val="434343"/>
              </a:buClr>
              <a:buSzPts val="1200"/>
              <a:buFont typeface="Roboto Condensed Light"/>
              <a:buAutoNum type="arabicPeriod"/>
              <a:defRPr/>
            </a:lvl7pPr>
            <a:lvl8pPr indent="-304800" lvl="7" marL="3657600">
              <a:spcBef>
                <a:spcPts val="1600"/>
              </a:spcBef>
              <a:spcAft>
                <a:spcPts val="0"/>
              </a:spcAft>
              <a:buClr>
                <a:srgbClr val="434343"/>
              </a:buClr>
              <a:buSzPts val="1200"/>
              <a:buFont typeface="Roboto Condensed Light"/>
              <a:buAutoNum type="alphaLcPeriod"/>
              <a:defRPr/>
            </a:lvl8pPr>
            <a:lvl9pPr indent="-304800" lvl="8" marL="4114800">
              <a:spcBef>
                <a:spcPts val="1600"/>
              </a:spcBef>
              <a:spcAft>
                <a:spcPts val="1600"/>
              </a:spcAft>
              <a:buClr>
                <a:srgbClr val="434343"/>
              </a:buClr>
              <a:buSzPts val="1200"/>
              <a:buFont typeface="Roboto Condensed Light"/>
              <a:buAutoNum type="romanLcPeriod"/>
              <a:defRPr/>
            </a:lvl9pPr>
          </a:lstStyle>
          <a:p/>
        </p:txBody>
      </p:sp>
      <p:sp>
        <p:nvSpPr>
          <p:cNvPr id="22" name="Google Shape;22;p4"/>
          <p:cNvSpPr/>
          <p:nvPr/>
        </p:nvSpPr>
        <p:spPr>
          <a:xfrm rot="10800000">
            <a:off x="6246975" y="-11"/>
            <a:ext cx="2897033" cy="1075009"/>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rgbClr val="5FAAD9"/>
        </a:solidFill>
      </p:bgPr>
    </p:bg>
    <p:spTree>
      <p:nvGrpSpPr>
        <p:cNvPr id="23" name="Shape 23"/>
        <p:cNvGrpSpPr/>
        <p:nvPr/>
      </p:nvGrpSpPr>
      <p:grpSpPr>
        <a:xfrm>
          <a:off x="0" y="0"/>
          <a:ext cx="0" cy="0"/>
          <a:chOff x="0" y="0"/>
          <a:chExt cx="0" cy="0"/>
        </a:xfrm>
      </p:grpSpPr>
      <p:sp>
        <p:nvSpPr>
          <p:cNvPr id="24" name="Google Shape;24;p5"/>
          <p:cNvSpPr txBox="1"/>
          <p:nvPr>
            <p:ph type="title"/>
          </p:nvPr>
        </p:nvSpPr>
        <p:spPr>
          <a:xfrm>
            <a:off x="3853813" y="546075"/>
            <a:ext cx="4481700" cy="4128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2800"/>
              <a:buNone/>
              <a:defRPr>
                <a:solidFill>
                  <a:srgbClr val="FFFFFF"/>
                </a:solidFill>
              </a:defRPr>
            </a:lvl1pPr>
            <a:lvl2pPr lvl="1" rtl="0" algn="ctr">
              <a:spcBef>
                <a:spcPts val="0"/>
              </a:spcBef>
              <a:spcAft>
                <a:spcPts val="0"/>
              </a:spcAft>
              <a:buClr>
                <a:srgbClr val="FFFFFF"/>
              </a:buClr>
              <a:buSzPts val="2800"/>
              <a:buNone/>
              <a:defRPr>
                <a:solidFill>
                  <a:srgbClr val="FFFFFF"/>
                </a:solidFill>
              </a:defRPr>
            </a:lvl2pPr>
            <a:lvl3pPr lvl="2" rtl="0" algn="ctr">
              <a:spcBef>
                <a:spcPts val="0"/>
              </a:spcBef>
              <a:spcAft>
                <a:spcPts val="0"/>
              </a:spcAft>
              <a:buClr>
                <a:srgbClr val="FFFFFF"/>
              </a:buClr>
              <a:buSzPts val="2800"/>
              <a:buNone/>
              <a:defRPr>
                <a:solidFill>
                  <a:srgbClr val="FFFFFF"/>
                </a:solidFill>
              </a:defRPr>
            </a:lvl3pPr>
            <a:lvl4pPr lvl="3" rtl="0" algn="ctr">
              <a:spcBef>
                <a:spcPts val="0"/>
              </a:spcBef>
              <a:spcAft>
                <a:spcPts val="0"/>
              </a:spcAft>
              <a:buClr>
                <a:srgbClr val="FFFFFF"/>
              </a:buClr>
              <a:buSzPts val="2800"/>
              <a:buNone/>
              <a:defRPr>
                <a:solidFill>
                  <a:srgbClr val="FFFFFF"/>
                </a:solidFill>
              </a:defRPr>
            </a:lvl4pPr>
            <a:lvl5pPr lvl="4" rtl="0" algn="ctr">
              <a:spcBef>
                <a:spcPts val="0"/>
              </a:spcBef>
              <a:spcAft>
                <a:spcPts val="0"/>
              </a:spcAft>
              <a:buClr>
                <a:srgbClr val="FFFFFF"/>
              </a:buClr>
              <a:buSzPts val="2800"/>
              <a:buNone/>
              <a:defRPr>
                <a:solidFill>
                  <a:srgbClr val="FFFFFF"/>
                </a:solidFill>
              </a:defRPr>
            </a:lvl5pPr>
            <a:lvl6pPr lvl="5" rtl="0" algn="ctr">
              <a:spcBef>
                <a:spcPts val="0"/>
              </a:spcBef>
              <a:spcAft>
                <a:spcPts val="0"/>
              </a:spcAft>
              <a:buClr>
                <a:srgbClr val="FFFFFF"/>
              </a:buClr>
              <a:buSzPts val="2800"/>
              <a:buNone/>
              <a:defRPr>
                <a:solidFill>
                  <a:srgbClr val="FFFFFF"/>
                </a:solidFill>
              </a:defRPr>
            </a:lvl6pPr>
            <a:lvl7pPr lvl="6" rtl="0" algn="ctr">
              <a:spcBef>
                <a:spcPts val="0"/>
              </a:spcBef>
              <a:spcAft>
                <a:spcPts val="0"/>
              </a:spcAft>
              <a:buClr>
                <a:srgbClr val="FFFFFF"/>
              </a:buClr>
              <a:buSzPts val="2800"/>
              <a:buNone/>
              <a:defRPr>
                <a:solidFill>
                  <a:srgbClr val="FFFFFF"/>
                </a:solidFill>
              </a:defRPr>
            </a:lvl7pPr>
            <a:lvl8pPr lvl="7" rtl="0" algn="ctr">
              <a:spcBef>
                <a:spcPts val="0"/>
              </a:spcBef>
              <a:spcAft>
                <a:spcPts val="0"/>
              </a:spcAft>
              <a:buClr>
                <a:srgbClr val="FFFFFF"/>
              </a:buClr>
              <a:buSzPts val="2800"/>
              <a:buNone/>
              <a:defRPr>
                <a:solidFill>
                  <a:srgbClr val="FFFFFF"/>
                </a:solidFill>
              </a:defRPr>
            </a:lvl8pPr>
            <a:lvl9pPr lvl="8" rtl="0" algn="ctr">
              <a:spcBef>
                <a:spcPts val="0"/>
              </a:spcBef>
              <a:spcAft>
                <a:spcPts val="0"/>
              </a:spcAft>
              <a:buClr>
                <a:srgbClr val="FFFFFF"/>
              </a:buClr>
              <a:buSzPts val="2800"/>
              <a:buNone/>
              <a:defRPr>
                <a:solidFill>
                  <a:srgbClr val="FFFFFF"/>
                </a:solidFill>
              </a:defRPr>
            </a:lvl9pPr>
          </a:lstStyle>
          <a:p/>
        </p:txBody>
      </p:sp>
      <p:sp>
        <p:nvSpPr>
          <p:cNvPr id="25" name="Google Shape;25;p5"/>
          <p:cNvSpPr txBox="1"/>
          <p:nvPr>
            <p:ph idx="1" type="subTitle"/>
          </p:nvPr>
        </p:nvSpPr>
        <p:spPr>
          <a:xfrm>
            <a:off x="3758500" y="2947675"/>
            <a:ext cx="20913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26" name="Google Shape;26;p5"/>
          <p:cNvSpPr txBox="1"/>
          <p:nvPr>
            <p:ph idx="2" type="subTitle"/>
          </p:nvPr>
        </p:nvSpPr>
        <p:spPr>
          <a:xfrm>
            <a:off x="3758500" y="3248277"/>
            <a:ext cx="2091300" cy="78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300"/>
              <a:buNone/>
              <a:defRPr sz="1300">
                <a:solidFill>
                  <a:srgbClr val="FFFFFF"/>
                </a:solidFill>
              </a:defRPr>
            </a:lvl1pPr>
            <a:lvl2pPr lvl="1" rtl="0" algn="ctr">
              <a:lnSpc>
                <a:spcPct val="100000"/>
              </a:lnSpc>
              <a:spcBef>
                <a:spcPts val="0"/>
              </a:spcBef>
              <a:spcAft>
                <a:spcPts val="0"/>
              </a:spcAft>
              <a:buClr>
                <a:srgbClr val="FFFFFF"/>
              </a:buClr>
              <a:buSzPts val="1300"/>
              <a:buNone/>
              <a:defRPr sz="1300">
                <a:solidFill>
                  <a:srgbClr val="FFFFFF"/>
                </a:solidFill>
              </a:defRPr>
            </a:lvl2pPr>
            <a:lvl3pPr lvl="2" rtl="0" algn="ctr">
              <a:lnSpc>
                <a:spcPct val="100000"/>
              </a:lnSpc>
              <a:spcBef>
                <a:spcPts val="0"/>
              </a:spcBef>
              <a:spcAft>
                <a:spcPts val="0"/>
              </a:spcAft>
              <a:buClr>
                <a:srgbClr val="FFFFFF"/>
              </a:buClr>
              <a:buSzPts val="1300"/>
              <a:buNone/>
              <a:defRPr sz="1300">
                <a:solidFill>
                  <a:srgbClr val="FFFFFF"/>
                </a:solidFill>
              </a:defRPr>
            </a:lvl3pPr>
            <a:lvl4pPr lvl="3" rtl="0" algn="ctr">
              <a:lnSpc>
                <a:spcPct val="100000"/>
              </a:lnSpc>
              <a:spcBef>
                <a:spcPts val="0"/>
              </a:spcBef>
              <a:spcAft>
                <a:spcPts val="0"/>
              </a:spcAft>
              <a:buClr>
                <a:srgbClr val="FFFFFF"/>
              </a:buClr>
              <a:buSzPts val="1300"/>
              <a:buNone/>
              <a:defRPr sz="1300">
                <a:solidFill>
                  <a:srgbClr val="FFFFFF"/>
                </a:solidFill>
              </a:defRPr>
            </a:lvl4pPr>
            <a:lvl5pPr lvl="4" rtl="0" algn="ctr">
              <a:lnSpc>
                <a:spcPct val="100000"/>
              </a:lnSpc>
              <a:spcBef>
                <a:spcPts val="0"/>
              </a:spcBef>
              <a:spcAft>
                <a:spcPts val="0"/>
              </a:spcAft>
              <a:buClr>
                <a:srgbClr val="FFFFFF"/>
              </a:buClr>
              <a:buSzPts val="1300"/>
              <a:buNone/>
              <a:defRPr sz="1300">
                <a:solidFill>
                  <a:srgbClr val="FFFFFF"/>
                </a:solidFill>
              </a:defRPr>
            </a:lvl5pPr>
            <a:lvl6pPr lvl="5" rtl="0" algn="ctr">
              <a:lnSpc>
                <a:spcPct val="100000"/>
              </a:lnSpc>
              <a:spcBef>
                <a:spcPts val="0"/>
              </a:spcBef>
              <a:spcAft>
                <a:spcPts val="0"/>
              </a:spcAft>
              <a:buClr>
                <a:srgbClr val="FFFFFF"/>
              </a:buClr>
              <a:buSzPts val="1300"/>
              <a:buNone/>
              <a:defRPr sz="1300">
                <a:solidFill>
                  <a:srgbClr val="FFFFFF"/>
                </a:solidFill>
              </a:defRPr>
            </a:lvl6pPr>
            <a:lvl7pPr lvl="6" rtl="0" algn="ctr">
              <a:lnSpc>
                <a:spcPct val="100000"/>
              </a:lnSpc>
              <a:spcBef>
                <a:spcPts val="0"/>
              </a:spcBef>
              <a:spcAft>
                <a:spcPts val="0"/>
              </a:spcAft>
              <a:buClr>
                <a:srgbClr val="FFFFFF"/>
              </a:buClr>
              <a:buSzPts val="1300"/>
              <a:buNone/>
              <a:defRPr sz="1300">
                <a:solidFill>
                  <a:srgbClr val="FFFFFF"/>
                </a:solidFill>
              </a:defRPr>
            </a:lvl7pPr>
            <a:lvl8pPr lvl="7" rtl="0" algn="ctr">
              <a:lnSpc>
                <a:spcPct val="100000"/>
              </a:lnSpc>
              <a:spcBef>
                <a:spcPts val="0"/>
              </a:spcBef>
              <a:spcAft>
                <a:spcPts val="0"/>
              </a:spcAft>
              <a:buClr>
                <a:srgbClr val="FFFFFF"/>
              </a:buClr>
              <a:buSzPts val="1300"/>
              <a:buNone/>
              <a:defRPr sz="1300">
                <a:solidFill>
                  <a:srgbClr val="FFFFFF"/>
                </a:solidFill>
              </a:defRPr>
            </a:lvl8pPr>
            <a:lvl9pPr lvl="8" rtl="0" algn="ctr">
              <a:lnSpc>
                <a:spcPct val="100000"/>
              </a:lnSpc>
              <a:spcBef>
                <a:spcPts val="0"/>
              </a:spcBef>
              <a:spcAft>
                <a:spcPts val="0"/>
              </a:spcAft>
              <a:buClr>
                <a:srgbClr val="FFFFFF"/>
              </a:buClr>
              <a:buSzPts val="1300"/>
              <a:buNone/>
              <a:defRPr sz="1300">
                <a:solidFill>
                  <a:srgbClr val="FFFFFF"/>
                </a:solidFill>
              </a:defRPr>
            </a:lvl9pPr>
          </a:lstStyle>
          <a:p/>
        </p:txBody>
      </p:sp>
      <p:sp>
        <p:nvSpPr>
          <p:cNvPr id="27" name="Google Shape;27;p5"/>
          <p:cNvSpPr txBox="1"/>
          <p:nvPr>
            <p:ph idx="3" type="subTitle"/>
          </p:nvPr>
        </p:nvSpPr>
        <p:spPr>
          <a:xfrm>
            <a:off x="6339525" y="2947675"/>
            <a:ext cx="20913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gn="ctr">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28" name="Google Shape;28;p5"/>
          <p:cNvSpPr txBox="1"/>
          <p:nvPr>
            <p:ph idx="4" type="subTitle"/>
          </p:nvPr>
        </p:nvSpPr>
        <p:spPr>
          <a:xfrm>
            <a:off x="6339525" y="3248277"/>
            <a:ext cx="2091300" cy="78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300"/>
              <a:buNone/>
              <a:defRPr sz="1300">
                <a:solidFill>
                  <a:srgbClr val="FFFFFF"/>
                </a:solidFill>
              </a:defRPr>
            </a:lvl1pPr>
            <a:lvl2pPr lvl="1" rtl="0" algn="ctr">
              <a:lnSpc>
                <a:spcPct val="100000"/>
              </a:lnSpc>
              <a:spcBef>
                <a:spcPts val="0"/>
              </a:spcBef>
              <a:spcAft>
                <a:spcPts val="0"/>
              </a:spcAft>
              <a:buClr>
                <a:srgbClr val="FFFFFF"/>
              </a:buClr>
              <a:buSzPts val="1300"/>
              <a:buNone/>
              <a:defRPr sz="1300">
                <a:solidFill>
                  <a:srgbClr val="FFFFFF"/>
                </a:solidFill>
              </a:defRPr>
            </a:lvl2pPr>
            <a:lvl3pPr lvl="2" rtl="0" algn="ctr">
              <a:lnSpc>
                <a:spcPct val="100000"/>
              </a:lnSpc>
              <a:spcBef>
                <a:spcPts val="0"/>
              </a:spcBef>
              <a:spcAft>
                <a:spcPts val="0"/>
              </a:spcAft>
              <a:buClr>
                <a:srgbClr val="FFFFFF"/>
              </a:buClr>
              <a:buSzPts val="1300"/>
              <a:buNone/>
              <a:defRPr sz="1300">
                <a:solidFill>
                  <a:srgbClr val="FFFFFF"/>
                </a:solidFill>
              </a:defRPr>
            </a:lvl3pPr>
            <a:lvl4pPr lvl="3" rtl="0" algn="ctr">
              <a:lnSpc>
                <a:spcPct val="100000"/>
              </a:lnSpc>
              <a:spcBef>
                <a:spcPts val="0"/>
              </a:spcBef>
              <a:spcAft>
                <a:spcPts val="0"/>
              </a:spcAft>
              <a:buClr>
                <a:srgbClr val="FFFFFF"/>
              </a:buClr>
              <a:buSzPts val="1300"/>
              <a:buNone/>
              <a:defRPr sz="1300">
                <a:solidFill>
                  <a:srgbClr val="FFFFFF"/>
                </a:solidFill>
              </a:defRPr>
            </a:lvl4pPr>
            <a:lvl5pPr lvl="4" rtl="0" algn="ctr">
              <a:lnSpc>
                <a:spcPct val="100000"/>
              </a:lnSpc>
              <a:spcBef>
                <a:spcPts val="0"/>
              </a:spcBef>
              <a:spcAft>
                <a:spcPts val="0"/>
              </a:spcAft>
              <a:buClr>
                <a:srgbClr val="FFFFFF"/>
              </a:buClr>
              <a:buSzPts val="1300"/>
              <a:buNone/>
              <a:defRPr sz="1300">
                <a:solidFill>
                  <a:srgbClr val="FFFFFF"/>
                </a:solidFill>
              </a:defRPr>
            </a:lvl5pPr>
            <a:lvl6pPr lvl="5" rtl="0" algn="ctr">
              <a:lnSpc>
                <a:spcPct val="100000"/>
              </a:lnSpc>
              <a:spcBef>
                <a:spcPts val="0"/>
              </a:spcBef>
              <a:spcAft>
                <a:spcPts val="0"/>
              </a:spcAft>
              <a:buClr>
                <a:srgbClr val="FFFFFF"/>
              </a:buClr>
              <a:buSzPts val="1300"/>
              <a:buNone/>
              <a:defRPr sz="1300">
                <a:solidFill>
                  <a:srgbClr val="FFFFFF"/>
                </a:solidFill>
              </a:defRPr>
            </a:lvl6pPr>
            <a:lvl7pPr lvl="6" rtl="0" algn="ctr">
              <a:lnSpc>
                <a:spcPct val="100000"/>
              </a:lnSpc>
              <a:spcBef>
                <a:spcPts val="0"/>
              </a:spcBef>
              <a:spcAft>
                <a:spcPts val="0"/>
              </a:spcAft>
              <a:buClr>
                <a:srgbClr val="FFFFFF"/>
              </a:buClr>
              <a:buSzPts val="1300"/>
              <a:buNone/>
              <a:defRPr sz="1300">
                <a:solidFill>
                  <a:srgbClr val="FFFFFF"/>
                </a:solidFill>
              </a:defRPr>
            </a:lvl7pPr>
            <a:lvl8pPr lvl="7" rtl="0" algn="ctr">
              <a:lnSpc>
                <a:spcPct val="100000"/>
              </a:lnSpc>
              <a:spcBef>
                <a:spcPts val="0"/>
              </a:spcBef>
              <a:spcAft>
                <a:spcPts val="0"/>
              </a:spcAft>
              <a:buClr>
                <a:srgbClr val="FFFFFF"/>
              </a:buClr>
              <a:buSzPts val="1300"/>
              <a:buNone/>
              <a:defRPr sz="1300">
                <a:solidFill>
                  <a:srgbClr val="FFFFFF"/>
                </a:solidFill>
              </a:defRPr>
            </a:lvl8pPr>
            <a:lvl9pPr lvl="8" rtl="0" algn="ctr">
              <a:lnSpc>
                <a:spcPct val="100000"/>
              </a:lnSpc>
              <a:spcBef>
                <a:spcPts val="0"/>
              </a:spcBef>
              <a:spcAft>
                <a:spcPts val="0"/>
              </a:spcAft>
              <a:buClr>
                <a:srgbClr val="FFFFFF"/>
              </a:buClr>
              <a:buSzPts val="1300"/>
              <a:buNone/>
              <a:defRPr sz="1300">
                <a:solidFill>
                  <a:srgbClr val="FFFFFF"/>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9" name="Shape 29"/>
        <p:cNvGrpSpPr/>
        <p:nvPr/>
      </p:nvGrpSpPr>
      <p:grpSpPr>
        <a:xfrm>
          <a:off x="0" y="0"/>
          <a:ext cx="0" cy="0"/>
          <a:chOff x="0" y="0"/>
          <a:chExt cx="0" cy="0"/>
        </a:xfrm>
      </p:grpSpPr>
      <p:sp>
        <p:nvSpPr>
          <p:cNvPr id="30" name="Google Shape;30;p6"/>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 name="Shape 31"/>
        <p:cNvGrpSpPr/>
        <p:nvPr/>
      </p:nvGrpSpPr>
      <p:grpSpPr>
        <a:xfrm>
          <a:off x="0" y="0"/>
          <a:ext cx="0" cy="0"/>
          <a:chOff x="0" y="0"/>
          <a:chExt cx="0" cy="0"/>
        </a:xfrm>
      </p:grpSpPr>
      <p:sp>
        <p:nvSpPr>
          <p:cNvPr id="32" name="Google Shape;32;p7"/>
          <p:cNvSpPr txBox="1"/>
          <p:nvPr>
            <p:ph idx="1" type="body"/>
          </p:nvPr>
        </p:nvSpPr>
        <p:spPr>
          <a:xfrm>
            <a:off x="713225" y="1634325"/>
            <a:ext cx="3701700" cy="2065800"/>
          </a:xfrm>
          <a:prstGeom prst="rect">
            <a:avLst/>
          </a:prstGeom>
        </p:spPr>
        <p:txBody>
          <a:bodyPr anchorCtr="0" anchor="t" bIns="91425" lIns="91425" spcFirstLastPara="1" rIns="91425" wrap="square" tIns="91425">
            <a:noAutofit/>
          </a:bodyPr>
          <a:lstStyle>
            <a:lvl1pPr indent="-311150" lvl="0" marL="457200">
              <a:spcBef>
                <a:spcPts val="0"/>
              </a:spcBef>
              <a:spcAft>
                <a:spcPts val="0"/>
              </a:spcAft>
              <a:buSzPts val="1300"/>
              <a:buChar char="●"/>
              <a:defRPr sz="1300"/>
            </a:lvl1pPr>
            <a:lvl2pPr indent="-311150" lvl="1" marL="914400">
              <a:spcBef>
                <a:spcPts val="1600"/>
              </a:spcBef>
              <a:spcAft>
                <a:spcPts val="0"/>
              </a:spcAft>
              <a:buSzPts val="1300"/>
              <a:buChar char="○"/>
              <a:defRPr sz="1300"/>
            </a:lvl2pPr>
            <a:lvl3pPr indent="-311150" lvl="2" marL="1371600">
              <a:spcBef>
                <a:spcPts val="1600"/>
              </a:spcBef>
              <a:spcAft>
                <a:spcPts val="0"/>
              </a:spcAft>
              <a:buSzPts val="1300"/>
              <a:buChar char="■"/>
              <a:defRPr sz="1300"/>
            </a:lvl3pPr>
            <a:lvl4pPr indent="-311150" lvl="3" marL="1828800">
              <a:spcBef>
                <a:spcPts val="1600"/>
              </a:spcBef>
              <a:spcAft>
                <a:spcPts val="0"/>
              </a:spcAft>
              <a:buSzPts val="1300"/>
              <a:buChar char="●"/>
              <a:defRPr sz="1300"/>
            </a:lvl4pPr>
            <a:lvl5pPr indent="-311150" lvl="4" marL="2286000">
              <a:spcBef>
                <a:spcPts val="1600"/>
              </a:spcBef>
              <a:spcAft>
                <a:spcPts val="0"/>
              </a:spcAft>
              <a:buSzPts val="1300"/>
              <a:buChar char="○"/>
              <a:defRPr sz="1300"/>
            </a:lvl5pPr>
            <a:lvl6pPr indent="-311150" lvl="5" marL="2743200">
              <a:spcBef>
                <a:spcPts val="1600"/>
              </a:spcBef>
              <a:spcAft>
                <a:spcPts val="0"/>
              </a:spcAft>
              <a:buSzPts val="1300"/>
              <a:buChar char="■"/>
              <a:defRPr sz="1300"/>
            </a:lvl6pPr>
            <a:lvl7pPr indent="-311150" lvl="6" marL="3200400">
              <a:spcBef>
                <a:spcPts val="1600"/>
              </a:spcBef>
              <a:spcAft>
                <a:spcPts val="0"/>
              </a:spcAft>
              <a:buSzPts val="1300"/>
              <a:buChar char="●"/>
              <a:defRPr sz="1300"/>
            </a:lvl7pPr>
            <a:lvl8pPr indent="-311150" lvl="7" marL="3657600">
              <a:spcBef>
                <a:spcPts val="1600"/>
              </a:spcBef>
              <a:spcAft>
                <a:spcPts val="0"/>
              </a:spcAft>
              <a:buSzPts val="1300"/>
              <a:buChar char="○"/>
              <a:defRPr sz="1300"/>
            </a:lvl8pPr>
            <a:lvl9pPr indent="-311150" lvl="8" marL="4114800">
              <a:spcBef>
                <a:spcPts val="1600"/>
              </a:spcBef>
              <a:spcAft>
                <a:spcPts val="1600"/>
              </a:spcAft>
              <a:buSzPts val="1300"/>
              <a:buChar char="■"/>
              <a:defRPr sz="1300"/>
            </a:lvl9pPr>
          </a:lstStyle>
          <a:p/>
        </p:txBody>
      </p:sp>
      <p:sp>
        <p:nvSpPr>
          <p:cNvPr id="33" name="Google Shape;33;p7"/>
          <p:cNvSpPr/>
          <p:nvPr/>
        </p:nvSpPr>
        <p:spPr>
          <a:xfrm>
            <a:off x="0" y="4256125"/>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7"/>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5" name="Shape 35"/>
        <p:cNvGrpSpPr/>
        <p:nvPr/>
      </p:nvGrpSpPr>
      <p:grpSpPr>
        <a:xfrm>
          <a:off x="0" y="0"/>
          <a:ext cx="0" cy="0"/>
          <a:chOff x="0" y="0"/>
          <a:chExt cx="0" cy="0"/>
        </a:xfrm>
      </p:grpSpPr>
      <p:sp>
        <p:nvSpPr>
          <p:cNvPr id="36" name="Google Shape;36;p8"/>
          <p:cNvSpPr txBox="1"/>
          <p:nvPr>
            <p:ph type="title"/>
          </p:nvPr>
        </p:nvSpPr>
        <p:spPr>
          <a:xfrm>
            <a:off x="732750" y="1984200"/>
            <a:ext cx="7678500" cy="1175100"/>
          </a:xfrm>
          <a:prstGeom prst="rect">
            <a:avLst/>
          </a:prstGeom>
        </p:spPr>
        <p:txBody>
          <a:bodyPr anchorCtr="0" anchor="ctr" bIns="91425" lIns="91425" spcFirstLastPara="1" rIns="91425" wrap="square" tIns="91425">
            <a:noAutofit/>
          </a:bodyPr>
          <a:lstStyle>
            <a:lvl1pPr lvl="0" algn="ctr">
              <a:spcBef>
                <a:spcPts val="0"/>
              </a:spcBef>
              <a:spcAft>
                <a:spcPts val="0"/>
              </a:spcAft>
              <a:buSzPts val="5900"/>
              <a:buNone/>
              <a:defRPr sz="59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7" name="Google Shape;37;p8"/>
          <p:cNvSpPr/>
          <p:nvPr/>
        </p:nvSpPr>
        <p:spPr>
          <a:xfrm flipH="1" rot="10800000">
            <a:off x="0" y="-11"/>
            <a:ext cx="2897033" cy="1075009"/>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8"/>
          <p:cNvSpPr/>
          <p:nvPr/>
        </p:nvSpPr>
        <p:spPr>
          <a:xfrm flipH="1">
            <a:off x="6246975" y="4061914"/>
            <a:ext cx="2897033" cy="1075009"/>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 name="Shape 39"/>
        <p:cNvGrpSpPr/>
        <p:nvPr/>
      </p:nvGrpSpPr>
      <p:grpSpPr>
        <a:xfrm>
          <a:off x="0" y="0"/>
          <a:ext cx="0" cy="0"/>
          <a:chOff x="0" y="0"/>
          <a:chExt cx="0" cy="0"/>
        </a:xfrm>
      </p:grpSpPr>
      <p:sp>
        <p:nvSpPr>
          <p:cNvPr id="40" name="Google Shape;40;p9"/>
          <p:cNvSpPr/>
          <p:nvPr/>
        </p:nvSpPr>
        <p:spPr>
          <a:xfrm>
            <a:off x="0" y="2405500"/>
            <a:ext cx="6041944" cy="2737956"/>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9"/>
          <p:cNvSpPr txBox="1"/>
          <p:nvPr>
            <p:ph type="ctrTitle"/>
          </p:nvPr>
        </p:nvSpPr>
        <p:spPr>
          <a:xfrm>
            <a:off x="713100" y="2870700"/>
            <a:ext cx="3379800" cy="412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1pPr>
            <a:lvl2pPr lvl="1"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2pPr>
            <a:lvl3pPr lvl="2"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3pPr>
            <a:lvl4pPr lvl="3"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4pPr>
            <a:lvl5pPr lvl="4"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5pPr>
            <a:lvl6pPr lvl="5"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6pPr>
            <a:lvl7pPr lvl="6"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7pPr>
            <a:lvl8pPr lvl="7"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8pPr>
            <a:lvl9pPr lvl="8" rtl="0">
              <a:spcBef>
                <a:spcPts val="0"/>
              </a:spcBef>
              <a:spcAft>
                <a:spcPts val="0"/>
              </a:spcAft>
              <a:buClr>
                <a:srgbClr val="FFFFFF"/>
              </a:buClr>
              <a:buSzPts val="2800"/>
              <a:buFont typeface="Roboto Slab Regular"/>
              <a:buNone/>
              <a:defRPr>
                <a:solidFill>
                  <a:srgbClr val="FFFFFF"/>
                </a:solidFill>
                <a:latin typeface="Roboto Slab Regular"/>
                <a:ea typeface="Roboto Slab Regular"/>
                <a:cs typeface="Roboto Slab Regular"/>
                <a:sym typeface="Roboto Slab Regular"/>
              </a:defRPr>
            </a:lvl9pPr>
          </a:lstStyle>
          <a:p/>
        </p:txBody>
      </p:sp>
      <p:sp>
        <p:nvSpPr>
          <p:cNvPr id="42" name="Google Shape;42;p9"/>
          <p:cNvSpPr txBox="1"/>
          <p:nvPr>
            <p:ph idx="1" type="subTitle"/>
          </p:nvPr>
        </p:nvSpPr>
        <p:spPr>
          <a:xfrm>
            <a:off x="713225" y="3496625"/>
            <a:ext cx="3379800" cy="110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1pPr>
            <a:lvl2pPr lvl="1"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2pPr>
            <a:lvl3pPr lvl="2"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3pPr>
            <a:lvl4pPr lvl="3"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4pPr>
            <a:lvl5pPr lvl="4"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5pPr>
            <a:lvl6pPr lvl="5"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6pPr>
            <a:lvl7pPr lvl="6"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7pPr>
            <a:lvl8pPr lvl="7"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8pPr>
            <a:lvl9pPr lvl="8" rtl="0">
              <a:lnSpc>
                <a:spcPct val="100000"/>
              </a:lnSpc>
              <a:spcBef>
                <a:spcPts val="0"/>
              </a:spcBef>
              <a:spcAft>
                <a:spcPts val="0"/>
              </a:spcAft>
              <a:buClr>
                <a:srgbClr val="FFFFFF"/>
              </a:buClr>
              <a:buSzPts val="1300"/>
              <a:buFont typeface="Questrial"/>
              <a:buNone/>
              <a:defRPr sz="1300">
                <a:solidFill>
                  <a:srgbClr val="FFFFFF"/>
                </a:solidFill>
                <a:latin typeface="Questrial"/>
                <a:ea typeface="Questrial"/>
                <a:cs typeface="Questrial"/>
                <a:sym typeface="Questria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3" name="Shape 43"/>
        <p:cNvGrpSpPr/>
        <p:nvPr/>
      </p:nvGrpSpPr>
      <p:grpSpPr>
        <a:xfrm>
          <a:off x="0" y="0"/>
          <a:ext cx="0" cy="0"/>
          <a:chOff x="0" y="0"/>
          <a:chExt cx="0" cy="0"/>
        </a:xfrm>
      </p:grpSpPr>
      <p:sp>
        <p:nvSpPr>
          <p:cNvPr id="44" name="Google Shape;44;p10"/>
          <p:cNvSpPr txBox="1"/>
          <p:nvPr>
            <p:ph idx="1" type="body"/>
          </p:nvPr>
        </p:nvSpPr>
        <p:spPr>
          <a:xfrm>
            <a:off x="713225" y="3424075"/>
            <a:ext cx="4636800" cy="1175100"/>
          </a:xfrm>
          <a:prstGeom prst="rect">
            <a:avLst/>
          </a:prstGeom>
        </p:spPr>
        <p:txBody>
          <a:bodyPr anchorCtr="0" anchor="t" bIns="91425" lIns="91425" spcFirstLastPara="1" rIns="91425" wrap="square" tIns="91425">
            <a:noAutofit/>
          </a:bodyPr>
          <a:lstStyle>
            <a:lvl1pPr indent="-228600" lvl="0" marL="457200">
              <a:lnSpc>
                <a:spcPct val="100000"/>
              </a:lnSpc>
              <a:spcBef>
                <a:spcPts val="0"/>
              </a:spcBef>
              <a:spcAft>
                <a:spcPts val="0"/>
              </a:spcAft>
              <a:buSzPts val="3700"/>
              <a:buFont typeface="Roboto Slab Regular"/>
              <a:buNone/>
              <a:defRPr sz="3700">
                <a:latin typeface="Roboto Slab Regular"/>
                <a:ea typeface="Roboto Slab Regular"/>
                <a:cs typeface="Roboto Slab Regular"/>
                <a:sym typeface="Roboto Slab Regular"/>
              </a:defRPr>
            </a:lvl1pPr>
          </a:lstStyle>
          <a:p/>
        </p:txBody>
      </p:sp>
      <p:sp>
        <p:nvSpPr>
          <p:cNvPr id="45" name="Google Shape;45;p10"/>
          <p:cNvSpPr/>
          <p:nvPr/>
        </p:nvSpPr>
        <p:spPr>
          <a:xfrm flipH="1" rot="10800000">
            <a:off x="0" y="-11"/>
            <a:ext cx="2897033" cy="1075009"/>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6" name="Shape 46"/>
        <p:cNvGrpSpPr/>
        <p:nvPr/>
      </p:nvGrpSpPr>
      <p:grpSpPr>
        <a:xfrm>
          <a:off x="0" y="0"/>
          <a:ext cx="0" cy="0"/>
          <a:chOff x="0" y="0"/>
          <a:chExt cx="0" cy="0"/>
        </a:xfrm>
      </p:grpSpPr>
      <p:sp>
        <p:nvSpPr>
          <p:cNvPr id="47" name="Google Shape;47;p11"/>
          <p:cNvSpPr txBox="1"/>
          <p:nvPr>
            <p:ph hasCustomPrompt="1" type="title"/>
          </p:nvPr>
        </p:nvSpPr>
        <p:spPr>
          <a:xfrm>
            <a:off x="713250" y="1743025"/>
            <a:ext cx="7717500" cy="1175100"/>
          </a:xfrm>
          <a:prstGeom prst="rect">
            <a:avLst/>
          </a:prstGeom>
        </p:spPr>
        <p:txBody>
          <a:bodyPr anchorCtr="0" anchor="ctr" bIns="91425" lIns="91425" spcFirstLastPara="1" rIns="91425" wrap="square" tIns="91425">
            <a:noAutofit/>
          </a:bodyPr>
          <a:lstStyle>
            <a:lvl1pPr lvl="0" algn="ctr">
              <a:spcBef>
                <a:spcPts val="0"/>
              </a:spcBef>
              <a:spcAft>
                <a:spcPts val="0"/>
              </a:spcAft>
              <a:buSzPts val="5900"/>
              <a:buNone/>
              <a:defRPr sz="5900"/>
            </a:lvl1pPr>
            <a:lvl2pPr lvl="1" algn="ctr">
              <a:spcBef>
                <a:spcPts val="0"/>
              </a:spcBef>
              <a:spcAft>
                <a:spcPts val="0"/>
              </a:spcAft>
              <a:buSzPts val="5900"/>
              <a:buNone/>
              <a:defRPr sz="5900"/>
            </a:lvl2pPr>
            <a:lvl3pPr lvl="2" algn="ctr">
              <a:spcBef>
                <a:spcPts val="0"/>
              </a:spcBef>
              <a:spcAft>
                <a:spcPts val="0"/>
              </a:spcAft>
              <a:buSzPts val="5900"/>
              <a:buNone/>
              <a:defRPr sz="5900"/>
            </a:lvl3pPr>
            <a:lvl4pPr lvl="3" algn="ctr">
              <a:spcBef>
                <a:spcPts val="0"/>
              </a:spcBef>
              <a:spcAft>
                <a:spcPts val="0"/>
              </a:spcAft>
              <a:buSzPts val="5900"/>
              <a:buNone/>
              <a:defRPr sz="5900"/>
            </a:lvl4pPr>
            <a:lvl5pPr lvl="4" algn="ctr">
              <a:spcBef>
                <a:spcPts val="0"/>
              </a:spcBef>
              <a:spcAft>
                <a:spcPts val="0"/>
              </a:spcAft>
              <a:buSzPts val="5900"/>
              <a:buNone/>
              <a:defRPr sz="5900"/>
            </a:lvl5pPr>
            <a:lvl6pPr lvl="5" algn="ctr">
              <a:spcBef>
                <a:spcPts val="0"/>
              </a:spcBef>
              <a:spcAft>
                <a:spcPts val="0"/>
              </a:spcAft>
              <a:buSzPts val="5900"/>
              <a:buNone/>
              <a:defRPr sz="5900"/>
            </a:lvl6pPr>
            <a:lvl7pPr lvl="6" algn="ctr">
              <a:spcBef>
                <a:spcPts val="0"/>
              </a:spcBef>
              <a:spcAft>
                <a:spcPts val="0"/>
              </a:spcAft>
              <a:buSzPts val="5900"/>
              <a:buNone/>
              <a:defRPr sz="5900"/>
            </a:lvl7pPr>
            <a:lvl8pPr lvl="7" algn="ctr">
              <a:spcBef>
                <a:spcPts val="0"/>
              </a:spcBef>
              <a:spcAft>
                <a:spcPts val="0"/>
              </a:spcAft>
              <a:buSzPts val="5900"/>
              <a:buNone/>
              <a:defRPr sz="5900"/>
            </a:lvl8pPr>
            <a:lvl9pPr lvl="8" algn="ctr">
              <a:spcBef>
                <a:spcPts val="0"/>
              </a:spcBef>
              <a:spcAft>
                <a:spcPts val="0"/>
              </a:spcAft>
              <a:buSzPts val="5900"/>
              <a:buNone/>
              <a:defRPr sz="5900"/>
            </a:lvl9pPr>
          </a:lstStyle>
          <a:p>
            <a:r>
              <a:t>xx%</a:t>
            </a:r>
          </a:p>
        </p:txBody>
      </p:sp>
      <p:sp>
        <p:nvSpPr>
          <p:cNvPr id="48" name="Google Shape;48;p11"/>
          <p:cNvSpPr/>
          <p:nvPr/>
        </p:nvSpPr>
        <p:spPr>
          <a:xfrm flipH="1" rot="10800000">
            <a:off x="-3" y="3115700"/>
            <a:ext cx="4468628" cy="2027791"/>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11"/>
          <p:cNvSpPr/>
          <p:nvPr/>
        </p:nvSpPr>
        <p:spPr>
          <a:xfrm flipH="1">
            <a:off x="4675372" y="0"/>
            <a:ext cx="4468628" cy="2027791"/>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11"/>
          <p:cNvSpPr txBox="1"/>
          <p:nvPr>
            <p:ph idx="1" type="subTitle"/>
          </p:nvPr>
        </p:nvSpPr>
        <p:spPr>
          <a:xfrm>
            <a:off x="2559000" y="2780675"/>
            <a:ext cx="4026000" cy="61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300"/>
              <a:buNone/>
              <a:defRPr sz="1300"/>
            </a:lvl1pPr>
            <a:lvl2pPr lvl="1" rtl="0" algn="ctr">
              <a:lnSpc>
                <a:spcPct val="100000"/>
              </a:lnSpc>
              <a:spcBef>
                <a:spcPts val="0"/>
              </a:spcBef>
              <a:spcAft>
                <a:spcPts val="0"/>
              </a:spcAft>
              <a:buSzPts val="1300"/>
              <a:buNone/>
              <a:defRPr sz="1300"/>
            </a:lvl2pPr>
            <a:lvl3pPr lvl="2" rtl="0" algn="ctr">
              <a:lnSpc>
                <a:spcPct val="100000"/>
              </a:lnSpc>
              <a:spcBef>
                <a:spcPts val="0"/>
              </a:spcBef>
              <a:spcAft>
                <a:spcPts val="0"/>
              </a:spcAft>
              <a:buSzPts val="1300"/>
              <a:buNone/>
              <a:defRPr sz="1300"/>
            </a:lvl3pPr>
            <a:lvl4pPr lvl="3" rtl="0" algn="ctr">
              <a:lnSpc>
                <a:spcPct val="100000"/>
              </a:lnSpc>
              <a:spcBef>
                <a:spcPts val="0"/>
              </a:spcBef>
              <a:spcAft>
                <a:spcPts val="0"/>
              </a:spcAft>
              <a:buSzPts val="1300"/>
              <a:buNone/>
              <a:defRPr sz="1300"/>
            </a:lvl4pPr>
            <a:lvl5pPr lvl="4" rtl="0" algn="ctr">
              <a:lnSpc>
                <a:spcPct val="100000"/>
              </a:lnSpc>
              <a:spcBef>
                <a:spcPts val="0"/>
              </a:spcBef>
              <a:spcAft>
                <a:spcPts val="0"/>
              </a:spcAft>
              <a:buSzPts val="1300"/>
              <a:buNone/>
              <a:defRPr sz="1300"/>
            </a:lvl5pPr>
            <a:lvl6pPr lvl="5" rtl="0" algn="ctr">
              <a:lnSpc>
                <a:spcPct val="100000"/>
              </a:lnSpc>
              <a:spcBef>
                <a:spcPts val="0"/>
              </a:spcBef>
              <a:spcAft>
                <a:spcPts val="0"/>
              </a:spcAft>
              <a:buSzPts val="1300"/>
              <a:buNone/>
              <a:defRPr sz="1300"/>
            </a:lvl6pPr>
            <a:lvl7pPr lvl="6" rtl="0" algn="ctr">
              <a:lnSpc>
                <a:spcPct val="100000"/>
              </a:lnSpc>
              <a:spcBef>
                <a:spcPts val="0"/>
              </a:spcBef>
              <a:spcAft>
                <a:spcPts val="0"/>
              </a:spcAft>
              <a:buSzPts val="1300"/>
              <a:buNone/>
              <a:defRPr sz="1300"/>
            </a:lvl7pPr>
            <a:lvl8pPr lvl="7" rtl="0" algn="ctr">
              <a:lnSpc>
                <a:spcPct val="100000"/>
              </a:lnSpc>
              <a:spcBef>
                <a:spcPts val="0"/>
              </a:spcBef>
              <a:spcAft>
                <a:spcPts val="0"/>
              </a:spcAft>
              <a:buSzPts val="1300"/>
              <a:buNone/>
              <a:defRPr sz="1300"/>
            </a:lvl8pPr>
            <a:lvl9pPr lvl="8" rtl="0" algn="ctr">
              <a:lnSpc>
                <a:spcPct val="100000"/>
              </a:lnSpc>
              <a:spcBef>
                <a:spcPts val="0"/>
              </a:spcBef>
              <a:spcAft>
                <a:spcPts val="0"/>
              </a:spcAft>
              <a:buSzPts val="1300"/>
              <a:buNone/>
              <a:defRPr sz="13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2" name="Shape 52"/>
        <p:cNvGrpSpPr/>
        <p:nvPr/>
      </p:nvGrpSpPr>
      <p:grpSpPr>
        <a:xfrm>
          <a:off x="0" y="0"/>
          <a:ext cx="0" cy="0"/>
          <a:chOff x="0" y="0"/>
          <a:chExt cx="0" cy="0"/>
        </a:xfrm>
      </p:grpSpPr>
      <p:sp>
        <p:nvSpPr>
          <p:cNvPr id="53" name="Google Shape;53;p13"/>
          <p:cNvSpPr/>
          <p:nvPr/>
        </p:nvSpPr>
        <p:spPr>
          <a:xfrm>
            <a:off x="0" y="0"/>
            <a:ext cx="5650273" cy="2564002"/>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3"/>
          <p:cNvSpPr txBox="1"/>
          <p:nvPr>
            <p:ph hasCustomPrompt="1" type="title"/>
          </p:nvPr>
        </p:nvSpPr>
        <p:spPr>
          <a:xfrm>
            <a:off x="4280875" y="1079525"/>
            <a:ext cx="2091300" cy="702000"/>
          </a:xfrm>
          <a:prstGeom prst="rect">
            <a:avLst/>
          </a:prstGeom>
        </p:spPr>
        <p:txBody>
          <a:bodyPr anchorCtr="0" anchor="b" bIns="91425" lIns="91425" spcFirstLastPara="1" rIns="91425" wrap="square" tIns="91425">
            <a:noAutofit/>
          </a:bodyPr>
          <a:lstStyle>
            <a:lvl1pPr lvl="0" rtl="0">
              <a:spcBef>
                <a:spcPts val="0"/>
              </a:spcBef>
              <a:spcAft>
                <a:spcPts val="0"/>
              </a:spcAft>
              <a:buSzPts val="3400"/>
              <a:buNone/>
              <a:defRPr sz="3400"/>
            </a:lvl1pPr>
            <a:lvl2pPr lvl="1" rtl="0">
              <a:spcBef>
                <a:spcPts val="0"/>
              </a:spcBef>
              <a:spcAft>
                <a:spcPts val="0"/>
              </a:spcAft>
              <a:buSzPts val="3400"/>
              <a:buNone/>
              <a:defRPr sz="3400"/>
            </a:lvl2pPr>
            <a:lvl3pPr lvl="2" rtl="0">
              <a:spcBef>
                <a:spcPts val="0"/>
              </a:spcBef>
              <a:spcAft>
                <a:spcPts val="0"/>
              </a:spcAft>
              <a:buSzPts val="3400"/>
              <a:buNone/>
              <a:defRPr sz="3400"/>
            </a:lvl3pPr>
            <a:lvl4pPr lvl="3" rtl="0">
              <a:spcBef>
                <a:spcPts val="0"/>
              </a:spcBef>
              <a:spcAft>
                <a:spcPts val="0"/>
              </a:spcAft>
              <a:buSzPts val="3400"/>
              <a:buNone/>
              <a:defRPr sz="3400"/>
            </a:lvl4pPr>
            <a:lvl5pPr lvl="4" rtl="0">
              <a:spcBef>
                <a:spcPts val="0"/>
              </a:spcBef>
              <a:spcAft>
                <a:spcPts val="0"/>
              </a:spcAft>
              <a:buSzPts val="3400"/>
              <a:buNone/>
              <a:defRPr sz="3400"/>
            </a:lvl5pPr>
            <a:lvl6pPr lvl="5" rtl="0">
              <a:spcBef>
                <a:spcPts val="0"/>
              </a:spcBef>
              <a:spcAft>
                <a:spcPts val="0"/>
              </a:spcAft>
              <a:buSzPts val="3400"/>
              <a:buNone/>
              <a:defRPr sz="3400"/>
            </a:lvl6pPr>
            <a:lvl7pPr lvl="6" rtl="0">
              <a:spcBef>
                <a:spcPts val="0"/>
              </a:spcBef>
              <a:spcAft>
                <a:spcPts val="0"/>
              </a:spcAft>
              <a:buSzPts val="3400"/>
              <a:buNone/>
              <a:defRPr sz="3400"/>
            </a:lvl7pPr>
            <a:lvl8pPr lvl="7" rtl="0">
              <a:spcBef>
                <a:spcPts val="0"/>
              </a:spcBef>
              <a:spcAft>
                <a:spcPts val="0"/>
              </a:spcAft>
              <a:buSzPts val="3400"/>
              <a:buNone/>
              <a:defRPr sz="3400"/>
            </a:lvl8pPr>
            <a:lvl9pPr lvl="8" rtl="0">
              <a:spcBef>
                <a:spcPts val="0"/>
              </a:spcBef>
              <a:spcAft>
                <a:spcPts val="0"/>
              </a:spcAft>
              <a:buSzPts val="3400"/>
              <a:buNone/>
              <a:defRPr sz="3400"/>
            </a:lvl9pPr>
          </a:lstStyle>
          <a:p>
            <a:r>
              <a:t>xx%</a:t>
            </a:r>
          </a:p>
        </p:txBody>
      </p:sp>
      <p:sp>
        <p:nvSpPr>
          <p:cNvPr id="55" name="Google Shape;55;p13"/>
          <p:cNvSpPr txBox="1"/>
          <p:nvPr>
            <p:ph idx="1" type="subTitle"/>
          </p:nvPr>
        </p:nvSpPr>
        <p:spPr>
          <a:xfrm>
            <a:off x="4280875" y="1657500"/>
            <a:ext cx="2091300" cy="3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56" name="Google Shape;56;p13"/>
          <p:cNvSpPr txBox="1"/>
          <p:nvPr>
            <p:ph idx="2" type="subTitle"/>
          </p:nvPr>
        </p:nvSpPr>
        <p:spPr>
          <a:xfrm>
            <a:off x="4280875" y="1958093"/>
            <a:ext cx="20913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57" name="Google Shape;57;p13"/>
          <p:cNvSpPr txBox="1"/>
          <p:nvPr>
            <p:ph hasCustomPrompt="1" idx="3" type="title"/>
          </p:nvPr>
        </p:nvSpPr>
        <p:spPr>
          <a:xfrm>
            <a:off x="4280875" y="3015438"/>
            <a:ext cx="2091300" cy="702000"/>
          </a:xfrm>
          <a:prstGeom prst="rect">
            <a:avLst/>
          </a:prstGeom>
        </p:spPr>
        <p:txBody>
          <a:bodyPr anchorCtr="0" anchor="b" bIns="91425" lIns="91425" spcFirstLastPara="1" rIns="91425" wrap="square" tIns="91425">
            <a:noAutofit/>
          </a:bodyPr>
          <a:lstStyle>
            <a:lvl1pPr lvl="0" rtl="0">
              <a:spcBef>
                <a:spcPts val="0"/>
              </a:spcBef>
              <a:spcAft>
                <a:spcPts val="0"/>
              </a:spcAft>
              <a:buSzPts val="3400"/>
              <a:buNone/>
              <a:defRPr sz="3400"/>
            </a:lvl1pPr>
            <a:lvl2pPr lvl="1" rtl="0">
              <a:spcBef>
                <a:spcPts val="0"/>
              </a:spcBef>
              <a:spcAft>
                <a:spcPts val="0"/>
              </a:spcAft>
              <a:buSzPts val="3400"/>
              <a:buNone/>
              <a:defRPr sz="3400"/>
            </a:lvl2pPr>
            <a:lvl3pPr lvl="2" rtl="0">
              <a:spcBef>
                <a:spcPts val="0"/>
              </a:spcBef>
              <a:spcAft>
                <a:spcPts val="0"/>
              </a:spcAft>
              <a:buSzPts val="3400"/>
              <a:buNone/>
              <a:defRPr sz="3400"/>
            </a:lvl3pPr>
            <a:lvl4pPr lvl="3" rtl="0">
              <a:spcBef>
                <a:spcPts val="0"/>
              </a:spcBef>
              <a:spcAft>
                <a:spcPts val="0"/>
              </a:spcAft>
              <a:buSzPts val="3400"/>
              <a:buNone/>
              <a:defRPr sz="3400"/>
            </a:lvl4pPr>
            <a:lvl5pPr lvl="4" rtl="0">
              <a:spcBef>
                <a:spcPts val="0"/>
              </a:spcBef>
              <a:spcAft>
                <a:spcPts val="0"/>
              </a:spcAft>
              <a:buSzPts val="3400"/>
              <a:buNone/>
              <a:defRPr sz="3400"/>
            </a:lvl5pPr>
            <a:lvl6pPr lvl="5" rtl="0">
              <a:spcBef>
                <a:spcPts val="0"/>
              </a:spcBef>
              <a:spcAft>
                <a:spcPts val="0"/>
              </a:spcAft>
              <a:buSzPts val="3400"/>
              <a:buNone/>
              <a:defRPr sz="3400"/>
            </a:lvl6pPr>
            <a:lvl7pPr lvl="6" rtl="0">
              <a:spcBef>
                <a:spcPts val="0"/>
              </a:spcBef>
              <a:spcAft>
                <a:spcPts val="0"/>
              </a:spcAft>
              <a:buSzPts val="3400"/>
              <a:buNone/>
              <a:defRPr sz="3400"/>
            </a:lvl7pPr>
            <a:lvl8pPr lvl="7" rtl="0">
              <a:spcBef>
                <a:spcPts val="0"/>
              </a:spcBef>
              <a:spcAft>
                <a:spcPts val="0"/>
              </a:spcAft>
              <a:buSzPts val="3400"/>
              <a:buNone/>
              <a:defRPr sz="3400"/>
            </a:lvl8pPr>
            <a:lvl9pPr lvl="8" rtl="0">
              <a:spcBef>
                <a:spcPts val="0"/>
              </a:spcBef>
              <a:spcAft>
                <a:spcPts val="0"/>
              </a:spcAft>
              <a:buSzPts val="3400"/>
              <a:buNone/>
              <a:defRPr sz="3400"/>
            </a:lvl9pPr>
          </a:lstStyle>
          <a:p>
            <a:r>
              <a:t>xx%</a:t>
            </a:r>
          </a:p>
        </p:txBody>
      </p:sp>
      <p:sp>
        <p:nvSpPr>
          <p:cNvPr id="58" name="Google Shape;58;p13"/>
          <p:cNvSpPr txBox="1"/>
          <p:nvPr>
            <p:ph idx="4" type="subTitle"/>
          </p:nvPr>
        </p:nvSpPr>
        <p:spPr>
          <a:xfrm>
            <a:off x="4280875" y="3593413"/>
            <a:ext cx="2091300" cy="3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59" name="Google Shape;59;p13"/>
          <p:cNvSpPr txBox="1"/>
          <p:nvPr>
            <p:ph idx="5" type="subTitle"/>
          </p:nvPr>
        </p:nvSpPr>
        <p:spPr>
          <a:xfrm>
            <a:off x="4280875" y="3894006"/>
            <a:ext cx="20913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60" name="Google Shape;60;p13"/>
          <p:cNvSpPr txBox="1"/>
          <p:nvPr>
            <p:ph hasCustomPrompt="1" idx="6" type="title"/>
          </p:nvPr>
        </p:nvSpPr>
        <p:spPr>
          <a:xfrm>
            <a:off x="6714450" y="1079525"/>
            <a:ext cx="2091300" cy="702000"/>
          </a:xfrm>
          <a:prstGeom prst="rect">
            <a:avLst/>
          </a:prstGeom>
        </p:spPr>
        <p:txBody>
          <a:bodyPr anchorCtr="0" anchor="b" bIns="91425" lIns="91425" spcFirstLastPara="1" rIns="91425" wrap="square" tIns="91425">
            <a:noAutofit/>
          </a:bodyPr>
          <a:lstStyle>
            <a:lvl1pPr lvl="0" rtl="0">
              <a:spcBef>
                <a:spcPts val="0"/>
              </a:spcBef>
              <a:spcAft>
                <a:spcPts val="0"/>
              </a:spcAft>
              <a:buSzPts val="3400"/>
              <a:buNone/>
              <a:defRPr sz="3400"/>
            </a:lvl1pPr>
            <a:lvl2pPr lvl="1" rtl="0">
              <a:spcBef>
                <a:spcPts val="0"/>
              </a:spcBef>
              <a:spcAft>
                <a:spcPts val="0"/>
              </a:spcAft>
              <a:buSzPts val="3400"/>
              <a:buNone/>
              <a:defRPr sz="3400"/>
            </a:lvl2pPr>
            <a:lvl3pPr lvl="2" rtl="0">
              <a:spcBef>
                <a:spcPts val="0"/>
              </a:spcBef>
              <a:spcAft>
                <a:spcPts val="0"/>
              </a:spcAft>
              <a:buSzPts val="3400"/>
              <a:buNone/>
              <a:defRPr sz="3400"/>
            </a:lvl3pPr>
            <a:lvl4pPr lvl="3" rtl="0">
              <a:spcBef>
                <a:spcPts val="0"/>
              </a:spcBef>
              <a:spcAft>
                <a:spcPts val="0"/>
              </a:spcAft>
              <a:buSzPts val="3400"/>
              <a:buNone/>
              <a:defRPr sz="3400"/>
            </a:lvl4pPr>
            <a:lvl5pPr lvl="4" rtl="0">
              <a:spcBef>
                <a:spcPts val="0"/>
              </a:spcBef>
              <a:spcAft>
                <a:spcPts val="0"/>
              </a:spcAft>
              <a:buSzPts val="3400"/>
              <a:buNone/>
              <a:defRPr sz="3400"/>
            </a:lvl5pPr>
            <a:lvl6pPr lvl="5" rtl="0">
              <a:spcBef>
                <a:spcPts val="0"/>
              </a:spcBef>
              <a:spcAft>
                <a:spcPts val="0"/>
              </a:spcAft>
              <a:buSzPts val="3400"/>
              <a:buNone/>
              <a:defRPr sz="3400"/>
            </a:lvl6pPr>
            <a:lvl7pPr lvl="6" rtl="0">
              <a:spcBef>
                <a:spcPts val="0"/>
              </a:spcBef>
              <a:spcAft>
                <a:spcPts val="0"/>
              </a:spcAft>
              <a:buSzPts val="3400"/>
              <a:buNone/>
              <a:defRPr sz="3400"/>
            </a:lvl7pPr>
            <a:lvl8pPr lvl="7" rtl="0">
              <a:spcBef>
                <a:spcPts val="0"/>
              </a:spcBef>
              <a:spcAft>
                <a:spcPts val="0"/>
              </a:spcAft>
              <a:buSzPts val="3400"/>
              <a:buNone/>
              <a:defRPr sz="3400"/>
            </a:lvl8pPr>
            <a:lvl9pPr lvl="8" rtl="0">
              <a:spcBef>
                <a:spcPts val="0"/>
              </a:spcBef>
              <a:spcAft>
                <a:spcPts val="0"/>
              </a:spcAft>
              <a:buSzPts val="3400"/>
              <a:buNone/>
              <a:defRPr sz="3400"/>
            </a:lvl9pPr>
          </a:lstStyle>
          <a:p>
            <a:r>
              <a:t>xx%</a:t>
            </a:r>
          </a:p>
        </p:txBody>
      </p:sp>
      <p:sp>
        <p:nvSpPr>
          <p:cNvPr id="61" name="Google Shape;61;p13"/>
          <p:cNvSpPr txBox="1"/>
          <p:nvPr>
            <p:ph idx="7" type="subTitle"/>
          </p:nvPr>
        </p:nvSpPr>
        <p:spPr>
          <a:xfrm>
            <a:off x="6714450" y="1657500"/>
            <a:ext cx="2091300" cy="3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62" name="Google Shape;62;p13"/>
          <p:cNvSpPr txBox="1"/>
          <p:nvPr>
            <p:ph idx="8" type="subTitle"/>
          </p:nvPr>
        </p:nvSpPr>
        <p:spPr>
          <a:xfrm>
            <a:off x="6714450" y="1958093"/>
            <a:ext cx="20913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63" name="Google Shape;63;p13"/>
          <p:cNvSpPr txBox="1"/>
          <p:nvPr>
            <p:ph hasCustomPrompt="1" idx="9" type="title"/>
          </p:nvPr>
        </p:nvSpPr>
        <p:spPr>
          <a:xfrm>
            <a:off x="6714450" y="3015438"/>
            <a:ext cx="2091300" cy="702000"/>
          </a:xfrm>
          <a:prstGeom prst="rect">
            <a:avLst/>
          </a:prstGeom>
        </p:spPr>
        <p:txBody>
          <a:bodyPr anchorCtr="0" anchor="b" bIns="91425" lIns="91425" spcFirstLastPara="1" rIns="91425" wrap="square" tIns="91425">
            <a:noAutofit/>
          </a:bodyPr>
          <a:lstStyle>
            <a:lvl1pPr lvl="0" rtl="0">
              <a:spcBef>
                <a:spcPts val="0"/>
              </a:spcBef>
              <a:spcAft>
                <a:spcPts val="0"/>
              </a:spcAft>
              <a:buSzPts val="3400"/>
              <a:buNone/>
              <a:defRPr sz="3400"/>
            </a:lvl1pPr>
            <a:lvl2pPr lvl="1" rtl="0">
              <a:spcBef>
                <a:spcPts val="0"/>
              </a:spcBef>
              <a:spcAft>
                <a:spcPts val="0"/>
              </a:spcAft>
              <a:buSzPts val="3400"/>
              <a:buNone/>
              <a:defRPr sz="3400"/>
            </a:lvl2pPr>
            <a:lvl3pPr lvl="2" rtl="0">
              <a:spcBef>
                <a:spcPts val="0"/>
              </a:spcBef>
              <a:spcAft>
                <a:spcPts val="0"/>
              </a:spcAft>
              <a:buSzPts val="3400"/>
              <a:buNone/>
              <a:defRPr sz="3400"/>
            </a:lvl3pPr>
            <a:lvl4pPr lvl="3" rtl="0">
              <a:spcBef>
                <a:spcPts val="0"/>
              </a:spcBef>
              <a:spcAft>
                <a:spcPts val="0"/>
              </a:spcAft>
              <a:buSzPts val="3400"/>
              <a:buNone/>
              <a:defRPr sz="3400"/>
            </a:lvl4pPr>
            <a:lvl5pPr lvl="4" rtl="0">
              <a:spcBef>
                <a:spcPts val="0"/>
              </a:spcBef>
              <a:spcAft>
                <a:spcPts val="0"/>
              </a:spcAft>
              <a:buSzPts val="3400"/>
              <a:buNone/>
              <a:defRPr sz="3400"/>
            </a:lvl5pPr>
            <a:lvl6pPr lvl="5" rtl="0">
              <a:spcBef>
                <a:spcPts val="0"/>
              </a:spcBef>
              <a:spcAft>
                <a:spcPts val="0"/>
              </a:spcAft>
              <a:buSzPts val="3400"/>
              <a:buNone/>
              <a:defRPr sz="3400"/>
            </a:lvl6pPr>
            <a:lvl7pPr lvl="6" rtl="0">
              <a:spcBef>
                <a:spcPts val="0"/>
              </a:spcBef>
              <a:spcAft>
                <a:spcPts val="0"/>
              </a:spcAft>
              <a:buSzPts val="3400"/>
              <a:buNone/>
              <a:defRPr sz="3400"/>
            </a:lvl7pPr>
            <a:lvl8pPr lvl="7" rtl="0">
              <a:spcBef>
                <a:spcPts val="0"/>
              </a:spcBef>
              <a:spcAft>
                <a:spcPts val="0"/>
              </a:spcAft>
              <a:buSzPts val="3400"/>
              <a:buNone/>
              <a:defRPr sz="3400"/>
            </a:lvl8pPr>
            <a:lvl9pPr lvl="8" rtl="0">
              <a:spcBef>
                <a:spcPts val="0"/>
              </a:spcBef>
              <a:spcAft>
                <a:spcPts val="0"/>
              </a:spcAft>
              <a:buSzPts val="3400"/>
              <a:buNone/>
              <a:defRPr sz="3400"/>
            </a:lvl9pPr>
          </a:lstStyle>
          <a:p>
            <a:r>
              <a:t>xx%</a:t>
            </a:r>
          </a:p>
        </p:txBody>
      </p:sp>
      <p:sp>
        <p:nvSpPr>
          <p:cNvPr id="64" name="Google Shape;64;p13"/>
          <p:cNvSpPr txBox="1"/>
          <p:nvPr>
            <p:ph idx="13" type="subTitle"/>
          </p:nvPr>
        </p:nvSpPr>
        <p:spPr>
          <a:xfrm>
            <a:off x="6714450" y="3593413"/>
            <a:ext cx="2091300" cy="39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65" name="Google Shape;65;p13"/>
          <p:cNvSpPr txBox="1"/>
          <p:nvPr>
            <p:ph idx="14" type="subTitle"/>
          </p:nvPr>
        </p:nvSpPr>
        <p:spPr>
          <a:xfrm>
            <a:off x="6714450" y="3894006"/>
            <a:ext cx="20913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66" name="Google Shape;66;p13"/>
          <p:cNvSpPr txBox="1"/>
          <p:nvPr>
            <p:ph idx="15" type="title"/>
          </p:nvPr>
        </p:nvSpPr>
        <p:spPr>
          <a:xfrm>
            <a:off x="713225" y="2988700"/>
            <a:ext cx="2703000" cy="1628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559BD9"/>
              </a:buClr>
              <a:buSzPts val="4500"/>
              <a:buNone/>
              <a:defRPr sz="4500">
                <a:solidFill>
                  <a:srgbClr val="559BD9"/>
                </a:solidFill>
              </a:defRPr>
            </a:lvl1pPr>
            <a:lvl2pPr lvl="1" rtl="0">
              <a:spcBef>
                <a:spcPts val="0"/>
              </a:spcBef>
              <a:spcAft>
                <a:spcPts val="0"/>
              </a:spcAft>
              <a:buClr>
                <a:srgbClr val="5FAAD9"/>
              </a:buClr>
              <a:buSzPts val="4500"/>
              <a:buNone/>
              <a:defRPr sz="4500">
                <a:solidFill>
                  <a:srgbClr val="5FAAD9"/>
                </a:solidFill>
              </a:defRPr>
            </a:lvl2pPr>
            <a:lvl3pPr lvl="2" rtl="0">
              <a:spcBef>
                <a:spcPts val="0"/>
              </a:spcBef>
              <a:spcAft>
                <a:spcPts val="0"/>
              </a:spcAft>
              <a:buClr>
                <a:srgbClr val="5FAAD9"/>
              </a:buClr>
              <a:buSzPts val="4500"/>
              <a:buNone/>
              <a:defRPr sz="4500">
                <a:solidFill>
                  <a:srgbClr val="5FAAD9"/>
                </a:solidFill>
              </a:defRPr>
            </a:lvl3pPr>
            <a:lvl4pPr lvl="3" rtl="0">
              <a:spcBef>
                <a:spcPts val="0"/>
              </a:spcBef>
              <a:spcAft>
                <a:spcPts val="0"/>
              </a:spcAft>
              <a:buClr>
                <a:srgbClr val="5FAAD9"/>
              </a:buClr>
              <a:buSzPts val="4500"/>
              <a:buNone/>
              <a:defRPr sz="4500">
                <a:solidFill>
                  <a:srgbClr val="5FAAD9"/>
                </a:solidFill>
              </a:defRPr>
            </a:lvl4pPr>
            <a:lvl5pPr lvl="4" rtl="0">
              <a:spcBef>
                <a:spcPts val="0"/>
              </a:spcBef>
              <a:spcAft>
                <a:spcPts val="0"/>
              </a:spcAft>
              <a:buClr>
                <a:srgbClr val="5FAAD9"/>
              </a:buClr>
              <a:buSzPts val="4500"/>
              <a:buNone/>
              <a:defRPr sz="4500">
                <a:solidFill>
                  <a:srgbClr val="5FAAD9"/>
                </a:solidFill>
              </a:defRPr>
            </a:lvl5pPr>
            <a:lvl6pPr lvl="5" rtl="0">
              <a:spcBef>
                <a:spcPts val="0"/>
              </a:spcBef>
              <a:spcAft>
                <a:spcPts val="0"/>
              </a:spcAft>
              <a:buClr>
                <a:srgbClr val="5FAAD9"/>
              </a:buClr>
              <a:buSzPts val="4500"/>
              <a:buNone/>
              <a:defRPr sz="4500">
                <a:solidFill>
                  <a:srgbClr val="5FAAD9"/>
                </a:solidFill>
              </a:defRPr>
            </a:lvl6pPr>
            <a:lvl7pPr lvl="6" rtl="0">
              <a:spcBef>
                <a:spcPts val="0"/>
              </a:spcBef>
              <a:spcAft>
                <a:spcPts val="0"/>
              </a:spcAft>
              <a:buClr>
                <a:srgbClr val="5FAAD9"/>
              </a:buClr>
              <a:buSzPts val="4500"/>
              <a:buNone/>
              <a:defRPr sz="4500">
                <a:solidFill>
                  <a:srgbClr val="5FAAD9"/>
                </a:solidFill>
              </a:defRPr>
            </a:lvl7pPr>
            <a:lvl8pPr lvl="7" rtl="0">
              <a:spcBef>
                <a:spcPts val="0"/>
              </a:spcBef>
              <a:spcAft>
                <a:spcPts val="0"/>
              </a:spcAft>
              <a:buClr>
                <a:srgbClr val="5FAAD9"/>
              </a:buClr>
              <a:buSzPts val="4500"/>
              <a:buNone/>
              <a:defRPr sz="4500">
                <a:solidFill>
                  <a:srgbClr val="5FAAD9"/>
                </a:solidFill>
              </a:defRPr>
            </a:lvl8pPr>
            <a:lvl9pPr lvl="8" rtl="0">
              <a:spcBef>
                <a:spcPts val="0"/>
              </a:spcBef>
              <a:spcAft>
                <a:spcPts val="0"/>
              </a:spcAft>
              <a:buClr>
                <a:srgbClr val="5FAAD9"/>
              </a:buClr>
              <a:buSzPts val="4500"/>
              <a:buNone/>
              <a:defRPr sz="4500">
                <a:solidFill>
                  <a:srgbClr val="5FAAD9"/>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3 columns">
  <p:cSld name="BLANK_2">
    <p:spTree>
      <p:nvGrpSpPr>
        <p:cNvPr id="67" name="Shape 67"/>
        <p:cNvGrpSpPr/>
        <p:nvPr/>
      </p:nvGrpSpPr>
      <p:grpSpPr>
        <a:xfrm>
          <a:off x="0" y="0"/>
          <a:ext cx="0" cy="0"/>
          <a:chOff x="0" y="0"/>
          <a:chExt cx="0" cy="0"/>
        </a:xfrm>
      </p:grpSpPr>
      <p:sp>
        <p:nvSpPr>
          <p:cNvPr id="68" name="Google Shape;68;p14"/>
          <p:cNvSpPr/>
          <p:nvPr/>
        </p:nvSpPr>
        <p:spPr>
          <a:xfrm>
            <a:off x="3374923" y="0"/>
            <a:ext cx="5846970" cy="5143560"/>
          </a:xfrm>
          <a:custGeom>
            <a:rect b="b" l="l" r="r" t="t"/>
            <a:pathLst>
              <a:path extrusionOk="0" h="160498" w="182447">
                <a:moveTo>
                  <a:pt x="1" y="0"/>
                </a:moveTo>
                <a:cubicBezTo>
                  <a:pt x="8013" y="6777"/>
                  <a:pt x="15677" y="14853"/>
                  <a:pt x="20427" y="27077"/>
                </a:cubicBezTo>
                <a:cubicBezTo>
                  <a:pt x="33000" y="59569"/>
                  <a:pt x="3326" y="94342"/>
                  <a:pt x="21916" y="139565"/>
                </a:cubicBezTo>
                <a:cubicBezTo>
                  <a:pt x="25431" y="148020"/>
                  <a:pt x="30720" y="154893"/>
                  <a:pt x="37022" y="160498"/>
                </a:cubicBezTo>
                <a:lnTo>
                  <a:pt x="182446" y="160498"/>
                </a:lnTo>
                <a:lnTo>
                  <a:pt x="1824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4"/>
          <p:cNvSpPr txBox="1"/>
          <p:nvPr>
            <p:ph type="title"/>
          </p:nvPr>
        </p:nvSpPr>
        <p:spPr>
          <a:xfrm>
            <a:off x="4333050" y="546075"/>
            <a:ext cx="4188600" cy="41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0" name="Google Shape;70;p14"/>
          <p:cNvSpPr txBox="1"/>
          <p:nvPr>
            <p:ph idx="1" type="subTitle"/>
          </p:nvPr>
        </p:nvSpPr>
        <p:spPr>
          <a:xfrm>
            <a:off x="5658125" y="2505475"/>
            <a:ext cx="1808700" cy="3006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160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71" name="Google Shape;71;p14"/>
          <p:cNvSpPr txBox="1"/>
          <p:nvPr>
            <p:ph idx="2" type="subTitle"/>
          </p:nvPr>
        </p:nvSpPr>
        <p:spPr>
          <a:xfrm>
            <a:off x="5658125" y="2806117"/>
            <a:ext cx="1808700" cy="606000"/>
          </a:xfrm>
          <a:prstGeom prst="rect">
            <a:avLst/>
          </a:prstGeom>
        </p:spPr>
        <p:txBody>
          <a:bodyPr anchorCtr="0" anchor="t" bIns="91425" lIns="91425" spcFirstLastPara="1" rIns="91425" wrap="square" tIns="91425">
            <a:noAutofit/>
          </a:bodyPr>
          <a:lstStyle>
            <a:lvl1pPr lvl="0" rtl="0">
              <a:spcBef>
                <a:spcPts val="0"/>
              </a:spcBef>
              <a:spcAft>
                <a:spcPts val="0"/>
              </a:spcAft>
              <a:buSzPts val="1300"/>
              <a:buNone/>
              <a:defRPr sz="1300"/>
            </a:lvl1pPr>
            <a:lvl2pPr lvl="1" rtl="0">
              <a:lnSpc>
                <a:spcPct val="100000"/>
              </a:lnSpc>
              <a:spcBef>
                <a:spcPts val="160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72" name="Google Shape;72;p14"/>
          <p:cNvSpPr txBox="1"/>
          <p:nvPr>
            <p:ph idx="3" type="subTitle"/>
          </p:nvPr>
        </p:nvSpPr>
        <p:spPr>
          <a:xfrm>
            <a:off x="5658125" y="3692800"/>
            <a:ext cx="1808700" cy="3006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160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73" name="Google Shape;73;p14"/>
          <p:cNvSpPr txBox="1"/>
          <p:nvPr>
            <p:ph idx="4" type="subTitle"/>
          </p:nvPr>
        </p:nvSpPr>
        <p:spPr>
          <a:xfrm>
            <a:off x="5658125" y="3993442"/>
            <a:ext cx="1808700" cy="606000"/>
          </a:xfrm>
          <a:prstGeom prst="rect">
            <a:avLst/>
          </a:prstGeom>
        </p:spPr>
        <p:txBody>
          <a:bodyPr anchorCtr="0" anchor="t" bIns="91425" lIns="91425" spcFirstLastPara="1" rIns="91425" wrap="square" tIns="91425">
            <a:noAutofit/>
          </a:bodyPr>
          <a:lstStyle>
            <a:lvl1pPr lvl="0" rtl="0">
              <a:spcBef>
                <a:spcPts val="0"/>
              </a:spcBef>
              <a:spcAft>
                <a:spcPts val="0"/>
              </a:spcAft>
              <a:buSzPts val="1300"/>
              <a:buNone/>
              <a:defRPr sz="1300"/>
            </a:lvl1pPr>
            <a:lvl2pPr lvl="1" rtl="0">
              <a:lnSpc>
                <a:spcPct val="100000"/>
              </a:lnSpc>
              <a:spcBef>
                <a:spcPts val="160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74" name="Google Shape;74;p14"/>
          <p:cNvSpPr txBox="1"/>
          <p:nvPr>
            <p:ph idx="5" type="subTitle"/>
          </p:nvPr>
        </p:nvSpPr>
        <p:spPr>
          <a:xfrm>
            <a:off x="5658125" y="1468475"/>
            <a:ext cx="1808700" cy="3006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160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75" name="Google Shape;75;p14"/>
          <p:cNvSpPr txBox="1"/>
          <p:nvPr>
            <p:ph idx="6" type="subTitle"/>
          </p:nvPr>
        </p:nvSpPr>
        <p:spPr>
          <a:xfrm>
            <a:off x="5658125" y="1769117"/>
            <a:ext cx="1808700" cy="606000"/>
          </a:xfrm>
          <a:prstGeom prst="rect">
            <a:avLst/>
          </a:prstGeom>
        </p:spPr>
        <p:txBody>
          <a:bodyPr anchorCtr="0" anchor="t" bIns="91425" lIns="91425" spcFirstLastPara="1" rIns="91425" wrap="square" tIns="91425">
            <a:noAutofit/>
          </a:bodyPr>
          <a:lstStyle>
            <a:lvl1pPr lvl="0" rtl="0">
              <a:spcBef>
                <a:spcPts val="0"/>
              </a:spcBef>
              <a:spcAft>
                <a:spcPts val="0"/>
              </a:spcAft>
              <a:buSzPts val="1300"/>
              <a:buNone/>
              <a:defRPr sz="1300"/>
            </a:lvl1pPr>
            <a:lvl2pPr lvl="1" rtl="0">
              <a:lnSpc>
                <a:spcPct val="100000"/>
              </a:lnSpc>
              <a:spcBef>
                <a:spcPts val="160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3 columns 2">
  <p:cSld name="BLANK_1_1">
    <p:spTree>
      <p:nvGrpSpPr>
        <p:cNvPr id="76" name="Shape 76"/>
        <p:cNvGrpSpPr/>
        <p:nvPr/>
      </p:nvGrpSpPr>
      <p:grpSpPr>
        <a:xfrm>
          <a:off x="0" y="0"/>
          <a:ext cx="0" cy="0"/>
          <a:chOff x="0" y="0"/>
          <a:chExt cx="0" cy="0"/>
        </a:xfrm>
      </p:grpSpPr>
      <p:sp>
        <p:nvSpPr>
          <p:cNvPr id="77" name="Google Shape;77;p15"/>
          <p:cNvSpPr/>
          <p:nvPr/>
        </p:nvSpPr>
        <p:spPr>
          <a:xfrm>
            <a:off x="0" y="1966849"/>
            <a:ext cx="9143923" cy="3176563"/>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5"/>
          <p:cNvSpPr txBox="1"/>
          <p:nvPr>
            <p:ph type="title"/>
          </p:nvPr>
        </p:nvSpPr>
        <p:spPr>
          <a:xfrm>
            <a:off x="713225" y="2629525"/>
            <a:ext cx="4185900" cy="41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9" name="Google Shape;79;p15"/>
          <p:cNvSpPr txBox="1"/>
          <p:nvPr>
            <p:ph idx="1" type="subTitle"/>
          </p:nvPr>
        </p:nvSpPr>
        <p:spPr>
          <a:xfrm>
            <a:off x="713225" y="3692800"/>
            <a:ext cx="20913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80" name="Google Shape;80;p15"/>
          <p:cNvSpPr txBox="1"/>
          <p:nvPr>
            <p:ph idx="2" type="subTitle"/>
          </p:nvPr>
        </p:nvSpPr>
        <p:spPr>
          <a:xfrm>
            <a:off x="713225" y="3993444"/>
            <a:ext cx="20913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81" name="Google Shape;81;p15"/>
          <p:cNvSpPr txBox="1"/>
          <p:nvPr>
            <p:ph idx="3" type="subTitle"/>
          </p:nvPr>
        </p:nvSpPr>
        <p:spPr>
          <a:xfrm>
            <a:off x="3222275" y="3692800"/>
            <a:ext cx="20913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82" name="Google Shape;82;p15"/>
          <p:cNvSpPr txBox="1"/>
          <p:nvPr>
            <p:ph idx="4" type="subTitle"/>
          </p:nvPr>
        </p:nvSpPr>
        <p:spPr>
          <a:xfrm>
            <a:off x="3222275" y="3993444"/>
            <a:ext cx="20913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83" name="Google Shape;83;p15"/>
          <p:cNvSpPr txBox="1"/>
          <p:nvPr>
            <p:ph idx="5" type="subTitle"/>
          </p:nvPr>
        </p:nvSpPr>
        <p:spPr>
          <a:xfrm>
            <a:off x="5731325" y="3692800"/>
            <a:ext cx="20913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84" name="Google Shape;84;p15"/>
          <p:cNvSpPr txBox="1"/>
          <p:nvPr>
            <p:ph idx="6" type="subTitle"/>
          </p:nvPr>
        </p:nvSpPr>
        <p:spPr>
          <a:xfrm>
            <a:off x="5731325" y="3993444"/>
            <a:ext cx="20913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3 columns 3">
  <p:cSld name="BLANK_1_1_1">
    <p:spTree>
      <p:nvGrpSpPr>
        <p:cNvPr id="85" name="Shape 85"/>
        <p:cNvGrpSpPr/>
        <p:nvPr/>
      </p:nvGrpSpPr>
      <p:grpSpPr>
        <a:xfrm>
          <a:off x="0" y="0"/>
          <a:ext cx="0" cy="0"/>
          <a:chOff x="0" y="0"/>
          <a:chExt cx="0" cy="0"/>
        </a:xfrm>
      </p:grpSpPr>
      <p:sp>
        <p:nvSpPr>
          <p:cNvPr id="86" name="Google Shape;86;p16"/>
          <p:cNvSpPr/>
          <p:nvPr/>
        </p:nvSpPr>
        <p:spPr>
          <a:xfrm>
            <a:off x="3389073" y="0"/>
            <a:ext cx="5846970" cy="5143560"/>
          </a:xfrm>
          <a:custGeom>
            <a:rect b="b" l="l" r="r" t="t"/>
            <a:pathLst>
              <a:path extrusionOk="0" h="160498" w="182447">
                <a:moveTo>
                  <a:pt x="1" y="0"/>
                </a:moveTo>
                <a:cubicBezTo>
                  <a:pt x="8013" y="6777"/>
                  <a:pt x="15677" y="14853"/>
                  <a:pt x="20427" y="27077"/>
                </a:cubicBezTo>
                <a:cubicBezTo>
                  <a:pt x="33000" y="59569"/>
                  <a:pt x="3326" y="94342"/>
                  <a:pt x="21916" y="139565"/>
                </a:cubicBezTo>
                <a:cubicBezTo>
                  <a:pt x="25431" y="148020"/>
                  <a:pt x="30720" y="154893"/>
                  <a:pt x="37022" y="160498"/>
                </a:cubicBezTo>
                <a:lnTo>
                  <a:pt x="182446" y="160498"/>
                </a:lnTo>
                <a:lnTo>
                  <a:pt x="182446" y="0"/>
                </a:ln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6"/>
          <p:cNvSpPr txBox="1"/>
          <p:nvPr>
            <p:ph type="title"/>
          </p:nvPr>
        </p:nvSpPr>
        <p:spPr>
          <a:xfrm>
            <a:off x="4525675" y="546075"/>
            <a:ext cx="4185900" cy="412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2800"/>
              <a:buNone/>
              <a:defRPr>
                <a:solidFill>
                  <a:srgbClr val="FFFFFF"/>
                </a:solidFill>
              </a:defRPr>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p:txBody>
      </p:sp>
      <p:sp>
        <p:nvSpPr>
          <p:cNvPr id="88" name="Google Shape;88;p16"/>
          <p:cNvSpPr txBox="1"/>
          <p:nvPr>
            <p:ph idx="1" type="subTitle"/>
          </p:nvPr>
        </p:nvSpPr>
        <p:spPr>
          <a:xfrm>
            <a:off x="5658125" y="2580638"/>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89" name="Google Shape;89;p16"/>
          <p:cNvSpPr txBox="1"/>
          <p:nvPr>
            <p:ph idx="2" type="subTitle"/>
          </p:nvPr>
        </p:nvSpPr>
        <p:spPr>
          <a:xfrm>
            <a:off x="5658125" y="2881279"/>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300"/>
              <a:buNone/>
              <a:defRPr sz="1300">
                <a:solidFill>
                  <a:srgbClr val="FFFFFF"/>
                </a:solidFill>
              </a:defRPr>
            </a:lvl1pPr>
            <a:lvl2pPr lvl="1" rtl="0">
              <a:lnSpc>
                <a:spcPct val="100000"/>
              </a:lnSpc>
              <a:spcBef>
                <a:spcPts val="0"/>
              </a:spcBef>
              <a:spcAft>
                <a:spcPts val="0"/>
              </a:spcAft>
              <a:buClr>
                <a:srgbClr val="FFFFFF"/>
              </a:buClr>
              <a:buSzPts val="1300"/>
              <a:buNone/>
              <a:defRPr sz="1300">
                <a:solidFill>
                  <a:srgbClr val="FFFFFF"/>
                </a:solidFill>
              </a:defRPr>
            </a:lvl2pPr>
            <a:lvl3pPr lvl="2" rtl="0">
              <a:lnSpc>
                <a:spcPct val="100000"/>
              </a:lnSpc>
              <a:spcBef>
                <a:spcPts val="0"/>
              </a:spcBef>
              <a:spcAft>
                <a:spcPts val="0"/>
              </a:spcAft>
              <a:buClr>
                <a:srgbClr val="FFFFFF"/>
              </a:buClr>
              <a:buSzPts val="1300"/>
              <a:buNone/>
              <a:defRPr sz="1300">
                <a:solidFill>
                  <a:srgbClr val="FFFFFF"/>
                </a:solidFill>
              </a:defRPr>
            </a:lvl3pPr>
            <a:lvl4pPr lvl="3" rtl="0">
              <a:lnSpc>
                <a:spcPct val="100000"/>
              </a:lnSpc>
              <a:spcBef>
                <a:spcPts val="0"/>
              </a:spcBef>
              <a:spcAft>
                <a:spcPts val="0"/>
              </a:spcAft>
              <a:buClr>
                <a:srgbClr val="FFFFFF"/>
              </a:buClr>
              <a:buSzPts val="1300"/>
              <a:buNone/>
              <a:defRPr sz="1300">
                <a:solidFill>
                  <a:srgbClr val="FFFFFF"/>
                </a:solidFill>
              </a:defRPr>
            </a:lvl4pPr>
            <a:lvl5pPr lvl="4" rtl="0">
              <a:lnSpc>
                <a:spcPct val="100000"/>
              </a:lnSpc>
              <a:spcBef>
                <a:spcPts val="0"/>
              </a:spcBef>
              <a:spcAft>
                <a:spcPts val="0"/>
              </a:spcAft>
              <a:buClr>
                <a:srgbClr val="FFFFFF"/>
              </a:buClr>
              <a:buSzPts val="1300"/>
              <a:buNone/>
              <a:defRPr sz="1300">
                <a:solidFill>
                  <a:srgbClr val="FFFFFF"/>
                </a:solidFill>
              </a:defRPr>
            </a:lvl5pPr>
            <a:lvl6pPr lvl="5" rtl="0">
              <a:lnSpc>
                <a:spcPct val="100000"/>
              </a:lnSpc>
              <a:spcBef>
                <a:spcPts val="0"/>
              </a:spcBef>
              <a:spcAft>
                <a:spcPts val="0"/>
              </a:spcAft>
              <a:buClr>
                <a:srgbClr val="FFFFFF"/>
              </a:buClr>
              <a:buSzPts val="1300"/>
              <a:buNone/>
              <a:defRPr sz="1300">
                <a:solidFill>
                  <a:srgbClr val="FFFFFF"/>
                </a:solidFill>
              </a:defRPr>
            </a:lvl6pPr>
            <a:lvl7pPr lvl="6" rtl="0">
              <a:lnSpc>
                <a:spcPct val="100000"/>
              </a:lnSpc>
              <a:spcBef>
                <a:spcPts val="0"/>
              </a:spcBef>
              <a:spcAft>
                <a:spcPts val="0"/>
              </a:spcAft>
              <a:buClr>
                <a:srgbClr val="FFFFFF"/>
              </a:buClr>
              <a:buSzPts val="1300"/>
              <a:buNone/>
              <a:defRPr sz="1300">
                <a:solidFill>
                  <a:srgbClr val="FFFFFF"/>
                </a:solidFill>
              </a:defRPr>
            </a:lvl7pPr>
            <a:lvl8pPr lvl="7" rtl="0">
              <a:lnSpc>
                <a:spcPct val="100000"/>
              </a:lnSpc>
              <a:spcBef>
                <a:spcPts val="0"/>
              </a:spcBef>
              <a:spcAft>
                <a:spcPts val="0"/>
              </a:spcAft>
              <a:buClr>
                <a:srgbClr val="FFFFFF"/>
              </a:buClr>
              <a:buSzPts val="1300"/>
              <a:buNone/>
              <a:defRPr sz="1300">
                <a:solidFill>
                  <a:srgbClr val="FFFFFF"/>
                </a:solidFill>
              </a:defRPr>
            </a:lvl8pPr>
            <a:lvl9pPr lvl="8" rtl="0">
              <a:lnSpc>
                <a:spcPct val="100000"/>
              </a:lnSpc>
              <a:spcBef>
                <a:spcPts val="0"/>
              </a:spcBef>
              <a:spcAft>
                <a:spcPts val="0"/>
              </a:spcAft>
              <a:buClr>
                <a:srgbClr val="FFFFFF"/>
              </a:buClr>
              <a:buSzPts val="1300"/>
              <a:buNone/>
              <a:defRPr sz="1300">
                <a:solidFill>
                  <a:srgbClr val="FFFFFF"/>
                </a:solidFill>
              </a:defRPr>
            </a:lvl9pPr>
          </a:lstStyle>
          <a:p/>
        </p:txBody>
      </p:sp>
      <p:sp>
        <p:nvSpPr>
          <p:cNvPr id="90" name="Google Shape;90;p16"/>
          <p:cNvSpPr txBox="1"/>
          <p:nvPr>
            <p:ph idx="3" type="subTitle"/>
          </p:nvPr>
        </p:nvSpPr>
        <p:spPr>
          <a:xfrm>
            <a:off x="5658125" y="3692800"/>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91" name="Google Shape;91;p16"/>
          <p:cNvSpPr txBox="1"/>
          <p:nvPr>
            <p:ph idx="4" type="subTitle"/>
          </p:nvPr>
        </p:nvSpPr>
        <p:spPr>
          <a:xfrm>
            <a:off x="5658125" y="3993442"/>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300"/>
              <a:buNone/>
              <a:defRPr sz="1300">
                <a:solidFill>
                  <a:srgbClr val="FFFFFF"/>
                </a:solidFill>
              </a:defRPr>
            </a:lvl1pPr>
            <a:lvl2pPr lvl="1" rtl="0">
              <a:lnSpc>
                <a:spcPct val="100000"/>
              </a:lnSpc>
              <a:spcBef>
                <a:spcPts val="0"/>
              </a:spcBef>
              <a:spcAft>
                <a:spcPts val="0"/>
              </a:spcAft>
              <a:buClr>
                <a:srgbClr val="FFFFFF"/>
              </a:buClr>
              <a:buSzPts val="1300"/>
              <a:buNone/>
              <a:defRPr sz="1300">
                <a:solidFill>
                  <a:srgbClr val="FFFFFF"/>
                </a:solidFill>
              </a:defRPr>
            </a:lvl2pPr>
            <a:lvl3pPr lvl="2" rtl="0">
              <a:lnSpc>
                <a:spcPct val="100000"/>
              </a:lnSpc>
              <a:spcBef>
                <a:spcPts val="0"/>
              </a:spcBef>
              <a:spcAft>
                <a:spcPts val="0"/>
              </a:spcAft>
              <a:buClr>
                <a:srgbClr val="FFFFFF"/>
              </a:buClr>
              <a:buSzPts val="1300"/>
              <a:buNone/>
              <a:defRPr sz="1300">
                <a:solidFill>
                  <a:srgbClr val="FFFFFF"/>
                </a:solidFill>
              </a:defRPr>
            </a:lvl3pPr>
            <a:lvl4pPr lvl="3" rtl="0">
              <a:lnSpc>
                <a:spcPct val="100000"/>
              </a:lnSpc>
              <a:spcBef>
                <a:spcPts val="0"/>
              </a:spcBef>
              <a:spcAft>
                <a:spcPts val="0"/>
              </a:spcAft>
              <a:buClr>
                <a:srgbClr val="FFFFFF"/>
              </a:buClr>
              <a:buSzPts val="1300"/>
              <a:buNone/>
              <a:defRPr sz="1300">
                <a:solidFill>
                  <a:srgbClr val="FFFFFF"/>
                </a:solidFill>
              </a:defRPr>
            </a:lvl4pPr>
            <a:lvl5pPr lvl="4" rtl="0">
              <a:lnSpc>
                <a:spcPct val="100000"/>
              </a:lnSpc>
              <a:spcBef>
                <a:spcPts val="0"/>
              </a:spcBef>
              <a:spcAft>
                <a:spcPts val="0"/>
              </a:spcAft>
              <a:buClr>
                <a:srgbClr val="FFFFFF"/>
              </a:buClr>
              <a:buSzPts val="1300"/>
              <a:buNone/>
              <a:defRPr sz="1300">
                <a:solidFill>
                  <a:srgbClr val="FFFFFF"/>
                </a:solidFill>
              </a:defRPr>
            </a:lvl5pPr>
            <a:lvl6pPr lvl="5" rtl="0">
              <a:lnSpc>
                <a:spcPct val="100000"/>
              </a:lnSpc>
              <a:spcBef>
                <a:spcPts val="0"/>
              </a:spcBef>
              <a:spcAft>
                <a:spcPts val="0"/>
              </a:spcAft>
              <a:buClr>
                <a:srgbClr val="FFFFFF"/>
              </a:buClr>
              <a:buSzPts val="1300"/>
              <a:buNone/>
              <a:defRPr sz="1300">
                <a:solidFill>
                  <a:srgbClr val="FFFFFF"/>
                </a:solidFill>
              </a:defRPr>
            </a:lvl6pPr>
            <a:lvl7pPr lvl="6" rtl="0">
              <a:lnSpc>
                <a:spcPct val="100000"/>
              </a:lnSpc>
              <a:spcBef>
                <a:spcPts val="0"/>
              </a:spcBef>
              <a:spcAft>
                <a:spcPts val="0"/>
              </a:spcAft>
              <a:buClr>
                <a:srgbClr val="FFFFFF"/>
              </a:buClr>
              <a:buSzPts val="1300"/>
              <a:buNone/>
              <a:defRPr sz="1300">
                <a:solidFill>
                  <a:srgbClr val="FFFFFF"/>
                </a:solidFill>
              </a:defRPr>
            </a:lvl7pPr>
            <a:lvl8pPr lvl="7" rtl="0">
              <a:lnSpc>
                <a:spcPct val="100000"/>
              </a:lnSpc>
              <a:spcBef>
                <a:spcPts val="0"/>
              </a:spcBef>
              <a:spcAft>
                <a:spcPts val="0"/>
              </a:spcAft>
              <a:buClr>
                <a:srgbClr val="FFFFFF"/>
              </a:buClr>
              <a:buSzPts val="1300"/>
              <a:buNone/>
              <a:defRPr sz="1300">
                <a:solidFill>
                  <a:srgbClr val="FFFFFF"/>
                </a:solidFill>
              </a:defRPr>
            </a:lvl8pPr>
            <a:lvl9pPr lvl="8" rtl="0">
              <a:lnSpc>
                <a:spcPct val="100000"/>
              </a:lnSpc>
              <a:spcBef>
                <a:spcPts val="0"/>
              </a:spcBef>
              <a:spcAft>
                <a:spcPts val="0"/>
              </a:spcAft>
              <a:buClr>
                <a:srgbClr val="FFFFFF"/>
              </a:buClr>
              <a:buSzPts val="1300"/>
              <a:buNone/>
              <a:defRPr sz="1300">
                <a:solidFill>
                  <a:srgbClr val="FFFFFF"/>
                </a:solidFill>
              </a:defRPr>
            </a:lvl9pPr>
          </a:lstStyle>
          <a:p/>
        </p:txBody>
      </p:sp>
      <p:sp>
        <p:nvSpPr>
          <p:cNvPr id="92" name="Google Shape;92;p16"/>
          <p:cNvSpPr txBox="1"/>
          <p:nvPr>
            <p:ph idx="5" type="subTitle"/>
          </p:nvPr>
        </p:nvSpPr>
        <p:spPr>
          <a:xfrm>
            <a:off x="5658125" y="1468475"/>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93" name="Google Shape;93;p16"/>
          <p:cNvSpPr txBox="1"/>
          <p:nvPr>
            <p:ph idx="6" type="subTitle"/>
          </p:nvPr>
        </p:nvSpPr>
        <p:spPr>
          <a:xfrm>
            <a:off x="5658125" y="1769117"/>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300"/>
              <a:buNone/>
              <a:defRPr sz="1300">
                <a:solidFill>
                  <a:srgbClr val="FFFFFF"/>
                </a:solidFill>
              </a:defRPr>
            </a:lvl1pPr>
            <a:lvl2pPr lvl="1" rtl="0">
              <a:lnSpc>
                <a:spcPct val="100000"/>
              </a:lnSpc>
              <a:spcBef>
                <a:spcPts val="0"/>
              </a:spcBef>
              <a:spcAft>
                <a:spcPts val="0"/>
              </a:spcAft>
              <a:buClr>
                <a:srgbClr val="FFFFFF"/>
              </a:buClr>
              <a:buSzPts val="1300"/>
              <a:buNone/>
              <a:defRPr sz="1300">
                <a:solidFill>
                  <a:srgbClr val="FFFFFF"/>
                </a:solidFill>
              </a:defRPr>
            </a:lvl2pPr>
            <a:lvl3pPr lvl="2" rtl="0">
              <a:lnSpc>
                <a:spcPct val="100000"/>
              </a:lnSpc>
              <a:spcBef>
                <a:spcPts val="0"/>
              </a:spcBef>
              <a:spcAft>
                <a:spcPts val="0"/>
              </a:spcAft>
              <a:buClr>
                <a:srgbClr val="FFFFFF"/>
              </a:buClr>
              <a:buSzPts val="1300"/>
              <a:buNone/>
              <a:defRPr sz="1300">
                <a:solidFill>
                  <a:srgbClr val="FFFFFF"/>
                </a:solidFill>
              </a:defRPr>
            </a:lvl3pPr>
            <a:lvl4pPr lvl="3" rtl="0">
              <a:lnSpc>
                <a:spcPct val="100000"/>
              </a:lnSpc>
              <a:spcBef>
                <a:spcPts val="0"/>
              </a:spcBef>
              <a:spcAft>
                <a:spcPts val="0"/>
              </a:spcAft>
              <a:buClr>
                <a:srgbClr val="FFFFFF"/>
              </a:buClr>
              <a:buSzPts val="1300"/>
              <a:buNone/>
              <a:defRPr sz="1300">
                <a:solidFill>
                  <a:srgbClr val="FFFFFF"/>
                </a:solidFill>
              </a:defRPr>
            </a:lvl4pPr>
            <a:lvl5pPr lvl="4" rtl="0">
              <a:lnSpc>
                <a:spcPct val="100000"/>
              </a:lnSpc>
              <a:spcBef>
                <a:spcPts val="0"/>
              </a:spcBef>
              <a:spcAft>
                <a:spcPts val="0"/>
              </a:spcAft>
              <a:buClr>
                <a:srgbClr val="FFFFFF"/>
              </a:buClr>
              <a:buSzPts val="1300"/>
              <a:buNone/>
              <a:defRPr sz="1300">
                <a:solidFill>
                  <a:srgbClr val="FFFFFF"/>
                </a:solidFill>
              </a:defRPr>
            </a:lvl5pPr>
            <a:lvl6pPr lvl="5" rtl="0">
              <a:lnSpc>
                <a:spcPct val="100000"/>
              </a:lnSpc>
              <a:spcBef>
                <a:spcPts val="0"/>
              </a:spcBef>
              <a:spcAft>
                <a:spcPts val="0"/>
              </a:spcAft>
              <a:buClr>
                <a:srgbClr val="FFFFFF"/>
              </a:buClr>
              <a:buSzPts val="1300"/>
              <a:buNone/>
              <a:defRPr sz="1300">
                <a:solidFill>
                  <a:srgbClr val="FFFFFF"/>
                </a:solidFill>
              </a:defRPr>
            </a:lvl6pPr>
            <a:lvl7pPr lvl="6" rtl="0">
              <a:lnSpc>
                <a:spcPct val="100000"/>
              </a:lnSpc>
              <a:spcBef>
                <a:spcPts val="0"/>
              </a:spcBef>
              <a:spcAft>
                <a:spcPts val="0"/>
              </a:spcAft>
              <a:buClr>
                <a:srgbClr val="FFFFFF"/>
              </a:buClr>
              <a:buSzPts val="1300"/>
              <a:buNone/>
              <a:defRPr sz="1300">
                <a:solidFill>
                  <a:srgbClr val="FFFFFF"/>
                </a:solidFill>
              </a:defRPr>
            </a:lvl7pPr>
            <a:lvl8pPr lvl="7" rtl="0">
              <a:lnSpc>
                <a:spcPct val="100000"/>
              </a:lnSpc>
              <a:spcBef>
                <a:spcPts val="0"/>
              </a:spcBef>
              <a:spcAft>
                <a:spcPts val="0"/>
              </a:spcAft>
              <a:buClr>
                <a:srgbClr val="FFFFFF"/>
              </a:buClr>
              <a:buSzPts val="1300"/>
              <a:buNone/>
              <a:defRPr sz="1300">
                <a:solidFill>
                  <a:srgbClr val="FFFFFF"/>
                </a:solidFill>
              </a:defRPr>
            </a:lvl8pPr>
            <a:lvl9pPr lvl="8" rtl="0">
              <a:lnSpc>
                <a:spcPct val="100000"/>
              </a:lnSpc>
              <a:spcBef>
                <a:spcPts val="0"/>
              </a:spcBef>
              <a:spcAft>
                <a:spcPts val="0"/>
              </a:spcAft>
              <a:buClr>
                <a:srgbClr val="FFFFFF"/>
              </a:buClr>
              <a:buSzPts val="1300"/>
              <a:buNone/>
              <a:defRPr sz="1300">
                <a:solidFill>
                  <a:srgbClr val="FFFFFF"/>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_1">
    <p:spTree>
      <p:nvGrpSpPr>
        <p:cNvPr id="94" name="Shape 94"/>
        <p:cNvGrpSpPr/>
        <p:nvPr/>
      </p:nvGrpSpPr>
      <p:grpSpPr>
        <a:xfrm>
          <a:off x="0" y="0"/>
          <a:ext cx="0" cy="0"/>
          <a:chOff x="0" y="0"/>
          <a:chExt cx="0" cy="0"/>
        </a:xfrm>
      </p:grpSpPr>
      <p:sp>
        <p:nvSpPr>
          <p:cNvPr id="95" name="Google Shape;95;p17"/>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3 columns 4">
  <p:cSld name="BLANK_1_1_1_1_1">
    <p:spTree>
      <p:nvGrpSpPr>
        <p:cNvPr id="96" name="Shape 96"/>
        <p:cNvGrpSpPr/>
        <p:nvPr/>
      </p:nvGrpSpPr>
      <p:grpSpPr>
        <a:xfrm>
          <a:off x="0" y="0"/>
          <a:ext cx="0" cy="0"/>
          <a:chOff x="0" y="0"/>
          <a:chExt cx="0" cy="0"/>
        </a:xfrm>
      </p:grpSpPr>
      <p:sp>
        <p:nvSpPr>
          <p:cNvPr id="97" name="Google Shape;97;p18"/>
          <p:cNvSpPr/>
          <p:nvPr/>
        </p:nvSpPr>
        <p:spPr>
          <a:xfrm flipH="1" rot="10800000">
            <a:off x="0" y="-11"/>
            <a:ext cx="2897033" cy="1075009"/>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8"/>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9" name="Google Shape;99;p18"/>
          <p:cNvSpPr txBox="1"/>
          <p:nvPr>
            <p:ph idx="1" type="subTitle"/>
          </p:nvPr>
        </p:nvSpPr>
        <p:spPr>
          <a:xfrm>
            <a:off x="945325" y="3515513"/>
            <a:ext cx="2091300" cy="30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00" name="Google Shape;100;p18"/>
          <p:cNvSpPr txBox="1"/>
          <p:nvPr>
            <p:ph idx="2" type="subTitle"/>
          </p:nvPr>
        </p:nvSpPr>
        <p:spPr>
          <a:xfrm>
            <a:off x="945325" y="3816152"/>
            <a:ext cx="2091300" cy="78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300"/>
              <a:buNone/>
              <a:defRPr sz="1300"/>
            </a:lvl1pPr>
            <a:lvl2pPr lvl="1" rtl="0" algn="ctr">
              <a:lnSpc>
                <a:spcPct val="100000"/>
              </a:lnSpc>
              <a:spcBef>
                <a:spcPts val="0"/>
              </a:spcBef>
              <a:spcAft>
                <a:spcPts val="0"/>
              </a:spcAft>
              <a:buSzPts val="1300"/>
              <a:buNone/>
              <a:defRPr sz="1300"/>
            </a:lvl2pPr>
            <a:lvl3pPr lvl="2" rtl="0" algn="ctr">
              <a:lnSpc>
                <a:spcPct val="100000"/>
              </a:lnSpc>
              <a:spcBef>
                <a:spcPts val="0"/>
              </a:spcBef>
              <a:spcAft>
                <a:spcPts val="0"/>
              </a:spcAft>
              <a:buSzPts val="1300"/>
              <a:buNone/>
              <a:defRPr sz="1300"/>
            </a:lvl3pPr>
            <a:lvl4pPr lvl="3" rtl="0" algn="ctr">
              <a:lnSpc>
                <a:spcPct val="100000"/>
              </a:lnSpc>
              <a:spcBef>
                <a:spcPts val="0"/>
              </a:spcBef>
              <a:spcAft>
                <a:spcPts val="0"/>
              </a:spcAft>
              <a:buSzPts val="1300"/>
              <a:buNone/>
              <a:defRPr sz="1300"/>
            </a:lvl4pPr>
            <a:lvl5pPr lvl="4" rtl="0" algn="ctr">
              <a:lnSpc>
                <a:spcPct val="100000"/>
              </a:lnSpc>
              <a:spcBef>
                <a:spcPts val="0"/>
              </a:spcBef>
              <a:spcAft>
                <a:spcPts val="0"/>
              </a:spcAft>
              <a:buSzPts val="1300"/>
              <a:buNone/>
              <a:defRPr sz="1300"/>
            </a:lvl5pPr>
            <a:lvl6pPr lvl="5" rtl="0" algn="ctr">
              <a:lnSpc>
                <a:spcPct val="100000"/>
              </a:lnSpc>
              <a:spcBef>
                <a:spcPts val="0"/>
              </a:spcBef>
              <a:spcAft>
                <a:spcPts val="0"/>
              </a:spcAft>
              <a:buSzPts val="1300"/>
              <a:buNone/>
              <a:defRPr sz="1300"/>
            </a:lvl6pPr>
            <a:lvl7pPr lvl="6" rtl="0" algn="ctr">
              <a:lnSpc>
                <a:spcPct val="100000"/>
              </a:lnSpc>
              <a:spcBef>
                <a:spcPts val="0"/>
              </a:spcBef>
              <a:spcAft>
                <a:spcPts val="0"/>
              </a:spcAft>
              <a:buSzPts val="1300"/>
              <a:buNone/>
              <a:defRPr sz="1300"/>
            </a:lvl7pPr>
            <a:lvl8pPr lvl="7" rtl="0" algn="ctr">
              <a:lnSpc>
                <a:spcPct val="100000"/>
              </a:lnSpc>
              <a:spcBef>
                <a:spcPts val="0"/>
              </a:spcBef>
              <a:spcAft>
                <a:spcPts val="0"/>
              </a:spcAft>
              <a:buSzPts val="1300"/>
              <a:buNone/>
              <a:defRPr sz="1300"/>
            </a:lvl8pPr>
            <a:lvl9pPr lvl="8" rtl="0" algn="ctr">
              <a:lnSpc>
                <a:spcPct val="100000"/>
              </a:lnSpc>
              <a:spcBef>
                <a:spcPts val="0"/>
              </a:spcBef>
              <a:spcAft>
                <a:spcPts val="0"/>
              </a:spcAft>
              <a:buSzPts val="1300"/>
              <a:buNone/>
              <a:defRPr sz="1300"/>
            </a:lvl9pPr>
          </a:lstStyle>
          <a:p/>
        </p:txBody>
      </p:sp>
      <p:sp>
        <p:nvSpPr>
          <p:cNvPr id="101" name="Google Shape;101;p18"/>
          <p:cNvSpPr txBox="1"/>
          <p:nvPr>
            <p:ph idx="3" type="subTitle"/>
          </p:nvPr>
        </p:nvSpPr>
        <p:spPr>
          <a:xfrm>
            <a:off x="6107375" y="3515513"/>
            <a:ext cx="2091300" cy="30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02" name="Google Shape;102;p18"/>
          <p:cNvSpPr txBox="1"/>
          <p:nvPr>
            <p:ph idx="4" type="subTitle"/>
          </p:nvPr>
        </p:nvSpPr>
        <p:spPr>
          <a:xfrm>
            <a:off x="6107375" y="3816152"/>
            <a:ext cx="2091300" cy="78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300"/>
              <a:buNone/>
              <a:defRPr sz="1300"/>
            </a:lvl1pPr>
            <a:lvl2pPr lvl="1" rtl="0" algn="ctr">
              <a:lnSpc>
                <a:spcPct val="100000"/>
              </a:lnSpc>
              <a:spcBef>
                <a:spcPts val="0"/>
              </a:spcBef>
              <a:spcAft>
                <a:spcPts val="0"/>
              </a:spcAft>
              <a:buSzPts val="1300"/>
              <a:buNone/>
              <a:defRPr sz="1300"/>
            </a:lvl2pPr>
            <a:lvl3pPr lvl="2" rtl="0" algn="ctr">
              <a:lnSpc>
                <a:spcPct val="100000"/>
              </a:lnSpc>
              <a:spcBef>
                <a:spcPts val="0"/>
              </a:spcBef>
              <a:spcAft>
                <a:spcPts val="0"/>
              </a:spcAft>
              <a:buSzPts val="1300"/>
              <a:buNone/>
              <a:defRPr sz="1300"/>
            </a:lvl3pPr>
            <a:lvl4pPr lvl="3" rtl="0" algn="ctr">
              <a:lnSpc>
                <a:spcPct val="100000"/>
              </a:lnSpc>
              <a:spcBef>
                <a:spcPts val="0"/>
              </a:spcBef>
              <a:spcAft>
                <a:spcPts val="0"/>
              </a:spcAft>
              <a:buSzPts val="1300"/>
              <a:buNone/>
              <a:defRPr sz="1300"/>
            </a:lvl4pPr>
            <a:lvl5pPr lvl="4" rtl="0" algn="ctr">
              <a:lnSpc>
                <a:spcPct val="100000"/>
              </a:lnSpc>
              <a:spcBef>
                <a:spcPts val="0"/>
              </a:spcBef>
              <a:spcAft>
                <a:spcPts val="0"/>
              </a:spcAft>
              <a:buSzPts val="1300"/>
              <a:buNone/>
              <a:defRPr sz="1300"/>
            </a:lvl5pPr>
            <a:lvl6pPr lvl="5" rtl="0" algn="ctr">
              <a:lnSpc>
                <a:spcPct val="100000"/>
              </a:lnSpc>
              <a:spcBef>
                <a:spcPts val="0"/>
              </a:spcBef>
              <a:spcAft>
                <a:spcPts val="0"/>
              </a:spcAft>
              <a:buSzPts val="1300"/>
              <a:buNone/>
              <a:defRPr sz="1300"/>
            </a:lvl6pPr>
            <a:lvl7pPr lvl="6" rtl="0" algn="ctr">
              <a:lnSpc>
                <a:spcPct val="100000"/>
              </a:lnSpc>
              <a:spcBef>
                <a:spcPts val="0"/>
              </a:spcBef>
              <a:spcAft>
                <a:spcPts val="0"/>
              </a:spcAft>
              <a:buSzPts val="1300"/>
              <a:buNone/>
              <a:defRPr sz="1300"/>
            </a:lvl7pPr>
            <a:lvl8pPr lvl="7" rtl="0" algn="ctr">
              <a:lnSpc>
                <a:spcPct val="100000"/>
              </a:lnSpc>
              <a:spcBef>
                <a:spcPts val="0"/>
              </a:spcBef>
              <a:spcAft>
                <a:spcPts val="0"/>
              </a:spcAft>
              <a:buSzPts val="1300"/>
              <a:buNone/>
              <a:defRPr sz="1300"/>
            </a:lvl8pPr>
            <a:lvl9pPr lvl="8" rtl="0" algn="ctr">
              <a:lnSpc>
                <a:spcPct val="100000"/>
              </a:lnSpc>
              <a:spcBef>
                <a:spcPts val="0"/>
              </a:spcBef>
              <a:spcAft>
                <a:spcPts val="0"/>
              </a:spcAft>
              <a:buSzPts val="1300"/>
              <a:buNone/>
              <a:defRPr sz="1300"/>
            </a:lvl9pPr>
          </a:lstStyle>
          <a:p/>
        </p:txBody>
      </p:sp>
      <p:sp>
        <p:nvSpPr>
          <p:cNvPr id="103" name="Google Shape;103;p18"/>
          <p:cNvSpPr txBox="1"/>
          <p:nvPr>
            <p:ph idx="5" type="subTitle"/>
          </p:nvPr>
        </p:nvSpPr>
        <p:spPr>
          <a:xfrm>
            <a:off x="3526350" y="3515513"/>
            <a:ext cx="2091300" cy="30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04" name="Google Shape;104;p18"/>
          <p:cNvSpPr txBox="1"/>
          <p:nvPr>
            <p:ph idx="6" type="subTitle"/>
          </p:nvPr>
        </p:nvSpPr>
        <p:spPr>
          <a:xfrm>
            <a:off x="3526350" y="3816152"/>
            <a:ext cx="2091300" cy="78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300"/>
              <a:buNone/>
              <a:defRPr sz="1300"/>
            </a:lvl1pPr>
            <a:lvl2pPr lvl="1" rtl="0" algn="ctr">
              <a:lnSpc>
                <a:spcPct val="100000"/>
              </a:lnSpc>
              <a:spcBef>
                <a:spcPts val="0"/>
              </a:spcBef>
              <a:spcAft>
                <a:spcPts val="0"/>
              </a:spcAft>
              <a:buSzPts val="1300"/>
              <a:buNone/>
              <a:defRPr sz="1300"/>
            </a:lvl2pPr>
            <a:lvl3pPr lvl="2" rtl="0" algn="ctr">
              <a:lnSpc>
                <a:spcPct val="100000"/>
              </a:lnSpc>
              <a:spcBef>
                <a:spcPts val="0"/>
              </a:spcBef>
              <a:spcAft>
                <a:spcPts val="0"/>
              </a:spcAft>
              <a:buSzPts val="1300"/>
              <a:buNone/>
              <a:defRPr sz="1300"/>
            </a:lvl3pPr>
            <a:lvl4pPr lvl="3" rtl="0" algn="ctr">
              <a:lnSpc>
                <a:spcPct val="100000"/>
              </a:lnSpc>
              <a:spcBef>
                <a:spcPts val="0"/>
              </a:spcBef>
              <a:spcAft>
                <a:spcPts val="0"/>
              </a:spcAft>
              <a:buSzPts val="1300"/>
              <a:buNone/>
              <a:defRPr sz="1300"/>
            </a:lvl4pPr>
            <a:lvl5pPr lvl="4" rtl="0" algn="ctr">
              <a:lnSpc>
                <a:spcPct val="100000"/>
              </a:lnSpc>
              <a:spcBef>
                <a:spcPts val="0"/>
              </a:spcBef>
              <a:spcAft>
                <a:spcPts val="0"/>
              </a:spcAft>
              <a:buSzPts val="1300"/>
              <a:buNone/>
              <a:defRPr sz="1300"/>
            </a:lvl5pPr>
            <a:lvl6pPr lvl="5" rtl="0" algn="ctr">
              <a:lnSpc>
                <a:spcPct val="100000"/>
              </a:lnSpc>
              <a:spcBef>
                <a:spcPts val="0"/>
              </a:spcBef>
              <a:spcAft>
                <a:spcPts val="0"/>
              </a:spcAft>
              <a:buSzPts val="1300"/>
              <a:buNone/>
              <a:defRPr sz="1300"/>
            </a:lvl6pPr>
            <a:lvl7pPr lvl="6" rtl="0" algn="ctr">
              <a:lnSpc>
                <a:spcPct val="100000"/>
              </a:lnSpc>
              <a:spcBef>
                <a:spcPts val="0"/>
              </a:spcBef>
              <a:spcAft>
                <a:spcPts val="0"/>
              </a:spcAft>
              <a:buSzPts val="1300"/>
              <a:buNone/>
              <a:defRPr sz="1300"/>
            </a:lvl7pPr>
            <a:lvl8pPr lvl="7" rtl="0" algn="ctr">
              <a:lnSpc>
                <a:spcPct val="100000"/>
              </a:lnSpc>
              <a:spcBef>
                <a:spcPts val="0"/>
              </a:spcBef>
              <a:spcAft>
                <a:spcPts val="0"/>
              </a:spcAft>
              <a:buSzPts val="1300"/>
              <a:buNone/>
              <a:defRPr sz="1300"/>
            </a:lvl8pPr>
            <a:lvl9pPr lvl="8" rtl="0" algn="ctr">
              <a:lnSpc>
                <a:spcPct val="100000"/>
              </a:lnSpc>
              <a:spcBef>
                <a:spcPts val="0"/>
              </a:spcBef>
              <a:spcAft>
                <a:spcPts val="0"/>
              </a:spcAft>
              <a:buSzPts val="1300"/>
              <a:buNone/>
              <a:defRPr sz="13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6 columns">
  <p:cSld name="BLANK_1_1_1_1_1_1">
    <p:spTree>
      <p:nvGrpSpPr>
        <p:cNvPr id="105" name="Shape 105"/>
        <p:cNvGrpSpPr/>
        <p:nvPr/>
      </p:nvGrpSpPr>
      <p:grpSpPr>
        <a:xfrm>
          <a:off x="0" y="0"/>
          <a:ext cx="0" cy="0"/>
          <a:chOff x="0" y="0"/>
          <a:chExt cx="0" cy="0"/>
        </a:xfrm>
      </p:grpSpPr>
      <p:sp>
        <p:nvSpPr>
          <p:cNvPr id="106" name="Google Shape;106;p19"/>
          <p:cNvSpPr/>
          <p:nvPr/>
        </p:nvSpPr>
        <p:spPr>
          <a:xfrm flipH="1" rot="10800000">
            <a:off x="0" y="-18"/>
            <a:ext cx="1473937" cy="546937"/>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9"/>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8" name="Google Shape;108;p19"/>
          <p:cNvSpPr txBox="1"/>
          <p:nvPr>
            <p:ph idx="1" type="subTitle"/>
          </p:nvPr>
        </p:nvSpPr>
        <p:spPr>
          <a:xfrm>
            <a:off x="1401925" y="1318175"/>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09" name="Google Shape;109;p19"/>
          <p:cNvSpPr txBox="1"/>
          <p:nvPr>
            <p:ph idx="2" type="subTitle"/>
          </p:nvPr>
        </p:nvSpPr>
        <p:spPr>
          <a:xfrm>
            <a:off x="1401925" y="1618771"/>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10" name="Google Shape;110;p19"/>
          <p:cNvSpPr txBox="1"/>
          <p:nvPr>
            <p:ph idx="3" type="subTitle"/>
          </p:nvPr>
        </p:nvSpPr>
        <p:spPr>
          <a:xfrm>
            <a:off x="1401925" y="2505488"/>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11" name="Google Shape;111;p19"/>
          <p:cNvSpPr txBox="1"/>
          <p:nvPr>
            <p:ph idx="4" type="subTitle"/>
          </p:nvPr>
        </p:nvSpPr>
        <p:spPr>
          <a:xfrm>
            <a:off x="1401925" y="2806083"/>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12" name="Google Shape;112;p19"/>
          <p:cNvSpPr txBox="1"/>
          <p:nvPr>
            <p:ph idx="5" type="subTitle"/>
          </p:nvPr>
        </p:nvSpPr>
        <p:spPr>
          <a:xfrm>
            <a:off x="1401925" y="3692788"/>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13" name="Google Shape;113;p19"/>
          <p:cNvSpPr txBox="1"/>
          <p:nvPr>
            <p:ph idx="6" type="subTitle"/>
          </p:nvPr>
        </p:nvSpPr>
        <p:spPr>
          <a:xfrm>
            <a:off x="1401925" y="3993383"/>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14" name="Google Shape;114;p19"/>
          <p:cNvSpPr txBox="1"/>
          <p:nvPr>
            <p:ph idx="7" type="subTitle"/>
          </p:nvPr>
        </p:nvSpPr>
        <p:spPr>
          <a:xfrm>
            <a:off x="4224825" y="1318175"/>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15" name="Google Shape;115;p19"/>
          <p:cNvSpPr txBox="1"/>
          <p:nvPr>
            <p:ph idx="8" type="subTitle"/>
          </p:nvPr>
        </p:nvSpPr>
        <p:spPr>
          <a:xfrm>
            <a:off x="4224825" y="1618771"/>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16" name="Google Shape;116;p19"/>
          <p:cNvSpPr txBox="1"/>
          <p:nvPr>
            <p:ph idx="9" type="subTitle"/>
          </p:nvPr>
        </p:nvSpPr>
        <p:spPr>
          <a:xfrm>
            <a:off x="4224825" y="2505488"/>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17" name="Google Shape;117;p19"/>
          <p:cNvSpPr txBox="1"/>
          <p:nvPr>
            <p:ph idx="13" type="subTitle"/>
          </p:nvPr>
        </p:nvSpPr>
        <p:spPr>
          <a:xfrm>
            <a:off x="4224825" y="2806083"/>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18" name="Google Shape;118;p19"/>
          <p:cNvSpPr txBox="1"/>
          <p:nvPr>
            <p:ph idx="14" type="subTitle"/>
          </p:nvPr>
        </p:nvSpPr>
        <p:spPr>
          <a:xfrm>
            <a:off x="4224825" y="3692788"/>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19" name="Google Shape;119;p19"/>
          <p:cNvSpPr txBox="1"/>
          <p:nvPr>
            <p:ph idx="15" type="subTitle"/>
          </p:nvPr>
        </p:nvSpPr>
        <p:spPr>
          <a:xfrm>
            <a:off x="4224825" y="3993383"/>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6 columns 2">
  <p:cSld name="CUSTOM">
    <p:spTree>
      <p:nvGrpSpPr>
        <p:cNvPr id="120" name="Shape 120"/>
        <p:cNvGrpSpPr/>
        <p:nvPr/>
      </p:nvGrpSpPr>
      <p:grpSpPr>
        <a:xfrm>
          <a:off x="0" y="0"/>
          <a:ext cx="0" cy="0"/>
          <a:chOff x="0" y="0"/>
          <a:chExt cx="0" cy="0"/>
        </a:xfrm>
      </p:grpSpPr>
      <p:sp>
        <p:nvSpPr>
          <p:cNvPr id="121" name="Google Shape;121;p20"/>
          <p:cNvSpPr/>
          <p:nvPr/>
        </p:nvSpPr>
        <p:spPr>
          <a:xfrm rot="-5400000">
            <a:off x="-1302264" y="-887451"/>
            <a:ext cx="7333740" cy="4729212"/>
          </a:xfrm>
          <a:prstGeom prst="flowChartDocument">
            <a:avLst/>
          </a:pr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0"/>
          <p:cNvSpPr txBox="1"/>
          <p:nvPr>
            <p:ph idx="1" type="subTitle"/>
          </p:nvPr>
        </p:nvSpPr>
        <p:spPr>
          <a:xfrm>
            <a:off x="5875175" y="1318175"/>
            <a:ext cx="1808700" cy="300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23" name="Google Shape;123;p20"/>
          <p:cNvSpPr txBox="1"/>
          <p:nvPr>
            <p:ph idx="2" type="subTitle"/>
          </p:nvPr>
        </p:nvSpPr>
        <p:spPr>
          <a:xfrm>
            <a:off x="5875175" y="1618772"/>
            <a:ext cx="1808700" cy="60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300"/>
              <a:buNone/>
              <a:defRPr sz="1300"/>
            </a:lvl1pPr>
            <a:lvl2pPr lvl="1" rtl="0" algn="r">
              <a:lnSpc>
                <a:spcPct val="100000"/>
              </a:lnSpc>
              <a:spcBef>
                <a:spcPts val="0"/>
              </a:spcBef>
              <a:spcAft>
                <a:spcPts val="0"/>
              </a:spcAft>
              <a:buSzPts val="1300"/>
              <a:buNone/>
              <a:defRPr sz="1300"/>
            </a:lvl2pPr>
            <a:lvl3pPr lvl="2" rtl="0" algn="r">
              <a:lnSpc>
                <a:spcPct val="100000"/>
              </a:lnSpc>
              <a:spcBef>
                <a:spcPts val="0"/>
              </a:spcBef>
              <a:spcAft>
                <a:spcPts val="0"/>
              </a:spcAft>
              <a:buSzPts val="1300"/>
              <a:buNone/>
              <a:defRPr sz="1300"/>
            </a:lvl3pPr>
            <a:lvl4pPr lvl="3" rtl="0" algn="r">
              <a:lnSpc>
                <a:spcPct val="100000"/>
              </a:lnSpc>
              <a:spcBef>
                <a:spcPts val="0"/>
              </a:spcBef>
              <a:spcAft>
                <a:spcPts val="0"/>
              </a:spcAft>
              <a:buSzPts val="1300"/>
              <a:buNone/>
              <a:defRPr sz="1300"/>
            </a:lvl4pPr>
            <a:lvl5pPr lvl="4" rtl="0" algn="r">
              <a:lnSpc>
                <a:spcPct val="100000"/>
              </a:lnSpc>
              <a:spcBef>
                <a:spcPts val="0"/>
              </a:spcBef>
              <a:spcAft>
                <a:spcPts val="0"/>
              </a:spcAft>
              <a:buSzPts val="1300"/>
              <a:buNone/>
              <a:defRPr sz="1300"/>
            </a:lvl5pPr>
            <a:lvl6pPr lvl="5" rtl="0" algn="r">
              <a:lnSpc>
                <a:spcPct val="100000"/>
              </a:lnSpc>
              <a:spcBef>
                <a:spcPts val="0"/>
              </a:spcBef>
              <a:spcAft>
                <a:spcPts val="0"/>
              </a:spcAft>
              <a:buSzPts val="1300"/>
              <a:buNone/>
              <a:defRPr sz="1300"/>
            </a:lvl6pPr>
            <a:lvl7pPr lvl="6" rtl="0" algn="r">
              <a:lnSpc>
                <a:spcPct val="100000"/>
              </a:lnSpc>
              <a:spcBef>
                <a:spcPts val="0"/>
              </a:spcBef>
              <a:spcAft>
                <a:spcPts val="0"/>
              </a:spcAft>
              <a:buSzPts val="1300"/>
              <a:buNone/>
              <a:defRPr sz="1300"/>
            </a:lvl7pPr>
            <a:lvl8pPr lvl="7" rtl="0" algn="r">
              <a:lnSpc>
                <a:spcPct val="100000"/>
              </a:lnSpc>
              <a:spcBef>
                <a:spcPts val="0"/>
              </a:spcBef>
              <a:spcAft>
                <a:spcPts val="0"/>
              </a:spcAft>
              <a:buSzPts val="1300"/>
              <a:buNone/>
              <a:defRPr sz="1300"/>
            </a:lvl8pPr>
            <a:lvl9pPr lvl="8" rtl="0" algn="r">
              <a:lnSpc>
                <a:spcPct val="100000"/>
              </a:lnSpc>
              <a:spcBef>
                <a:spcPts val="0"/>
              </a:spcBef>
              <a:spcAft>
                <a:spcPts val="0"/>
              </a:spcAft>
              <a:buSzPts val="1300"/>
              <a:buNone/>
              <a:defRPr sz="1300"/>
            </a:lvl9pPr>
          </a:lstStyle>
          <a:p/>
        </p:txBody>
      </p:sp>
      <p:sp>
        <p:nvSpPr>
          <p:cNvPr id="124" name="Google Shape;124;p20"/>
          <p:cNvSpPr txBox="1"/>
          <p:nvPr>
            <p:ph idx="3" type="subTitle"/>
          </p:nvPr>
        </p:nvSpPr>
        <p:spPr>
          <a:xfrm>
            <a:off x="5875175" y="2505488"/>
            <a:ext cx="1808700" cy="300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25" name="Google Shape;125;p20"/>
          <p:cNvSpPr txBox="1"/>
          <p:nvPr>
            <p:ph idx="4" type="subTitle"/>
          </p:nvPr>
        </p:nvSpPr>
        <p:spPr>
          <a:xfrm>
            <a:off x="5875175" y="2806085"/>
            <a:ext cx="1808700" cy="60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300"/>
              <a:buNone/>
              <a:defRPr sz="1300"/>
            </a:lvl1pPr>
            <a:lvl2pPr lvl="1" rtl="0" algn="r">
              <a:lnSpc>
                <a:spcPct val="100000"/>
              </a:lnSpc>
              <a:spcBef>
                <a:spcPts val="0"/>
              </a:spcBef>
              <a:spcAft>
                <a:spcPts val="0"/>
              </a:spcAft>
              <a:buSzPts val="1300"/>
              <a:buNone/>
              <a:defRPr sz="1300"/>
            </a:lvl2pPr>
            <a:lvl3pPr lvl="2" rtl="0" algn="r">
              <a:lnSpc>
                <a:spcPct val="100000"/>
              </a:lnSpc>
              <a:spcBef>
                <a:spcPts val="0"/>
              </a:spcBef>
              <a:spcAft>
                <a:spcPts val="0"/>
              </a:spcAft>
              <a:buSzPts val="1300"/>
              <a:buNone/>
              <a:defRPr sz="1300"/>
            </a:lvl3pPr>
            <a:lvl4pPr lvl="3" rtl="0" algn="r">
              <a:lnSpc>
                <a:spcPct val="100000"/>
              </a:lnSpc>
              <a:spcBef>
                <a:spcPts val="0"/>
              </a:spcBef>
              <a:spcAft>
                <a:spcPts val="0"/>
              </a:spcAft>
              <a:buSzPts val="1300"/>
              <a:buNone/>
              <a:defRPr sz="1300"/>
            </a:lvl4pPr>
            <a:lvl5pPr lvl="4" rtl="0" algn="r">
              <a:lnSpc>
                <a:spcPct val="100000"/>
              </a:lnSpc>
              <a:spcBef>
                <a:spcPts val="0"/>
              </a:spcBef>
              <a:spcAft>
                <a:spcPts val="0"/>
              </a:spcAft>
              <a:buSzPts val="1300"/>
              <a:buNone/>
              <a:defRPr sz="1300"/>
            </a:lvl5pPr>
            <a:lvl6pPr lvl="5" rtl="0" algn="r">
              <a:lnSpc>
                <a:spcPct val="100000"/>
              </a:lnSpc>
              <a:spcBef>
                <a:spcPts val="0"/>
              </a:spcBef>
              <a:spcAft>
                <a:spcPts val="0"/>
              </a:spcAft>
              <a:buSzPts val="1300"/>
              <a:buNone/>
              <a:defRPr sz="1300"/>
            </a:lvl6pPr>
            <a:lvl7pPr lvl="6" rtl="0" algn="r">
              <a:lnSpc>
                <a:spcPct val="100000"/>
              </a:lnSpc>
              <a:spcBef>
                <a:spcPts val="0"/>
              </a:spcBef>
              <a:spcAft>
                <a:spcPts val="0"/>
              </a:spcAft>
              <a:buSzPts val="1300"/>
              <a:buNone/>
              <a:defRPr sz="1300"/>
            </a:lvl7pPr>
            <a:lvl8pPr lvl="7" rtl="0" algn="r">
              <a:lnSpc>
                <a:spcPct val="100000"/>
              </a:lnSpc>
              <a:spcBef>
                <a:spcPts val="0"/>
              </a:spcBef>
              <a:spcAft>
                <a:spcPts val="0"/>
              </a:spcAft>
              <a:buSzPts val="1300"/>
              <a:buNone/>
              <a:defRPr sz="1300"/>
            </a:lvl8pPr>
            <a:lvl9pPr lvl="8" rtl="0" algn="r">
              <a:lnSpc>
                <a:spcPct val="100000"/>
              </a:lnSpc>
              <a:spcBef>
                <a:spcPts val="0"/>
              </a:spcBef>
              <a:spcAft>
                <a:spcPts val="0"/>
              </a:spcAft>
              <a:buSzPts val="1300"/>
              <a:buNone/>
              <a:defRPr sz="1300"/>
            </a:lvl9pPr>
          </a:lstStyle>
          <a:p/>
        </p:txBody>
      </p:sp>
      <p:sp>
        <p:nvSpPr>
          <p:cNvPr id="126" name="Google Shape;126;p20"/>
          <p:cNvSpPr txBox="1"/>
          <p:nvPr>
            <p:ph idx="5" type="subTitle"/>
          </p:nvPr>
        </p:nvSpPr>
        <p:spPr>
          <a:xfrm>
            <a:off x="5875175" y="3692800"/>
            <a:ext cx="1808700" cy="300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27" name="Google Shape;127;p20"/>
          <p:cNvSpPr txBox="1"/>
          <p:nvPr>
            <p:ph idx="6" type="subTitle"/>
          </p:nvPr>
        </p:nvSpPr>
        <p:spPr>
          <a:xfrm>
            <a:off x="5875175" y="3993397"/>
            <a:ext cx="1808700" cy="60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300"/>
              <a:buNone/>
              <a:defRPr sz="1300"/>
            </a:lvl1pPr>
            <a:lvl2pPr lvl="1" rtl="0" algn="r">
              <a:lnSpc>
                <a:spcPct val="100000"/>
              </a:lnSpc>
              <a:spcBef>
                <a:spcPts val="0"/>
              </a:spcBef>
              <a:spcAft>
                <a:spcPts val="0"/>
              </a:spcAft>
              <a:buSzPts val="1300"/>
              <a:buNone/>
              <a:defRPr sz="1300"/>
            </a:lvl2pPr>
            <a:lvl3pPr lvl="2" rtl="0" algn="r">
              <a:lnSpc>
                <a:spcPct val="100000"/>
              </a:lnSpc>
              <a:spcBef>
                <a:spcPts val="0"/>
              </a:spcBef>
              <a:spcAft>
                <a:spcPts val="0"/>
              </a:spcAft>
              <a:buSzPts val="1300"/>
              <a:buNone/>
              <a:defRPr sz="1300"/>
            </a:lvl3pPr>
            <a:lvl4pPr lvl="3" rtl="0" algn="r">
              <a:lnSpc>
                <a:spcPct val="100000"/>
              </a:lnSpc>
              <a:spcBef>
                <a:spcPts val="0"/>
              </a:spcBef>
              <a:spcAft>
                <a:spcPts val="0"/>
              </a:spcAft>
              <a:buSzPts val="1300"/>
              <a:buNone/>
              <a:defRPr sz="1300"/>
            </a:lvl4pPr>
            <a:lvl5pPr lvl="4" rtl="0" algn="r">
              <a:lnSpc>
                <a:spcPct val="100000"/>
              </a:lnSpc>
              <a:spcBef>
                <a:spcPts val="0"/>
              </a:spcBef>
              <a:spcAft>
                <a:spcPts val="0"/>
              </a:spcAft>
              <a:buSzPts val="1300"/>
              <a:buNone/>
              <a:defRPr sz="1300"/>
            </a:lvl5pPr>
            <a:lvl6pPr lvl="5" rtl="0" algn="r">
              <a:lnSpc>
                <a:spcPct val="100000"/>
              </a:lnSpc>
              <a:spcBef>
                <a:spcPts val="0"/>
              </a:spcBef>
              <a:spcAft>
                <a:spcPts val="0"/>
              </a:spcAft>
              <a:buSzPts val="1300"/>
              <a:buNone/>
              <a:defRPr sz="1300"/>
            </a:lvl6pPr>
            <a:lvl7pPr lvl="6" rtl="0" algn="r">
              <a:lnSpc>
                <a:spcPct val="100000"/>
              </a:lnSpc>
              <a:spcBef>
                <a:spcPts val="0"/>
              </a:spcBef>
              <a:spcAft>
                <a:spcPts val="0"/>
              </a:spcAft>
              <a:buSzPts val="1300"/>
              <a:buNone/>
              <a:defRPr sz="1300"/>
            </a:lvl7pPr>
            <a:lvl8pPr lvl="7" rtl="0" algn="r">
              <a:lnSpc>
                <a:spcPct val="100000"/>
              </a:lnSpc>
              <a:spcBef>
                <a:spcPts val="0"/>
              </a:spcBef>
              <a:spcAft>
                <a:spcPts val="0"/>
              </a:spcAft>
              <a:buSzPts val="1300"/>
              <a:buNone/>
              <a:defRPr sz="1300"/>
            </a:lvl8pPr>
            <a:lvl9pPr lvl="8" rtl="0" algn="r">
              <a:lnSpc>
                <a:spcPct val="100000"/>
              </a:lnSpc>
              <a:spcBef>
                <a:spcPts val="0"/>
              </a:spcBef>
              <a:spcAft>
                <a:spcPts val="0"/>
              </a:spcAft>
              <a:buSzPts val="1300"/>
              <a:buNone/>
              <a:defRPr sz="1300"/>
            </a:lvl9pPr>
          </a:lstStyle>
          <a:p/>
        </p:txBody>
      </p:sp>
      <p:sp>
        <p:nvSpPr>
          <p:cNvPr id="128" name="Google Shape;128;p20"/>
          <p:cNvSpPr txBox="1"/>
          <p:nvPr>
            <p:ph idx="7" type="subTitle"/>
          </p:nvPr>
        </p:nvSpPr>
        <p:spPr>
          <a:xfrm>
            <a:off x="1401925" y="1318175"/>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129" name="Google Shape;129;p20"/>
          <p:cNvSpPr txBox="1"/>
          <p:nvPr>
            <p:ph idx="8" type="subTitle"/>
          </p:nvPr>
        </p:nvSpPr>
        <p:spPr>
          <a:xfrm>
            <a:off x="1401925" y="1618772"/>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300"/>
              <a:buNone/>
              <a:defRPr sz="1300">
                <a:solidFill>
                  <a:srgbClr val="FFFFFF"/>
                </a:solidFill>
              </a:defRPr>
            </a:lvl1pPr>
            <a:lvl2pPr lvl="1" rtl="0">
              <a:lnSpc>
                <a:spcPct val="100000"/>
              </a:lnSpc>
              <a:spcBef>
                <a:spcPts val="0"/>
              </a:spcBef>
              <a:spcAft>
                <a:spcPts val="0"/>
              </a:spcAft>
              <a:buClr>
                <a:srgbClr val="FFFFFF"/>
              </a:buClr>
              <a:buSzPts val="1300"/>
              <a:buNone/>
              <a:defRPr sz="1300">
                <a:solidFill>
                  <a:srgbClr val="FFFFFF"/>
                </a:solidFill>
              </a:defRPr>
            </a:lvl2pPr>
            <a:lvl3pPr lvl="2" rtl="0">
              <a:lnSpc>
                <a:spcPct val="100000"/>
              </a:lnSpc>
              <a:spcBef>
                <a:spcPts val="0"/>
              </a:spcBef>
              <a:spcAft>
                <a:spcPts val="0"/>
              </a:spcAft>
              <a:buClr>
                <a:srgbClr val="FFFFFF"/>
              </a:buClr>
              <a:buSzPts val="1300"/>
              <a:buNone/>
              <a:defRPr sz="1300">
                <a:solidFill>
                  <a:srgbClr val="FFFFFF"/>
                </a:solidFill>
              </a:defRPr>
            </a:lvl3pPr>
            <a:lvl4pPr lvl="3" rtl="0">
              <a:lnSpc>
                <a:spcPct val="100000"/>
              </a:lnSpc>
              <a:spcBef>
                <a:spcPts val="0"/>
              </a:spcBef>
              <a:spcAft>
                <a:spcPts val="0"/>
              </a:spcAft>
              <a:buClr>
                <a:srgbClr val="FFFFFF"/>
              </a:buClr>
              <a:buSzPts val="1300"/>
              <a:buNone/>
              <a:defRPr sz="1300">
                <a:solidFill>
                  <a:srgbClr val="FFFFFF"/>
                </a:solidFill>
              </a:defRPr>
            </a:lvl4pPr>
            <a:lvl5pPr lvl="4" rtl="0">
              <a:lnSpc>
                <a:spcPct val="100000"/>
              </a:lnSpc>
              <a:spcBef>
                <a:spcPts val="0"/>
              </a:spcBef>
              <a:spcAft>
                <a:spcPts val="0"/>
              </a:spcAft>
              <a:buClr>
                <a:srgbClr val="FFFFFF"/>
              </a:buClr>
              <a:buSzPts val="1300"/>
              <a:buNone/>
              <a:defRPr sz="1300">
                <a:solidFill>
                  <a:srgbClr val="FFFFFF"/>
                </a:solidFill>
              </a:defRPr>
            </a:lvl5pPr>
            <a:lvl6pPr lvl="5" rtl="0">
              <a:lnSpc>
                <a:spcPct val="100000"/>
              </a:lnSpc>
              <a:spcBef>
                <a:spcPts val="0"/>
              </a:spcBef>
              <a:spcAft>
                <a:spcPts val="0"/>
              </a:spcAft>
              <a:buClr>
                <a:srgbClr val="FFFFFF"/>
              </a:buClr>
              <a:buSzPts val="1300"/>
              <a:buNone/>
              <a:defRPr sz="1300">
                <a:solidFill>
                  <a:srgbClr val="FFFFFF"/>
                </a:solidFill>
              </a:defRPr>
            </a:lvl6pPr>
            <a:lvl7pPr lvl="6" rtl="0">
              <a:lnSpc>
                <a:spcPct val="100000"/>
              </a:lnSpc>
              <a:spcBef>
                <a:spcPts val="0"/>
              </a:spcBef>
              <a:spcAft>
                <a:spcPts val="0"/>
              </a:spcAft>
              <a:buClr>
                <a:srgbClr val="FFFFFF"/>
              </a:buClr>
              <a:buSzPts val="1300"/>
              <a:buNone/>
              <a:defRPr sz="1300">
                <a:solidFill>
                  <a:srgbClr val="FFFFFF"/>
                </a:solidFill>
              </a:defRPr>
            </a:lvl7pPr>
            <a:lvl8pPr lvl="7" rtl="0">
              <a:lnSpc>
                <a:spcPct val="100000"/>
              </a:lnSpc>
              <a:spcBef>
                <a:spcPts val="0"/>
              </a:spcBef>
              <a:spcAft>
                <a:spcPts val="0"/>
              </a:spcAft>
              <a:buClr>
                <a:srgbClr val="FFFFFF"/>
              </a:buClr>
              <a:buSzPts val="1300"/>
              <a:buNone/>
              <a:defRPr sz="1300">
                <a:solidFill>
                  <a:srgbClr val="FFFFFF"/>
                </a:solidFill>
              </a:defRPr>
            </a:lvl8pPr>
            <a:lvl9pPr lvl="8" rtl="0">
              <a:lnSpc>
                <a:spcPct val="100000"/>
              </a:lnSpc>
              <a:spcBef>
                <a:spcPts val="0"/>
              </a:spcBef>
              <a:spcAft>
                <a:spcPts val="0"/>
              </a:spcAft>
              <a:buClr>
                <a:srgbClr val="FFFFFF"/>
              </a:buClr>
              <a:buSzPts val="1300"/>
              <a:buNone/>
              <a:defRPr sz="1300">
                <a:solidFill>
                  <a:srgbClr val="FFFFFF"/>
                </a:solidFill>
              </a:defRPr>
            </a:lvl9pPr>
          </a:lstStyle>
          <a:p/>
        </p:txBody>
      </p:sp>
      <p:sp>
        <p:nvSpPr>
          <p:cNvPr id="130" name="Google Shape;130;p20"/>
          <p:cNvSpPr txBox="1"/>
          <p:nvPr>
            <p:ph idx="9" type="subTitle"/>
          </p:nvPr>
        </p:nvSpPr>
        <p:spPr>
          <a:xfrm>
            <a:off x="1401925" y="2505488"/>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131" name="Google Shape;131;p20"/>
          <p:cNvSpPr txBox="1"/>
          <p:nvPr>
            <p:ph idx="13" type="subTitle"/>
          </p:nvPr>
        </p:nvSpPr>
        <p:spPr>
          <a:xfrm>
            <a:off x="1401925" y="2806085"/>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300"/>
              <a:buNone/>
              <a:defRPr sz="1300">
                <a:solidFill>
                  <a:srgbClr val="FFFFFF"/>
                </a:solidFill>
              </a:defRPr>
            </a:lvl1pPr>
            <a:lvl2pPr lvl="1" rtl="0">
              <a:lnSpc>
                <a:spcPct val="100000"/>
              </a:lnSpc>
              <a:spcBef>
                <a:spcPts val="0"/>
              </a:spcBef>
              <a:spcAft>
                <a:spcPts val="0"/>
              </a:spcAft>
              <a:buClr>
                <a:srgbClr val="FFFFFF"/>
              </a:buClr>
              <a:buSzPts val="1300"/>
              <a:buNone/>
              <a:defRPr sz="1300">
                <a:solidFill>
                  <a:srgbClr val="FFFFFF"/>
                </a:solidFill>
              </a:defRPr>
            </a:lvl2pPr>
            <a:lvl3pPr lvl="2" rtl="0">
              <a:lnSpc>
                <a:spcPct val="100000"/>
              </a:lnSpc>
              <a:spcBef>
                <a:spcPts val="0"/>
              </a:spcBef>
              <a:spcAft>
                <a:spcPts val="0"/>
              </a:spcAft>
              <a:buClr>
                <a:srgbClr val="FFFFFF"/>
              </a:buClr>
              <a:buSzPts val="1300"/>
              <a:buNone/>
              <a:defRPr sz="1300">
                <a:solidFill>
                  <a:srgbClr val="FFFFFF"/>
                </a:solidFill>
              </a:defRPr>
            </a:lvl3pPr>
            <a:lvl4pPr lvl="3" rtl="0">
              <a:lnSpc>
                <a:spcPct val="100000"/>
              </a:lnSpc>
              <a:spcBef>
                <a:spcPts val="0"/>
              </a:spcBef>
              <a:spcAft>
                <a:spcPts val="0"/>
              </a:spcAft>
              <a:buClr>
                <a:srgbClr val="FFFFFF"/>
              </a:buClr>
              <a:buSzPts val="1300"/>
              <a:buNone/>
              <a:defRPr sz="1300">
                <a:solidFill>
                  <a:srgbClr val="FFFFFF"/>
                </a:solidFill>
              </a:defRPr>
            </a:lvl4pPr>
            <a:lvl5pPr lvl="4" rtl="0">
              <a:lnSpc>
                <a:spcPct val="100000"/>
              </a:lnSpc>
              <a:spcBef>
                <a:spcPts val="0"/>
              </a:spcBef>
              <a:spcAft>
                <a:spcPts val="0"/>
              </a:spcAft>
              <a:buClr>
                <a:srgbClr val="FFFFFF"/>
              </a:buClr>
              <a:buSzPts val="1300"/>
              <a:buNone/>
              <a:defRPr sz="1300">
                <a:solidFill>
                  <a:srgbClr val="FFFFFF"/>
                </a:solidFill>
              </a:defRPr>
            </a:lvl5pPr>
            <a:lvl6pPr lvl="5" rtl="0">
              <a:lnSpc>
                <a:spcPct val="100000"/>
              </a:lnSpc>
              <a:spcBef>
                <a:spcPts val="0"/>
              </a:spcBef>
              <a:spcAft>
                <a:spcPts val="0"/>
              </a:spcAft>
              <a:buClr>
                <a:srgbClr val="FFFFFF"/>
              </a:buClr>
              <a:buSzPts val="1300"/>
              <a:buNone/>
              <a:defRPr sz="1300">
                <a:solidFill>
                  <a:srgbClr val="FFFFFF"/>
                </a:solidFill>
              </a:defRPr>
            </a:lvl6pPr>
            <a:lvl7pPr lvl="6" rtl="0">
              <a:lnSpc>
                <a:spcPct val="100000"/>
              </a:lnSpc>
              <a:spcBef>
                <a:spcPts val="0"/>
              </a:spcBef>
              <a:spcAft>
                <a:spcPts val="0"/>
              </a:spcAft>
              <a:buClr>
                <a:srgbClr val="FFFFFF"/>
              </a:buClr>
              <a:buSzPts val="1300"/>
              <a:buNone/>
              <a:defRPr sz="1300">
                <a:solidFill>
                  <a:srgbClr val="FFFFFF"/>
                </a:solidFill>
              </a:defRPr>
            </a:lvl7pPr>
            <a:lvl8pPr lvl="7" rtl="0">
              <a:lnSpc>
                <a:spcPct val="100000"/>
              </a:lnSpc>
              <a:spcBef>
                <a:spcPts val="0"/>
              </a:spcBef>
              <a:spcAft>
                <a:spcPts val="0"/>
              </a:spcAft>
              <a:buClr>
                <a:srgbClr val="FFFFFF"/>
              </a:buClr>
              <a:buSzPts val="1300"/>
              <a:buNone/>
              <a:defRPr sz="1300">
                <a:solidFill>
                  <a:srgbClr val="FFFFFF"/>
                </a:solidFill>
              </a:defRPr>
            </a:lvl8pPr>
            <a:lvl9pPr lvl="8" rtl="0">
              <a:lnSpc>
                <a:spcPct val="100000"/>
              </a:lnSpc>
              <a:spcBef>
                <a:spcPts val="0"/>
              </a:spcBef>
              <a:spcAft>
                <a:spcPts val="0"/>
              </a:spcAft>
              <a:buClr>
                <a:srgbClr val="FFFFFF"/>
              </a:buClr>
              <a:buSzPts val="1300"/>
              <a:buNone/>
              <a:defRPr sz="1300">
                <a:solidFill>
                  <a:srgbClr val="FFFFFF"/>
                </a:solidFill>
              </a:defRPr>
            </a:lvl9pPr>
          </a:lstStyle>
          <a:p/>
        </p:txBody>
      </p:sp>
      <p:sp>
        <p:nvSpPr>
          <p:cNvPr id="132" name="Google Shape;132;p20"/>
          <p:cNvSpPr txBox="1"/>
          <p:nvPr>
            <p:ph idx="14" type="subTitle"/>
          </p:nvPr>
        </p:nvSpPr>
        <p:spPr>
          <a:xfrm>
            <a:off x="1401925" y="3692800"/>
            <a:ext cx="18087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1pPr>
            <a:lvl2pPr lvl="1"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2pPr>
            <a:lvl3pPr lvl="2"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3pPr>
            <a:lvl4pPr lvl="3"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4pPr>
            <a:lvl5pPr lvl="4"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5pPr>
            <a:lvl6pPr lvl="5"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6pPr>
            <a:lvl7pPr lvl="6"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7pPr>
            <a:lvl8pPr lvl="7"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8pPr>
            <a:lvl9pPr lvl="8" rtl="0">
              <a:lnSpc>
                <a:spcPct val="100000"/>
              </a:lnSpc>
              <a:spcBef>
                <a:spcPts val="0"/>
              </a:spcBef>
              <a:spcAft>
                <a:spcPts val="0"/>
              </a:spcAft>
              <a:buClr>
                <a:srgbClr val="FFFFFF"/>
              </a:buClr>
              <a:buSzPts val="1500"/>
              <a:buFont typeface="Roboto Slab Regular"/>
              <a:buNone/>
              <a:defRPr sz="1500">
                <a:solidFill>
                  <a:srgbClr val="FFFFFF"/>
                </a:solidFill>
                <a:latin typeface="Roboto Slab Regular"/>
                <a:ea typeface="Roboto Slab Regular"/>
                <a:cs typeface="Roboto Slab Regular"/>
                <a:sym typeface="Roboto Slab Regular"/>
              </a:defRPr>
            </a:lvl9pPr>
          </a:lstStyle>
          <a:p/>
        </p:txBody>
      </p:sp>
      <p:sp>
        <p:nvSpPr>
          <p:cNvPr id="133" name="Google Shape;133;p20"/>
          <p:cNvSpPr txBox="1"/>
          <p:nvPr>
            <p:ph idx="15" type="subTitle"/>
          </p:nvPr>
        </p:nvSpPr>
        <p:spPr>
          <a:xfrm>
            <a:off x="1401925" y="3993397"/>
            <a:ext cx="18087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300"/>
              <a:buNone/>
              <a:defRPr sz="1300">
                <a:solidFill>
                  <a:srgbClr val="FFFFFF"/>
                </a:solidFill>
              </a:defRPr>
            </a:lvl1pPr>
            <a:lvl2pPr lvl="1" rtl="0">
              <a:lnSpc>
                <a:spcPct val="100000"/>
              </a:lnSpc>
              <a:spcBef>
                <a:spcPts val="0"/>
              </a:spcBef>
              <a:spcAft>
                <a:spcPts val="0"/>
              </a:spcAft>
              <a:buClr>
                <a:srgbClr val="FFFFFF"/>
              </a:buClr>
              <a:buSzPts val="1300"/>
              <a:buNone/>
              <a:defRPr sz="1300">
                <a:solidFill>
                  <a:srgbClr val="FFFFFF"/>
                </a:solidFill>
              </a:defRPr>
            </a:lvl2pPr>
            <a:lvl3pPr lvl="2" rtl="0">
              <a:lnSpc>
                <a:spcPct val="100000"/>
              </a:lnSpc>
              <a:spcBef>
                <a:spcPts val="0"/>
              </a:spcBef>
              <a:spcAft>
                <a:spcPts val="0"/>
              </a:spcAft>
              <a:buClr>
                <a:srgbClr val="FFFFFF"/>
              </a:buClr>
              <a:buSzPts val="1300"/>
              <a:buNone/>
              <a:defRPr sz="1300">
                <a:solidFill>
                  <a:srgbClr val="FFFFFF"/>
                </a:solidFill>
              </a:defRPr>
            </a:lvl3pPr>
            <a:lvl4pPr lvl="3" rtl="0">
              <a:lnSpc>
                <a:spcPct val="100000"/>
              </a:lnSpc>
              <a:spcBef>
                <a:spcPts val="0"/>
              </a:spcBef>
              <a:spcAft>
                <a:spcPts val="0"/>
              </a:spcAft>
              <a:buClr>
                <a:srgbClr val="FFFFFF"/>
              </a:buClr>
              <a:buSzPts val="1300"/>
              <a:buNone/>
              <a:defRPr sz="1300">
                <a:solidFill>
                  <a:srgbClr val="FFFFFF"/>
                </a:solidFill>
              </a:defRPr>
            </a:lvl4pPr>
            <a:lvl5pPr lvl="4" rtl="0">
              <a:lnSpc>
                <a:spcPct val="100000"/>
              </a:lnSpc>
              <a:spcBef>
                <a:spcPts val="0"/>
              </a:spcBef>
              <a:spcAft>
                <a:spcPts val="0"/>
              </a:spcAft>
              <a:buClr>
                <a:srgbClr val="FFFFFF"/>
              </a:buClr>
              <a:buSzPts val="1300"/>
              <a:buNone/>
              <a:defRPr sz="1300">
                <a:solidFill>
                  <a:srgbClr val="FFFFFF"/>
                </a:solidFill>
              </a:defRPr>
            </a:lvl5pPr>
            <a:lvl6pPr lvl="5" rtl="0">
              <a:lnSpc>
                <a:spcPct val="100000"/>
              </a:lnSpc>
              <a:spcBef>
                <a:spcPts val="0"/>
              </a:spcBef>
              <a:spcAft>
                <a:spcPts val="0"/>
              </a:spcAft>
              <a:buClr>
                <a:srgbClr val="FFFFFF"/>
              </a:buClr>
              <a:buSzPts val="1300"/>
              <a:buNone/>
              <a:defRPr sz="1300">
                <a:solidFill>
                  <a:srgbClr val="FFFFFF"/>
                </a:solidFill>
              </a:defRPr>
            </a:lvl6pPr>
            <a:lvl7pPr lvl="6" rtl="0">
              <a:lnSpc>
                <a:spcPct val="100000"/>
              </a:lnSpc>
              <a:spcBef>
                <a:spcPts val="0"/>
              </a:spcBef>
              <a:spcAft>
                <a:spcPts val="0"/>
              </a:spcAft>
              <a:buClr>
                <a:srgbClr val="FFFFFF"/>
              </a:buClr>
              <a:buSzPts val="1300"/>
              <a:buNone/>
              <a:defRPr sz="1300">
                <a:solidFill>
                  <a:srgbClr val="FFFFFF"/>
                </a:solidFill>
              </a:defRPr>
            </a:lvl7pPr>
            <a:lvl8pPr lvl="7" rtl="0">
              <a:lnSpc>
                <a:spcPct val="100000"/>
              </a:lnSpc>
              <a:spcBef>
                <a:spcPts val="0"/>
              </a:spcBef>
              <a:spcAft>
                <a:spcPts val="0"/>
              </a:spcAft>
              <a:buClr>
                <a:srgbClr val="FFFFFF"/>
              </a:buClr>
              <a:buSzPts val="1300"/>
              <a:buNone/>
              <a:defRPr sz="1300">
                <a:solidFill>
                  <a:srgbClr val="FFFFFF"/>
                </a:solidFill>
              </a:defRPr>
            </a:lvl8pPr>
            <a:lvl9pPr lvl="8" rtl="0">
              <a:lnSpc>
                <a:spcPct val="100000"/>
              </a:lnSpc>
              <a:spcBef>
                <a:spcPts val="0"/>
              </a:spcBef>
              <a:spcAft>
                <a:spcPts val="0"/>
              </a:spcAft>
              <a:buClr>
                <a:srgbClr val="FFFFFF"/>
              </a:buClr>
              <a:buSzPts val="1300"/>
              <a:buNone/>
              <a:defRPr sz="1300">
                <a:solidFill>
                  <a:srgbClr val="FFFFFF"/>
                </a:solidFill>
              </a:defRPr>
            </a:lvl9pPr>
          </a:lstStyle>
          <a:p/>
        </p:txBody>
      </p:sp>
      <p:sp>
        <p:nvSpPr>
          <p:cNvPr id="134" name="Google Shape;134;p20"/>
          <p:cNvSpPr txBox="1"/>
          <p:nvPr>
            <p:ph type="title"/>
          </p:nvPr>
        </p:nvSpPr>
        <p:spPr>
          <a:xfrm>
            <a:off x="713100" y="546075"/>
            <a:ext cx="4016100" cy="412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2800"/>
              <a:buNone/>
              <a:defRPr>
                <a:solidFill>
                  <a:srgbClr val="FFFFFF"/>
                </a:solidFill>
              </a:defRPr>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p:txBody>
      </p:sp>
      <p:sp>
        <p:nvSpPr>
          <p:cNvPr id="135" name="Google Shape;135;p20"/>
          <p:cNvSpPr txBox="1"/>
          <p:nvPr>
            <p:ph idx="16" type="title"/>
          </p:nvPr>
        </p:nvSpPr>
        <p:spPr>
          <a:xfrm>
            <a:off x="4414675" y="546075"/>
            <a:ext cx="4016100" cy="4128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173F5E"/>
              </a:buClr>
              <a:buSzPts val="2800"/>
              <a:buNone/>
              <a:defRPr>
                <a:solidFill>
                  <a:srgbClr val="173F5E"/>
                </a:solidFill>
              </a:defRPr>
            </a:lvl1pPr>
            <a:lvl2pPr lvl="1" rtl="0" algn="r">
              <a:spcBef>
                <a:spcPts val="0"/>
              </a:spcBef>
              <a:spcAft>
                <a:spcPts val="0"/>
              </a:spcAft>
              <a:buClr>
                <a:srgbClr val="173F5E"/>
              </a:buClr>
              <a:buSzPts val="2800"/>
              <a:buNone/>
              <a:defRPr>
                <a:solidFill>
                  <a:srgbClr val="173F5E"/>
                </a:solidFill>
              </a:defRPr>
            </a:lvl2pPr>
            <a:lvl3pPr lvl="2" rtl="0" algn="r">
              <a:spcBef>
                <a:spcPts val="0"/>
              </a:spcBef>
              <a:spcAft>
                <a:spcPts val="0"/>
              </a:spcAft>
              <a:buClr>
                <a:srgbClr val="173F5E"/>
              </a:buClr>
              <a:buSzPts val="2800"/>
              <a:buNone/>
              <a:defRPr>
                <a:solidFill>
                  <a:srgbClr val="173F5E"/>
                </a:solidFill>
              </a:defRPr>
            </a:lvl3pPr>
            <a:lvl4pPr lvl="3" rtl="0" algn="r">
              <a:spcBef>
                <a:spcPts val="0"/>
              </a:spcBef>
              <a:spcAft>
                <a:spcPts val="0"/>
              </a:spcAft>
              <a:buClr>
                <a:srgbClr val="173F5E"/>
              </a:buClr>
              <a:buSzPts val="2800"/>
              <a:buNone/>
              <a:defRPr>
                <a:solidFill>
                  <a:srgbClr val="173F5E"/>
                </a:solidFill>
              </a:defRPr>
            </a:lvl4pPr>
            <a:lvl5pPr lvl="4" rtl="0" algn="r">
              <a:spcBef>
                <a:spcPts val="0"/>
              </a:spcBef>
              <a:spcAft>
                <a:spcPts val="0"/>
              </a:spcAft>
              <a:buClr>
                <a:srgbClr val="173F5E"/>
              </a:buClr>
              <a:buSzPts val="2800"/>
              <a:buNone/>
              <a:defRPr>
                <a:solidFill>
                  <a:srgbClr val="173F5E"/>
                </a:solidFill>
              </a:defRPr>
            </a:lvl5pPr>
            <a:lvl6pPr lvl="5" rtl="0" algn="r">
              <a:spcBef>
                <a:spcPts val="0"/>
              </a:spcBef>
              <a:spcAft>
                <a:spcPts val="0"/>
              </a:spcAft>
              <a:buClr>
                <a:srgbClr val="173F5E"/>
              </a:buClr>
              <a:buSzPts val="2800"/>
              <a:buNone/>
              <a:defRPr>
                <a:solidFill>
                  <a:srgbClr val="173F5E"/>
                </a:solidFill>
              </a:defRPr>
            </a:lvl6pPr>
            <a:lvl7pPr lvl="6" rtl="0" algn="r">
              <a:spcBef>
                <a:spcPts val="0"/>
              </a:spcBef>
              <a:spcAft>
                <a:spcPts val="0"/>
              </a:spcAft>
              <a:buClr>
                <a:srgbClr val="173F5E"/>
              </a:buClr>
              <a:buSzPts val="2800"/>
              <a:buNone/>
              <a:defRPr>
                <a:solidFill>
                  <a:srgbClr val="173F5E"/>
                </a:solidFill>
              </a:defRPr>
            </a:lvl7pPr>
            <a:lvl8pPr lvl="7" rtl="0" algn="r">
              <a:spcBef>
                <a:spcPts val="0"/>
              </a:spcBef>
              <a:spcAft>
                <a:spcPts val="0"/>
              </a:spcAft>
              <a:buClr>
                <a:srgbClr val="173F5E"/>
              </a:buClr>
              <a:buSzPts val="2800"/>
              <a:buNone/>
              <a:defRPr>
                <a:solidFill>
                  <a:srgbClr val="173F5E"/>
                </a:solidFill>
              </a:defRPr>
            </a:lvl8pPr>
            <a:lvl9pPr lvl="8" rtl="0" algn="r">
              <a:spcBef>
                <a:spcPts val="0"/>
              </a:spcBef>
              <a:spcAft>
                <a:spcPts val="0"/>
              </a:spcAft>
              <a:buClr>
                <a:srgbClr val="173F5E"/>
              </a:buClr>
              <a:buSzPts val="2800"/>
              <a:buNone/>
              <a:defRPr>
                <a:solidFill>
                  <a:srgbClr val="173F5E"/>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lte and 4 columns">
  <p:cSld name="CUSTOM_1">
    <p:spTree>
      <p:nvGrpSpPr>
        <p:cNvPr id="136" name="Shape 136"/>
        <p:cNvGrpSpPr/>
        <p:nvPr/>
      </p:nvGrpSpPr>
      <p:grpSpPr>
        <a:xfrm>
          <a:off x="0" y="0"/>
          <a:ext cx="0" cy="0"/>
          <a:chOff x="0" y="0"/>
          <a:chExt cx="0" cy="0"/>
        </a:xfrm>
      </p:grpSpPr>
      <p:sp>
        <p:nvSpPr>
          <p:cNvPr id="137" name="Google Shape;137;p21"/>
          <p:cNvSpPr/>
          <p:nvPr/>
        </p:nvSpPr>
        <p:spPr>
          <a:xfrm flipH="1" rot="10800000">
            <a:off x="0" y="-11"/>
            <a:ext cx="2897033" cy="1075009"/>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1"/>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39" name="Google Shape;139;p21"/>
          <p:cNvSpPr txBox="1"/>
          <p:nvPr>
            <p:ph idx="1" type="subTitle"/>
          </p:nvPr>
        </p:nvSpPr>
        <p:spPr>
          <a:xfrm>
            <a:off x="1733675" y="1655513"/>
            <a:ext cx="20913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40" name="Google Shape;140;p21"/>
          <p:cNvSpPr txBox="1"/>
          <p:nvPr>
            <p:ph idx="2" type="subTitle"/>
          </p:nvPr>
        </p:nvSpPr>
        <p:spPr>
          <a:xfrm>
            <a:off x="1733675" y="1956152"/>
            <a:ext cx="2091300" cy="78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41" name="Google Shape;141;p21"/>
          <p:cNvSpPr txBox="1"/>
          <p:nvPr>
            <p:ph idx="3" type="subTitle"/>
          </p:nvPr>
        </p:nvSpPr>
        <p:spPr>
          <a:xfrm>
            <a:off x="1733675" y="3298488"/>
            <a:ext cx="20913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42" name="Google Shape;142;p21"/>
          <p:cNvSpPr txBox="1"/>
          <p:nvPr>
            <p:ph idx="4" type="subTitle"/>
          </p:nvPr>
        </p:nvSpPr>
        <p:spPr>
          <a:xfrm>
            <a:off x="1733675" y="3599127"/>
            <a:ext cx="2091300" cy="78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43" name="Google Shape;143;p21"/>
          <p:cNvSpPr txBox="1"/>
          <p:nvPr>
            <p:ph idx="5" type="subTitle"/>
          </p:nvPr>
        </p:nvSpPr>
        <p:spPr>
          <a:xfrm>
            <a:off x="5346775" y="1655513"/>
            <a:ext cx="2091300" cy="300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44" name="Google Shape;144;p21"/>
          <p:cNvSpPr txBox="1"/>
          <p:nvPr>
            <p:ph idx="6" type="subTitle"/>
          </p:nvPr>
        </p:nvSpPr>
        <p:spPr>
          <a:xfrm>
            <a:off x="5346775" y="1956152"/>
            <a:ext cx="2091300" cy="783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300"/>
              <a:buNone/>
              <a:defRPr sz="1300"/>
            </a:lvl1pPr>
            <a:lvl2pPr lvl="1" rtl="0" algn="r">
              <a:lnSpc>
                <a:spcPct val="100000"/>
              </a:lnSpc>
              <a:spcBef>
                <a:spcPts val="0"/>
              </a:spcBef>
              <a:spcAft>
                <a:spcPts val="0"/>
              </a:spcAft>
              <a:buSzPts val="1300"/>
              <a:buNone/>
              <a:defRPr sz="1300"/>
            </a:lvl2pPr>
            <a:lvl3pPr lvl="2" rtl="0" algn="r">
              <a:lnSpc>
                <a:spcPct val="100000"/>
              </a:lnSpc>
              <a:spcBef>
                <a:spcPts val="0"/>
              </a:spcBef>
              <a:spcAft>
                <a:spcPts val="0"/>
              </a:spcAft>
              <a:buSzPts val="1300"/>
              <a:buNone/>
              <a:defRPr sz="1300"/>
            </a:lvl3pPr>
            <a:lvl4pPr lvl="3" rtl="0" algn="r">
              <a:lnSpc>
                <a:spcPct val="100000"/>
              </a:lnSpc>
              <a:spcBef>
                <a:spcPts val="0"/>
              </a:spcBef>
              <a:spcAft>
                <a:spcPts val="0"/>
              </a:spcAft>
              <a:buSzPts val="1300"/>
              <a:buNone/>
              <a:defRPr sz="1300"/>
            </a:lvl4pPr>
            <a:lvl5pPr lvl="4" rtl="0" algn="r">
              <a:lnSpc>
                <a:spcPct val="100000"/>
              </a:lnSpc>
              <a:spcBef>
                <a:spcPts val="0"/>
              </a:spcBef>
              <a:spcAft>
                <a:spcPts val="0"/>
              </a:spcAft>
              <a:buSzPts val="1300"/>
              <a:buNone/>
              <a:defRPr sz="1300"/>
            </a:lvl5pPr>
            <a:lvl6pPr lvl="5" rtl="0" algn="r">
              <a:lnSpc>
                <a:spcPct val="100000"/>
              </a:lnSpc>
              <a:spcBef>
                <a:spcPts val="0"/>
              </a:spcBef>
              <a:spcAft>
                <a:spcPts val="0"/>
              </a:spcAft>
              <a:buSzPts val="1300"/>
              <a:buNone/>
              <a:defRPr sz="1300"/>
            </a:lvl6pPr>
            <a:lvl7pPr lvl="6" rtl="0" algn="r">
              <a:lnSpc>
                <a:spcPct val="100000"/>
              </a:lnSpc>
              <a:spcBef>
                <a:spcPts val="0"/>
              </a:spcBef>
              <a:spcAft>
                <a:spcPts val="0"/>
              </a:spcAft>
              <a:buSzPts val="1300"/>
              <a:buNone/>
              <a:defRPr sz="1300"/>
            </a:lvl7pPr>
            <a:lvl8pPr lvl="7" rtl="0" algn="r">
              <a:lnSpc>
                <a:spcPct val="100000"/>
              </a:lnSpc>
              <a:spcBef>
                <a:spcPts val="0"/>
              </a:spcBef>
              <a:spcAft>
                <a:spcPts val="0"/>
              </a:spcAft>
              <a:buSzPts val="1300"/>
              <a:buNone/>
              <a:defRPr sz="1300"/>
            </a:lvl8pPr>
            <a:lvl9pPr lvl="8" rtl="0" algn="r">
              <a:lnSpc>
                <a:spcPct val="100000"/>
              </a:lnSpc>
              <a:spcBef>
                <a:spcPts val="0"/>
              </a:spcBef>
              <a:spcAft>
                <a:spcPts val="0"/>
              </a:spcAft>
              <a:buSzPts val="1300"/>
              <a:buNone/>
              <a:defRPr sz="1300"/>
            </a:lvl9pPr>
          </a:lstStyle>
          <a:p/>
        </p:txBody>
      </p:sp>
      <p:sp>
        <p:nvSpPr>
          <p:cNvPr id="145" name="Google Shape;145;p21"/>
          <p:cNvSpPr txBox="1"/>
          <p:nvPr>
            <p:ph idx="7" type="subTitle"/>
          </p:nvPr>
        </p:nvSpPr>
        <p:spPr>
          <a:xfrm>
            <a:off x="5346775" y="3298488"/>
            <a:ext cx="2091300" cy="300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46" name="Google Shape;146;p21"/>
          <p:cNvSpPr txBox="1"/>
          <p:nvPr>
            <p:ph idx="8" type="subTitle"/>
          </p:nvPr>
        </p:nvSpPr>
        <p:spPr>
          <a:xfrm>
            <a:off x="5346775" y="3599127"/>
            <a:ext cx="2091300" cy="783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300"/>
              <a:buNone/>
              <a:defRPr sz="1300"/>
            </a:lvl1pPr>
            <a:lvl2pPr lvl="1" rtl="0" algn="r">
              <a:lnSpc>
                <a:spcPct val="100000"/>
              </a:lnSpc>
              <a:spcBef>
                <a:spcPts val="0"/>
              </a:spcBef>
              <a:spcAft>
                <a:spcPts val="0"/>
              </a:spcAft>
              <a:buSzPts val="1300"/>
              <a:buNone/>
              <a:defRPr sz="1300"/>
            </a:lvl2pPr>
            <a:lvl3pPr lvl="2" rtl="0" algn="r">
              <a:lnSpc>
                <a:spcPct val="100000"/>
              </a:lnSpc>
              <a:spcBef>
                <a:spcPts val="0"/>
              </a:spcBef>
              <a:spcAft>
                <a:spcPts val="0"/>
              </a:spcAft>
              <a:buSzPts val="1300"/>
              <a:buNone/>
              <a:defRPr sz="1300"/>
            </a:lvl3pPr>
            <a:lvl4pPr lvl="3" rtl="0" algn="r">
              <a:lnSpc>
                <a:spcPct val="100000"/>
              </a:lnSpc>
              <a:spcBef>
                <a:spcPts val="0"/>
              </a:spcBef>
              <a:spcAft>
                <a:spcPts val="0"/>
              </a:spcAft>
              <a:buSzPts val="1300"/>
              <a:buNone/>
              <a:defRPr sz="1300"/>
            </a:lvl4pPr>
            <a:lvl5pPr lvl="4" rtl="0" algn="r">
              <a:lnSpc>
                <a:spcPct val="100000"/>
              </a:lnSpc>
              <a:spcBef>
                <a:spcPts val="0"/>
              </a:spcBef>
              <a:spcAft>
                <a:spcPts val="0"/>
              </a:spcAft>
              <a:buSzPts val="1300"/>
              <a:buNone/>
              <a:defRPr sz="1300"/>
            </a:lvl5pPr>
            <a:lvl6pPr lvl="5" rtl="0" algn="r">
              <a:lnSpc>
                <a:spcPct val="100000"/>
              </a:lnSpc>
              <a:spcBef>
                <a:spcPts val="0"/>
              </a:spcBef>
              <a:spcAft>
                <a:spcPts val="0"/>
              </a:spcAft>
              <a:buSzPts val="1300"/>
              <a:buNone/>
              <a:defRPr sz="1300"/>
            </a:lvl6pPr>
            <a:lvl7pPr lvl="6" rtl="0" algn="r">
              <a:lnSpc>
                <a:spcPct val="100000"/>
              </a:lnSpc>
              <a:spcBef>
                <a:spcPts val="0"/>
              </a:spcBef>
              <a:spcAft>
                <a:spcPts val="0"/>
              </a:spcAft>
              <a:buSzPts val="1300"/>
              <a:buNone/>
              <a:defRPr sz="1300"/>
            </a:lvl7pPr>
            <a:lvl8pPr lvl="7" rtl="0" algn="r">
              <a:lnSpc>
                <a:spcPct val="100000"/>
              </a:lnSpc>
              <a:spcBef>
                <a:spcPts val="0"/>
              </a:spcBef>
              <a:spcAft>
                <a:spcPts val="0"/>
              </a:spcAft>
              <a:buSzPts val="1300"/>
              <a:buNone/>
              <a:defRPr sz="1300"/>
            </a:lvl8pPr>
            <a:lvl9pPr lvl="8" rtl="0" algn="r">
              <a:lnSpc>
                <a:spcPct val="100000"/>
              </a:lnSpc>
              <a:spcBef>
                <a:spcPts val="0"/>
              </a:spcBef>
              <a:spcAft>
                <a:spcPts val="0"/>
              </a:spcAft>
              <a:buSzPts val="1300"/>
              <a:buNone/>
              <a:defRPr sz="13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2">
  <p:cSld name="CUSTOM_2">
    <p:spTree>
      <p:nvGrpSpPr>
        <p:cNvPr id="147" name="Shape 147"/>
        <p:cNvGrpSpPr/>
        <p:nvPr/>
      </p:nvGrpSpPr>
      <p:grpSpPr>
        <a:xfrm>
          <a:off x="0" y="0"/>
          <a:ext cx="0" cy="0"/>
          <a:chOff x="0" y="0"/>
          <a:chExt cx="0" cy="0"/>
        </a:xfrm>
      </p:grpSpPr>
      <p:sp>
        <p:nvSpPr>
          <p:cNvPr id="148" name="Google Shape;148;p22"/>
          <p:cNvSpPr/>
          <p:nvPr/>
        </p:nvSpPr>
        <p:spPr>
          <a:xfrm>
            <a:off x="3975710" y="0"/>
            <a:ext cx="5846970" cy="5143560"/>
          </a:xfrm>
          <a:custGeom>
            <a:rect b="b" l="l" r="r" t="t"/>
            <a:pathLst>
              <a:path extrusionOk="0" h="160498" w="182447">
                <a:moveTo>
                  <a:pt x="1" y="0"/>
                </a:moveTo>
                <a:cubicBezTo>
                  <a:pt x="8013" y="6777"/>
                  <a:pt x="15677" y="14853"/>
                  <a:pt x="20427" y="27077"/>
                </a:cubicBezTo>
                <a:cubicBezTo>
                  <a:pt x="33000" y="59569"/>
                  <a:pt x="3326" y="94342"/>
                  <a:pt x="21916" y="139565"/>
                </a:cubicBezTo>
                <a:cubicBezTo>
                  <a:pt x="25431" y="148020"/>
                  <a:pt x="30720" y="154893"/>
                  <a:pt x="37022" y="160498"/>
                </a:cubicBezTo>
                <a:lnTo>
                  <a:pt x="182446" y="160498"/>
                </a:lnTo>
                <a:lnTo>
                  <a:pt x="1824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2"/>
          <p:cNvSpPr txBox="1"/>
          <p:nvPr>
            <p:ph type="title"/>
          </p:nvPr>
        </p:nvSpPr>
        <p:spPr>
          <a:xfrm>
            <a:off x="4973400" y="1170550"/>
            <a:ext cx="3457500" cy="41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0" name="Google Shape;150;p22"/>
          <p:cNvSpPr txBox="1"/>
          <p:nvPr>
            <p:ph idx="1" type="body"/>
          </p:nvPr>
        </p:nvSpPr>
        <p:spPr>
          <a:xfrm>
            <a:off x="4973375" y="2258800"/>
            <a:ext cx="3457500" cy="1714200"/>
          </a:xfrm>
          <a:prstGeom prst="rect">
            <a:avLst/>
          </a:prstGeom>
        </p:spPr>
        <p:txBody>
          <a:bodyPr anchorCtr="0" anchor="t" bIns="91425" lIns="91425" spcFirstLastPara="1" rIns="91425" wrap="square" tIns="91425">
            <a:noAutofit/>
          </a:bodyPr>
          <a:lstStyle>
            <a:lvl1pPr indent="-311150" lvl="0" marL="457200" rtl="0">
              <a:spcBef>
                <a:spcPts val="0"/>
              </a:spcBef>
              <a:spcAft>
                <a:spcPts val="0"/>
              </a:spcAft>
              <a:buSzPts val="1300"/>
              <a:buChar char="●"/>
              <a:defRPr sz="1300"/>
            </a:lvl1pPr>
            <a:lvl2pPr indent="-311150" lvl="1" marL="914400" rtl="0">
              <a:spcBef>
                <a:spcPts val="1600"/>
              </a:spcBef>
              <a:spcAft>
                <a:spcPts val="0"/>
              </a:spcAft>
              <a:buSzPts val="1300"/>
              <a:buChar char="○"/>
              <a:defRPr sz="1300"/>
            </a:lvl2pPr>
            <a:lvl3pPr indent="-311150" lvl="2" marL="1371600" rtl="0">
              <a:spcBef>
                <a:spcPts val="1600"/>
              </a:spcBef>
              <a:spcAft>
                <a:spcPts val="0"/>
              </a:spcAft>
              <a:buSzPts val="1300"/>
              <a:buChar char="■"/>
              <a:defRPr sz="1300"/>
            </a:lvl3pPr>
            <a:lvl4pPr indent="-311150" lvl="3" marL="1828800" rtl="0">
              <a:spcBef>
                <a:spcPts val="1600"/>
              </a:spcBef>
              <a:spcAft>
                <a:spcPts val="0"/>
              </a:spcAft>
              <a:buSzPts val="1300"/>
              <a:buChar char="●"/>
              <a:defRPr sz="1300"/>
            </a:lvl4pPr>
            <a:lvl5pPr indent="-311150" lvl="4" marL="2286000" rtl="0">
              <a:spcBef>
                <a:spcPts val="1600"/>
              </a:spcBef>
              <a:spcAft>
                <a:spcPts val="0"/>
              </a:spcAft>
              <a:buSzPts val="1300"/>
              <a:buChar char="○"/>
              <a:defRPr sz="1300"/>
            </a:lvl5pPr>
            <a:lvl6pPr indent="-311150" lvl="5" marL="2743200" rtl="0">
              <a:spcBef>
                <a:spcPts val="1600"/>
              </a:spcBef>
              <a:spcAft>
                <a:spcPts val="0"/>
              </a:spcAft>
              <a:buSzPts val="1300"/>
              <a:buChar char="■"/>
              <a:defRPr sz="1300"/>
            </a:lvl6pPr>
            <a:lvl7pPr indent="-311150" lvl="6" marL="3200400" rtl="0">
              <a:spcBef>
                <a:spcPts val="1600"/>
              </a:spcBef>
              <a:spcAft>
                <a:spcPts val="0"/>
              </a:spcAft>
              <a:buSzPts val="1300"/>
              <a:buChar char="●"/>
              <a:defRPr sz="1300"/>
            </a:lvl7pPr>
            <a:lvl8pPr indent="-311150" lvl="7" marL="3657600" rtl="0">
              <a:spcBef>
                <a:spcPts val="1600"/>
              </a:spcBef>
              <a:spcAft>
                <a:spcPts val="0"/>
              </a:spcAft>
              <a:buSzPts val="1300"/>
              <a:buChar char="○"/>
              <a:defRPr sz="1300"/>
            </a:lvl8pPr>
            <a:lvl9pPr indent="-311150" lvl="8" marL="4114800" rtl="0">
              <a:spcBef>
                <a:spcPts val="1600"/>
              </a:spcBef>
              <a:spcAft>
                <a:spcPts val="1600"/>
              </a:spcAft>
              <a:buSzPts val="1300"/>
              <a:buChar char="■"/>
              <a:defRPr sz="13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3">
  <p:cSld name="CUSTOM_3">
    <p:bg>
      <p:bgPr>
        <a:solidFill>
          <a:srgbClr val="5FAAD9"/>
        </a:solidFill>
      </p:bgPr>
    </p:bg>
    <p:spTree>
      <p:nvGrpSpPr>
        <p:cNvPr id="151" name="Shape 151"/>
        <p:cNvGrpSpPr/>
        <p:nvPr/>
      </p:nvGrpSpPr>
      <p:grpSpPr>
        <a:xfrm>
          <a:off x="0" y="0"/>
          <a:ext cx="0" cy="0"/>
          <a:chOff x="0" y="0"/>
          <a:chExt cx="0" cy="0"/>
        </a:xfrm>
      </p:grpSpPr>
      <p:sp>
        <p:nvSpPr>
          <p:cNvPr id="152" name="Google Shape;152;p23"/>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2800"/>
              <a:buNone/>
              <a:defRPr>
                <a:solidFill>
                  <a:srgbClr val="FFFFFF"/>
                </a:solidFill>
              </a:defRPr>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p:txBody>
      </p:sp>
      <p:sp>
        <p:nvSpPr>
          <p:cNvPr id="153" name="Google Shape;153;p23"/>
          <p:cNvSpPr txBox="1"/>
          <p:nvPr>
            <p:ph idx="1" type="body"/>
          </p:nvPr>
        </p:nvSpPr>
        <p:spPr>
          <a:xfrm>
            <a:off x="713225" y="1481200"/>
            <a:ext cx="3771900" cy="3118500"/>
          </a:xfrm>
          <a:prstGeom prst="rect">
            <a:avLst/>
          </a:prstGeom>
        </p:spPr>
        <p:txBody>
          <a:bodyPr anchorCtr="0" anchor="t" bIns="91425" lIns="91425" spcFirstLastPara="1" rIns="91425" wrap="square" tIns="91425">
            <a:noAutofit/>
          </a:bodyPr>
          <a:lstStyle>
            <a:lvl1pPr indent="-311150" lvl="0" marL="457200" rtl="0">
              <a:spcBef>
                <a:spcPts val="0"/>
              </a:spcBef>
              <a:spcAft>
                <a:spcPts val="0"/>
              </a:spcAft>
              <a:buClr>
                <a:srgbClr val="FFFFFF"/>
              </a:buClr>
              <a:buSzPts val="1300"/>
              <a:buAutoNum type="arabicPeriod"/>
              <a:defRPr sz="1300">
                <a:solidFill>
                  <a:srgbClr val="FFFFFF"/>
                </a:solidFill>
              </a:defRPr>
            </a:lvl1pPr>
            <a:lvl2pPr indent="-311150" lvl="1" marL="914400" rtl="0">
              <a:spcBef>
                <a:spcPts val="1600"/>
              </a:spcBef>
              <a:spcAft>
                <a:spcPts val="0"/>
              </a:spcAft>
              <a:buClr>
                <a:srgbClr val="FFFFFF"/>
              </a:buClr>
              <a:buSzPts val="1300"/>
              <a:buAutoNum type="alphaLcPeriod"/>
              <a:defRPr sz="1300">
                <a:solidFill>
                  <a:srgbClr val="FFFFFF"/>
                </a:solidFill>
              </a:defRPr>
            </a:lvl2pPr>
            <a:lvl3pPr indent="-311150" lvl="2" marL="1371600" rtl="0">
              <a:spcBef>
                <a:spcPts val="1600"/>
              </a:spcBef>
              <a:spcAft>
                <a:spcPts val="0"/>
              </a:spcAft>
              <a:buClr>
                <a:srgbClr val="FFFFFF"/>
              </a:buClr>
              <a:buSzPts val="1300"/>
              <a:buAutoNum type="romanLcPeriod"/>
              <a:defRPr sz="1300">
                <a:solidFill>
                  <a:srgbClr val="FFFFFF"/>
                </a:solidFill>
              </a:defRPr>
            </a:lvl3pPr>
            <a:lvl4pPr indent="-311150" lvl="3" marL="1828800" rtl="0">
              <a:spcBef>
                <a:spcPts val="1600"/>
              </a:spcBef>
              <a:spcAft>
                <a:spcPts val="0"/>
              </a:spcAft>
              <a:buClr>
                <a:srgbClr val="FFFFFF"/>
              </a:buClr>
              <a:buSzPts val="1300"/>
              <a:buAutoNum type="arabicPeriod"/>
              <a:defRPr sz="1300">
                <a:solidFill>
                  <a:srgbClr val="FFFFFF"/>
                </a:solidFill>
              </a:defRPr>
            </a:lvl4pPr>
            <a:lvl5pPr indent="-311150" lvl="4" marL="2286000" rtl="0">
              <a:spcBef>
                <a:spcPts val="1600"/>
              </a:spcBef>
              <a:spcAft>
                <a:spcPts val="0"/>
              </a:spcAft>
              <a:buClr>
                <a:srgbClr val="FFFFFF"/>
              </a:buClr>
              <a:buSzPts val="1300"/>
              <a:buAutoNum type="alphaLcPeriod"/>
              <a:defRPr sz="1300">
                <a:solidFill>
                  <a:srgbClr val="FFFFFF"/>
                </a:solidFill>
              </a:defRPr>
            </a:lvl5pPr>
            <a:lvl6pPr indent="-311150" lvl="5" marL="2743200" rtl="0">
              <a:spcBef>
                <a:spcPts val="1600"/>
              </a:spcBef>
              <a:spcAft>
                <a:spcPts val="0"/>
              </a:spcAft>
              <a:buClr>
                <a:srgbClr val="FFFFFF"/>
              </a:buClr>
              <a:buSzPts val="1300"/>
              <a:buAutoNum type="romanLcPeriod"/>
              <a:defRPr sz="1300">
                <a:solidFill>
                  <a:srgbClr val="FFFFFF"/>
                </a:solidFill>
              </a:defRPr>
            </a:lvl6pPr>
            <a:lvl7pPr indent="-311150" lvl="6" marL="3200400" rtl="0">
              <a:spcBef>
                <a:spcPts val="1600"/>
              </a:spcBef>
              <a:spcAft>
                <a:spcPts val="0"/>
              </a:spcAft>
              <a:buClr>
                <a:srgbClr val="FFFFFF"/>
              </a:buClr>
              <a:buSzPts val="1300"/>
              <a:buAutoNum type="arabicPeriod"/>
              <a:defRPr sz="1300">
                <a:solidFill>
                  <a:srgbClr val="FFFFFF"/>
                </a:solidFill>
              </a:defRPr>
            </a:lvl7pPr>
            <a:lvl8pPr indent="-311150" lvl="7" marL="3657600" rtl="0">
              <a:spcBef>
                <a:spcPts val="1600"/>
              </a:spcBef>
              <a:spcAft>
                <a:spcPts val="0"/>
              </a:spcAft>
              <a:buClr>
                <a:srgbClr val="FFFFFF"/>
              </a:buClr>
              <a:buSzPts val="1300"/>
              <a:buAutoNum type="alphaLcPeriod"/>
              <a:defRPr sz="1300">
                <a:solidFill>
                  <a:srgbClr val="FFFFFF"/>
                </a:solidFill>
              </a:defRPr>
            </a:lvl8pPr>
            <a:lvl9pPr indent="-311150" lvl="8" marL="4114800" rtl="0">
              <a:spcBef>
                <a:spcPts val="1600"/>
              </a:spcBef>
              <a:spcAft>
                <a:spcPts val="1600"/>
              </a:spcAft>
              <a:buClr>
                <a:srgbClr val="FFFFFF"/>
              </a:buClr>
              <a:buSzPts val="1300"/>
              <a:buAutoNum type="romanLcPeriod"/>
              <a:defRPr sz="1300">
                <a:solidFill>
                  <a:srgbClr val="FFFFFF"/>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2 columns 2">
  <p:cSld name="CUSTOM_4">
    <p:spTree>
      <p:nvGrpSpPr>
        <p:cNvPr id="154" name="Shape 154"/>
        <p:cNvGrpSpPr/>
        <p:nvPr/>
      </p:nvGrpSpPr>
      <p:grpSpPr>
        <a:xfrm>
          <a:off x="0" y="0"/>
          <a:ext cx="0" cy="0"/>
          <a:chOff x="0" y="0"/>
          <a:chExt cx="0" cy="0"/>
        </a:xfrm>
      </p:grpSpPr>
      <p:sp>
        <p:nvSpPr>
          <p:cNvPr id="155" name="Google Shape;155;p24"/>
          <p:cNvSpPr/>
          <p:nvPr/>
        </p:nvSpPr>
        <p:spPr>
          <a:xfrm rot="-5400000">
            <a:off x="-2035664" y="-887451"/>
            <a:ext cx="7333740" cy="4729212"/>
          </a:xfrm>
          <a:prstGeom prst="flowChartDocumen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4"/>
          <p:cNvSpPr/>
          <p:nvPr/>
        </p:nvSpPr>
        <p:spPr>
          <a:xfrm>
            <a:off x="0" y="4652572"/>
            <a:ext cx="1322996" cy="490927"/>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4"/>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8" name="Google Shape;158;p24"/>
          <p:cNvSpPr txBox="1"/>
          <p:nvPr>
            <p:ph idx="1" type="subTitle"/>
          </p:nvPr>
        </p:nvSpPr>
        <p:spPr>
          <a:xfrm>
            <a:off x="726850" y="1655525"/>
            <a:ext cx="21468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59" name="Google Shape;159;p24"/>
          <p:cNvSpPr txBox="1"/>
          <p:nvPr>
            <p:ph idx="2" type="subTitle"/>
          </p:nvPr>
        </p:nvSpPr>
        <p:spPr>
          <a:xfrm>
            <a:off x="726850" y="1956126"/>
            <a:ext cx="2146800" cy="79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
        <p:nvSpPr>
          <p:cNvPr id="160" name="Google Shape;160;p24"/>
          <p:cNvSpPr txBox="1"/>
          <p:nvPr>
            <p:ph idx="3" type="subTitle"/>
          </p:nvPr>
        </p:nvSpPr>
        <p:spPr>
          <a:xfrm>
            <a:off x="726850" y="3194875"/>
            <a:ext cx="2146800" cy="30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1pPr>
            <a:lvl2pPr lvl="1"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61" name="Google Shape;161;p24"/>
          <p:cNvSpPr txBox="1"/>
          <p:nvPr>
            <p:ph idx="4" type="subTitle"/>
          </p:nvPr>
        </p:nvSpPr>
        <p:spPr>
          <a:xfrm>
            <a:off x="726850" y="3495476"/>
            <a:ext cx="2146800" cy="79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sz="1300"/>
            </a:lvl1pPr>
            <a:lvl2pPr lvl="1" rtl="0">
              <a:lnSpc>
                <a:spcPct val="100000"/>
              </a:lnSpc>
              <a:spcBef>
                <a:spcPts val="0"/>
              </a:spcBef>
              <a:spcAft>
                <a:spcPts val="0"/>
              </a:spcAft>
              <a:buSzPts val="1300"/>
              <a:buNone/>
              <a:defRPr sz="1300"/>
            </a:lvl2pPr>
            <a:lvl3pPr lvl="2" rtl="0">
              <a:lnSpc>
                <a:spcPct val="100000"/>
              </a:lnSpc>
              <a:spcBef>
                <a:spcPts val="0"/>
              </a:spcBef>
              <a:spcAft>
                <a:spcPts val="0"/>
              </a:spcAft>
              <a:buSzPts val="1300"/>
              <a:buNone/>
              <a:defRPr sz="1300"/>
            </a:lvl3pPr>
            <a:lvl4pPr lvl="3" rtl="0">
              <a:lnSpc>
                <a:spcPct val="100000"/>
              </a:lnSpc>
              <a:spcBef>
                <a:spcPts val="0"/>
              </a:spcBef>
              <a:spcAft>
                <a:spcPts val="0"/>
              </a:spcAft>
              <a:buSzPts val="1300"/>
              <a:buNone/>
              <a:defRPr sz="1300"/>
            </a:lvl4pPr>
            <a:lvl5pPr lvl="4" rtl="0">
              <a:lnSpc>
                <a:spcPct val="100000"/>
              </a:lnSpc>
              <a:spcBef>
                <a:spcPts val="0"/>
              </a:spcBef>
              <a:spcAft>
                <a:spcPts val="0"/>
              </a:spcAft>
              <a:buSzPts val="1300"/>
              <a:buNone/>
              <a:defRPr sz="1300"/>
            </a:lvl5pPr>
            <a:lvl6pPr lvl="5" rtl="0">
              <a:lnSpc>
                <a:spcPct val="100000"/>
              </a:lnSpc>
              <a:spcBef>
                <a:spcPts val="0"/>
              </a:spcBef>
              <a:spcAft>
                <a:spcPts val="0"/>
              </a:spcAft>
              <a:buSzPts val="1300"/>
              <a:buNone/>
              <a:defRPr sz="1300"/>
            </a:lvl6pPr>
            <a:lvl7pPr lvl="6" rtl="0">
              <a:lnSpc>
                <a:spcPct val="100000"/>
              </a:lnSpc>
              <a:spcBef>
                <a:spcPts val="0"/>
              </a:spcBef>
              <a:spcAft>
                <a:spcPts val="0"/>
              </a:spcAft>
              <a:buSzPts val="1300"/>
              <a:buNone/>
              <a:defRPr sz="1300"/>
            </a:lvl7pPr>
            <a:lvl8pPr lvl="7" rtl="0">
              <a:lnSpc>
                <a:spcPct val="100000"/>
              </a:lnSpc>
              <a:spcBef>
                <a:spcPts val="0"/>
              </a:spcBef>
              <a:spcAft>
                <a:spcPts val="0"/>
              </a:spcAft>
              <a:buSzPts val="1300"/>
              <a:buNone/>
              <a:defRPr sz="1300"/>
            </a:lvl8pPr>
            <a:lvl9pPr lvl="8" rtl="0">
              <a:lnSpc>
                <a:spcPct val="100000"/>
              </a:lnSpc>
              <a:spcBef>
                <a:spcPts val="0"/>
              </a:spcBef>
              <a:spcAft>
                <a:spcPts val="0"/>
              </a:spcAft>
              <a:buSzPts val="1300"/>
              <a:buNone/>
              <a:defRPr sz="13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spTree>
      <p:nvGrpSpPr>
        <p:cNvPr id="162" name="Shape 162"/>
        <p:cNvGrpSpPr/>
        <p:nvPr/>
      </p:nvGrpSpPr>
      <p:grpSpPr>
        <a:xfrm>
          <a:off x="0" y="0"/>
          <a:ext cx="0" cy="0"/>
          <a:chOff x="0" y="0"/>
          <a:chExt cx="0" cy="0"/>
        </a:xfrm>
      </p:grpSpPr>
      <p:sp>
        <p:nvSpPr>
          <p:cNvPr id="163" name="Google Shape;163;p25"/>
          <p:cNvSpPr txBox="1"/>
          <p:nvPr/>
        </p:nvSpPr>
        <p:spPr>
          <a:xfrm>
            <a:off x="491675" y="3412038"/>
            <a:ext cx="3791100" cy="75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300">
                <a:solidFill>
                  <a:srgbClr val="173F5E"/>
                </a:solidFill>
                <a:latin typeface="Questrial"/>
                <a:ea typeface="Questrial"/>
                <a:cs typeface="Questrial"/>
                <a:sym typeface="Questrial"/>
              </a:rPr>
              <a:t>Credits: This presentation template was created by Slidesgo, including icons by Flaticon, and infographics &amp; images by Freepik.</a:t>
            </a:r>
            <a:endParaRPr sz="1300">
              <a:solidFill>
                <a:srgbClr val="173F5E"/>
              </a:solidFill>
              <a:latin typeface="Questrial"/>
              <a:ea typeface="Questrial"/>
              <a:cs typeface="Questrial"/>
              <a:sym typeface="Questrial"/>
            </a:endParaRPr>
          </a:p>
          <a:p>
            <a:pPr indent="0" lvl="0" marL="0" rtl="0" algn="ctr">
              <a:spcBef>
                <a:spcPts val="0"/>
              </a:spcBef>
              <a:spcAft>
                <a:spcPts val="0"/>
              </a:spcAft>
              <a:buNone/>
            </a:pPr>
            <a:r>
              <a:t/>
            </a:r>
            <a:endParaRPr sz="1300">
              <a:solidFill>
                <a:srgbClr val="173F5E"/>
              </a:solidFill>
              <a:latin typeface="Questrial"/>
              <a:ea typeface="Questrial"/>
              <a:cs typeface="Questrial"/>
              <a:sym typeface="Questrial"/>
            </a:endParaRPr>
          </a:p>
          <a:p>
            <a:pPr indent="0" lvl="0" marL="0" rtl="0" algn="ctr">
              <a:spcBef>
                <a:spcPts val="0"/>
              </a:spcBef>
              <a:spcAft>
                <a:spcPts val="0"/>
              </a:spcAft>
              <a:buNone/>
            </a:pPr>
            <a:r>
              <a:t/>
            </a:r>
            <a:endParaRPr sz="1300">
              <a:solidFill>
                <a:srgbClr val="173F5E"/>
              </a:solidFill>
              <a:latin typeface="Questrial"/>
              <a:ea typeface="Questrial"/>
              <a:cs typeface="Questrial"/>
              <a:sym typeface="Questrial"/>
            </a:endParaRPr>
          </a:p>
        </p:txBody>
      </p:sp>
      <p:sp>
        <p:nvSpPr>
          <p:cNvPr id="164" name="Google Shape;164;p25"/>
          <p:cNvSpPr txBox="1"/>
          <p:nvPr>
            <p:ph type="title"/>
          </p:nvPr>
        </p:nvSpPr>
        <p:spPr>
          <a:xfrm>
            <a:off x="358025" y="250875"/>
            <a:ext cx="3924600" cy="1175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900"/>
              <a:buNone/>
              <a:defRPr sz="59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5" name="Google Shape;165;p25"/>
          <p:cNvSpPr txBox="1"/>
          <p:nvPr>
            <p:ph idx="1" type="subTitle"/>
          </p:nvPr>
        </p:nvSpPr>
        <p:spPr>
          <a:xfrm>
            <a:off x="491675" y="4356725"/>
            <a:ext cx="3445200" cy="24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1" sz="1200"/>
            </a:lvl1pPr>
            <a:lvl2pPr lvl="1"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2pPr>
            <a:lvl3pPr lvl="2"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3pPr>
            <a:lvl4pPr lvl="3"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4pPr>
            <a:lvl5pPr lvl="4"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5pPr>
            <a:lvl6pPr lvl="5"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6pPr>
            <a:lvl7pPr lvl="6"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7pPr>
            <a:lvl8pPr lvl="7"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8pPr>
            <a:lvl9pPr lvl="8" rtl="0" algn="ctr">
              <a:lnSpc>
                <a:spcPct val="100000"/>
              </a:lnSpc>
              <a:spcBef>
                <a:spcPts val="0"/>
              </a:spcBef>
              <a:spcAft>
                <a:spcPts val="0"/>
              </a:spcAft>
              <a:buSzPts val="1500"/>
              <a:buFont typeface="Roboto Slab Regular"/>
              <a:buNone/>
              <a:defRPr sz="1500">
                <a:latin typeface="Roboto Slab Regular"/>
                <a:ea typeface="Roboto Slab Regular"/>
                <a:cs typeface="Roboto Slab Regular"/>
                <a:sym typeface="Roboto Slab Regular"/>
              </a:defRPr>
            </a:lvl9pPr>
          </a:lstStyle>
          <a:p/>
        </p:txBody>
      </p:sp>
      <p:sp>
        <p:nvSpPr>
          <p:cNvPr id="166" name="Google Shape;166;p25"/>
          <p:cNvSpPr txBox="1"/>
          <p:nvPr>
            <p:ph idx="2" type="subTitle"/>
          </p:nvPr>
        </p:nvSpPr>
        <p:spPr>
          <a:xfrm>
            <a:off x="664625" y="2273050"/>
            <a:ext cx="3445200" cy="87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300"/>
              <a:buNone/>
              <a:defRPr sz="1300"/>
            </a:lvl1pPr>
            <a:lvl2pPr lvl="1" rtl="0" algn="ctr">
              <a:lnSpc>
                <a:spcPct val="100000"/>
              </a:lnSpc>
              <a:spcBef>
                <a:spcPts val="0"/>
              </a:spcBef>
              <a:spcAft>
                <a:spcPts val="0"/>
              </a:spcAft>
              <a:buSzPts val="1300"/>
              <a:buNone/>
              <a:defRPr sz="1300"/>
            </a:lvl2pPr>
            <a:lvl3pPr lvl="2" rtl="0" algn="ctr">
              <a:lnSpc>
                <a:spcPct val="100000"/>
              </a:lnSpc>
              <a:spcBef>
                <a:spcPts val="0"/>
              </a:spcBef>
              <a:spcAft>
                <a:spcPts val="0"/>
              </a:spcAft>
              <a:buSzPts val="1300"/>
              <a:buNone/>
              <a:defRPr sz="1300"/>
            </a:lvl3pPr>
            <a:lvl4pPr lvl="3" rtl="0" algn="ctr">
              <a:lnSpc>
                <a:spcPct val="100000"/>
              </a:lnSpc>
              <a:spcBef>
                <a:spcPts val="0"/>
              </a:spcBef>
              <a:spcAft>
                <a:spcPts val="0"/>
              </a:spcAft>
              <a:buSzPts val="1300"/>
              <a:buNone/>
              <a:defRPr sz="1300"/>
            </a:lvl4pPr>
            <a:lvl5pPr lvl="4" rtl="0" algn="ctr">
              <a:lnSpc>
                <a:spcPct val="100000"/>
              </a:lnSpc>
              <a:spcBef>
                <a:spcPts val="0"/>
              </a:spcBef>
              <a:spcAft>
                <a:spcPts val="0"/>
              </a:spcAft>
              <a:buSzPts val="1300"/>
              <a:buNone/>
              <a:defRPr sz="1300"/>
            </a:lvl5pPr>
            <a:lvl6pPr lvl="5" rtl="0" algn="ctr">
              <a:lnSpc>
                <a:spcPct val="100000"/>
              </a:lnSpc>
              <a:spcBef>
                <a:spcPts val="0"/>
              </a:spcBef>
              <a:spcAft>
                <a:spcPts val="0"/>
              </a:spcAft>
              <a:buSzPts val="1300"/>
              <a:buNone/>
              <a:defRPr sz="1300"/>
            </a:lvl6pPr>
            <a:lvl7pPr lvl="6" rtl="0" algn="ctr">
              <a:lnSpc>
                <a:spcPct val="100000"/>
              </a:lnSpc>
              <a:spcBef>
                <a:spcPts val="0"/>
              </a:spcBef>
              <a:spcAft>
                <a:spcPts val="0"/>
              </a:spcAft>
              <a:buSzPts val="1300"/>
              <a:buNone/>
              <a:defRPr sz="1300"/>
            </a:lvl7pPr>
            <a:lvl8pPr lvl="7" rtl="0" algn="ctr">
              <a:lnSpc>
                <a:spcPct val="100000"/>
              </a:lnSpc>
              <a:spcBef>
                <a:spcPts val="0"/>
              </a:spcBef>
              <a:spcAft>
                <a:spcPts val="0"/>
              </a:spcAft>
              <a:buSzPts val="1300"/>
              <a:buNone/>
              <a:defRPr sz="1300"/>
            </a:lvl8pPr>
            <a:lvl9pPr lvl="8" rtl="0" algn="ctr">
              <a:lnSpc>
                <a:spcPct val="100000"/>
              </a:lnSpc>
              <a:spcBef>
                <a:spcPts val="0"/>
              </a:spcBef>
              <a:spcAft>
                <a:spcPts val="0"/>
              </a:spcAft>
              <a:buSzPts val="1300"/>
              <a:buNone/>
              <a:defRPr sz="13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6">
    <p:spTree>
      <p:nvGrpSpPr>
        <p:cNvPr id="167" name="Shape 167"/>
        <p:cNvGrpSpPr/>
        <p:nvPr/>
      </p:nvGrpSpPr>
      <p:grpSpPr>
        <a:xfrm>
          <a:off x="0" y="0"/>
          <a:ext cx="0" cy="0"/>
          <a:chOff x="0" y="0"/>
          <a:chExt cx="0" cy="0"/>
        </a:xfrm>
      </p:grpSpPr>
      <p:sp>
        <p:nvSpPr>
          <p:cNvPr id="168" name="Google Shape;168;p26"/>
          <p:cNvSpPr/>
          <p:nvPr/>
        </p:nvSpPr>
        <p:spPr>
          <a:xfrm flipH="1">
            <a:off x="4675372" y="0"/>
            <a:ext cx="4468628" cy="2027791"/>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6"/>
          <p:cNvSpPr/>
          <p:nvPr/>
        </p:nvSpPr>
        <p:spPr>
          <a:xfrm>
            <a:off x="0" y="4256125"/>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7">
    <p:spTree>
      <p:nvGrpSpPr>
        <p:cNvPr id="170" name="Shape 170"/>
        <p:cNvGrpSpPr/>
        <p:nvPr/>
      </p:nvGrpSpPr>
      <p:grpSpPr>
        <a:xfrm>
          <a:off x="0" y="0"/>
          <a:ext cx="0" cy="0"/>
          <a:chOff x="0" y="0"/>
          <a:chExt cx="0" cy="0"/>
        </a:xfrm>
      </p:grpSpPr>
      <p:sp>
        <p:nvSpPr>
          <p:cNvPr id="171" name="Google Shape;171;p27"/>
          <p:cNvSpPr/>
          <p:nvPr/>
        </p:nvSpPr>
        <p:spPr>
          <a:xfrm flipH="1">
            <a:off x="5063052" y="0"/>
            <a:ext cx="4080948" cy="2265778"/>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75" name="Shape 17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1pPr>
            <a:lvl2pPr lvl="1">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2pPr>
            <a:lvl3pPr lvl="2">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3pPr>
            <a:lvl4pPr lvl="3">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4pPr>
            <a:lvl5pPr lvl="4">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5pPr>
            <a:lvl6pPr lvl="5">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6pPr>
            <a:lvl7pPr lvl="6">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7pPr>
            <a:lvl8pPr lvl="7">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8pPr>
            <a:lvl9pPr lvl="8">
              <a:spcBef>
                <a:spcPts val="0"/>
              </a:spcBef>
              <a:spcAft>
                <a:spcPts val="0"/>
              </a:spcAft>
              <a:buClr>
                <a:srgbClr val="173F5E"/>
              </a:buClr>
              <a:buSzPts val="2800"/>
              <a:buFont typeface="Roboto Slab Regular"/>
              <a:buNone/>
              <a:defRPr sz="2800">
                <a:solidFill>
                  <a:srgbClr val="173F5E"/>
                </a:solidFill>
                <a:latin typeface="Roboto Slab Regular"/>
                <a:ea typeface="Roboto Slab Regular"/>
                <a:cs typeface="Roboto Slab Regular"/>
                <a:sym typeface="Roboto Slab Regular"/>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173F5E"/>
              </a:buClr>
              <a:buSzPts val="1800"/>
              <a:buFont typeface="Questrial"/>
              <a:buChar char="●"/>
              <a:defRPr sz="1800">
                <a:solidFill>
                  <a:srgbClr val="173F5E"/>
                </a:solidFill>
                <a:latin typeface="Questrial"/>
                <a:ea typeface="Questrial"/>
                <a:cs typeface="Questrial"/>
                <a:sym typeface="Questrial"/>
              </a:defRPr>
            </a:lvl1pPr>
            <a:lvl2pPr indent="-317500" lvl="1" marL="914400">
              <a:lnSpc>
                <a:spcPct val="115000"/>
              </a:lnSpc>
              <a:spcBef>
                <a:spcPts val="1600"/>
              </a:spcBef>
              <a:spcAft>
                <a:spcPts val="0"/>
              </a:spcAft>
              <a:buClr>
                <a:srgbClr val="173F5E"/>
              </a:buClr>
              <a:buSzPts val="1400"/>
              <a:buFont typeface="Questrial"/>
              <a:buChar char="○"/>
              <a:defRPr>
                <a:solidFill>
                  <a:srgbClr val="173F5E"/>
                </a:solidFill>
                <a:latin typeface="Questrial"/>
                <a:ea typeface="Questrial"/>
                <a:cs typeface="Questrial"/>
                <a:sym typeface="Questrial"/>
              </a:defRPr>
            </a:lvl2pPr>
            <a:lvl3pPr indent="-317500" lvl="2" marL="1371600">
              <a:lnSpc>
                <a:spcPct val="115000"/>
              </a:lnSpc>
              <a:spcBef>
                <a:spcPts val="1600"/>
              </a:spcBef>
              <a:spcAft>
                <a:spcPts val="0"/>
              </a:spcAft>
              <a:buClr>
                <a:srgbClr val="173F5E"/>
              </a:buClr>
              <a:buSzPts val="1400"/>
              <a:buFont typeface="Questrial"/>
              <a:buChar char="■"/>
              <a:defRPr>
                <a:solidFill>
                  <a:srgbClr val="173F5E"/>
                </a:solidFill>
                <a:latin typeface="Questrial"/>
                <a:ea typeface="Questrial"/>
                <a:cs typeface="Questrial"/>
                <a:sym typeface="Questrial"/>
              </a:defRPr>
            </a:lvl3pPr>
            <a:lvl4pPr indent="-317500" lvl="3" marL="1828800">
              <a:lnSpc>
                <a:spcPct val="115000"/>
              </a:lnSpc>
              <a:spcBef>
                <a:spcPts val="1600"/>
              </a:spcBef>
              <a:spcAft>
                <a:spcPts val="0"/>
              </a:spcAft>
              <a:buClr>
                <a:srgbClr val="173F5E"/>
              </a:buClr>
              <a:buSzPts val="1400"/>
              <a:buFont typeface="Questrial"/>
              <a:buChar char="●"/>
              <a:defRPr>
                <a:solidFill>
                  <a:srgbClr val="173F5E"/>
                </a:solidFill>
                <a:latin typeface="Questrial"/>
                <a:ea typeface="Questrial"/>
                <a:cs typeface="Questrial"/>
                <a:sym typeface="Questrial"/>
              </a:defRPr>
            </a:lvl4pPr>
            <a:lvl5pPr indent="-317500" lvl="4" marL="2286000">
              <a:lnSpc>
                <a:spcPct val="115000"/>
              </a:lnSpc>
              <a:spcBef>
                <a:spcPts val="1600"/>
              </a:spcBef>
              <a:spcAft>
                <a:spcPts val="0"/>
              </a:spcAft>
              <a:buClr>
                <a:srgbClr val="173F5E"/>
              </a:buClr>
              <a:buSzPts val="1400"/>
              <a:buFont typeface="Questrial"/>
              <a:buChar char="○"/>
              <a:defRPr>
                <a:solidFill>
                  <a:srgbClr val="173F5E"/>
                </a:solidFill>
                <a:latin typeface="Questrial"/>
                <a:ea typeface="Questrial"/>
                <a:cs typeface="Questrial"/>
                <a:sym typeface="Questrial"/>
              </a:defRPr>
            </a:lvl5pPr>
            <a:lvl6pPr indent="-317500" lvl="5" marL="2743200">
              <a:lnSpc>
                <a:spcPct val="115000"/>
              </a:lnSpc>
              <a:spcBef>
                <a:spcPts val="1600"/>
              </a:spcBef>
              <a:spcAft>
                <a:spcPts val="0"/>
              </a:spcAft>
              <a:buClr>
                <a:srgbClr val="173F5E"/>
              </a:buClr>
              <a:buSzPts val="1400"/>
              <a:buFont typeface="Questrial"/>
              <a:buChar char="■"/>
              <a:defRPr>
                <a:solidFill>
                  <a:srgbClr val="173F5E"/>
                </a:solidFill>
                <a:latin typeface="Questrial"/>
                <a:ea typeface="Questrial"/>
                <a:cs typeface="Questrial"/>
                <a:sym typeface="Questrial"/>
              </a:defRPr>
            </a:lvl6pPr>
            <a:lvl7pPr indent="-317500" lvl="6" marL="3200400">
              <a:lnSpc>
                <a:spcPct val="115000"/>
              </a:lnSpc>
              <a:spcBef>
                <a:spcPts val="1600"/>
              </a:spcBef>
              <a:spcAft>
                <a:spcPts val="0"/>
              </a:spcAft>
              <a:buClr>
                <a:srgbClr val="173F5E"/>
              </a:buClr>
              <a:buSzPts val="1400"/>
              <a:buFont typeface="Questrial"/>
              <a:buChar char="●"/>
              <a:defRPr>
                <a:solidFill>
                  <a:srgbClr val="173F5E"/>
                </a:solidFill>
                <a:latin typeface="Questrial"/>
                <a:ea typeface="Questrial"/>
                <a:cs typeface="Questrial"/>
                <a:sym typeface="Questrial"/>
              </a:defRPr>
            </a:lvl7pPr>
            <a:lvl8pPr indent="-317500" lvl="7" marL="3657600">
              <a:lnSpc>
                <a:spcPct val="115000"/>
              </a:lnSpc>
              <a:spcBef>
                <a:spcPts val="1600"/>
              </a:spcBef>
              <a:spcAft>
                <a:spcPts val="0"/>
              </a:spcAft>
              <a:buClr>
                <a:srgbClr val="173F5E"/>
              </a:buClr>
              <a:buSzPts val="1400"/>
              <a:buFont typeface="Questrial"/>
              <a:buChar char="○"/>
              <a:defRPr>
                <a:solidFill>
                  <a:srgbClr val="173F5E"/>
                </a:solidFill>
                <a:latin typeface="Questrial"/>
                <a:ea typeface="Questrial"/>
                <a:cs typeface="Questrial"/>
                <a:sym typeface="Questrial"/>
              </a:defRPr>
            </a:lvl8pPr>
            <a:lvl9pPr indent="-317500" lvl="8" marL="4114800">
              <a:lnSpc>
                <a:spcPct val="115000"/>
              </a:lnSpc>
              <a:spcBef>
                <a:spcPts val="1600"/>
              </a:spcBef>
              <a:spcAft>
                <a:spcPts val="1600"/>
              </a:spcAft>
              <a:buClr>
                <a:srgbClr val="173F5E"/>
              </a:buClr>
              <a:buSzPts val="1400"/>
              <a:buFont typeface="Questrial"/>
              <a:buChar char="■"/>
              <a:defRPr>
                <a:solidFill>
                  <a:srgbClr val="173F5E"/>
                </a:solidFill>
                <a:latin typeface="Questrial"/>
                <a:ea typeface="Questrial"/>
                <a:cs typeface="Questrial"/>
                <a:sym typeface="Questria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72" name="Shape 172"/>
        <p:cNvGrpSpPr/>
        <p:nvPr/>
      </p:nvGrpSpPr>
      <p:grpSpPr>
        <a:xfrm>
          <a:off x="0" y="0"/>
          <a:ext cx="0" cy="0"/>
          <a:chOff x="0" y="0"/>
          <a:chExt cx="0" cy="0"/>
        </a:xfrm>
      </p:grpSpPr>
      <p:sp>
        <p:nvSpPr>
          <p:cNvPr id="173" name="Google Shape;173;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74" name="Google Shape;174;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slide" Target="/ppt/slides/slide27.xml"/><Relationship Id="rId7" Type="http://schemas.openxmlformats.org/officeDocument/2006/relationships/slide" Target="/ppt/slides/slide26.xml"/><Relationship Id="rId8" Type="http://schemas.openxmlformats.org/officeDocument/2006/relationships/slide" Target="/ppt/slides/slide28.xml"/><Relationship Id="rId11" Type="http://schemas.openxmlformats.org/officeDocument/2006/relationships/slide" Target="/ppt/slides/slide31.xml"/><Relationship Id="rId10" Type="http://schemas.openxmlformats.org/officeDocument/2006/relationships/slide" Target="/ppt/slides/slide31.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32.xml"/><Relationship Id="rId15" Type="http://schemas.openxmlformats.org/officeDocument/2006/relationships/slide" Target="/ppt/slides/slide33.xml"/><Relationship Id="rId14" Type="http://schemas.openxmlformats.org/officeDocument/2006/relationships/slide" Target="/ppt/slides/slide33.xml"/><Relationship Id="rId16" Type="http://schemas.openxmlformats.org/officeDocument/2006/relationships/slide" Target="/ppt/slides/slide3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 Id="rId3" Type="http://schemas.openxmlformats.org/officeDocument/2006/relationships/image" Target="../media/image17.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 Id="rId3" Type="http://schemas.openxmlformats.org/officeDocument/2006/relationships/hyperlink" Target="https://docs.google.com/spreadsheets/d/1hVw1kS2yGItNKVQ-nz7JOfgv-sbB8vuGnw-h0-j44QQ/copy" TargetMode="Externa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 Id="rId3" Type="http://schemas.openxmlformats.org/officeDocument/2006/relationships/image" Target="../media/image9.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 Id="rId3" Type="http://schemas.openxmlformats.org/officeDocument/2006/relationships/image" Target="../media/image14.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 Id="rId3" Type="http://schemas.openxmlformats.org/officeDocument/2006/relationships/image" Target="../media/image16.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 Id="rId3" Type="http://schemas.openxmlformats.org/officeDocument/2006/relationships/image" Target="../media/image1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 Id="rId3" Type="http://schemas.openxmlformats.org/officeDocument/2006/relationships/image" Target="../media/image11.jpg"/><Relationship Id="rId4" Type="http://schemas.openxmlformats.org/officeDocument/2006/relationships/image" Target="../media/image6.jpg"/><Relationship Id="rId5" Type="http://schemas.openxmlformats.org/officeDocument/2006/relationships/image" Target="../media/image18.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20.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 Id="rId3" Type="http://schemas.openxmlformats.org/officeDocument/2006/relationships/image" Target="../media/image10.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image" Target="../media/image12.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 Id="rId3" Type="http://schemas.openxmlformats.org/officeDocument/2006/relationships/image" Target="../media/image2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 Id="rId3" Type="http://schemas.openxmlformats.org/officeDocument/2006/relationships/image" Target="../media/image22.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image" Target="../media/image1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image" Target="../media/image19.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image" Target="../media/image2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xml"/><Relationship Id="rId3" Type="http://schemas.openxmlformats.org/officeDocument/2006/relationships/hyperlink" Target="https://www.freepik.com/free-vector/timeline-infographic-template_10423722.htm#page=1&amp;query=timeline%20freepik&amp;position=9/?utm_source=slidesgo_template&amp;utm_medium=referral-link&amp;utm_campaign=sg_resources&amp;utm_content=freepik" TargetMode="External"/><Relationship Id="rId4" Type="http://schemas.openxmlformats.org/officeDocument/2006/relationships/hyperlink" Target="https://www.freepik.com/free-vector/comparison-chart-infographic_8484187.htm#page=1&amp;query=infographic%20comparison%20freepik&amp;position=3/?utm_source=slidesgo_template&amp;utm_medium=referral-link&amp;utm_campaign=sg_resources&amp;utm_content=freepik" TargetMode="External"/><Relationship Id="rId9" Type="http://schemas.openxmlformats.org/officeDocument/2006/relationships/hyperlink" Target="https://www.freepik.com/free-photo/close-up-woman-with-syringe-serum_11380393.htm#page=2&amp;query=medical%20freepik&amp;position=41/?utm_source=slidesgo_template&amp;utm_medium=referral-link&amp;utm_campaign=sg_resources&amp;utm_content=freepik" TargetMode="External"/><Relationship Id="rId5" Type="http://schemas.openxmlformats.org/officeDocument/2006/relationships/hyperlink" Target="https://www.freepik.com/free-photo/medium-shot-doctor-wearing-mask_12060750.htm#page=2&amp;query=medical+freepik&amp;position=11/?utm_source=slidesgo_template&amp;utm_medium=referral-link&amp;utm_campaign=sg_resources&amp;utm_content=freepik" TargetMode="External"/><Relationship Id="rId6" Type="http://schemas.openxmlformats.org/officeDocument/2006/relationships/hyperlink" Target="https://www.freepik.com/free-photo/close-up-doctor-with-copy-space_12060766.htm#page=2&amp;query=medical%20freepik&amp;position=13/?utm_source=slidesgo_template&amp;utm_medium=referral-link&amp;utm_campaign=sg_resources&amp;utm_content=freepik" TargetMode="External"/><Relationship Id="rId7" Type="http://schemas.openxmlformats.org/officeDocument/2006/relationships/hyperlink" Target="https://www.freepik.com/free-photo/coronavirus-sample-procedure_10623639.htm#page=2&amp;query=medical%20freepik&amp;position=20/?utm_source=slidesgo_template&amp;utm_medium=referral-link&amp;utm_campaign=sg_resources&amp;utm_content=freepik" TargetMode="External"/><Relationship Id="rId8" Type="http://schemas.openxmlformats.org/officeDocument/2006/relationships/hyperlink" Target="https://www.freepik.com/free-photo/male-physiotherapist-checking-woman-s-shoulder-with-copy-space_11379456.htm#page=2&amp;query=medical%20freepik&amp;position=40/?utm_source=slidesgo_template&amp;utm_medium=referral-link&amp;utm_campaign=sg_resources&amp;utm_content=freepik" TargetMode="External"/><Relationship Id="rId11" Type="http://schemas.openxmlformats.org/officeDocument/2006/relationships/hyperlink" Target="https://www.freepik.com/free-photo/close-up-man-being-vaccinating-by-doctor_11175606.htm#page=8&amp;query=medical+freepik&amp;position=34/?utm_source=slidesgo_template&amp;utm_medium=referral-link&amp;utm_campaign=sg_resources&amp;utm_content=freepik" TargetMode="External"/><Relationship Id="rId10" Type="http://schemas.openxmlformats.org/officeDocument/2006/relationships/hyperlink" Target="https://www.freepik.com/free-photo/medium-shot-doctor-looking-radiography_12060725.htm#page=8&amp;query=medical+freepik&amp;position=7/?utm_source=slidesgo_template&amp;utm_medium=referral-link&amp;utm_campaign=sg_resources&amp;utm_content=freepik" TargetMode="External"/><Relationship Id="rId13" Type="http://schemas.openxmlformats.org/officeDocument/2006/relationships/hyperlink" Target="https://www.freepik.com/free-photo/close-up-senior-man-with-grey-hair_11512538.htm#page=1&amp;query=man%20freepik&amp;position=27/?utm_source=slidesgo_template&amp;utm_medium=referral-link&amp;utm_campaign=sg_resources&amp;utm_content=freepik" TargetMode="External"/><Relationship Id="rId12" Type="http://schemas.openxmlformats.org/officeDocument/2006/relationships/hyperlink" Target="https://www.freepik.com/free-photo/woman-kitchen-looking-camera_5123231.htm#page=1&amp;query=woman%20freepik&amp;position=0/?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xml"/><Relationship Id="rId3" Type="http://schemas.openxmlformats.org/officeDocument/2006/relationships/hyperlink" Target="https://stories.freepik.com/bro/?utm_source=slidesgo_template&amp;utm_medium=referral-link&amp;utm_campaign=sg_resources&amp;utm_content=stories#f3da03" TargetMode="External"/><Relationship Id="rId4" Type="http://schemas.openxmlformats.org/officeDocument/2006/relationships/hyperlink" Target="https://www.freepik.com/free-vector/timeline-infographic-with-yellow-elements_8851365.htm/?utm_source=slidesgo_template&amp;utm_medium=referral-link&amp;utm_campaign=sg_resources&amp;utm_content=freepik" TargetMode="External"/><Relationship Id="rId9" Type="http://schemas.openxmlformats.org/officeDocument/2006/relationships/hyperlink" Target="https://www.freepik.com/free-photo/medical-team-posing_1210107.htm/?utm_source=slidesgo_template&amp;utm_medium=referral-link&amp;utm_campaign=sg_resources&amp;utm_content=freepik" TargetMode="External"/><Relationship Id="rId5" Type="http://schemas.openxmlformats.org/officeDocument/2006/relationships/hyperlink" Target="https://www.freepik.com/free-vector/colorful-comparison-chart-infographic_8589839.htm/?utm_source=slidesgo_template&amp;utm_medium=referral-link&amp;utm_campaign=sg_resources&amp;utm_content=freepik" TargetMode="External"/><Relationship Id="rId6" Type="http://schemas.openxmlformats.org/officeDocument/2006/relationships/hyperlink" Target="https://www.freepik.com/premium-photo/portrait-young-man-grey-t-shirt-looking-camera-standing-against-white-wall_5257623.htm/?utm_source=slidesgo_template&amp;utm_medium=referral-link&amp;utm_campaign=sg_resources&amp;utm_content=freepik" TargetMode="External"/><Relationship Id="rId7" Type="http://schemas.openxmlformats.org/officeDocument/2006/relationships/hyperlink" Target="https://www.freepik.com/premium-photo/elevated-view-stethoscope-blue-background_3885450.htm/?utm_source=slidesgo_template&amp;utm_medium=referral-link&amp;utm_campaign=sg_resources&amp;utm_content=freepik" TargetMode="External"/><Relationship Id="rId8" Type="http://schemas.openxmlformats.org/officeDocument/2006/relationships/hyperlink" Target="https://www.freepik.com/free-photo/doctor-examining-chest-patient_3029795.htm/?utm_source=slidesgo_template&amp;utm_medium=referral-link&amp;utm_campaign=sg_resources&amp;utm_content=freepik" TargetMode="External"/><Relationship Id="rId11" Type="http://schemas.openxmlformats.org/officeDocument/2006/relationships/hyperlink" Target="https://www.freepik.com/free-photo/doctor-putting-vaccine-syringe_9320122.htm/?utm_source=slidesgo_template&amp;utm_medium=referral-link&amp;utm_campaign=sg_resources&amp;utm_content=freepik" TargetMode="External"/><Relationship Id="rId10" Type="http://schemas.openxmlformats.org/officeDocument/2006/relationships/hyperlink" Target="https://www.freepik.com/free-photo/medium-shot-health-worker-with-copy-space_12060760.htm/?utm_source=slidesgo_template&amp;utm_medium=referral-link&amp;utm_campaign=sg_resources&amp;utm_content=freepik" TargetMode="External"/><Relationship Id="rId13" Type="http://schemas.openxmlformats.org/officeDocument/2006/relationships/hyperlink" Target="https://www.freepik.com/premium-photo/doctor-vaccinating-patient_10892561.htm#page=27&amp;query=doctor+freepik&amp;position=1/?utm_source=slidesgo_template&amp;utm_medium=referral-link&amp;utm_campaign=sg_resources&amp;utm_content=freepik" TargetMode="External"/><Relationship Id="rId12" Type="http://schemas.openxmlformats.org/officeDocument/2006/relationships/hyperlink" Target="https://www.freepik.com/premium-photo/hand-holding-stethoscope_1198082.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9.xml"/><Relationship Id="rId3" Type="http://schemas.openxmlformats.org/officeDocument/2006/relationships/hyperlink" Target="https://www.freepik.com/premium-photo/doctor-holding-clipboard-looking-camera_5480812.htm/?utm_source=slidesgo_template&amp;utm_medium=referral-link&amp;utm_campaign=sg_resources&amp;utm_content=freepik" TargetMode="External"/><Relationship Id="rId4" Type="http://schemas.openxmlformats.org/officeDocument/2006/relationships/hyperlink" Target="https://www.freepik.com/premium-photo/medical-team-doctor-s-office_4507505.htm/?utm_source=slidesgo_template&amp;utm_medium=referral-link&amp;utm_campaign=sg_resources&amp;utm_content=freepik" TargetMode="External"/><Relationship Id="rId9" Type="http://schemas.openxmlformats.org/officeDocument/2006/relationships/hyperlink" Target="https://www.freepik.com/free-photo/medium-shot-woman-wearing-gloves_12060646.htm/?utm_source=slidesgo_template&amp;utm_medium=referral-link&amp;utm_campaign=sg_resources&amp;utm_content=freepik" TargetMode="External"/><Relationship Id="rId5" Type="http://schemas.openxmlformats.org/officeDocument/2006/relationships/hyperlink" Target="https://www.freepik.com/premium-photo/close-up-doctor-s-hand-showing-thermometer_3465245.htm/?utm_source=slidesgo_template&amp;utm_medium=referral-link&amp;utm_campaign=sg_resources&amp;utm_content=freepik" TargetMode="External"/><Relationship Id="rId6" Type="http://schemas.openxmlformats.org/officeDocument/2006/relationships/hyperlink" Target="https://www.freepik.com/free-photo/human-hand-holding-zip-lock-plastic-bag-with-stethoscope_2559726.htm/?utm_source=slidesgo_template&amp;utm_medium=referral-link&amp;utm_campaign=sg_resources&amp;utm_content=freepik" TargetMode="External"/><Relationship Id="rId7" Type="http://schemas.openxmlformats.org/officeDocument/2006/relationships/hyperlink" Target="http://freepik.com/free-photo/doctor-holding-syringe-with-vaccine_10892555.htm/?utm_source=slidesgo_template&amp;utm_medium=referral-link&amp;utm_campaign=sg_resources&amp;utm_content=freepik" TargetMode="External"/><Relationship Id="rId8" Type="http://schemas.openxmlformats.org/officeDocument/2006/relationships/hyperlink" Target="https://www.freepik.com/premium-photo/smiley-female-doctor_7010140.htm/?utm_source=slidesgo_template&amp;utm_medium=referral-link&amp;utm_campaign=sg_resources&amp;utm_content=freepik" TargetMode="External"/><Relationship Id="rId10" Type="http://schemas.openxmlformats.org/officeDocument/2006/relationships/hyperlink" Target="https://www.freepik.com/free-photo/ethnic-young-woman-holding-cup-white-background_4821891.htm#position=15/?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 Id="rId3" Type="http://schemas.openxmlformats.org/officeDocument/2006/relationships/hyperlink" Target="https://fonts.google.com/specimen/Roboto+Slab" TargetMode="External"/><Relationship Id="rId4" Type="http://schemas.openxmlformats.org/officeDocument/2006/relationships/hyperlink" Target="https://fonts.google.com/specimen/Questrial)"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gif"/><Relationship Id="rId9" Type="http://schemas.openxmlformats.org/officeDocument/2006/relationships/image" Target="../media/image2.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8.gif"/><Relationship Id="rId10" Type="http://schemas.openxmlformats.org/officeDocument/2006/relationships/image" Target="../media/image7.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5.gif"/></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 Id="rId3" Type="http://schemas.openxmlformats.org/officeDocument/2006/relationships/hyperlink" Target="https://chrome.google.com/webstore/detail/flaticon-for-gsuit-gslide/haekgjfnhhdkgfgmldhfokhmfkgmciba"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2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9" name="Shape 179"/>
        <p:cNvGrpSpPr/>
        <p:nvPr/>
      </p:nvGrpSpPr>
      <p:grpSpPr>
        <a:xfrm>
          <a:off x="0" y="0"/>
          <a:ext cx="0" cy="0"/>
          <a:chOff x="0" y="0"/>
          <a:chExt cx="0" cy="0"/>
        </a:xfrm>
      </p:grpSpPr>
      <p:cxnSp>
        <p:nvCxnSpPr>
          <p:cNvPr id="180" name="Google Shape;180;p30"/>
          <p:cNvCxnSpPr/>
          <p:nvPr/>
        </p:nvCxnSpPr>
        <p:spPr>
          <a:xfrm>
            <a:off x="813625" y="2039500"/>
            <a:ext cx="509400" cy="0"/>
          </a:xfrm>
          <a:prstGeom prst="straightConnector1">
            <a:avLst/>
          </a:prstGeom>
          <a:noFill/>
          <a:ln cap="flat" cmpd="sng" w="28575">
            <a:solidFill>
              <a:srgbClr val="4697D3"/>
            </a:solidFill>
            <a:prstDash val="solid"/>
            <a:round/>
            <a:headEnd len="med" w="med" type="none"/>
            <a:tailEnd len="med" w="med" type="none"/>
          </a:ln>
        </p:spPr>
      </p:cxnSp>
      <p:sp>
        <p:nvSpPr>
          <p:cNvPr id="181" name="Google Shape;181;p30"/>
          <p:cNvSpPr txBox="1"/>
          <p:nvPr>
            <p:ph type="ctrTitle"/>
          </p:nvPr>
        </p:nvSpPr>
        <p:spPr>
          <a:xfrm>
            <a:off x="713100" y="539500"/>
            <a:ext cx="3909900" cy="205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Pastel Blue Clinical Case</a:t>
            </a:r>
            <a:endParaRPr/>
          </a:p>
        </p:txBody>
      </p:sp>
      <p:sp>
        <p:nvSpPr>
          <p:cNvPr id="182" name="Google Shape;182;p30"/>
          <p:cNvSpPr txBox="1"/>
          <p:nvPr>
            <p:ph idx="1" type="subTitle"/>
          </p:nvPr>
        </p:nvSpPr>
        <p:spPr>
          <a:xfrm>
            <a:off x="713225" y="2208900"/>
            <a:ext cx="32493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 name="Shape 186"/>
        <p:cNvGrpSpPr/>
        <p:nvPr/>
      </p:nvGrpSpPr>
      <p:grpSpPr>
        <a:xfrm>
          <a:off x="0" y="0"/>
          <a:ext cx="0" cy="0"/>
          <a:chOff x="0" y="0"/>
          <a:chExt cx="0" cy="0"/>
        </a:xfrm>
      </p:grpSpPr>
      <p:sp>
        <p:nvSpPr>
          <p:cNvPr id="187" name="Google Shape;187;p3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697D3"/>
                </a:solidFill>
              </a:rPr>
              <a:t>Contents of this template</a:t>
            </a:r>
            <a:endParaRPr/>
          </a:p>
        </p:txBody>
      </p:sp>
      <p:sp>
        <p:nvSpPr>
          <p:cNvPr id="188" name="Google Shape;188;p31"/>
          <p:cNvSpPr txBox="1"/>
          <p:nvPr>
            <p:ph idx="1" type="body"/>
          </p:nvPr>
        </p:nvSpPr>
        <p:spPr>
          <a:xfrm>
            <a:off x="713225" y="1152475"/>
            <a:ext cx="7717500" cy="344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003548"/>
                </a:solidFill>
              </a:rPr>
              <a:t>Here’s what you’ll find in this</a:t>
            </a:r>
            <a:r>
              <a:rPr b="1" lang="en">
                <a:solidFill>
                  <a:srgbClr val="003548"/>
                </a:solidFill>
              </a:rPr>
              <a:t> </a:t>
            </a:r>
            <a:r>
              <a:rPr b="1" lang="en">
                <a:solidFill>
                  <a:srgbClr val="003548"/>
                </a:solidFill>
                <a:uFill>
                  <a:noFill/>
                </a:uFill>
                <a:hlinkClick r:id="rId3">
                  <a:extLst>
                    <a:ext uri="{A12FA001-AC4F-418D-AE19-62706E023703}">
                      <ahyp:hlinkClr val="tx"/>
                    </a:ext>
                  </a:extLst>
                </a:hlinkClick>
              </a:rPr>
              <a:t>Slidesgo</a:t>
            </a:r>
            <a:r>
              <a:rPr lang="en">
                <a:solidFill>
                  <a:srgbClr val="003548"/>
                </a:solidFill>
              </a:rPr>
              <a:t> template: </a:t>
            </a:r>
            <a:endParaRPr>
              <a:solidFill>
                <a:srgbClr val="003548"/>
              </a:solidFill>
            </a:endParaRPr>
          </a:p>
          <a:p>
            <a:pPr indent="-304800" lvl="0" marL="457200" rtl="0" algn="l">
              <a:spcBef>
                <a:spcPts val="0"/>
              </a:spcBef>
              <a:spcAft>
                <a:spcPts val="0"/>
              </a:spcAft>
              <a:buClr>
                <a:srgbClr val="003548"/>
              </a:buClr>
              <a:buSzPts val="1200"/>
              <a:buFont typeface="Questrial"/>
              <a:buAutoNum type="arabicPeriod"/>
            </a:pPr>
            <a:r>
              <a:rPr lang="en">
                <a:solidFill>
                  <a:srgbClr val="003548"/>
                </a:solidFill>
              </a:rPr>
              <a:t>A slide structure based on a clinical case presentation, which you can easily adapt to your needs. For more info on how to edit the template, please visit </a:t>
            </a:r>
            <a:r>
              <a:rPr b="1" lang="en">
                <a:solidFill>
                  <a:srgbClr val="003548"/>
                </a:solidFill>
                <a:uFill>
                  <a:noFill/>
                </a:uFill>
                <a:hlinkClick r:id="rId4">
                  <a:extLst>
                    <a:ext uri="{A12FA001-AC4F-418D-AE19-62706E023703}">
                      <ahyp:hlinkClr val="tx"/>
                    </a:ext>
                  </a:extLst>
                </a:hlinkClick>
              </a:rPr>
              <a:t>Slidesgo School</a:t>
            </a:r>
            <a:r>
              <a:rPr lang="en">
                <a:solidFill>
                  <a:srgbClr val="003548"/>
                </a:solidFill>
              </a:rPr>
              <a:t> or read our </a:t>
            </a:r>
            <a:r>
              <a:rPr b="1" lang="en">
                <a:solidFill>
                  <a:srgbClr val="003548"/>
                </a:solidFill>
                <a:uFill>
                  <a:noFill/>
                </a:uFill>
                <a:hlinkClick r:id="rId5">
                  <a:extLst>
                    <a:ext uri="{A12FA001-AC4F-418D-AE19-62706E023703}">
                      <ahyp:hlinkClr val="tx"/>
                    </a:ext>
                  </a:extLst>
                </a:hlinkClick>
              </a:rPr>
              <a:t>FAQs</a:t>
            </a:r>
            <a:r>
              <a:rPr b="1" lang="en">
                <a:solidFill>
                  <a:srgbClr val="003548"/>
                </a:solidFill>
              </a:rPr>
              <a:t>.</a:t>
            </a:r>
            <a:endParaRPr b="1">
              <a:solidFill>
                <a:srgbClr val="003548"/>
              </a:solidFill>
            </a:endParaRPr>
          </a:p>
          <a:p>
            <a:pPr indent="-304800" lvl="0" marL="457200" rtl="0" algn="l">
              <a:spcBef>
                <a:spcPts val="0"/>
              </a:spcBef>
              <a:spcAft>
                <a:spcPts val="0"/>
              </a:spcAft>
              <a:buClr>
                <a:srgbClr val="003548"/>
              </a:buClr>
              <a:buSzPts val="1200"/>
              <a:buFont typeface="Questrial"/>
              <a:buAutoNum type="arabicPeriod"/>
            </a:pPr>
            <a:r>
              <a:rPr lang="en">
                <a:solidFill>
                  <a:srgbClr val="003548"/>
                </a:solidFill>
              </a:rPr>
              <a:t>An assortment of graphic resources that are suitable for use in the presentation can be found in the</a:t>
            </a:r>
            <a:r>
              <a:rPr b="1" lang="en">
                <a:solidFill>
                  <a:srgbClr val="003548"/>
                </a:solidFill>
              </a:rPr>
              <a:t> </a:t>
            </a:r>
            <a:r>
              <a:rPr b="1" lang="en">
                <a:solidFill>
                  <a:srgbClr val="003548"/>
                </a:solidFill>
                <a:uFill>
                  <a:noFill/>
                </a:uFill>
                <a:hlinkClick action="ppaction://hlinksldjump" r:id="rId6">
                  <a:extLst>
                    <a:ext uri="{A12FA001-AC4F-418D-AE19-62706E023703}">
                      <ahyp:hlinkClr val="tx"/>
                    </a:ext>
                  </a:extLst>
                </a:hlinkClick>
              </a:rPr>
              <a:t>alternative resources slide</a:t>
            </a:r>
            <a:r>
              <a:rPr b="1" lang="en">
                <a:solidFill>
                  <a:srgbClr val="003548"/>
                </a:solidFill>
                <a:uFill>
                  <a:noFill/>
                </a:uFill>
                <a:hlinkClick>
                  <a:extLst>
                    <a:ext uri="{A12FA001-AC4F-418D-AE19-62706E023703}">
                      <ahyp:hlinkClr val="tx"/>
                    </a:ext>
                  </a:extLst>
                </a:hlinkClick>
              </a:rPr>
              <a:t>.</a:t>
            </a:r>
            <a:endParaRPr b="1">
              <a:solidFill>
                <a:srgbClr val="003548"/>
              </a:solidFill>
            </a:endParaRPr>
          </a:p>
          <a:p>
            <a:pPr indent="-304800" lvl="0" marL="457200" rtl="0" algn="l">
              <a:spcBef>
                <a:spcPts val="0"/>
              </a:spcBef>
              <a:spcAft>
                <a:spcPts val="0"/>
              </a:spcAft>
              <a:buClr>
                <a:srgbClr val="003548"/>
              </a:buClr>
              <a:buSzPts val="1200"/>
              <a:buFont typeface="Questrial"/>
              <a:buAutoNum type="arabicPeriod"/>
            </a:pPr>
            <a:r>
              <a:rPr b="1" lang="en">
                <a:solidFill>
                  <a:srgbClr val="003548"/>
                </a:solidFill>
                <a:uFill>
                  <a:noFill/>
                </a:uFill>
                <a:hlinkClick action="ppaction://hlinksldjump" r:id="rId7">
                  <a:extLst>
                    <a:ext uri="{A12FA001-AC4F-418D-AE19-62706E023703}">
                      <ahyp:hlinkClr val="tx"/>
                    </a:ext>
                  </a:extLst>
                </a:hlinkClick>
              </a:rPr>
              <a:t>A thanks slide</a:t>
            </a:r>
            <a:r>
              <a:rPr lang="en">
                <a:solidFill>
                  <a:srgbClr val="003548"/>
                </a:solidFill>
              </a:rPr>
              <a:t>, which you must keep so that proper credits for our design are given.</a:t>
            </a:r>
            <a:endParaRPr>
              <a:solidFill>
                <a:srgbClr val="003548"/>
              </a:solidFill>
            </a:endParaRPr>
          </a:p>
          <a:p>
            <a:pPr indent="-304800" lvl="0" marL="457200" rtl="0" algn="l">
              <a:spcBef>
                <a:spcPts val="0"/>
              </a:spcBef>
              <a:spcAft>
                <a:spcPts val="0"/>
              </a:spcAft>
              <a:buClr>
                <a:srgbClr val="003548"/>
              </a:buClr>
              <a:buSzPts val="1200"/>
              <a:buFont typeface="Questrial"/>
              <a:buAutoNum type="arabicPeriod"/>
            </a:pPr>
            <a:r>
              <a:rPr b="1" lang="en">
                <a:solidFill>
                  <a:srgbClr val="003548"/>
                </a:solidFill>
                <a:uFill>
                  <a:noFill/>
                </a:uFill>
                <a:hlinkClick action="ppaction://hlinksldjump" r:id="rId8">
                  <a:extLst>
                    <a:ext uri="{A12FA001-AC4F-418D-AE19-62706E023703}">
                      <ahyp:hlinkClr val="tx"/>
                    </a:ext>
                  </a:extLst>
                </a:hlinkClick>
              </a:rPr>
              <a:t>A resources slide</a:t>
            </a:r>
            <a:r>
              <a:rPr lang="en">
                <a:solidFill>
                  <a:srgbClr val="003548"/>
                </a:solidFill>
              </a:rPr>
              <a:t>, where you’ll find links to all the elements used in the template.</a:t>
            </a:r>
            <a:endParaRPr>
              <a:solidFill>
                <a:srgbClr val="003548"/>
              </a:solidFill>
            </a:endParaRPr>
          </a:p>
          <a:p>
            <a:pPr indent="-304800" lvl="0" marL="457200" rtl="0" algn="l">
              <a:spcBef>
                <a:spcPts val="0"/>
              </a:spcBef>
              <a:spcAft>
                <a:spcPts val="0"/>
              </a:spcAft>
              <a:buClr>
                <a:srgbClr val="003548"/>
              </a:buClr>
              <a:buSzPts val="1200"/>
              <a:buFont typeface="Questrial"/>
              <a:buAutoNum type="arabicPeriod"/>
            </a:pPr>
            <a:r>
              <a:rPr b="1" lang="en">
                <a:solidFill>
                  <a:srgbClr val="003548"/>
                </a:solidFill>
                <a:uFill>
                  <a:noFill/>
                </a:uFill>
                <a:hlinkClick action="ppaction://hlinksldjump" r:id="rId9">
                  <a:extLst>
                    <a:ext uri="{A12FA001-AC4F-418D-AE19-62706E023703}">
                      <ahyp:hlinkClr val="tx"/>
                    </a:ext>
                  </a:extLst>
                </a:hlinkClick>
              </a:rPr>
              <a:t>Instructions for use</a:t>
            </a:r>
            <a:r>
              <a:rPr b="1" lang="en">
                <a:solidFill>
                  <a:srgbClr val="003548"/>
                </a:solidFill>
              </a:rPr>
              <a:t>.</a:t>
            </a:r>
            <a:endParaRPr b="1">
              <a:solidFill>
                <a:srgbClr val="003548"/>
              </a:solidFill>
            </a:endParaRPr>
          </a:p>
          <a:p>
            <a:pPr indent="-304800" lvl="0" marL="457200" rtl="0" algn="l">
              <a:spcBef>
                <a:spcPts val="0"/>
              </a:spcBef>
              <a:spcAft>
                <a:spcPts val="0"/>
              </a:spcAft>
              <a:buClr>
                <a:srgbClr val="003548"/>
              </a:buClr>
              <a:buSzPts val="1200"/>
              <a:buFont typeface="Questrial"/>
              <a:buAutoNum type="arabicPeriod"/>
            </a:pPr>
            <a:r>
              <a:rPr lang="en">
                <a:solidFill>
                  <a:srgbClr val="003548"/>
                </a:solidFill>
              </a:rPr>
              <a:t>Final slides with:</a:t>
            </a:r>
            <a:endParaRPr>
              <a:solidFill>
                <a:srgbClr val="003548"/>
              </a:solidFill>
            </a:endParaRPr>
          </a:p>
          <a:p>
            <a:pPr indent="-304800" lvl="0" marL="914400" rtl="0" algn="l">
              <a:spcBef>
                <a:spcPts val="0"/>
              </a:spcBef>
              <a:spcAft>
                <a:spcPts val="0"/>
              </a:spcAft>
              <a:buClr>
                <a:srgbClr val="003548"/>
              </a:buClr>
              <a:buSzPts val="1200"/>
              <a:buFont typeface="Questrial"/>
              <a:buAutoNum type="arabicPeriod"/>
            </a:pPr>
            <a:r>
              <a:rPr lang="en">
                <a:solidFill>
                  <a:srgbClr val="003548"/>
                </a:solidFill>
                <a:uFill>
                  <a:noFill/>
                </a:uFill>
                <a:hlinkClick action="ppaction://hlinksldjump" r:id="rId10">
                  <a:extLst>
                    <a:ext uri="{A12FA001-AC4F-418D-AE19-62706E023703}">
                      <ahyp:hlinkClr val="tx"/>
                    </a:ext>
                  </a:extLst>
                </a:hlinkClick>
              </a:rPr>
              <a:t>The </a:t>
            </a:r>
            <a:r>
              <a:rPr b="1" lang="en">
                <a:solidFill>
                  <a:srgbClr val="003548"/>
                </a:solidFill>
                <a:uFill>
                  <a:noFill/>
                </a:uFill>
                <a:hlinkClick action="ppaction://hlinksldjump" r:id="rId11">
                  <a:extLst>
                    <a:ext uri="{A12FA001-AC4F-418D-AE19-62706E023703}">
                      <ahyp:hlinkClr val="tx"/>
                    </a:ext>
                  </a:extLst>
                </a:hlinkClick>
              </a:rPr>
              <a:t>fonts and colors</a:t>
            </a:r>
            <a:r>
              <a:rPr lang="en">
                <a:solidFill>
                  <a:srgbClr val="003548"/>
                </a:solidFill>
              </a:rPr>
              <a:t> used in the template.</a:t>
            </a:r>
            <a:endParaRPr>
              <a:solidFill>
                <a:srgbClr val="003548"/>
              </a:solidFill>
            </a:endParaRPr>
          </a:p>
          <a:p>
            <a:pPr indent="-304800" lvl="0" marL="914400" rtl="0" algn="l">
              <a:spcBef>
                <a:spcPts val="0"/>
              </a:spcBef>
              <a:spcAft>
                <a:spcPts val="0"/>
              </a:spcAft>
              <a:buClr>
                <a:srgbClr val="003548"/>
              </a:buClr>
              <a:buSzPts val="1200"/>
              <a:buFont typeface="Questrial"/>
              <a:buAutoNum type="arabicPeriod"/>
            </a:pPr>
            <a:r>
              <a:rPr lang="en">
                <a:solidFill>
                  <a:srgbClr val="003548"/>
                </a:solidFill>
              </a:rPr>
              <a:t>A selection of </a:t>
            </a:r>
            <a:r>
              <a:rPr b="1" lang="en">
                <a:solidFill>
                  <a:srgbClr val="003548"/>
                </a:solidFill>
                <a:uFill>
                  <a:noFill/>
                </a:uFill>
                <a:hlinkClick action="ppaction://hlinksldjump" r:id="rId12">
                  <a:extLst>
                    <a:ext uri="{A12FA001-AC4F-418D-AE19-62706E023703}">
                      <ahyp:hlinkClr val="tx"/>
                    </a:ext>
                  </a:extLst>
                </a:hlinkClick>
              </a:rPr>
              <a:t>illustrations</a:t>
            </a:r>
            <a:r>
              <a:rPr lang="en">
                <a:solidFill>
                  <a:srgbClr val="003548"/>
                </a:solidFill>
              </a:rPr>
              <a:t>. You can also customize and animate them as you wish with the online editor. Visit</a:t>
            </a:r>
            <a:r>
              <a:rPr b="1" lang="en">
                <a:solidFill>
                  <a:srgbClr val="003548"/>
                </a:solidFill>
              </a:rPr>
              <a:t> </a:t>
            </a:r>
            <a:r>
              <a:rPr b="1" lang="en">
                <a:solidFill>
                  <a:srgbClr val="003548"/>
                </a:solidFill>
                <a:uFill>
                  <a:noFill/>
                </a:uFill>
                <a:hlinkClick r:id="rId13">
                  <a:extLst>
                    <a:ext uri="{A12FA001-AC4F-418D-AE19-62706E023703}">
                      <ahyp:hlinkClr val="tx"/>
                    </a:ext>
                  </a:extLst>
                </a:hlinkClick>
              </a:rPr>
              <a:t>Storyset</a:t>
            </a:r>
            <a:r>
              <a:rPr lang="en">
                <a:solidFill>
                  <a:srgbClr val="003548"/>
                </a:solidFill>
              </a:rPr>
              <a:t> to find more. </a:t>
            </a:r>
            <a:endParaRPr>
              <a:solidFill>
                <a:srgbClr val="003548"/>
              </a:solidFill>
            </a:endParaRPr>
          </a:p>
          <a:p>
            <a:pPr indent="-304800" lvl="0" marL="914400" rtl="0" algn="l">
              <a:spcBef>
                <a:spcPts val="0"/>
              </a:spcBef>
              <a:spcAft>
                <a:spcPts val="0"/>
              </a:spcAft>
              <a:buClr>
                <a:srgbClr val="003548"/>
              </a:buClr>
              <a:buSzPts val="1200"/>
              <a:buFont typeface="Questrial"/>
              <a:buAutoNum type="arabicPeriod"/>
            </a:pPr>
            <a:r>
              <a:rPr lang="en">
                <a:solidFill>
                  <a:srgbClr val="003548"/>
                </a:solidFill>
              </a:rPr>
              <a:t>More</a:t>
            </a:r>
            <a:r>
              <a:rPr lang="en">
                <a:solidFill>
                  <a:srgbClr val="003548"/>
                </a:solidFill>
                <a:uFill>
                  <a:noFill/>
                </a:uFill>
                <a:hlinkClick action="ppaction://hlinksldjump" r:id="rId14">
                  <a:extLst>
                    <a:ext uri="{A12FA001-AC4F-418D-AE19-62706E023703}">
                      <ahyp:hlinkClr val="tx"/>
                    </a:ext>
                  </a:extLst>
                </a:hlinkClick>
              </a:rPr>
              <a:t> </a:t>
            </a:r>
            <a:r>
              <a:rPr b="1" lang="en">
                <a:solidFill>
                  <a:srgbClr val="003548"/>
                </a:solidFill>
                <a:uFill>
                  <a:noFill/>
                </a:uFill>
                <a:hlinkClick action="ppaction://hlinksldjump" r:id="rId15">
                  <a:extLst>
                    <a:ext uri="{A12FA001-AC4F-418D-AE19-62706E023703}">
                      <ahyp:hlinkClr val="tx"/>
                    </a:ext>
                  </a:extLst>
                </a:hlinkClick>
              </a:rPr>
              <a:t>infographic resources</a:t>
            </a:r>
            <a:r>
              <a:rPr lang="en">
                <a:solidFill>
                  <a:srgbClr val="003548"/>
                </a:solidFill>
              </a:rPr>
              <a:t>, whose size and color can be edited. </a:t>
            </a:r>
            <a:endParaRPr>
              <a:solidFill>
                <a:srgbClr val="003548"/>
              </a:solidFill>
            </a:endParaRPr>
          </a:p>
          <a:p>
            <a:pPr indent="-304800" lvl="0" marL="914400" rtl="0" algn="l">
              <a:spcBef>
                <a:spcPts val="0"/>
              </a:spcBef>
              <a:spcAft>
                <a:spcPts val="0"/>
              </a:spcAft>
              <a:buClr>
                <a:srgbClr val="003548"/>
              </a:buClr>
              <a:buSzPts val="1200"/>
              <a:buFont typeface="Questrial"/>
              <a:buAutoNum type="arabicPeriod"/>
            </a:pPr>
            <a:r>
              <a:rPr lang="en">
                <a:solidFill>
                  <a:srgbClr val="003548"/>
                </a:solidFill>
              </a:rPr>
              <a:t>Sets of</a:t>
            </a:r>
            <a:r>
              <a:rPr b="1" lang="en">
                <a:solidFill>
                  <a:srgbClr val="003548"/>
                </a:solidFill>
              </a:rPr>
              <a:t> </a:t>
            </a:r>
            <a:r>
              <a:rPr b="1" lang="en">
                <a:solidFill>
                  <a:srgbClr val="003548"/>
                </a:solidFill>
                <a:uFill>
                  <a:noFill/>
                </a:uFill>
                <a:hlinkClick action="ppaction://hlinksldjump" r:id="rId16">
                  <a:extLst>
                    <a:ext uri="{A12FA001-AC4F-418D-AE19-62706E023703}">
                      <ahyp:hlinkClr val="tx"/>
                    </a:ext>
                  </a:extLst>
                </a:hlinkClick>
              </a:rPr>
              <a:t>customizable icons</a:t>
            </a:r>
            <a:r>
              <a:rPr lang="en">
                <a:solidFill>
                  <a:srgbClr val="003548"/>
                </a:solidFill>
              </a:rPr>
              <a:t> of the following themes: general, business, avatar, creative process, education, help &amp; support, medical, nature, performing arts, SEO &amp; marketing, and teamwork.</a:t>
            </a:r>
            <a:endParaRPr>
              <a:solidFill>
                <a:srgbClr val="003548"/>
              </a:solidFill>
            </a:endParaRPr>
          </a:p>
          <a:p>
            <a:pPr indent="0" lvl="0" marL="1371600" rtl="0" algn="l">
              <a:spcBef>
                <a:spcPts val="0"/>
              </a:spcBef>
              <a:spcAft>
                <a:spcPts val="0"/>
              </a:spcAft>
              <a:buClr>
                <a:schemeClr val="dk1"/>
              </a:buClr>
              <a:buSzPts val="1100"/>
              <a:buFont typeface="Arial"/>
              <a:buNone/>
            </a:pPr>
            <a:r>
              <a:t/>
            </a:r>
            <a:endParaRPr>
              <a:solidFill>
                <a:srgbClr val="003548"/>
              </a:solidFill>
            </a:endParaRPr>
          </a:p>
          <a:p>
            <a:pPr indent="0" lvl="0" marL="0" rtl="0" algn="l">
              <a:spcBef>
                <a:spcPts val="0"/>
              </a:spcBef>
              <a:spcAft>
                <a:spcPts val="0"/>
              </a:spcAft>
              <a:buNone/>
            </a:pPr>
            <a:r>
              <a:rPr lang="en">
                <a:solidFill>
                  <a:srgbClr val="003548"/>
                </a:solidFill>
              </a:rPr>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92" name="Shape 192"/>
        <p:cNvGrpSpPr/>
        <p:nvPr/>
      </p:nvGrpSpPr>
      <p:grpSpPr>
        <a:xfrm>
          <a:off x="0" y="0"/>
          <a:ext cx="0" cy="0"/>
          <a:chOff x="0" y="0"/>
          <a:chExt cx="0" cy="0"/>
        </a:xfrm>
      </p:grpSpPr>
      <p:sp>
        <p:nvSpPr>
          <p:cNvPr id="193" name="Google Shape;193;p32"/>
          <p:cNvSpPr txBox="1"/>
          <p:nvPr>
            <p:ph type="title"/>
          </p:nvPr>
        </p:nvSpPr>
        <p:spPr>
          <a:xfrm>
            <a:off x="4280875" y="1079525"/>
            <a:ext cx="2091300" cy="70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194" name="Google Shape;194;p32"/>
          <p:cNvSpPr txBox="1"/>
          <p:nvPr>
            <p:ph idx="1" type="subTitle"/>
          </p:nvPr>
        </p:nvSpPr>
        <p:spPr>
          <a:xfrm>
            <a:off x="4280875" y="1657500"/>
            <a:ext cx="2091300" cy="393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Introduction</a:t>
            </a:r>
            <a:endParaRPr/>
          </a:p>
        </p:txBody>
      </p:sp>
      <p:sp>
        <p:nvSpPr>
          <p:cNvPr id="195" name="Google Shape;195;p32"/>
          <p:cNvSpPr txBox="1"/>
          <p:nvPr>
            <p:ph idx="2" type="subTitle"/>
          </p:nvPr>
        </p:nvSpPr>
        <p:spPr>
          <a:xfrm>
            <a:off x="4280875" y="1958093"/>
            <a:ext cx="20913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You can describe here the topic of the section</a:t>
            </a:r>
            <a:endParaRPr/>
          </a:p>
        </p:txBody>
      </p:sp>
      <p:sp>
        <p:nvSpPr>
          <p:cNvPr id="196" name="Google Shape;196;p32"/>
          <p:cNvSpPr txBox="1"/>
          <p:nvPr>
            <p:ph idx="3" type="title"/>
          </p:nvPr>
        </p:nvSpPr>
        <p:spPr>
          <a:xfrm>
            <a:off x="4280875" y="3015438"/>
            <a:ext cx="2091300" cy="70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197" name="Google Shape;197;p32"/>
          <p:cNvSpPr txBox="1"/>
          <p:nvPr>
            <p:ph idx="4" type="subTitle"/>
          </p:nvPr>
        </p:nvSpPr>
        <p:spPr>
          <a:xfrm>
            <a:off x="4280875" y="3593413"/>
            <a:ext cx="2091300" cy="393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Clr>
                <a:schemeClr val="dk1"/>
              </a:buClr>
              <a:buSzPts val="1100"/>
              <a:buFont typeface="Arial"/>
              <a:buNone/>
            </a:pPr>
            <a:r>
              <a:rPr lang="en">
                <a:latin typeface="Roboto Slab Regular"/>
                <a:ea typeface="Roboto Slab Regular"/>
                <a:cs typeface="Roboto Slab Regular"/>
                <a:sym typeface="Roboto Slab Regular"/>
              </a:rPr>
              <a:t>Methodology</a:t>
            </a:r>
            <a:endParaRPr/>
          </a:p>
        </p:txBody>
      </p:sp>
      <p:sp>
        <p:nvSpPr>
          <p:cNvPr id="198" name="Google Shape;198;p32"/>
          <p:cNvSpPr txBox="1"/>
          <p:nvPr>
            <p:ph idx="5" type="subTitle"/>
          </p:nvPr>
        </p:nvSpPr>
        <p:spPr>
          <a:xfrm>
            <a:off x="4280875" y="3894006"/>
            <a:ext cx="20913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You can describe here the topic of the section</a:t>
            </a:r>
            <a:endParaRPr/>
          </a:p>
        </p:txBody>
      </p:sp>
      <p:sp>
        <p:nvSpPr>
          <p:cNvPr id="199" name="Google Shape;199;p32"/>
          <p:cNvSpPr txBox="1"/>
          <p:nvPr>
            <p:ph idx="6" type="title"/>
          </p:nvPr>
        </p:nvSpPr>
        <p:spPr>
          <a:xfrm>
            <a:off x="6714450" y="1079525"/>
            <a:ext cx="2091300" cy="70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200" name="Google Shape;200;p32"/>
          <p:cNvSpPr txBox="1"/>
          <p:nvPr>
            <p:ph idx="7" type="subTitle"/>
          </p:nvPr>
        </p:nvSpPr>
        <p:spPr>
          <a:xfrm>
            <a:off x="6714450" y="1657500"/>
            <a:ext cx="2091300" cy="393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Results</a:t>
            </a:r>
            <a:endParaRPr/>
          </a:p>
        </p:txBody>
      </p:sp>
      <p:sp>
        <p:nvSpPr>
          <p:cNvPr id="201" name="Google Shape;201;p32"/>
          <p:cNvSpPr txBox="1"/>
          <p:nvPr>
            <p:ph idx="8" type="subTitle"/>
          </p:nvPr>
        </p:nvSpPr>
        <p:spPr>
          <a:xfrm>
            <a:off x="6714450" y="1958093"/>
            <a:ext cx="20913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You can describe here the topic of the section</a:t>
            </a:r>
            <a:endParaRPr/>
          </a:p>
        </p:txBody>
      </p:sp>
      <p:sp>
        <p:nvSpPr>
          <p:cNvPr id="202" name="Google Shape;202;p32"/>
          <p:cNvSpPr txBox="1"/>
          <p:nvPr>
            <p:ph idx="9" type="title"/>
          </p:nvPr>
        </p:nvSpPr>
        <p:spPr>
          <a:xfrm>
            <a:off x="6714450" y="3015438"/>
            <a:ext cx="2091300" cy="70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203" name="Google Shape;203;p32"/>
          <p:cNvSpPr txBox="1"/>
          <p:nvPr>
            <p:ph idx="13" type="subTitle"/>
          </p:nvPr>
        </p:nvSpPr>
        <p:spPr>
          <a:xfrm>
            <a:off x="6714450" y="3593413"/>
            <a:ext cx="2091300" cy="393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Conclusions</a:t>
            </a:r>
            <a:endParaRPr/>
          </a:p>
        </p:txBody>
      </p:sp>
      <p:sp>
        <p:nvSpPr>
          <p:cNvPr id="204" name="Google Shape;204;p32"/>
          <p:cNvSpPr txBox="1"/>
          <p:nvPr>
            <p:ph idx="14" type="subTitle"/>
          </p:nvPr>
        </p:nvSpPr>
        <p:spPr>
          <a:xfrm>
            <a:off x="6714450" y="3894006"/>
            <a:ext cx="20913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You can describe here the topic of the section</a:t>
            </a:r>
            <a:endParaRPr/>
          </a:p>
        </p:txBody>
      </p:sp>
      <p:sp>
        <p:nvSpPr>
          <p:cNvPr id="205" name="Google Shape;205;p32"/>
          <p:cNvSpPr txBox="1"/>
          <p:nvPr>
            <p:ph idx="15" type="title"/>
          </p:nvPr>
        </p:nvSpPr>
        <p:spPr>
          <a:xfrm>
            <a:off x="713225" y="2988700"/>
            <a:ext cx="2703000" cy="162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 of contents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4697D3"/>
        </a:solidFill>
      </p:bgPr>
    </p:bg>
    <p:spTree>
      <p:nvGrpSpPr>
        <p:cNvPr id="209" name="Shape 209"/>
        <p:cNvGrpSpPr/>
        <p:nvPr/>
      </p:nvGrpSpPr>
      <p:grpSpPr>
        <a:xfrm>
          <a:off x="0" y="0"/>
          <a:ext cx="0" cy="0"/>
          <a:chOff x="0" y="0"/>
          <a:chExt cx="0" cy="0"/>
        </a:xfrm>
      </p:grpSpPr>
      <p:sp>
        <p:nvSpPr>
          <p:cNvPr id="210" name="Google Shape;210;p33"/>
          <p:cNvSpPr txBox="1"/>
          <p:nvPr>
            <p:ph type="title"/>
          </p:nvPr>
        </p:nvSpPr>
        <p:spPr>
          <a:xfrm>
            <a:off x="2917650" y="2454475"/>
            <a:ext cx="3308700" cy="73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211" name="Google Shape;211;p33"/>
          <p:cNvSpPr txBox="1"/>
          <p:nvPr>
            <p:ph idx="2" type="title"/>
          </p:nvPr>
        </p:nvSpPr>
        <p:spPr>
          <a:xfrm>
            <a:off x="3211200" y="1684075"/>
            <a:ext cx="2721600" cy="77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12" name="Google Shape;212;p33"/>
          <p:cNvSpPr txBox="1"/>
          <p:nvPr>
            <p:ph idx="1" type="subTitle"/>
          </p:nvPr>
        </p:nvSpPr>
        <p:spPr>
          <a:xfrm>
            <a:off x="2947350" y="3154350"/>
            <a:ext cx="3249300" cy="5604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t>You could describe the topic of the section here</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16" name="Shape 216"/>
        <p:cNvGrpSpPr/>
        <p:nvPr/>
      </p:nvGrpSpPr>
      <p:grpSpPr>
        <a:xfrm>
          <a:off x="0" y="0"/>
          <a:ext cx="0" cy="0"/>
          <a:chOff x="0" y="0"/>
          <a:chExt cx="0" cy="0"/>
        </a:xfrm>
      </p:grpSpPr>
      <p:cxnSp>
        <p:nvCxnSpPr>
          <p:cNvPr id="217" name="Google Shape;217;p34"/>
          <p:cNvCxnSpPr/>
          <p:nvPr/>
        </p:nvCxnSpPr>
        <p:spPr>
          <a:xfrm>
            <a:off x="813625" y="3411725"/>
            <a:ext cx="509400" cy="0"/>
          </a:xfrm>
          <a:prstGeom prst="straightConnector1">
            <a:avLst/>
          </a:prstGeom>
          <a:noFill/>
          <a:ln cap="flat" cmpd="sng" w="19050">
            <a:solidFill>
              <a:srgbClr val="FFFFFF"/>
            </a:solidFill>
            <a:prstDash val="solid"/>
            <a:round/>
            <a:headEnd len="med" w="med" type="none"/>
            <a:tailEnd len="med" w="med" type="none"/>
          </a:ln>
        </p:spPr>
      </p:cxnSp>
      <p:sp>
        <p:nvSpPr>
          <p:cNvPr id="218" name="Google Shape;218;p34"/>
          <p:cNvSpPr txBox="1"/>
          <p:nvPr>
            <p:ph type="ctrTitle"/>
          </p:nvPr>
        </p:nvSpPr>
        <p:spPr>
          <a:xfrm>
            <a:off x="713100" y="2870700"/>
            <a:ext cx="3379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Introduction</a:t>
            </a:r>
            <a:endParaRPr/>
          </a:p>
        </p:txBody>
      </p:sp>
      <p:sp>
        <p:nvSpPr>
          <p:cNvPr id="219" name="Google Shape;219;p34"/>
          <p:cNvSpPr txBox="1"/>
          <p:nvPr>
            <p:ph idx="1" type="subTitle"/>
          </p:nvPr>
        </p:nvSpPr>
        <p:spPr>
          <a:xfrm>
            <a:off x="713225" y="3496625"/>
            <a:ext cx="3379800" cy="1102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lt1"/>
                </a:solidFill>
              </a:rPr>
              <a:t>It could be the part of the presentation where you introduce your company or agency. Keep it short and go straight to the point. Your audience will appreciate that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 name="Shape 223"/>
        <p:cNvGrpSpPr/>
        <p:nvPr/>
      </p:nvGrpSpPr>
      <p:grpSpPr>
        <a:xfrm>
          <a:off x="0" y="0"/>
          <a:ext cx="0" cy="0"/>
          <a:chOff x="0" y="0"/>
          <a:chExt cx="0" cy="0"/>
        </a:xfrm>
      </p:grpSpPr>
      <p:cxnSp>
        <p:nvCxnSpPr>
          <p:cNvPr id="224" name="Google Shape;224;p35"/>
          <p:cNvCxnSpPr/>
          <p:nvPr/>
        </p:nvCxnSpPr>
        <p:spPr>
          <a:xfrm>
            <a:off x="4317425" y="1157125"/>
            <a:ext cx="509400" cy="0"/>
          </a:xfrm>
          <a:prstGeom prst="straightConnector1">
            <a:avLst/>
          </a:prstGeom>
          <a:noFill/>
          <a:ln cap="flat" cmpd="sng" w="19050">
            <a:solidFill>
              <a:srgbClr val="173F5E"/>
            </a:solidFill>
            <a:prstDash val="solid"/>
            <a:round/>
            <a:headEnd len="med" w="med" type="none"/>
            <a:tailEnd len="med" w="med" type="none"/>
          </a:ln>
        </p:spPr>
      </p:cxnSp>
      <p:sp>
        <p:nvSpPr>
          <p:cNvPr id="225" name="Google Shape;225;p35"/>
          <p:cNvSpPr txBox="1"/>
          <p:nvPr/>
        </p:nvSpPr>
        <p:spPr>
          <a:xfrm>
            <a:off x="852675" y="3720100"/>
            <a:ext cx="20913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Jupiter is the biggest planet of them all</a:t>
            </a:r>
            <a:endParaRPr sz="1300">
              <a:solidFill>
                <a:srgbClr val="173F5E"/>
              </a:solidFill>
              <a:latin typeface="Questrial"/>
              <a:ea typeface="Questrial"/>
              <a:cs typeface="Questrial"/>
              <a:sym typeface="Questrial"/>
            </a:endParaRPr>
          </a:p>
        </p:txBody>
      </p:sp>
      <p:sp>
        <p:nvSpPr>
          <p:cNvPr id="226" name="Google Shape;226;p35"/>
          <p:cNvSpPr txBox="1"/>
          <p:nvPr/>
        </p:nvSpPr>
        <p:spPr>
          <a:xfrm>
            <a:off x="852675" y="3419475"/>
            <a:ext cx="20913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Jupiter</a:t>
            </a:r>
            <a:endParaRPr sz="1500">
              <a:solidFill>
                <a:srgbClr val="173F5E"/>
              </a:solidFill>
              <a:latin typeface="Roboto Slab Regular"/>
              <a:ea typeface="Roboto Slab Regular"/>
              <a:cs typeface="Roboto Slab Regular"/>
              <a:sym typeface="Roboto Slab Regular"/>
            </a:endParaRPr>
          </a:p>
        </p:txBody>
      </p:sp>
      <p:sp>
        <p:nvSpPr>
          <p:cNvPr id="227" name="Google Shape;227;p35"/>
          <p:cNvSpPr txBox="1"/>
          <p:nvPr/>
        </p:nvSpPr>
        <p:spPr>
          <a:xfrm>
            <a:off x="3526350" y="3720100"/>
            <a:ext cx="20913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It’s the farthest planet from the Sun</a:t>
            </a:r>
            <a:endParaRPr sz="1300">
              <a:solidFill>
                <a:srgbClr val="173F5E"/>
              </a:solidFill>
              <a:latin typeface="Questrial"/>
              <a:ea typeface="Questrial"/>
              <a:cs typeface="Questrial"/>
              <a:sym typeface="Questrial"/>
            </a:endParaRPr>
          </a:p>
        </p:txBody>
      </p:sp>
      <p:sp>
        <p:nvSpPr>
          <p:cNvPr id="228" name="Google Shape;228;p35"/>
          <p:cNvSpPr txBox="1"/>
          <p:nvPr/>
        </p:nvSpPr>
        <p:spPr>
          <a:xfrm>
            <a:off x="3526350" y="3419475"/>
            <a:ext cx="20913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Neptune</a:t>
            </a:r>
            <a:endParaRPr sz="1500">
              <a:solidFill>
                <a:srgbClr val="173F5E"/>
              </a:solidFill>
              <a:latin typeface="Roboto Slab Regular"/>
              <a:ea typeface="Roboto Slab Regular"/>
              <a:cs typeface="Roboto Slab Regular"/>
              <a:sym typeface="Roboto Slab Regular"/>
            </a:endParaRPr>
          </a:p>
        </p:txBody>
      </p:sp>
      <p:sp>
        <p:nvSpPr>
          <p:cNvPr id="229" name="Google Shape;229;p35"/>
          <p:cNvSpPr txBox="1"/>
          <p:nvPr/>
        </p:nvSpPr>
        <p:spPr>
          <a:xfrm>
            <a:off x="6200025" y="3720100"/>
            <a:ext cx="20913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It’s a gas giant and has several rings</a:t>
            </a:r>
            <a:endParaRPr sz="1300">
              <a:solidFill>
                <a:srgbClr val="173F5E"/>
              </a:solidFill>
              <a:latin typeface="Questrial"/>
              <a:ea typeface="Questrial"/>
              <a:cs typeface="Questrial"/>
              <a:sym typeface="Questrial"/>
            </a:endParaRPr>
          </a:p>
        </p:txBody>
      </p:sp>
      <p:sp>
        <p:nvSpPr>
          <p:cNvPr id="230" name="Google Shape;230;p35"/>
          <p:cNvSpPr txBox="1"/>
          <p:nvPr/>
        </p:nvSpPr>
        <p:spPr>
          <a:xfrm>
            <a:off x="6200025" y="3419475"/>
            <a:ext cx="20913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Saturn</a:t>
            </a:r>
            <a:endParaRPr sz="1500">
              <a:solidFill>
                <a:srgbClr val="173F5E"/>
              </a:solidFill>
              <a:latin typeface="Roboto Slab Regular"/>
              <a:ea typeface="Roboto Slab Regular"/>
              <a:cs typeface="Roboto Slab Regular"/>
              <a:sym typeface="Roboto Slab Regular"/>
            </a:endParaRPr>
          </a:p>
        </p:txBody>
      </p:sp>
      <p:sp>
        <p:nvSpPr>
          <p:cNvPr id="231" name="Google Shape;231;p35"/>
          <p:cNvSpPr/>
          <p:nvPr/>
        </p:nvSpPr>
        <p:spPr>
          <a:xfrm rot="5400000">
            <a:off x="4135141" y="1950861"/>
            <a:ext cx="872960" cy="25"/>
          </a:xfrm>
          <a:custGeom>
            <a:rect b="b" l="l" r="r" t="t"/>
            <a:pathLst>
              <a:path extrusionOk="0" fill="none" h="1" w="35027">
                <a:moveTo>
                  <a:pt x="35026" y="1"/>
                </a:moveTo>
                <a:lnTo>
                  <a:pt x="0" y="1"/>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5"/>
          <p:cNvSpPr/>
          <p:nvPr/>
        </p:nvSpPr>
        <p:spPr>
          <a:xfrm rot="5400000">
            <a:off x="4523056" y="1416129"/>
            <a:ext cx="97896" cy="98693"/>
          </a:xfrm>
          <a:custGeom>
            <a:rect b="b" l="l" r="r" t="t"/>
            <a:pathLst>
              <a:path extrusionOk="0" fill="none" h="3960" w="3928">
                <a:moveTo>
                  <a:pt x="3927" y="1996"/>
                </a:moveTo>
                <a:cubicBezTo>
                  <a:pt x="3927" y="3073"/>
                  <a:pt x="3072" y="3959"/>
                  <a:pt x="1964" y="3959"/>
                </a:cubicBezTo>
                <a:cubicBezTo>
                  <a:pt x="887" y="3959"/>
                  <a:pt x="0" y="3073"/>
                  <a:pt x="0" y="1996"/>
                </a:cubicBezTo>
                <a:cubicBezTo>
                  <a:pt x="0" y="888"/>
                  <a:pt x="887" y="1"/>
                  <a:pt x="1964" y="1"/>
                </a:cubicBezTo>
                <a:cubicBezTo>
                  <a:pt x="3072" y="1"/>
                  <a:pt x="3927" y="888"/>
                  <a:pt x="3927" y="1996"/>
                </a:cubicBezTo>
                <a:close/>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5"/>
          <p:cNvSpPr/>
          <p:nvPr/>
        </p:nvSpPr>
        <p:spPr>
          <a:xfrm>
            <a:off x="1903625" y="1943488"/>
            <a:ext cx="5336991" cy="928944"/>
          </a:xfrm>
          <a:custGeom>
            <a:rect b="b" l="l" r="r" t="t"/>
            <a:pathLst>
              <a:path extrusionOk="0" fill="none" h="37307" w="214337">
                <a:moveTo>
                  <a:pt x="0" y="37307"/>
                </a:moveTo>
                <a:lnTo>
                  <a:pt x="0" y="6873"/>
                </a:lnTo>
                <a:cubicBezTo>
                  <a:pt x="0" y="3104"/>
                  <a:pt x="3104" y="1"/>
                  <a:pt x="6904" y="1"/>
                </a:cubicBezTo>
                <a:lnTo>
                  <a:pt x="207464" y="1"/>
                </a:lnTo>
                <a:cubicBezTo>
                  <a:pt x="211233" y="1"/>
                  <a:pt x="214337" y="3104"/>
                  <a:pt x="214337" y="6873"/>
                </a:cubicBezTo>
                <a:lnTo>
                  <a:pt x="214337" y="37307"/>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5"/>
          <p:cNvSpPr/>
          <p:nvPr/>
        </p:nvSpPr>
        <p:spPr>
          <a:xfrm>
            <a:off x="1385025" y="2317875"/>
            <a:ext cx="1026600" cy="1026600"/>
          </a:xfrm>
          <a:prstGeom prst="ellipse">
            <a:avLst/>
          </a:pr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5"/>
          <p:cNvSpPr/>
          <p:nvPr/>
        </p:nvSpPr>
        <p:spPr>
          <a:xfrm rot="10800000">
            <a:off x="6752675" y="0"/>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5"/>
          <p:cNvSpPr/>
          <p:nvPr/>
        </p:nvSpPr>
        <p:spPr>
          <a:xfrm>
            <a:off x="1650136" y="2528612"/>
            <a:ext cx="496467" cy="605213"/>
          </a:xfrm>
          <a:custGeom>
            <a:rect b="b" l="l" r="r" t="t"/>
            <a:pathLst>
              <a:path extrusionOk="0" h="33665" w="27616">
                <a:moveTo>
                  <a:pt x="8013" y="4940"/>
                </a:moveTo>
                <a:cubicBezTo>
                  <a:pt x="7601" y="4940"/>
                  <a:pt x="7252" y="5320"/>
                  <a:pt x="7252" y="5732"/>
                </a:cubicBezTo>
                <a:cubicBezTo>
                  <a:pt x="7252" y="6176"/>
                  <a:pt x="7601" y="6524"/>
                  <a:pt x="8013" y="6524"/>
                </a:cubicBezTo>
                <a:lnTo>
                  <a:pt x="17070" y="6524"/>
                </a:lnTo>
                <a:cubicBezTo>
                  <a:pt x="17513" y="6524"/>
                  <a:pt x="17862" y="6176"/>
                  <a:pt x="17862" y="5732"/>
                </a:cubicBezTo>
                <a:cubicBezTo>
                  <a:pt x="17862" y="5289"/>
                  <a:pt x="17513" y="4940"/>
                  <a:pt x="17070" y="4940"/>
                </a:cubicBezTo>
                <a:close/>
                <a:moveTo>
                  <a:pt x="19888" y="2629"/>
                </a:moveTo>
                <a:lnTo>
                  <a:pt x="24955" y="7727"/>
                </a:lnTo>
                <a:lnTo>
                  <a:pt x="19888" y="7727"/>
                </a:lnTo>
                <a:lnTo>
                  <a:pt x="19888" y="2629"/>
                </a:lnTo>
                <a:close/>
                <a:moveTo>
                  <a:pt x="8013" y="8677"/>
                </a:moveTo>
                <a:cubicBezTo>
                  <a:pt x="7601" y="8677"/>
                  <a:pt x="7252" y="9026"/>
                  <a:pt x="7252" y="9469"/>
                </a:cubicBezTo>
                <a:cubicBezTo>
                  <a:pt x="7252" y="9912"/>
                  <a:pt x="7601" y="10261"/>
                  <a:pt x="8013" y="10261"/>
                </a:cubicBezTo>
                <a:lnTo>
                  <a:pt x="17070" y="10261"/>
                </a:lnTo>
                <a:cubicBezTo>
                  <a:pt x="17513" y="10261"/>
                  <a:pt x="17862" y="9912"/>
                  <a:pt x="17862" y="9469"/>
                </a:cubicBezTo>
                <a:cubicBezTo>
                  <a:pt x="17862" y="9026"/>
                  <a:pt x="17513" y="8677"/>
                  <a:pt x="17070" y="8677"/>
                </a:cubicBezTo>
                <a:close/>
                <a:moveTo>
                  <a:pt x="8044" y="12414"/>
                </a:moveTo>
                <a:cubicBezTo>
                  <a:pt x="7601" y="12414"/>
                  <a:pt x="7252" y="12763"/>
                  <a:pt x="7252" y="13206"/>
                </a:cubicBezTo>
                <a:cubicBezTo>
                  <a:pt x="7252" y="13649"/>
                  <a:pt x="7601" y="13998"/>
                  <a:pt x="8044" y="13998"/>
                </a:cubicBezTo>
                <a:lnTo>
                  <a:pt x="23087" y="13998"/>
                </a:lnTo>
                <a:cubicBezTo>
                  <a:pt x="23530" y="13998"/>
                  <a:pt x="23879" y="13649"/>
                  <a:pt x="23879" y="13206"/>
                </a:cubicBezTo>
                <a:cubicBezTo>
                  <a:pt x="23879" y="12763"/>
                  <a:pt x="23530" y="12414"/>
                  <a:pt x="23087" y="12414"/>
                </a:cubicBezTo>
                <a:close/>
                <a:moveTo>
                  <a:pt x="15550" y="18020"/>
                </a:moveTo>
                <a:cubicBezTo>
                  <a:pt x="15106" y="18020"/>
                  <a:pt x="14758" y="18368"/>
                  <a:pt x="14758" y="18811"/>
                </a:cubicBezTo>
                <a:lnTo>
                  <a:pt x="14758" y="20363"/>
                </a:lnTo>
                <a:lnTo>
                  <a:pt x="13206" y="20363"/>
                </a:lnTo>
                <a:cubicBezTo>
                  <a:pt x="12763" y="20363"/>
                  <a:pt x="12415" y="20743"/>
                  <a:pt x="12415" y="21155"/>
                </a:cubicBezTo>
                <a:cubicBezTo>
                  <a:pt x="12415" y="21598"/>
                  <a:pt x="12763" y="21947"/>
                  <a:pt x="13206" y="21947"/>
                </a:cubicBezTo>
                <a:lnTo>
                  <a:pt x="14758" y="21947"/>
                </a:lnTo>
                <a:lnTo>
                  <a:pt x="14758" y="23530"/>
                </a:lnTo>
                <a:cubicBezTo>
                  <a:pt x="14758" y="23973"/>
                  <a:pt x="15106" y="24322"/>
                  <a:pt x="15550" y="24322"/>
                </a:cubicBezTo>
                <a:cubicBezTo>
                  <a:pt x="15993" y="24322"/>
                  <a:pt x="16342" y="23973"/>
                  <a:pt x="16342" y="23530"/>
                </a:cubicBezTo>
                <a:lnTo>
                  <a:pt x="16342" y="21947"/>
                </a:lnTo>
                <a:lnTo>
                  <a:pt x="17925" y="21947"/>
                </a:lnTo>
                <a:cubicBezTo>
                  <a:pt x="18368" y="21947"/>
                  <a:pt x="18717" y="21598"/>
                  <a:pt x="18717" y="21155"/>
                </a:cubicBezTo>
                <a:cubicBezTo>
                  <a:pt x="18717" y="20743"/>
                  <a:pt x="18368" y="20363"/>
                  <a:pt x="17925" y="20363"/>
                </a:cubicBezTo>
                <a:lnTo>
                  <a:pt x="16342" y="20363"/>
                </a:lnTo>
                <a:lnTo>
                  <a:pt x="16342" y="18811"/>
                </a:lnTo>
                <a:cubicBezTo>
                  <a:pt x="16342" y="18368"/>
                  <a:pt x="15993" y="18020"/>
                  <a:pt x="15550" y="18020"/>
                </a:cubicBezTo>
                <a:close/>
                <a:moveTo>
                  <a:pt x="15550" y="17070"/>
                </a:moveTo>
                <a:cubicBezTo>
                  <a:pt x="17830" y="17070"/>
                  <a:pt x="19667" y="18906"/>
                  <a:pt x="19667" y="21155"/>
                </a:cubicBezTo>
                <a:cubicBezTo>
                  <a:pt x="19667" y="23435"/>
                  <a:pt x="17830" y="25272"/>
                  <a:pt x="15550" y="25272"/>
                </a:cubicBezTo>
                <a:cubicBezTo>
                  <a:pt x="13301" y="25272"/>
                  <a:pt x="11464" y="23435"/>
                  <a:pt x="11464" y="21155"/>
                </a:cubicBezTo>
                <a:cubicBezTo>
                  <a:pt x="11464" y="18906"/>
                  <a:pt x="13301" y="17070"/>
                  <a:pt x="15550" y="17070"/>
                </a:cubicBezTo>
                <a:close/>
                <a:moveTo>
                  <a:pt x="15550" y="15486"/>
                </a:moveTo>
                <a:cubicBezTo>
                  <a:pt x="12415" y="15486"/>
                  <a:pt x="9881" y="18020"/>
                  <a:pt x="9881" y="21155"/>
                </a:cubicBezTo>
                <a:cubicBezTo>
                  <a:pt x="9881" y="24290"/>
                  <a:pt x="12415" y="26855"/>
                  <a:pt x="15550" y="26855"/>
                </a:cubicBezTo>
                <a:cubicBezTo>
                  <a:pt x="18685" y="26855"/>
                  <a:pt x="21250" y="24290"/>
                  <a:pt x="21250" y="21155"/>
                </a:cubicBezTo>
                <a:cubicBezTo>
                  <a:pt x="21250" y="18020"/>
                  <a:pt x="18685" y="15486"/>
                  <a:pt x="15550" y="15486"/>
                </a:cubicBezTo>
                <a:close/>
                <a:moveTo>
                  <a:pt x="18305" y="1584"/>
                </a:moveTo>
                <a:lnTo>
                  <a:pt x="18305" y="8519"/>
                </a:lnTo>
                <a:cubicBezTo>
                  <a:pt x="18305" y="8931"/>
                  <a:pt x="18653" y="9279"/>
                  <a:pt x="19097" y="9279"/>
                </a:cubicBezTo>
                <a:lnTo>
                  <a:pt x="26032" y="9279"/>
                </a:lnTo>
                <a:lnTo>
                  <a:pt x="26032" y="28565"/>
                </a:lnTo>
                <a:lnTo>
                  <a:pt x="5099" y="28565"/>
                </a:lnTo>
                <a:lnTo>
                  <a:pt x="5099" y="1584"/>
                </a:lnTo>
                <a:close/>
                <a:moveTo>
                  <a:pt x="3516" y="5099"/>
                </a:moveTo>
                <a:lnTo>
                  <a:pt x="3516" y="29357"/>
                </a:lnTo>
                <a:cubicBezTo>
                  <a:pt x="3516" y="29769"/>
                  <a:pt x="3864" y="30149"/>
                  <a:pt x="4307" y="30149"/>
                </a:cubicBezTo>
                <a:lnTo>
                  <a:pt x="22485" y="30149"/>
                </a:lnTo>
                <a:lnTo>
                  <a:pt x="22485" y="32081"/>
                </a:lnTo>
                <a:lnTo>
                  <a:pt x="1552" y="32081"/>
                </a:lnTo>
                <a:lnTo>
                  <a:pt x="1552" y="5099"/>
                </a:lnTo>
                <a:close/>
                <a:moveTo>
                  <a:pt x="4307" y="0"/>
                </a:moveTo>
                <a:cubicBezTo>
                  <a:pt x="3864" y="0"/>
                  <a:pt x="3516" y="348"/>
                  <a:pt x="3516" y="792"/>
                </a:cubicBezTo>
                <a:lnTo>
                  <a:pt x="3516" y="3515"/>
                </a:lnTo>
                <a:lnTo>
                  <a:pt x="792" y="3515"/>
                </a:lnTo>
                <a:cubicBezTo>
                  <a:pt x="349" y="3515"/>
                  <a:pt x="0" y="3864"/>
                  <a:pt x="0" y="4307"/>
                </a:cubicBezTo>
                <a:lnTo>
                  <a:pt x="0" y="32872"/>
                </a:lnTo>
                <a:cubicBezTo>
                  <a:pt x="0" y="33316"/>
                  <a:pt x="349" y="33664"/>
                  <a:pt x="792" y="33664"/>
                </a:cubicBezTo>
                <a:lnTo>
                  <a:pt x="23277" y="33664"/>
                </a:lnTo>
                <a:cubicBezTo>
                  <a:pt x="23720" y="33664"/>
                  <a:pt x="24069" y="33316"/>
                  <a:pt x="24069" y="32872"/>
                </a:cubicBezTo>
                <a:lnTo>
                  <a:pt x="24069" y="30149"/>
                </a:lnTo>
                <a:lnTo>
                  <a:pt x="26824" y="30149"/>
                </a:lnTo>
                <a:cubicBezTo>
                  <a:pt x="27236" y="30149"/>
                  <a:pt x="27616" y="29801"/>
                  <a:pt x="27616" y="29357"/>
                </a:cubicBezTo>
                <a:lnTo>
                  <a:pt x="27616" y="8456"/>
                </a:lnTo>
                <a:cubicBezTo>
                  <a:pt x="27616" y="8234"/>
                  <a:pt x="27521" y="8044"/>
                  <a:pt x="27362" y="7886"/>
                </a:cubicBezTo>
                <a:lnTo>
                  <a:pt x="19698" y="222"/>
                </a:lnTo>
                <a:cubicBezTo>
                  <a:pt x="19572" y="63"/>
                  <a:pt x="19350" y="0"/>
                  <a:pt x="191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37" name="Google Shape;237;p35"/>
          <p:cNvSpPr/>
          <p:nvPr/>
        </p:nvSpPr>
        <p:spPr>
          <a:xfrm>
            <a:off x="4058313" y="2317875"/>
            <a:ext cx="1026600" cy="1026600"/>
          </a:xfrm>
          <a:prstGeom prst="ellipse">
            <a:avLst/>
          </a:pr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5"/>
          <p:cNvSpPr/>
          <p:nvPr/>
        </p:nvSpPr>
        <p:spPr>
          <a:xfrm>
            <a:off x="6731613" y="2317875"/>
            <a:ext cx="1026600" cy="1026600"/>
          </a:xfrm>
          <a:prstGeom prst="ellipse">
            <a:avLst/>
          </a:pr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5"/>
          <p:cNvSpPr/>
          <p:nvPr/>
        </p:nvSpPr>
        <p:spPr>
          <a:xfrm>
            <a:off x="4255300" y="2529450"/>
            <a:ext cx="633644" cy="603529"/>
          </a:xfrm>
          <a:custGeom>
            <a:rect b="b" l="l" r="r" t="t"/>
            <a:pathLst>
              <a:path extrusionOk="0" h="33665" w="35628">
                <a:moveTo>
                  <a:pt x="7347" y="1647"/>
                </a:moveTo>
                <a:cubicBezTo>
                  <a:pt x="7632" y="1647"/>
                  <a:pt x="7854" y="1869"/>
                  <a:pt x="7854" y="2122"/>
                </a:cubicBezTo>
                <a:cubicBezTo>
                  <a:pt x="7854" y="2376"/>
                  <a:pt x="7632" y="2597"/>
                  <a:pt x="7347" y="2597"/>
                </a:cubicBezTo>
                <a:lnTo>
                  <a:pt x="7252" y="2597"/>
                </a:lnTo>
                <a:cubicBezTo>
                  <a:pt x="7094" y="2566"/>
                  <a:pt x="6936" y="2439"/>
                  <a:pt x="6904" y="2281"/>
                </a:cubicBezTo>
                <a:cubicBezTo>
                  <a:pt x="6872" y="2249"/>
                  <a:pt x="6872" y="2186"/>
                  <a:pt x="6872" y="2122"/>
                </a:cubicBezTo>
                <a:cubicBezTo>
                  <a:pt x="6872" y="1869"/>
                  <a:pt x="7094" y="1647"/>
                  <a:pt x="7347" y="1647"/>
                </a:cubicBezTo>
                <a:close/>
                <a:moveTo>
                  <a:pt x="15011" y="1647"/>
                </a:moveTo>
                <a:cubicBezTo>
                  <a:pt x="15265" y="1647"/>
                  <a:pt x="15486" y="1869"/>
                  <a:pt x="15486" y="2122"/>
                </a:cubicBezTo>
                <a:cubicBezTo>
                  <a:pt x="15486" y="2344"/>
                  <a:pt x="15328" y="2566"/>
                  <a:pt x="15106" y="2597"/>
                </a:cubicBezTo>
                <a:lnTo>
                  <a:pt x="15011" y="2597"/>
                </a:lnTo>
                <a:cubicBezTo>
                  <a:pt x="14726" y="2597"/>
                  <a:pt x="14505" y="2376"/>
                  <a:pt x="14505" y="2122"/>
                </a:cubicBezTo>
                <a:cubicBezTo>
                  <a:pt x="14505" y="1869"/>
                  <a:pt x="14726" y="1647"/>
                  <a:pt x="15011" y="1647"/>
                </a:cubicBezTo>
                <a:close/>
                <a:moveTo>
                  <a:pt x="17703" y="15740"/>
                </a:moveTo>
                <a:lnTo>
                  <a:pt x="18875" y="16437"/>
                </a:lnTo>
                <a:lnTo>
                  <a:pt x="18527" y="17007"/>
                </a:lnTo>
                <a:cubicBezTo>
                  <a:pt x="16975" y="19604"/>
                  <a:pt x="14188" y="21187"/>
                  <a:pt x="11179" y="21187"/>
                </a:cubicBezTo>
                <a:cubicBezTo>
                  <a:pt x="8171" y="21187"/>
                  <a:pt x="5352" y="19604"/>
                  <a:pt x="3832" y="17007"/>
                </a:cubicBezTo>
                <a:lnTo>
                  <a:pt x="3484" y="16437"/>
                </a:lnTo>
                <a:lnTo>
                  <a:pt x="4656" y="15740"/>
                </a:lnTo>
                <a:lnTo>
                  <a:pt x="5004" y="16310"/>
                </a:lnTo>
                <a:cubicBezTo>
                  <a:pt x="6271" y="18495"/>
                  <a:pt x="8646" y="19857"/>
                  <a:pt x="11179" y="19857"/>
                </a:cubicBezTo>
                <a:cubicBezTo>
                  <a:pt x="13713" y="19857"/>
                  <a:pt x="16056" y="18495"/>
                  <a:pt x="17355" y="16310"/>
                </a:cubicBezTo>
                <a:lnTo>
                  <a:pt x="17703" y="15740"/>
                </a:lnTo>
                <a:close/>
                <a:moveTo>
                  <a:pt x="32493" y="19097"/>
                </a:moveTo>
                <a:cubicBezTo>
                  <a:pt x="33316" y="19097"/>
                  <a:pt x="33981" y="19762"/>
                  <a:pt x="33981" y="20585"/>
                </a:cubicBezTo>
                <a:cubicBezTo>
                  <a:pt x="33981" y="21409"/>
                  <a:pt x="33316" y="22105"/>
                  <a:pt x="32493" y="22105"/>
                </a:cubicBezTo>
                <a:cubicBezTo>
                  <a:pt x="31638" y="22105"/>
                  <a:pt x="30972" y="21440"/>
                  <a:pt x="30972" y="20617"/>
                </a:cubicBezTo>
                <a:cubicBezTo>
                  <a:pt x="30972" y="20237"/>
                  <a:pt x="31099" y="19920"/>
                  <a:pt x="31321" y="19635"/>
                </a:cubicBezTo>
                <a:cubicBezTo>
                  <a:pt x="31606" y="19287"/>
                  <a:pt x="32018" y="19097"/>
                  <a:pt x="32493" y="19097"/>
                </a:cubicBezTo>
                <a:close/>
                <a:moveTo>
                  <a:pt x="12161" y="22802"/>
                </a:moveTo>
                <a:lnTo>
                  <a:pt x="12161" y="23087"/>
                </a:lnTo>
                <a:cubicBezTo>
                  <a:pt x="12161" y="23182"/>
                  <a:pt x="12129" y="23309"/>
                  <a:pt x="12129" y="23404"/>
                </a:cubicBezTo>
                <a:cubicBezTo>
                  <a:pt x="12129" y="23942"/>
                  <a:pt x="11718" y="24354"/>
                  <a:pt x="11179" y="24354"/>
                </a:cubicBezTo>
                <a:cubicBezTo>
                  <a:pt x="10641" y="24354"/>
                  <a:pt x="10198" y="23942"/>
                  <a:pt x="10198" y="23404"/>
                </a:cubicBezTo>
                <a:cubicBezTo>
                  <a:pt x="10198" y="23309"/>
                  <a:pt x="10198" y="23182"/>
                  <a:pt x="10198" y="23087"/>
                </a:cubicBezTo>
                <a:lnTo>
                  <a:pt x="10198" y="22802"/>
                </a:lnTo>
                <a:cubicBezTo>
                  <a:pt x="10514" y="22834"/>
                  <a:pt x="10831" y="22865"/>
                  <a:pt x="11179" y="22865"/>
                </a:cubicBezTo>
                <a:cubicBezTo>
                  <a:pt x="11496" y="22865"/>
                  <a:pt x="11813" y="22834"/>
                  <a:pt x="12161" y="22802"/>
                </a:cubicBezTo>
                <a:close/>
                <a:moveTo>
                  <a:pt x="7347" y="0"/>
                </a:moveTo>
                <a:cubicBezTo>
                  <a:pt x="6207" y="0"/>
                  <a:pt x="5289" y="887"/>
                  <a:pt x="5226" y="1996"/>
                </a:cubicBezTo>
                <a:lnTo>
                  <a:pt x="2977" y="2787"/>
                </a:lnTo>
                <a:cubicBezTo>
                  <a:pt x="2755" y="2882"/>
                  <a:pt x="2565" y="2914"/>
                  <a:pt x="2407" y="2977"/>
                </a:cubicBezTo>
                <a:cubicBezTo>
                  <a:pt x="1679" y="3231"/>
                  <a:pt x="1172" y="3389"/>
                  <a:pt x="855" y="3896"/>
                </a:cubicBezTo>
                <a:cubicBezTo>
                  <a:pt x="539" y="4339"/>
                  <a:pt x="349" y="6018"/>
                  <a:pt x="349" y="6018"/>
                </a:cubicBezTo>
                <a:cubicBezTo>
                  <a:pt x="0" y="9216"/>
                  <a:pt x="729" y="12446"/>
                  <a:pt x="2344" y="15170"/>
                </a:cubicBezTo>
                <a:lnTo>
                  <a:pt x="1932" y="15423"/>
                </a:lnTo>
                <a:cubicBezTo>
                  <a:pt x="1520" y="15677"/>
                  <a:pt x="1394" y="16183"/>
                  <a:pt x="1615" y="16563"/>
                </a:cubicBezTo>
                <a:cubicBezTo>
                  <a:pt x="3199" y="19224"/>
                  <a:pt x="5542" y="21725"/>
                  <a:pt x="8551" y="22517"/>
                </a:cubicBezTo>
                <a:cubicBezTo>
                  <a:pt x="8551" y="22707"/>
                  <a:pt x="8551" y="23309"/>
                  <a:pt x="8551" y="23404"/>
                </a:cubicBezTo>
                <a:cubicBezTo>
                  <a:pt x="8551" y="24544"/>
                  <a:pt x="9311" y="25557"/>
                  <a:pt x="10356" y="25906"/>
                </a:cubicBezTo>
                <a:lnTo>
                  <a:pt x="10356" y="26666"/>
                </a:lnTo>
                <a:cubicBezTo>
                  <a:pt x="10356" y="30529"/>
                  <a:pt x="13491" y="33665"/>
                  <a:pt x="17323" y="33665"/>
                </a:cubicBezTo>
                <a:cubicBezTo>
                  <a:pt x="21187" y="33665"/>
                  <a:pt x="24322" y="30498"/>
                  <a:pt x="24322" y="26666"/>
                </a:cubicBezTo>
                <a:lnTo>
                  <a:pt x="24322" y="15993"/>
                </a:lnTo>
                <a:cubicBezTo>
                  <a:pt x="24322" y="13998"/>
                  <a:pt x="25969" y="12351"/>
                  <a:pt x="27996" y="12351"/>
                </a:cubicBezTo>
                <a:cubicBezTo>
                  <a:pt x="29991" y="12351"/>
                  <a:pt x="31638" y="13998"/>
                  <a:pt x="31638" y="15993"/>
                </a:cubicBezTo>
                <a:lnTo>
                  <a:pt x="31638" y="17545"/>
                </a:lnTo>
                <a:cubicBezTo>
                  <a:pt x="31004" y="17703"/>
                  <a:pt x="30466" y="18083"/>
                  <a:pt x="30022" y="18590"/>
                </a:cubicBezTo>
                <a:cubicBezTo>
                  <a:pt x="29547" y="19160"/>
                  <a:pt x="29294" y="19857"/>
                  <a:pt x="29294" y="20617"/>
                </a:cubicBezTo>
                <a:cubicBezTo>
                  <a:pt x="29294" y="22359"/>
                  <a:pt x="30719" y="23752"/>
                  <a:pt x="32461" y="23752"/>
                </a:cubicBezTo>
                <a:cubicBezTo>
                  <a:pt x="34203" y="23752"/>
                  <a:pt x="35628" y="22359"/>
                  <a:pt x="35628" y="20617"/>
                </a:cubicBezTo>
                <a:cubicBezTo>
                  <a:pt x="35628" y="19128"/>
                  <a:pt x="34646" y="17893"/>
                  <a:pt x="33316" y="17545"/>
                </a:cubicBezTo>
                <a:lnTo>
                  <a:pt x="33316" y="15993"/>
                </a:lnTo>
                <a:cubicBezTo>
                  <a:pt x="33316" y="13080"/>
                  <a:pt x="30909" y="10705"/>
                  <a:pt x="27996" y="10705"/>
                </a:cubicBezTo>
                <a:cubicBezTo>
                  <a:pt x="25050" y="10705"/>
                  <a:pt x="22675" y="13080"/>
                  <a:pt x="22675" y="15993"/>
                </a:cubicBezTo>
                <a:lnTo>
                  <a:pt x="22675" y="26666"/>
                </a:lnTo>
                <a:cubicBezTo>
                  <a:pt x="22675" y="29611"/>
                  <a:pt x="20268" y="31986"/>
                  <a:pt x="17355" y="31986"/>
                </a:cubicBezTo>
                <a:cubicBezTo>
                  <a:pt x="14410" y="31986"/>
                  <a:pt x="12003" y="29611"/>
                  <a:pt x="12003" y="26666"/>
                </a:cubicBezTo>
                <a:lnTo>
                  <a:pt x="12003" y="25874"/>
                </a:lnTo>
                <a:cubicBezTo>
                  <a:pt x="13048" y="25557"/>
                  <a:pt x="13808" y="24544"/>
                  <a:pt x="13808" y="23404"/>
                </a:cubicBezTo>
                <a:cubicBezTo>
                  <a:pt x="13808" y="23309"/>
                  <a:pt x="13808" y="22707"/>
                  <a:pt x="13808" y="22517"/>
                </a:cubicBezTo>
                <a:cubicBezTo>
                  <a:pt x="16848" y="21694"/>
                  <a:pt x="19097" y="19287"/>
                  <a:pt x="20712" y="16563"/>
                </a:cubicBezTo>
                <a:cubicBezTo>
                  <a:pt x="20933" y="16152"/>
                  <a:pt x="20807" y="15645"/>
                  <a:pt x="20427" y="15423"/>
                </a:cubicBezTo>
                <a:lnTo>
                  <a:pt x="20015" y="15202"/>
                </a:lnTo>
                <a:cubicBezTo>
                  <a:pt x="21630" y="12446"/>
                  <a:pt x="22359" y="9216"/>
                  <a:pt x="22010" y="6018"/>
                </a:cubicBezTo>
                <a:cubicBezTo>
                  <a:pt x="22010" y="6018"/>
                  <a:pt x="21820" y="4339"/>
                  <a:pt x="21503" y="3896"/>
                </a:cubicBezTo>
                <a:cubicBezTo>
                  <a:pt x="21187" y="3389"/>
                  <a:pt x="20680" y="3231"/>
                  <a:pt x="19952" y="2977"/>
                </a:cubicBezTo>
                <a:cubicBezTo>
                  <a:pt x="19793" y="2914"/>
                  <a:pt x="19603" y="2851"/>
                  <a:pt x="19382" y="2787"/>
                </a:cubicBezTo>
                <a:lnTo>
                  <a:pt x="17165" y="1996"/>
                </a:lnTo>
                <a:cubicBezTo>
                  <a:pt x="17101" y="887"/>
                  <a:pt x="16151" y="0"/>
                  <a:pt x="15011" y="0"/>
                </a:cubicBezTo>
                <a:cubicBezTo>
                  <a:pt x="13840" y="0"/>
                  <a:pt x="12858" y="951"/>
                  <a:pt x="12858" y="2122"/>
                </a:cubicBezTo>
                <a:cubicBezTo>
                  <a:pt x="12858" y="3294"/>
                  <a:pt x="13840" y="4276"/>
                  <a:pt x="15011" y="4276"/>
                </a:cubicBezTo>
                <a:cubicBezTo>
                  <a:pt x="15138" y="4276"/>
                  <a:pt x="15296" y="4244"/>
                  <a:pt x="15423" y="4212"/>
                </a:cubicBezTo>
                <a:cubicBezTo>
                  <a:pt x="15898" y="4149"/>
                  <a:pt x="16310" y="3896"/>
                  <a:pt x="16595" y="3547"/>
                </a:cubicBezTo>
                <a:lnTo>
                  <a:pt x="18843" y="4339"/>
                </a:lnTo>
                <a:cubicBezTo>
                  <a:pt x="19065" y="4434"/>
                  <a:pt x="19255" y="4466"/>
                  <a:pt x="19413" y="4561"/>
                </a:cubicBezTo>
                <a:cubicBezTo>
                  <a:pt x="19730" y="4656"/>
                  <a:pt x="20047" y="4751"/>
                  <a:pt x="20142" y="4846"/>
                </a:cubicBezTo>
                <a:cubicBezTo>
                  <a:pt x="20205" y="4972"/>
                  <a:pt x="20363" y="6208"/>
                  <a:pt x="20363" y="6208"/>
                </a:cubicBezTo>
                <a:cubicBezTo>
                  <a:pt x="20680" y="9026"/>
                  <a:pt x="20047" y="11908"/>
                  <a:pt x="18590" y="14346"/>
                </a:cubicBezTo>
                <a:lnTo>
                  <a:pt x="17830" y="13903"/>
                </a:lnTo>
                <a:cubicBezTo>
                  <a:pt x="17703" y="13819"/>
                  <a:pt x="17562" y="13780"/>
                  <a:pt x="17423" y="13780"/>
                </a:cubicBezTo>
                <a:cubicBezTo>
                  <a:pt x="17144" y="13780"/>
                  <a:pt x="16869" y="13935"/>
                  <a:pt x="16721" y="14188"/>
                </a:cubicBezTo>
                <a:cubicBezTo>
                  <a:pt x="15455" y="16310"/>
                  <a:pt x="13871" y="18178"/>
                  <a:pt x="11179" y="18178"/>
                </a:cubicBezTo>
                <a:cubicBezTo>
                  <a:pt x="8551" y="18178"/>
                  <a:pt x="6936" y="16342"/>
                  <a:pt x="5669" y="14188"/>
                </a:cubicBezTo>
                <a:cubicBezTo>
                  <a:pt x="5504" y="13920"/>
                  <a:pt x="5231" y="13773"/>
                  <a:pt x="4956" y="13773"/>
                </a:cubicBezTo>
                <a:cubicBezTo>
                  <a:pt x="4809" y="13773"/>
                  <a:pt x="4661" y="13815"/>
                  <a:pt x="4529" y="13903"/>
                </a:cubicBezTo>
                <a:lnTo>
                  <a:pt x="3769" y="14346"/>
                </a:lnTo>
                <a:cubicBezTo>
                  <a:pt x="2312" y="11908"/>
                  <a:pt x="1710" y="9058"/>
                  <a:pt x="1995" y="6208"/>
                </a:cubicBezTo>
                <a:cubicBezTo>
                  <a:pt x="1995" y="6208"/>
                  <a:pt x="2154" y="4972"/>
                  <a:pt x="2217" y="4846"/>
                </a:cubicBezTo>
                <a:cubicBezTo>
                  <a:pt x="2312" y="4782"/>
                  <a:pt x="2629" y="4656"/>
                  <a:pt x="2945" y="4561"/>
                </a:cubicBezTo>
                <a:cubicBezTo>
                  <a:pt x="3104" y="4497"/>
                  <a:pt x="3294" y="4434"/>
                  <a:pt x="3515" y="4339"/>
                </a:cubicBezTo>
                <a:lnTo>
                  <a:pt x="5764" y="3547"/>
                </a:lnTo>
                <a:cubicBezTo>
                  <a:pt x="6081" y="3896"/>
                  <a:pt x="6492" y="4149"/>
                  <a:pt x="6936" y="4244"/>
                </a:cubicBezTo>
                <a:cubicBezTo>
                  <a:pt x="7062" y="4244"/>
                  <a:pt x="7221" y="4276"/>
                  <a:pt x="7347" y="4276"/>
                </a:cubicBezTo>
                <a:cubicBezTo>
                  <a:pt x="8519" y="4276"/>
                  <a:pt x="9501" y="3326"/>
                  <a:pt x="9501" y="2122"/>
                </a:cubicBezTo>
                <a:cubicBezTo>
                  <a:pt x="9501" y="951"/>
                  <a:pt x="8519" y="0"/>
                  <a:pt x="7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5"/>
          <p:cNvSpPr/>
          <p:nvPr/>
        </p:nvSpPr>
        <p:spPr>
          <a:xfrm>
            <a:off x="6857375" y="2573875"/>
            <a:ext cx="735930" cy="585233"/>
          </a:xfrm>
          <a:custGeom>
            <a:rect b="b" l="l" r="r" t="t"/>
            <a:pathLst>
              <a:path extrusionOk="0" h="33697" w="42216">
                <a:moveTo>
                  <a:pt x="20170" y="7187"/>
                </a:moveTo>
                <a:cubicBezTo>
                  <a:pt x="19752" y="7187"/>
                  <a:pt x="19374" y="7465"/>
                  <a:pt x="19223" y="7886"/>
                </a:cubicBezTo>
                <a:lnTo>
                  <a:pt x="17292" y="14347"/>
                </a:lnTo>
                <a:lnTo>
                  <a:pt x="16975" y="13206"/>
                </a:lnTo>
                <a:cubicBezTo>
                  <a:pt x="16848" y="12763"/>
                  <a:pt x="16468" y="12446"/>
                  <a:pt x="16025" y="12446"/>
                </a:cubicBezTo>
                <a:lnTo>
                  <a:pt x="982" y="12510"/>
                </a:lnTo>
                <a:cubicBezTo>
                  <a:pt x="444" y="12541"/>
                  <a:pt x="0" y="12985"/>
                  <a:pt x="32" y="13523"/>
                </a:cubicBezTo>
                <a:cubicBezTo>
                  <a:pt x="32" y="14062"/>
                  <a:pt x="475" y="14505"/>
                  <a:pt x="1014" y="14505"/>
                </a:cubicBezTo>
                <a:lnTo>
                  <a:pt x="15265" y="14442"/>
                </a:lnTo>
                <a:lnTo>
                  <a:pt x="16278" y="18178"/>
                </a:lnTo>
                <a:cubicBezTo>
                  <a:pt x="16405" y="18622"/>
                  <a:pt x="16785" y="18907"/>
                  <a:pt x="17228" y="18907"/>
                </a:cubicBezTo>
                <a:cubicBezTo>
                  <a:pt x="17249" y="18908"/>
                  <a:pt x="17270" y="18909"/>
                  <a:pt x="17291" y="18909"/>
                </a:cubicBezTo>
                <a:cubicBezTo>
                  <a:pt x="17681" y="18909"/>
                  <a:pt x="18058" y="18631"/>
                  <a:pt x="18178" y="18210"/>
                </a:cubicBezTo>
                <a:lnTo>
                  <a:pt x="19857" y="12668"/>
                </a:lnTo>
                <a:lnTo>
                  <a:pt x="21377" y="22929"/>
                </a:lnTo>
                <a:cubicBezTo>
                  <a:pt x="21440" y="23404"/>
                  <a:pt x="21852" y="23752"/>
                  <a:pt x="22327" y="23784"/>
                </a:cubicBezTo>
                <a:lnTo>
                  <a:pt x="22359" y="23784"/>
                </a:lnTo>
                <a:cubicBezTo>
                  <a:pt x="22834" y="23784"/>
                  <a:pt x="23214" y="23435"/>
                  <a:pt x="23309" y="22992"/>
                </a:cubicBezTo>
                <a:lnTo>
                  <a:pt x="24955" y="15360"/>
                </a:lnTo>
                <a:lnTo>
                  <a:pt x="26159" y="16848"/>
                </a:lnTo>
                <a:cubicBezTo>
                  <a:pt x="26358" y="17076"/>
                  <a:pt x="26634" y="17202"/>
                  <a:pt x="26918" y="17202"/>
                </a:cubicBezTo>
                <a:cubicBezTo>
                  <a:pt x="26950" y="17202"/>
                  <a:pt x="26982" y="17200"/>
                  <a:pt x="27014" y="17197"/>
                </a:cubicBezTo>
                <a:cubicBezTo>
                  <a:pt x="27362" y="17165"/>
                  <a:pt x="27647" y="16975"/>
                  <a:pt x="27806" y="16690"/>
                </a:cubicBezTo>
                <a:lnTo>
                  <a:pt x="28946" y="14505"/>
                </a:lnTo>
                <a:lnTo>
                  <a:pt x="33411" y="14505"/>
                </a:lnTo>
                <a:cubicBezTo>
                  <a:pt x="33949" y="14505"/>
                  <a:pt x="34393" y="14062"/>
                  <a:pt x="34393" y="13523"/>
                </a:cubicBezTo>
                <a:cubicBezTo>
                  <a:pt x="34393" y="12985"/>
                  <a:pt x="33949" y="12541"/>
                  <a:pt x="33411" y="12541"/>
                </a:cubicBezTo>
                <a:lnTo>
                  <a:pt x="28344" y="12541"/>
                </a:lnTo>
                <a:cubicBezTo>
                  <a:pt x="27996" y="12541"/>
                  <a:pt x="27647" y="12731"/>
                  <a:pt x="27489" y="13080"/>
                </a:cubicBezTo>
                <a:lnTo>
                  <a:pt x="26761" y="14442"/>
                </a:lnTo>
                <a:lnTo>
                  <a:pt x="25177" y="12510"/>
                </a:lnTo>
                <a:cubicBezTo>
                  <a:pt x="25005" y="12288"/>
                  <a:pt x="24736" y="12162"/>
                  <a:pt x="24446" y="12162"/>
                </a:cubicBezTo>
                <a:cubicBezTo>
                  <a:pt x="24364" y="12162"/>
                  <a:pt x="24280" y="12172"/>
                  <a:pt x="24195" y="12193"/>
                </a:cubicBezTo>
                <a:cubicBezTo>
                  <a:pt x="23815" y="12256"/>
                  <a:pt x="23530" y="12573"/>
                  <a:pt x="23467" y="12921"/>
                </a:cubicBezTo>
                <a:lnTo>
                  <a:pt x="22517" y="17260"/>
                </a:lnTo>
                <a:lnTo>
                  <a:pt x="21155" y="8013"/>
                </a:lnTo>
                <a:cubicBezTo>
                  <a:pt x="21092" y="7569"/>
                  <a:pt x="20712" y="7221"/>
                  <a:pt x="20237" y="7189"/>
                </a:cubicBezTo>
                <a:cubicBezTo>
                  <a:pt x="20214" y="7188"/>
                  <a:pt x="20192" y="7187"/>
                  <a:pt x="20170" y="7187"/>
                </a:cubicBezTo>
                <a:close/>
                <a:moveTo>
                  <a:pt x="14790" y="1"/>
                </a:moveTo>
                <a:cubicBezTo>
                  <a:pt x="11844" y="1"/>
                  <a:pt x="8963" y="1172"/>
                  <a:pt x="6967" y="3199"/>
                </a:cubicBezTo>
                <a:cubicBezTo>
                  <a:pt x="4687" y="5479"/>
                  <a:pt x="3516" y="7981"/>
                  <a:pt x="3516" y="10673"/>
                </a:cubicBezTo>
                <a:cubicBezTo>
                  <a:pt x="3516" y="11211"/>
                  <a:pt x="3959" y="11655"/>
                  <a:pt x="4497" y="11655"/>
                </a:cubicBezTo>
                <a:cubicBezTo>
                  <a:pt x="5036" y="11655"/>
                  <a:pt x="5479" y="11211"/>
                  <a:pt x="5479" y="10673"/>
                </a:cubicBezTo>
                <a:cubicBezTo>
                  <a:pt x="5479" y="8488"/>
                  <a:pt x="6429" y="6493"/>
                  <a:pt x="8329" y="4593"/>
                </a:cubicBezTo>
                <a:cubicBezTo>
                  <a:pt x="10008" y="2946"/>
                  <a:pt x="12351" y="1996"/>
                  <a:pt x="14790" y="1996"/>
                </a:cubicBezTo>
                <a:lnTo>
                  <a:pt x="14821" y="1996"/>
                </a:lnTo>
                <a:cubicBezTo>
                  <a:pt x="17640" y="1996"/>
                  <a:pt x="20332" y="3357"/>
                  <a:pt x="22010" y="5606"/>
                </a:cubicBezTo>
                <a:cubicBezTo>
                  <a:pt x="22200" y="5859"/>
                  <a:pt x="22485" y="6018"/>
                  <a:pt x="22802" y="6018"/>
                </a:cubicBezTo>
                <a:cubicBezTo>
                  <a:pt x="23119" y="6018"/>
                  <a:pt x="23404" y="5859"/>
                  <a:pt x="23594" y="5606"/>
                </a:cubicBezTo>
                <a:cubicBezTo>
                  <a:pt x="25272" y="3357"/>
                  <a:pt x="27964" y="1996"/>
                  <a:pt x="30783" y="1996"/>
                </a:cubicBezTo>
                <a:lnTo>
                  <a:pt x="30814" y="1996"/>
                </a:lnTo>
                <a:cubicBezTo>
                  <a:pt x="33253" y="1996"/>
                  <a:pt x="35628" y="2946"/>
                  <a:pt x="37275" y="4593"/>
                </a:cubicBezTo>
                <a:cubicBezTo>
                  <a:pt x="39270" y="6619"/>
                  <a:pt x="40220" y="8709"/>
                  <a:pt x="40093" y="11021"/>
                </a:cubicBezTo>
                <a:cubicBezTo>
                  <a:pt x="39998" y="13713"/>
                  <a:pt x="38447" y="16658"/>
                  <a:pt x="35406" y="20079"/>
                </a:cubicBezTo>
                <a:cubicBezTo>
                  <a:pt x="32683" y="23119"/>
                  <a:pt x="29231" y="25969"/>
                  <a:pt x="26191" y="28503"/>
                </a:cubicBezTo>
                <a:cubicBezTo>
                  <a:pt x="24987" y="29516"/>
                  <a:pt x="23815" y="30466"/>
                  <a:pt x="22802" y="31384"/>
                </a:cubicBezTo>
                <a:cubicBezTo>
                  <a:pt x="21789" y="30466"/>
                  <a:pt x="20617" y="29516"/>
                  <a:pt x="19413" y="28503"/>
                </a:cubicBezTo>
                <a:cubicBezTo>
                  <a:pt x="15075" y="24892"/>
                  <a:pt x="9691" y="20395"/>
                  <a:pt x="7062" y="15835"/>
                </a:cubicBezTo>
                <a:cubicBezTo>
                  <a:pt x="6890" y="15512"/>
                  <a:pt x="6542" y="15335"/>
                  <a:pt x="6197" y="15335"/>
                </a:cubicBezTo>
                <a:cubicBezTo>
                  <a:pt x="6035" y="15335"/>
                  <a:pt x="5874" y="15374"/>
                  <a:pt x="5732" y="15455"/>
                </a:cubicBezTo>
                <a:cubicBezTo>
                  <a:pt x="5257" y="15740"/>
                  <a:pt x="5067" y="16342"/>
                  <a:pt x="5352" y="16817"/>
                </a:cubicBezTo>
                <a:cubicBezTo>
                  <a:pt x="8139" y="21694"/>
                  <a:pt x="13681" y="26317"/>
                  <a:pt x="18147" y="30023"/>
                </a:cubicBezTo>
                <a:cubicBezTo>
                  <a:pt x="19603" y="31226"/>
                  <a:pt x="20997" y="32398"/>
                  <a:pt x="22137" y="33411"/>
                </a:cubicBezTo>
                <a:cubicBezTo>
                  <a:pt x="22327" y="33601"/>
                  <a:pt x="22549" y="33696"/>
                  <a:pt x="22802" y="33696"/>
                </a:cubicBezTo>
                <a:cubicBezTo>
                  <a:pt x="23024" y="33696"/>
                  <a:pt x="23277" y="33601"/>
                  <a:pt x="23467" y="33411"/>
                </a:cubicBezTo>
                <a:cubicBezTo>
                  <a:pt x="24575" y="32398"/>
                  <a:pt x="25969" y="31226"/>
                  <a:pt x="27457" y="30023"/>
                </a:cubicBezTo>
                <a:cubicBezTo>
                  <a:pt x="33823" y="24702"/>
                  <a:pt x="41740" y="18115"/>
                  <a:pt x="42057" y="11085"/>
                </a:cubicBezTo>
                <a:cubicBezTo>
                  <a:pt x="42215" y="8234"/>
                  <a:pt x="41043" y="5606"/>
                  <a:pt x="38637" y="3199"/>
                </a:cubicBezTo>
                <a:cubicBezTo>
                  <a:pt x="36641" y="1172"/>
                  <a:pt x="33759" y="1"/>
                  <a:pt x="30814" y="1"/>
                </a:cubicBezTo>
                <a:lnTo>
                  <a:pt x="30783" y="1"/>
                </a:lnTo>
                <a:cubicBezTo>
                  <a:pt x="27774" y="1"/>
                  <a:pt x="24860" y="1299"/>
                  <a:pt x="22802" y="3484"/>
                </a:cubicBezTo>
                <a:cubicBezTo>
                  <a:pt x="20743" y="1299"/>
                  <a:pt x="17830" y="1"/>
                  <a:pt x="14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5"/>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 name="Shape 245"/>
        <p:cNvGrpSpPr/>
        <p:nvPr/>
      </p:nvGrpSpPr>
      <p:grpSpPr>
        <a:xfrm>
          <a:off x="0" y="0"/>
          <a:ext cx="0" cy="0"/>
          <a:chOff x="0" y="0"/>
          <a:chExt cx="0" cy="0"/>
        </a:xfrm>
      </p:grpSpPr>
      <p:pic>
        <p:nvPicPr>
          <p:cNvPr id="246" name="Google Shape;246;p36">
            <a:hlinkClick r:id="rId3"/>
          </p:cNvPr>
          <p:cNvPicPr preferRelativeResize="0"/>
          <p:nvPr/>
        </p:nvPicPr>
        <p:blipFill>
          <a:blip r:embed="rId4">
            <a:alphaModFix/>
          </a:blip>
          <a:stretch>
            <a:fillRect/>
          </a:stretch>
        </p:blipFill>
        <p:spPr>
          <a:xfrm>
            <a:off x="4431325" y="1504738"/>
            <a:ext cx="3872100" cy="2394261"/>
          </a:xfrm>
          <a:prstGeom prst="rect">
            <a:avLst/>
          </a:prstGeom>
          <a:noFill/>
          <a:ln>
            <a:noFill/>
          </a:ln>
        </p:spPr>
      </p:pic>
      <p:sp>
        <p:nvSpPr>
          <p:cNvPr id="247" name="Google Shape;247;p36"/>
          <p:cNvSpPr txBox="1"/>
          <p:nvPr/>
        </p:nvSpPr>
        <p:spPr>
          <a:xfrm>
            <a:off x="4523288" y="4026725"/>
            <a:ext cx="38721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173F5E"/>
                </a:solidFill>
                <a:latin typeface="Questrial"/>
                <a:ea typeface="Questrial"/>
                <a:cs typeface="Questrial"/>
                <a:sym typeface="Questrial"/>
              </a:rPr>
              <a:t>To modify this graph, click on it, follow the link, change the data and paste the resulting graph here, replacing this one</a:t>
            </a:r>
            <a:endParaRPr sz="1200">
              <a:solidFill>
                <a:srgbClr val="173F5E"/>
              </a:solidFill>
              <a:latin typeface="Questrial"/>
              <a:ea typeface="Questrial"/>
              <a:cs typeface="Questrial"/>
              <a:sym typeface="Questrial"/>
            </a:endParaRPr>
          </a:p>
        </p:txBody>
      </p:sp>
      <p:sp>
        <p:nvSpPr>
          <p:cNvPr id="248" name="Google Shape;248;p36"/>
          <p:cNvSpPr/>
          <p:nvPr/>
        </p:nvSpPr>
        <p:spPr>
          <a:xfrm>
            <a:off x="713225" y="2976363"/>
            <a:ext cx="640200" cy="640200"/>
          </a:xfrm>
          <a:prstGeom prst="ellipse">
            <a:avLst/>
          </a:pr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6"/>
          <p:cNvSpPr/>
          <p:nvPr/>
        </p:nvSpPr>
        <p:spPr>
          <a:xfrm>
            <a:off x="713225" y="1787175"/>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6"/>
          <p:cNvSpPr txBox="1"/>
          <p:nvPr/>
        </p:nvSpPr>
        <p:spPr>
          <a:xfrm>
            <a:off x="1353425" y="1954587"/>
            <a:ext cx="2091300" cy="606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300">
                <a:solidFill>
                  <a:srgbClr val="173F5E"/>
                </a:solidFill>
                <a:latin typeface="Questrial"/>
                <a:ea typeface="Questrial"/>
                <a:cs typeface="Questrial"/>
                <a:sym typeface="Questrial"/>
              </a:rPr>
              <a:t>Jupiter is the biggest planet of them all</a:t>
            </a:r>
            <a:endParaRPr sz="1300">
              <a:solidFill>
                <a:srgbClr val="173F5E"/>
              </a:solidFill>
              <a:latin typeface="Questrial"/>
              <a:ea typeface="Questrial"/>
              <a:cs typeface="Questrial"/>
              <a:sym typeface="Questrial"/>
            </a:endParaRPr>
          </a:p>
        </p:txBody>
      </p:sp>
      <p:sp>
        <p:nvSpPr>
          <p:cNvPr id="251" name="Google Shape;251;p36"/>
          <p:cNvSpPr txBox="1"/>
          <p:nvPr/>
        </p:nvSpPr>
        <p:spPr>
          <a:xfrm>
            <a:off x="1353425" y="1653963"/>
            <a:ext cx="2091300" cy="300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Jupiter</a:t>
            </a:r>
            <a:endParaRPr sz="1500">
              <a:solidFill>
                <a:srgbClr val="173F5E"/>
              </a:solidFill>
              <a:latin typeface="Roboto Slab Regular"/>
              <a:ea typeface="Roboto Slab Regular"/>
              <a:cs typeface="Roboto Slab Regular"/>
              <a:sym typeface="Roboto Slab Regular"/>
            </a:endParaRPr>
          </a:p>
        </p:txBody>
      </p:sp>
      <p:sp>
        <p:nvSpPr>
          <p:cNvPr id="252" name="Google Shape;252;p36"/>
          <p:cNvSpPr txBox="1"/>
          <p:nvPr/>
        </p:nvSpPr>
        <p:spPr>
          <a:xfrm>
            <a:off x="1353425" y="3143787"/>
            <a:ext cx="2091300" cy="606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300">
                <a:solidFill>
                  <a:srgbClr val="173F5E"/>
                </a:solidFill>
                <a:latin typeface="Questrial"/>
                <a:ea typeface="Questrial"/>
                <a:cs typeface="Questrial"/>
                <a:sym typeface="Questrial"/>
              </a:rPr>
              <a:t>It’s the farthest planet from the Sun</a:t>
            </a:r>
            <a:endParaRPr sz="1300">
              <a:solidFill>
                <a:srgbClr val="173F5E"/>
              </a:solidFill>
              <a:latin typeface="Questrial"/>
              <a:ea typeface="Questrial"/>
              <a:cs typeface="Questrial"/>
              <a:sym typeface="Questrial"/>
            </a:endParaRPr>
          </a:p>
        </p:txBody>
      </p:sp>
      <p:sp>
        <p:nvSpPr>
          <p:cNvPr id="253" name="Google Shape;253;p36"/>
          <p:cNvSpPr txBox="1"/>
          <p:nvPr/>
        </p:nvSpPr>
        <p:spPr>
          <a:xfrm>
            <a:off x="1353425" y="2843163"/>
            <a:ext cx="2091300" cy="300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Neptune</a:t>
            </a:r>
            <a:endParaRPr sz="1500">
              <a:solidFill>
                <a:srgbClr val="173F5E"/>
              </a:solidFill>
              <a:latin typeface="Roboto Slab Regular"/>
              <a:ea typeface="Roboto Slab Regular"/>
              <a:cs typeface="Roboto Slab Regular"/>
              <a:sym typeface="Roboto Slab Regular"/>
            </a:endParaRPr>
          </a:p>
        </p:txBody>
      </p:sp>
      <p:sp>
        <p:nvSpPr>
          <p:cNvPr id="254" name="Google Shape;254;p36"/>
          <p:cNvSpPr/>
          <p:nvPr/>
        </p:nvSpPr>
        <p:spPr>
          <a:xfrm flipH="1">
            <a:off x="4675372" y="0"/>
            <a:ext cx="4468628" cy="2027791"/>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6"/>
          <p:cNvSpPr/>
          <p:nvPr/>
        </p:nvSpPr>
        <p:spPr>
          <a:xfrm>
            <a:off x="0" y="4256125"/>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6" name="Google Shape;256;p36"/>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257" name="Google Shape;257;p36"/>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Findings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61" name="Shape 261"/>
        <p:cNvGrpSpPr/>
        <p:nvPr/>
      </p:nvGrpSpPr>
      <p:grpSpPr>
        <a:xfrm>
          <a:off x="0" y="0"/>
          <a:ext cx="0" cy="0"/>
          <a:chOff x="0" y="0"/>
          <a:chExt cx="0" cy="0"/>
        </a:xfrm>
      </p:grpSpPr>
      <p:sp>
        <p:nvSpPr>
          <p:cNvPr id="262" name="Google Shape;262;p37"/>
          <p:cNvSpPr txBox="1"/>
          <p:nvPr>
            <p:ph idx="1" type="body"/>
          </p:nvPr>
        </p:nvSpPr>
        <p:spPr>
          <a:xfrm>
            <a:off x="713225" y="3424075"/>
            <a:ext cx="4636800" cy="117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pic>
        <p:nvPicPr>
          <p:cNvPr id="267" name="Google Shape;267;p38"/>
          <p:cNvPicPr preferRelativeResize="0"/>
          <p:nvPr/>
        </p:nvPicPr>
        <p:blipFill rotWithShape="1">
          <a:blip r:embed="rId3">
            <a:alphaModFix/>
          </a:blip>
          <a:srcRect b="0" l="7210" r="19881" t="0"/>
          <a:stretch/>
        </p:blipFill>
        <p:spPr>
          <a:xfrm>
            <a:off x="0" y="0"/>
            <a:ext cx="5609626" cy="5143500"/>
          </a:xfrm>
          <a:prstGeom prst="rect">
            <a:avLst/>
          </a:prstGeom>
          <a:noFill/>
          <a:ln>
            <a:noFill/>
          </a:ln>
        </p:spPr>
      </p:pic>
      <p:sp>
        <p:nvSpPr>
          <p:cNvPr id="268" name="Google Shape;268;p38"/>
          <p:cNvSpPr/>
          <p:nvPr/>
        </p:nvSpPr>
        <p:spPr>
          <a:xfrm>
            <a:off x="3374923" y="0"/>
            <a:ext cx="5846970" cy="5143560"/>
          </a:xfrm>
          <a:custGeom>
            <a:rect b="b" l="l" r="r" t="t"/>
            <a:pathLst>
              <a:path extrusionOk="0" h="160498" w="182447">
                <a:moveTo>
                  <a:pt x="1" y="0"/>
                </a:moveTo>
                <a:cubicBezTo>
                  <a:pt x="8013" y="6777"/>
                  <a:pt x="15677" y="14853"/>
                  <a:pt x="20427" y="27077"/>
                </a:cubicBezTo>
                <a:cubicBezTo>
                  <a:pt x="33000" y="59569"/>
                  <a:pt x="3326" y="94342"/>
                  <a:pt x="21916" y="139565"/>
                </a:cubicBezTo>
                <a:cubicBezTo>
                  <a:pt x="25431" y="148020"/>
                  <a:pt x="30720" y="154893"/>
                  <a:pt x="37022" y="160498"/>
                </a:cubicBezTo>
                <a:lnTo>
                  <a:pt x="182446" y="160498"/>
                </a:lnTo>
                <a:lnTo>
                  <a:pt x="1824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8"/>
          <p:cNvSpPr/>
          <p:nvPr/>
        </p:nvSpPr>
        <p:spPr>
          <a:xfrm>
            <a:off x="4969425" y="2647325"/>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8"/>
          <p:cNvSpPr/>
          <p:nvPr/>
        </p:nvSpPr>
        <p:spPr>
          <a:xfrm>
            <a:off x="4969425" y="3836500"/>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8"/>
          <p:cNvSpPr/>
          <p:nvPr/>
        </p:nvSpPr>
        <p:spPr>
          <a:xfrm>
            <a:off x="4969425" y="1458138"/>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 name="Google Shape;272;p38"/>
          <p:cNvGrpSpPr/>
          <p:nvPr/>
        </p:nvGrpSpPr>
        <p:grpSpPr>
          <a:xfrm>
            <a:off x="5083775" y="2761675"/>
            <a:ext cx="411476" cy="411493"/>
            <a:chOff x="5083775" y="2761675"/>
            <a:chExt cx="411476" cy="411493"/>
          </a:xfrm>
        </p:grpSpPr>
        <p:sp>
          <p:nvSpPr>
            <p:cNvPr id="273" name="Google Shape;273;p38"/>
            <p:cNvSpPr/>
            <p:nvPr/>
          </p:nvSpPr>
          <p:spPr>
            <a:xfrm>
              <a:off x="5083775" y="2863952"/>
              <a:ext cx="171325" cy="309216"/>
            </a:xfrm>
            <a:custGeom>
              <a:rect b="b" l="l" r="r" t="t"/>
              <a:pathLst>
                <a:path extrusionOk="0" h="42185" w="23429">
                  <a:moveTo>
                    <a:pt x="16932" y="4674"/>
                  </a:moveTo>
                  <a:cubicBezTo>
                    <a:pt x="17316" y="4674"/>
                    <a:pt x="17604" y="4834"/>
                    <a:pt x="17796" y="4930"/>
                  </a:cubicBezTo>
                  <a:cubicBezTo>
                    <a:pt x="18404" y="5314"/>
                    <a:pt x="18756" y="6018"/>
                    <a:pt x="18756" y="6786"/>
                  </a:cubicBezTo>
                  <a:lnTo>
                    <a:pt x="18756" y="28742"/>
                  </a:lnTo>
                  <a:cubicBezTo>
                    <a:pt x="18756" y="31623"/>
                    <a:pt x="16996" y="34215"/>
                    <a:pt x="14467" y="35016"/>
                  </a:cubicBezTo>
                  <a:lnTo>
                    <a:pt x="6978" y="37416"/>
                  </a:lnTo>
                  <a:cubicBezTo>
                    <a:pt x="6802" y="37475"/>
                    <a:pt x="6637" y="37498"/>
                    <a:pt x="6485" y="37498"/>
                  </a:cubicBezTo>
                  <a:cubicBezTo>
                    <a:pt x="6055" y="37498"/>
                    <a:pt x="5727" y="37310"/>
                    <a:pt x="5538" y="37192"/>
                  </a:cubicBezTo>
                  <a:cubicBezTo>
                    <a:pt x="4993" y="36776"/>
                    <a:pt x="4673" y="36136"/>
                    <a:pt x="4673" y="35400"/>
                  </a:cubicBezTo>
                  <a:lnTo>
                    <a:pt x="4673" y="24102"/>
                  </a:lnTo>
                  <a:cubicBezTo>
                    <a:pt x="4673" y="15844"/>
                    <a:pt x="9218" y="8291"/>
                    <a:pt x="16228" y="4866"/>
                  </a:cubicBezTo>
                  <a:cubicBezTo>
                    <a:pt x="16484" y="4738"/>
                    <a:pt x="16708" y="4674"/>
                    <a:pt x="16932" y="4674"/>
                  </a:cubicBezTo>
                  <a:close/>
                  <a:moveTo>
                    <a:pt x="16924" y="0"/>
                  </a:moveTo>
                  <a:cubicBezTo>
                    <a:pt x="15989" y="0"/>
                    <a:pt x="15052" y="212"/>
                    <a:pt x="14179" y="641"/>
                  </a:cubicBezTo>
                  <a:cubicBezTo>
                    <a:pt x="5570" y="4866"/>
                    <a:pt x="1" y="14052"/>
                    <a:pt x="1" y="24102"/>
                  </a:cubicBezTo>
                  <a:lnTo>
                    <a:pt x="1" y="35400"/>
                  </a:lnTo>
                  <a:cubicBezTo>
                    <a:pt x="1" y="37608"/>
                    <a:pt x="1025" y="39689"/>
                    <a:pt x="2785" y="40969"/>
                  </a:cubicBezTo>
                  <a:cubicBezTo>
                    <a:pt x="3905" y="41769"/>
                    <a:pt x="5186" y="42185"/>
                    <a:pt x="6498" y="42185"/>
                  </a:cubicBezTo>
                  <a:cubicBezTo>
                    <a:pt x="7138" y="42185"/>
                    <a:pt x="7810" y="42089"/>
                    <a:pt x="8418" y="41897"/>
                  </a:cubicBezTo>
                  <a:lnTo>
                    <a:pt x="15908" y="39496"/>
                  </a:lnTo>
                  <a:cubicBezTo>
                    <a:pt x="20420" y="38024"/>
                    <a:pt x="23429" y="33735"/>
                    <a:pt x="23429" y="28742"/>
                  </a:cubicBezTo>
                  <a:lnTo>
                    <a:pt x="23429" y="6786"/>
                  </a:lnTo>
                  <a:cubicBezTo>
                    <a:pt x="23429" y="4386"/>
                    <a:pt x="22245" y="2210"/>
                    <a:pt x="20260" y="961"/>
                  </a:cubicBezTo>
                  <a:cubicBezTo>
                    <a:pt x="19234" y="324"/>
                    <a:pt x="18080" y="0"/>
                    <a:pt x="16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8"/>
            <p:cNvSpPr/>
            <p:nvPr/>
          </p:nvSpPr>
          <p:spPr>
            <a:xfrm>
              <a:off x="5323685" y="2863952"/>
              <a:ext cx="171566" cy="309216"/>
            </a:xfrm>
            <a:custGeom>
              <a:rect b="b" l="l" r="r" t="t"/>
              <a:pathLst>
                <a:path extrusionOk="0" h="42185" w="23462">
                  <a:moveTo>
                    <a:pt x="6530" y="4674"/>
                  </a:moveTo>
                  <a:cubicBezTo>
                    <a:pt x="6754" y="4674"/>
                    <a:pt x="6978" y="4738"/>
                    <a:pt x="7234" y="4866"/>
                  </a:cubicBezTo>
                  <a:cubicBezTo>
                    <a:pt x="14243" y="8291"/>
                    <a:pt x="18756" y="15844"/>
                    <a:pt x="18756" y="24102"/>
                  </a:cubicBezTo>
                  <a:lnTo>
                    <a:pt x="18756" y="35400"/>
                  </a:lnTo>
                  <a:cubicBezTo>
                    <a:pt x="18756" y="36136"/>
                    <a:pt x="18468" y="36776"/>
                    <a:pt x="17924" y="37192"/>
                  </a:cubicBezTo>
                  <a:cubicBezTo>
                    <a:pt x="17739" y="37331"/>
                    <a:pt x="17403" y="37503"/>
                    <a:pt x="16977" y="37503"/>
                  </a:cubicBezTo>
                  <a:cubicBezTo>
                    <a:pt x="16814" y="37503"/>
                    <a:pt x="16638" y="37478"/>
                    <a:pt x="16452" y="37416"/>
                  </a:cubicBezTo>
                  <a:lnTo>
                    <a:pt x="8994" y="35016"/>
                  </a:lnTo>
                  <a:cubicBezTo>
                    <a:pt x="6466" y="34215"/>
                    <a:pt x="4706" y="31623"/>
                    <a:pt x="4706" y="28742"/>
                  </a:cubicBezTo>
                  <a:lnTo>
                    <a:pt x="4706" y="6786"/>
                  </a:lnTo>
                  <a:cubicBezTo>
                    <a:pt x="4706" y="6018"/>
                    <a:pt x="5058" y="5314"/>
                    <a:pt x="5666" y="4930"/>
                  </a:cubicBezTo>
                  <a:cubicBezTo>
                    <a:pt x="5858" y="4834"/>
                    <a:pt x="6146" y="4674"/>
                    <a:pt x="6530" y="4674"/>
                  </a:cubicBezTo>
                  <a:close/>
                  <a:moveTo>
                    <a:pt x="6524" y="0"/>
                  </a:moveTo>
                  <a:cubicBezTo>
                    <a:pt x="5359" y="0"/>
                    <a:pt x="4196" y="324"/>
                    <a:pt x="3169" y="961"/>
                  </a:cubicBezTo>
                  <a:cubicBezTo>
                    <a:pt x="1185" y="2210"/>
                    <a:pt x="1" y="4386"/>
                    <a:pt x="1" y="6786"/>
                  </a:cubicBezTo>
                  <a:lnTo>
                    <a:pt x="1" y="28742"/>
                  </a:lnTo>
                  <a:cubicBezTo>
                    <a:pt x="1" y="33703"/>
                    <a:pt x="3041" y="38024"/>
                    <a:pt x="7554" y="39496"/>
                  </a:cubicBezTo>
                  <a:lnTo>
                    <a:pt x="15012" y="41897"/>
                  </a:lnTo>
                  <a:cubicBezTo>
                    <a:pt x="15652" y="42089"/>
                    <a:pt x="16324" y="42185"/>
                    <a:pt x="16964" y="42185"/>
                  </a:cubicBezTo>
                  <a:cubicBezTo>
                    <a:pt x="18276" y="42185"/>
                    <a:pt x="19556" y="41769"/>
                    <a:pt x="20677" y="40969"/>
                  </a:cubicBezTo>
                  <a:cubicBezTo>
                    <a:pt x="22405" y="39689"/>
                    <a:pt x="23461" y="37608"/>
                    <a:pt x="23461" y="35400"/>
                  </a:cubicBezTo>
                  <a:lnTo>
                    <a:pt x="23461" y="24102"/>
                  </a:lnTo>
                  <a:cubicBezTo>
                    <a:pt x="23461" y="14052"/>
                    <a:pt x="17892" y="4866"/>
                    <a:pt x="9282" y="641"/>
                  </a:cubicBezTo>
                  <a:cubicBezTo>
                    <a:pt x="8410" y="212"/>
                    <a:pt x="7466" y="0"/>
                    <a:pt x="65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8"/>
            <p:cNvSpPr/>
            <p:nvPr/>
          </p:nvSpPr>
          <p:spPr>
            <a:xfrm>
              <a:off x="5150016" y="2761675"/>
              <a:ext cx="278986" cy="308512"/>
            </a:xfrm>
            <a:custGeom>
              <a:rect b="b" l="l" r="r" t="t"/>
              <a:pathLst>
                <a:path extrusionOk="0" h="42089" w="38152">
                  <a:moveTo>
                    <a:pt x="19076" y="1"/>
                  </a:moveTo>
                  <a:cubicBezTo>
                    <a:pt x="17764" y="1"/>
                    <a:pt x="16739" y="1025"/>
                    <a:pt x="16739" y="2337"/>
                  </a:cubicBezTo>
                  <a:lnTo>
                    <a:pt x="16739" y="19876"/>
                  </a:lnTo>
                  <a:lnTo>
                    <a:pt x="4705" y="29734"/>
                  </a:lnTo>
                  <a:cubicBezTo>
                    <a:pt x="4385" y="29958"/>
                    <a:pt x="4161" y="30278"/>
                    <a:pt x="4033" y="30630"/>
                  </a:cubicBezTo>
                  <a:lnTo>
                    <a:pt x="512" y="38824"/>
                  </a:lnTo>
                  <a:cubicBezTo>
                    <a:pt x="0" y="40008"/>
                    <a:pt x="544" y="41384"/>
                    <a:pt x="1729" y="41896"/>
                  </a:cubicBezTo>
                  <a:cubicBezTo>
                    <a:pt x="2031" y="42027"/>
                    <a:pt x="2346" y="42089"/>
                    <a:pt x="2655" y="42089"/>
                  </a:cubicBezTo>
                  <a:cubicBezTo>
                    <a:pt x="3559" y="42089"/>
                    <a:pt x="4420" y="41562"/>
                    <a:pt x="4801" y="40680"/>
                  </a:cubicBezTo>
                  <a:lnTo>
                    <a:pt x="8098" y="32999"/>
                  </a:lnTo>
                  <a:lnTo>
                    <a:pt x="19076" y="24005"/>
                  </a:lnTo>
                  <a:lnTo>
                    <a:pt x="30022" y="32999"/>
                  </a:lnTo>
                  <a:lnTo>
                    <a:pt x="33319" y="40680"/>
                  </a:lnTo>
                  <a:cubicBezTo>
                    <a:pt x="33703" y="41544"/>
                    <a:pt x="34567" y="42088"/>
                    <a:pt x="35463" y="42088"/>
                  </a:cubicBezTo>
                  <a:cubicBezTo>
                    <a:pt x="35783" y="42088"/>
                    <a:pt x="36103" y="42024"/>
                    <a:pt x="36391" y="41896"/>
                  </a:cubicBezTo>
                  <a:cubicBezTo>
                    <a:pt x="37607" y="41384"/>
                    <a:pt x="38151" y="40008"/>
                    <a:pt x="37639" y="38824"/>
                  </a:cubicBezTo>
                  <a:lnTo>
                    <a:pt x="34119" y="30598"/>
                  </a:lnTo>
                  <a:cubicBezTo>
                    <a:pt x="33959" y="30278"/>
                    <a:pt x="33735" y="29958"/>
                    <a:pt x="33447" y="29734"/>
                  </a:cubicBezTo>
                  <a:lnTo>
                    <a:pt x="21412" y="19876"/>
                  </a:lnTo>
                  <a:lnTo>
                    <a:pt x="21412" y="2337"/>
                  </a:lnTo>
                  <a:cubicBezTo>
                    <a:pt x="21412" y="1025"/>
                    <a:pt x="20356" y="1"/>
                    <a:pt x="190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 name="Google Shape;276;p38"/>
          <p:cNvGrpSpPr/>
          <p:nvPr/>
        </p:nvGrpSpPr>
        <p:grpSpPr>
          <a:xfrm>
            <a:off x="5083800" y="1572513"/>
            <a:ext cx="411447" cy="411481"/>
            <a:chOff x="7284100" y="1572513"/>
            <a:chExt cx="411447" cy="411481"/>
          </a:xfrm>
        </p:grpSpPr>
        <p:sp>
          <p:nvSpPr>
            <p:cNvPr id="277" name="Google Shape;277;p38"/>
            <p:cNvSpPr/>
            <p:nvPr/>
          </p:nvSpPr>
          <p:spPr>
            <a:xfrm>
              <a:off x="7466819" y="1572512"/>
              <a:ext cx="228729" cy="238788"/>
            </a:xfrm>
            <a:custGeom>
              <a:rect b="b" l="l" r="r" t="t"/>
              <a:pathLst>
                <a:path extrusionOk="0" h="32666" w="31462">
                  <a:moveTo>
                    <a:pt x="2644" y="0"/>
                  </a:moveTo>
                  <a:cubicBezTo>
                    <a:pt x="2372" y="0"/>
                    <a:pt x="2095" y="47"/>
                    <a:pt x="1824" y="147"/>
                  </a:cubicBezTo>
                  <a:cubicBezTo>
                    <a:pt x="608" y="595"/>
                    <a:pt x="0" y="1940"/>
                    <a:pt x="448" y="3156"/>
                  </a:cubicBezTo>
                  <a:cubicBezTo>
                    <a:pt x="3617" y="11829"/>
                    <a:pt x="6465" y="20983"/>
                    <a:pt x="3297" y="29497"/>
                  </a:cubicBezTo>
                  <a:cubicBezTo>
                    <a:pt x="2849" y="30713"/>
                    <a:pt x="3457" y="32057"/>
                    <a:pt x="4673" y="32505"/>
                  </a:cubicBezTo>
                  <a:cubicBezTo>
                    <a:pt x="4961" y="32601"/>
                    <a:pt x="5217" y="32665"/>
                    <a:pt x="5505" y="32665"/>
                  </a:cubicBezTo>
                  <a:cubicBezTo>
                    <a:pt x="6433" y="32665"/>
                    <a:pt x="7329" y="32057"/>
                    <a:pt x="7681" y="31129"/>
                  </a:cubicBezTo>
                  <a:cubicBezTo>
                    <a:pt x="7777" y="30873"/>
                    <a:pt x="7874" y="30617"/>
                    <a:pt x="7938" y="30361"/>
                  </a:cubicBezTo>
                  <a:cubicBezTo>
                    <a:pt x="11153" y="29023"/>
                    <a:pt x="14963" y="28336"/>
                    <a:pt x="18772" y="28336"/>
                  </a:cubicBezTo>
                  <a:cubicBezTo>
                    <a:pt x="21979" y="28336"/>
                    <a:pt x="25185" y="28822"/>
                    <a:pt x="28037" y="29817"/>
                  </a:cubicBezTo>
                  <a:cubicBezTo>
                    <a:pt x="28289" y="29903"/>
                    <a:pt x="28546" y="29944"/>
                    <a:pt x="28799" y="29944"/>
                  </a:cubicBezTo>
                  <a:cubicBezTo>
                    <a:pt x="29770" y="29944"/>
                    <a:pt x="30684" y="29341"/>
                    <a:pt x="31014" y="28376"/>
                  </a:cubicBezTo>
                  <a:cubicBezTo>
                    <a:pt x="31462" y="27160"/>
                    <a:pt x="30790" y="25816"/>
                    <a:pt x="29574" y="25400"/>
                  </a:cubicBezTo>
                  <a:cubicBezTo>
                    <a:pt x="26255" y="24243"/>
                    <a:pt x="22519" y="23673"/>
                    <a:pt x="18777" y="23673"/>
                  </a:cubicBezTo>
                  <a:cubicBezTo>
                    <a:pt x="15482" y="23673"/>
                    <a:pt x="12181" y="24115"/>
                    <a:pt x="9154" y="24984"/>
                  </a:cubicBezTo>
                  <a:cubicBezTo>
                    <a:pt x="10114" y="16918"/>
                    <a:pt x="7489" y="8757"/>
                    <a:pt x="4833" y="1524"/>
                  </a:cubicBezTo>
                  <a:cubicBezTo>
                    <a:pt x="4485" y="578"/>
                    <a:pt x="3595" y="0"/>
                    <a:pt x="2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4CEF2"/>
                </a:solidFill>
              </a:endParaRPr>
            </a:p>
          </p:txBody>
        </p:sp>
        <p:sp>
          <p:nvSpPr>
            <p:cNvPr id="278" name="Google Shape;278;p38"/>
            <p:cNvSpPr/>
            <p:nvPr/>
          </p:nvSpPr>
          <p:spPr>
            <a:xfrm>
              <a:off x="7365333" y="1572556"/>
              <a:ext cx="329484" cy="359937"/>
            </a:xfrm>
            <a:custGeom>
              <a:rect b="b" l="l" r="r" t="t"/>
              <a:pathLst>
                <a:path extrusionOk="0" h="49239" w="45321">
                  <a:moveTo>
                    <a:pt x="7470" y="0"/>
                  </a:moveTo>
                  <a:cubicBezTo>
                    <a:pt x="6449" y="0"/>
                    <a:pt x="5480" y="664"/>
                    <a:pt x="5185" y="1710"/>
                  </a:cubicBezTo>
                  <a:cubicBezTo>
                    <a:pt x="2881" y="10255"/>
                    <a:pt x="1313" y="21201"/>
                    <a:pt x="1441" y="28338"/>
                  </a:cubicBezTo>
                  <a:cubicBezTo>
                    <a:pt x="1473" y="30291"/>
                    <a:pt x="1441" y="32819"/>
                    <a:pt x="865" y="35252"/>
                  </a:cubicBezTo>
                  <a:cubicBezTo>
                    <a:pt x="0" y="38996"/>
                    <a:pt x="1089" y="41269"/>
                    <a:pt x="2113" y="42517"/>
                  </a:cubicBezTo>
                  <a:cubicBezTo>
                    <a:pt x="3107" y="43692"/>
                    <a:pt x="4981" y="45094"/>
                    <a:pt x="8455" y="45094"/>
                  </a:cubicBezTo>
                  <a:cubicBezTo>
                    <a:pt x="8671" y="45094"/>
                    <a:pt x="8893" y="45089"/>
                    <a:pt x="9122" y="45078"/>
                  </a:cubicBezTo>
                  <a:cubicBezTo>
                    <a:pt x="9218" y="45074"/>
                    <a:pt x="9314" y="45073"/>
                    <a:pt x="9410" y="45073"/>
                  </a:cubicBezTo>
                  <a:cubicBezTo>
                    <a:pt x="10274" y="45073"/>
                    <a:pt x="11132" y="45202"/>
                    <a:pt x="11939" y="45462"/>
                  </a:cubicBezTo>
                  <a:cubicBezTo>
                    <a:pt x="16580" y="47062"/>
                    <a:pt x="24581" y="49238"/>
                    <a:pt x="33543" y="49238"/>
                  </a:cubicBezTo>
                  <a:cubicBezTo>
                    <a:pt x="36711" y="49238"/>
                    <a:pt x="39944" y="48982"/>
                    <a:pt x="43209" y="48310"/>
                  </a:cubicBezTo>
                  <a:cubicBezTo>
                    <a:pt x="44489" y="48054"/>
                    <a:pt x="45321" y="46838"/>
                    <a:pt x="45065" y="45558"/>
                  </a:cubicBezTo>
                  <a:cubicBezTo>
                    <a:pt x="44840" y="44462"/>
                    <a:pt x="43876" y="43687"/>
                    <a:pt x="42777" y="43687"/>
                  </a:cubicBezTo>
                  <a:cubicBezTo>
                    <a:pt x="42624" y="43687"/>
                    <a:pt x="42469" y="43702"/>
                    <a:pt x="42312" y="43733"/>
                  </a:cubicBezTo>
                  <a:cubicBezTo>
                    <a:pt x="39355" y="44323"/>
                    <a:pt x="36402" y="44565"/>
                    <a:pt x="33548" y="44565"/>
                  </a:cubicBezTo>
                  <a:cubicBezTo>
                    <a:pt x="25250" y="44565"/>
                    <a:pt x="17785" y="42521"/>
                    <a:pt x="13475" y="41045"/>
                  </a:cubicBezTo>
                  <a:cubicBezTo>
                    <a:pt x="12225" y="40610"/>
                    <a:pt x="10929" y="40383"/>
                    <a:pt x="9607" y="40383"/>
                  </a:cubicBezTo>
                  <a:cubicBezTo>
                    <a:pt x="9371" y="40383"/>
                    <a:pt x="9135" y="40390"/>
                    <a:pt x="8898" y="40405"/>
                  </a:cubicBezTo>
                  <a:cubicBezTo>
                    <a:pt x="8772" y="40410"/>
                    <a:pt x="8648" y="40413"/>
                    <a:pt x="8527" y="40413"/>
                  </a:cubicBezTo>
                  <a:cubicBezTo>
                    <a:pt x="7205" y="40413"/>
                    <a:pt x="6199" y="40095"/>
                    <a:pt x="5729" y="39508"/>
                  </a:cubicBezTo>
                  <a:cubicBezTo>
                    <a:pt x="5217" y="38900"/>
                    <a:pt x="5121" y="37748"/>
                    <a:pt x="5441" y="36276"/>
                  </a:cubicBezTo>
                  <a:cubicBezTo>
                    <a:pt x="6114" y="33395"/>
                    <a:pt x="6146" y="30483"/>
                    <a:pt x="6114" y="28274"/>
                  </a:cubicBezTo>
                  <a:cubicBezTo>
                    <a:pt x="6018" y="21649"/>
                    <a:pt x="7554" y="10991"/>
                    <a:pt x="9730" y="2958"/>
                  </a:cubicBezTo>
                  <a:cubicBezTo>
                    <a:pt x="10082" y="1710"/>
                    <a:pt x="9314" y="429"/>
                    <a:pt x="8066" y="77"/>
                  </a:cubicBezTo>
                  <a:cubicBezTo>
                    <a:pt x="7868" y="25"/>
                    <a:pt x="7668" y="0"/>
                    <a:pt x="74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4CEF2"/>
                </a:solidFill>
              </a:endParaRPr>
            </a:p>
          </p:txBody>
        </p:sp>
        <p:sp>
          <p:nvSpPr>
            <p:cNvPr id="279" name="Google Shape;279;p38"/>
            <p:cNvSpPr/>
            <p:nvPr/>
          </p:nvSpPr>
          <p:spPr>
            <a:xfrm>
              <a:off x="7299227" y="1911104"/>
              <a:ext cx="47473" cy="42705"/>
            </a:xfrm>
            <a:custGeom>
              <a:rect b="b" l="l" r="r" t="t"/>
              <a:pathLst>
                <a:path extrusionOk="0" h="5842" w="6530">
                  <a:moveTo>
                    <a:pt x="3923" y="0"/>
                  </a:moveTo>
                  <a:cubicBezTo>
                    <a:pt x="3369" y="0"/>
                    <a:pt x="2811" y="195"/>
                    <a:pt x="2369" y="593"/>
                  </a:cubicBezTo>
                  <a:lnTo>
                    <a:pt x="1057" y="1777"/>
                  </a:lnTo>
                  <a:cubicBezTo>
                    <a:pt x="97" y="2641"/>
                    <a:pt x="1" y="4113"/>
                    <a:pt x="865" y="5074"/>
                  </a:cubicBezTo>
                  <a:cubicBezTo>
                    <a:pt x="1345" y="5586"/>
                    <a:pt x="1985" y="5842"/>
                    <a:pt x="2625" y="5842"/>
                  </a:cubicBezTo>
                  <a:cubicBezTo>
                    <a:pt x="3169" y="5842"/>
                    <a:pt x="3745" y="5650"/>
                    <a:pt x="4193" y="5266"/>
                  </a:cubicBezTo>
                  <a:lnTo>
                    <a:pt x="5506" y="4081"/>
                  </a:lnTo>
                  <a:cubicBezTo>
                    <a:pt x="6466" y="3217"/>
                    <a:pt x="6530" y="1745"/>
                    <a:pt x="5666" y="785"/>
                  </a:cubicBezTo>
                  <a:cubicBezTo>
                    <a:pt x="5217" y="267"/>
                    <a:pt x="4572" y="0"/>
                    <a:pt x="39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4CEF2"/>
                </a:solidFill>
              </a:endParaRPr>
            </a:p>
          </p:txBody>
        </p:sp>
        <p:sp>
          <p:nvSpPr>
            <p:cNvPr id="280" name="Google Shape;280;p38"/>
            <p:cNvSpPr/>
            <p:nvPr/>
          </p:nvSpPr>
          <p:spPr>
            <a:xfrm>
              <a:off x="7369521" y="1932517"/>
              <a:ext cx="33980" cy="51477"/>
            </a:xfrm>
            <a:custGeom>
              <a:rect b="b" l="l" r="r" t="t"/>
              <a:pathLst>
                <a:path extrusionOk="0" h="7042" w="4674">
                  <a:moveTo>
                    <a:pt x="2337" y="0"/>
                  </a:moveTo>
                  <a:cubicBezTo>
                    <a:pt x="1025" y="0"/>
                    <a:pt x="0" y="1056"/>
                    <a:pt x="0" y="2337"/>
                  </a:cubicBezTo>
                  <a:lnTo>
                    <a:pt x="0" y="4673"/>
                  </a:lnTo>
                  <a:cubicBezTo>
                    <a:pt x="0" y="5985"/>
                    <a:pt x="1025" y="7042"/>
                    <a:pt x="2337" y="7042"/>
                  </a:cubicBezTo>
                  <a:cubicBezTo>
                    <a:pt x="3617" y="7042"/>
                    <a:pt x="4673" y="5985"/>
                    <a:pt x="4673" y="4673"/>
                  </a:cubicBezTo>
                  <a:lnTo>
                    <a:pt x="4673" y="2337"/>
                  </a:lnTo>
                  <a:cubicBezTo>
                    <a:pt x="4673" y="1056"/>
                    <a:pt x="3617" y="0"/>
                    <a:pt x="23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4CEF2"/>
                </a:solidFill>
              </a:endParaRPr>
            </a:p>
          </p:txBody>
        </p:sp>
        <p:sp>
          <p:nvSpPr>
            <p:cNvPr id="281" name="Google Shape;281;p38"/>
            <p:cNvSpPr/>
            <p:nvPr/>
          </p:nvSpPr>
          <p:spPr>
            <a:xfrm>
              <a:off x="7284100" y="1846880"/>
              <a:ext cx="51195" cy="34160"/>
            </a:xfrm>
            <a:custGeom>
              <a:rect b="b" l="l" r="r" t="t"/>
              <a:pathLst>
                <a:path extrusionOk="0" h="4673" w="7042">
                  <a:moveTo>
                    <a:pt x="2369" y="0"/>
                  </a:moveTo>
                  <a:cubicBezTo>
                    <a:pt x="1056" y="0"/>
                    <a:pt x="0" y="1024"/>
                    <a:pt x="0" y="2337"/>
                  </a:cubicBezTo>
                  <a:cubicBezTo>
                    <a:pt x="0" y="3617"/>
                    <a:pt x="1056" y="4673"/>
                    <a:pt x="2369" y="4673"/>
                  </a:cubicBezTo>
                  <a:lnTo>
                    <a:pt x="4705" y="4673"/>
                  </a:lnTo>
                  <a:cubicBezTo>
                    <a:pt x="5985" y="4673"/>
                    <a:pt x="7042" y="3617"/>
                    <a:pt x="7042" y="2337"/>
                  </a:cubicBezTo>
                  <a:cubicBezTo>
                    <a:pt x="7042" y="1056"/>
                    <a:pt x="5985" y="0"/>
                    <a:pt x="4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4CEF2"/>
                </a:solidFill>
              </a:endParaRPr>
            </a:p>
          </p:txBody>
        </p:sp>
      </p:grpSp>
      <p:grpSp>
        <p:nvGrpSpPr>
          <p:cNvPr id="282" name="Google Shape;282;p38"/>
          <p:cNvGrpSpPr/>
          <p:nvPr/>
        </p:nvGrpSpPr>
        <p:grpSpPr>
          <a:xfrm>
            <a:off x="5119775" y="3950850"/>
            <a:ext cx="339480" cy="411460"/>
            <a:chOff x="5119775" y="3950850"/>
            <a:chExt cx="339480" cy="411460"/>
          </a:xfrm>
        </p:grpSpPr>
        <p:sp>
          <p:nvSpPr>
            <p:cNvPr id="283" name="Google Shape;283;p38"/>
            <p:cNvSpPr/>
            <p:nvPr/>
          </p:nvSpPr>
          <p:spPr>
            <a:xfrm>
              <a:off x="5255184" y="4126654"/>
              <a:ext cx="140299" cy="145811"/>
            </a:xfrm>
            <a:custGeom>
              <a:rect b="b" l="l" r="r" t="t"/>
              <a:pathLst>
                <a:path extrusionOk="0" h="19940" w="19365">
                  <a:moveTo>
                    <a:pt x="12381" y="1"/>
                  </a:moveTo>
                  <a:cubicBezTo>
                    <a:pt x="9240" y="1"/>
                    <a:pt x="6435" y="2354"/>
                    <a:pt x="6050" y="5632"/>
                  </a:cubicBezTo>
                  <a:cubicBezTo>
                    <a:pt x="5697" y="8833"/>
                    <a:pt x="4705" y="10465"/>
                    <a:pt x="2721" y="11137"/>
                  </a:cubicBezTo>
                  <a:cubicBezTo>
                    <a:pt x="1153" y="11650"/>
                    <a:pt x="96" y="13058"/>
                    <a:pt x="32" y="14690"/>
                  </a:cubicBezTo>
                  <a:cubicBezTo>
                    <a:pt x="0" y="16322"/>
                    <a:pt x="961" y="17763"/>
                    <a:pt x="2497" y="18371"/>
                  </a:cubicBezTo>
                  <a:cubicBezTo>
                    <a:pt x="4385" y="19139"/>
                    <a:pt x="6050" y="19939"/>
                    <a:pt x="8098" y="19939"/>
                  </a:cubicBezTo>
                  <a:cubicBezTo>
                    <a:pt x="15331" y="19939"/>
                    <a:pt x="17508" y="13282"/>
                    <a:pt x="18660" y="7585"/>
                  </a:cubicBezTo>
                  <a:cubicBezTo>
                    <a:pt x="19364" y="4256"/>
                    <a:pt x="17252" y="992"/>
                    <a:pt x="13923" y="191"/>
                  </a:cubicBezTo>
                  <a:cubicBezTo>
                    <a:pt x="13406" y="62"/>
                    <a:pt x="12889" y="1"/>
                    <a:pt x="12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8"/>
            <p:cNvSpPr/>
            <p:nvPr/>
          </p:nvSpPr>
          <p:spPr>
            <a:xfrm>
              <a:off x="5119775" y="3950850"/>
              <a:ext cx="172069" cy="411460"/>
            </a:xfrm>
            <a:custGeom>
              <a:rect b="b" l="l" r="r" t="t"/>
              <a:pathLst>
                <a:path extrusionOk="0" h="56268" w="23750">
                  <a:moveTo>
                    <a:pt x="14052" y="1"/>
                  </a:moveTo>
                  <a:cubicBezTo>
                    <a:pt x="12739" y="1"/>
                    <a:pt x="11715" y="1057"/>
                    <a:pt x="11715" y="2369"/>
                  </a:cubicBezTo>
                  <a:lnTo>
                    <a:pt x="11715" y="8803"/>
                  </a:lnTo>
                  <a:cubicBezTo>
                    <a:pt x="11715" y="12099"/>
                    <a:pt x="13411" y="15076"/>
                    <a:pt x="16132" y="16772"/>
                  </a:cubicBezTo>
                  <a:cubicBezTo>
                    <a:pt x="16388" y="20453"/>
                    <a:pt x="16132" y="30567"/>
                    <a:pt x="7330" y="37768"/>
                  </a:cubicBezTo>
                  <a:cubicBezTo>
                    <a:pt x="2657" y="41577"/>
                    <a:pt x="1" y="47338"/>
                    <a:pt x="1" y="53579"/>
                  </a:cubicBezTo>
                  <a:lnTo>
                    <a:pt x="1" y="53931"/>
                  </a:lnTo>
                  <a:cubicBezTo>
                    <a:pt x="1" y="55211"/>
                    <a:pt x="1025" y="56267"/>
                    <a:pt x="2337" y="56267"/>
                  </a:cubicBezTo>
                  <a:cubicBezTo>
                    <a:pt x="3618" y="56267"/>
                    <a:pt x="4674" y="55211"/>
                    <a:pt x="4674" y="53931"/>
                  </a:cubicBezTo>
                  <a:lnTo>
                    <a:pt x="4674" y="53579"/>
                  </a:lnTo>
                  <a:cubicBezTo>
                    <a:pt x="4674" y="48746"/>
                    <a:pt x="6722" y="44297"/>
                    <a:pt x="10275" y="41385"/>
                  </a:cubicBezTo>
                  <a:cubicBezTo>
                    <a:pt x="19301" y="34023"/>
                    <a:pt x="20805" y="24165"/>
                    <a:pt x="20869" y="18724"/>
                  </a:cubicBezTo>
                  <a:cubicBezTo>
                    <a:pt x="20933" y="18724"/>
                    <a:pt x="20997" y="18756"/>
                    <a:pt x="21093" y="18756"/>
                  </a:cubicBezTo>
                  <a:cubicBezTo>
                    <a:pt x="21989" y="18756"/>
                    <a:pt x="22885" y="18212"/>
                    <a:pt x="23237" y="17316"/>
                  </a:cubicBezTo>
                  <a:cubicBezTo>
                    <a:pt x="23749" y="16132"/>
                    <a:pt x="23173" y="14756"/>
                    <a:pt x="21989" y="14244"/>
                  </a:cubicBezTo>
                  <a:lnTo>
                    <a:pt x="19269" y="13123"/>
                  </a:lnTo>
                  <a:cubicBezTo>
                    <a:pt x="17540" y="12387"/>
                    <a:pt x="16388" y="10691"/>
                    <a:pt x="16388" y="8803"/>
                  </a:cubicBezTo>
                  <a:lnTo>
                    <a:pt x="16388" y="2369"/>
                  </a:lnTo>
                  <a:cubicBezTo>
                    <a:pt x="16388" y="1057"/>
                    <a:pt x="15332" y="1"/>
                    <a:pt x="14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8"/>
            <p:cNvSpPr/>
            <p:nvPr/>
          </p:nvSpPr>
          <p:spPr>
            <a:xfrm>
              <a:off x="5175657" y="3950850"/>
              <a:ext cx="283598" cy="411460"/>
            </a:xfrm>
            <a:custGeom>
              <a:rect b="b" l="l" r="r" t="t"/>
              <a:pathLst>
                <a:path extrusionOk="0" h="56268" w="39144">
                  <a:moveTo>
                    <a:pt x="13987" y="1"/>
                  </a:moveTo>
                  <a:cubicBezTo>
                    <a:pt x="12675" y="1"/>
                    <a:pt x="11651" y="1057"/>
                    <a:pt x="11651" y="2369"/>
                  </a:cubicBezTo>
                  <a:cubicBezTo>
                    <a:pt x="11651" y="6370"/>
                    <a:pt x="14211" y="10051"/>
                    <a:pt x="17764" y="11235"/>
                  </a:cubicBezTo>
                  <a:lnTo>
                    <a:pt x="22661" y="13283"/>
                  </a:lnTo>
                  <a:cubicBezTo>
                    <a:pt x="29830" y="16292"/>
                    <a:pt x="34471" y="23269"/>
                    <a:pt x="34471" y="31079"/>
                  </a:cubicBezTo>
                  <a:cubicBezTo>
                    <a:pt x="34471" y="37768"/>
                    <a:pt x="31110" y="43881"/>
                    <a:pt x="25445" y="47402"/>
                  </a:cubicBezTo>
                  <a:cubicBezTo>
                    <a:pt x="23663" y="48528"/>
                    <a:pt x="21652" y="49083"/>
                    <a:pt x="19650" y="49083"/>
                  </a:cubicBezTo>
                  <a:cubicBezTo>
                    <a:pt x="17158" y="49083"/>
                    <a:pt x="14680" y="48224"/>
                    <a:pt x="12675" y="46538"/>
                  </a:cubicBezTo>
                  <a:lnTo>
                    <a:pt x="12259" y="46185"/>
                  </a:lnTo>
                  <a:cubicBezTo>
                    <a:pt x="10986" y="45129"/>
                    <a:pt x="9423" y="44566"/>
                    <a:pt x="7834" y="44566"/>
                  </a:cubicBezTo>
                  <a:cubicBezTo>
                    <a:pt x="7064" y="44566"/>
                    <a:pt x="6289" y="44698"/>
                    <a:pt x="5537" y="44969"/>
                  </a:cubicBezTo>
                  <a:cubicBezTo>
                    <a:pt x="3201" y="45769"/>
                    <a:pt x="1537" y="47722"/>
                    <a:pt x="1057" y="50058"/>
                  </a:cubicBezTo>
                  <a:lnTo>
                    <a:pt x="288" y="53387"/>
                  </a:lnTo>
                  <a:cubicBezTo>
                    <a:pt x="0" y="54635"/>
                    <a:pt x="768" y="55915"/>
                    <a:pt x="2017" y="56203"/>
                  </a:cubicBezTo>
                  <a:cubicBezTo>
                    <a:pt x="2209" y="56235"/>
                    <a:pt x="2401" y="56267"/>
                    <a:pt x="2561" y="56267"/>
                  </a:cubicBezTo>
                  <a:cubicBezTo>
                    <a:pt x="3649" y="56267"/>
                    <a:pt x="4609" y="55531"/>
                    <a:pt x="4865" y="54475"/>
                  </a:cubicBezTo>
                  <a:lnTo>
                    <a:pt x="5633" y="51050"/>
                  </a:lnTo>
                  <a:cubicBezTo>
                    <a:pt x="5889" y="49930"/>
                    <a:pt x="6722" y="49514"/>
                    <a:pt x="7106" y="49386"/>
                  </a:cubicBezTo>
                  <a:cubicBezTo>
                    <a:pt x="7264" y="49328"/>
                    <a:pt x="7540" y="49251"/>
                    <a:pt x="7874" y="49251"/>
                  </a:cubicBezTo>
                  <a:cubicBezTo>
                    <a:pt x="8281" y="49251"/>
                    <a:pt x="8775" y="49366"/>
                    <a:pt x="9250" y="49770"/>
                  </a:cubicBezTo>
                  <a:lnTo>
                    <a:pt x="9666" y="50122"/>
                  </a:lnTo>
                  <a:cubicBezTo>
                    <a:pt x="12544" y="52538"/>
                    <a:pt x="16093" y="53771"/>
                    <a:pt x="19661" y="53771"/>
                  </a:cubicBezTo>
                  <a:cubicBezTo>
                    <a:pt x="22521" y="53771"/>
                    <a:pt x="25393" y="52979"/>
                    <a:pt x="27942" y="51370"/>
                  </a:cubicBezTo>
                  <a:cubicBezTo>
                    <a:pt x="34983" y="46954"/>
                    <a:pt x="39144" y="39368"/>
                    <a:pt x="39144" y="31079"/>
                  </a:cubicBezTo>
                  <a:cubicBezTo>
                    <a:pt x="39144" y="21381"/>
                    <a:pt x="33383" y="12707"/>
                    <a:pt x="24485" y="8963"/>
                  </a:cubicBezTo>
                  <a:lnTo>
                    <a:pt x="19396" y="6850"/>
                  </a:lnTo>
                  <a:cubicBezTo>
                    <a:pt x="17636" y="6242"/>
                    <a:pt x="16323" y="4354"/>
                    <a:pt x="16323" y="2369"/>
                  </a:cubicBezTo>
                  <a:cubicBezTo>
                    <a:pt x="16323" y="1057"/>
                    <a:pt x="15267" y="1"/>
                    <a:pt x="13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86" name="Google Shape;286;p38"/>
          <p:cNvCxnSpPr/>
          <p:nvPr/>
        </p:nvCxnSpPr>
        <p:spPr>
          <a:xfrm>
            <a:off x="4400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287" name="Google Shape;287;p38"/>
          <p:cNvSpPr txBox="1"/>
          <p:nvPr>
            <p:ph type="title"/>
          </p:nvPr>
        </p:nvSpPr>
        <p:spPr>
          <a:xfrm>
            <a:off x="4333050" y="546075"/>
            <a:ext cx="41886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medical history</a:t>
            </a:r>
            <a:endParaRPr/>
          </a:p>
        </p:txBody>
      </p:sp>
      <p:sp>
        <p:nvSpPr>
          <p:cNvPr id="288" name="Google Shape;288;p38"/>
          <p:cNvSpPr txBox="1"/>
          <p:nvPr>
            <p:ph idx="1" type="subTitle"/>
          </p:nvPr>
        </p:nvSpPr>
        <p:spPr>
          <a:xfrm>
            <a:off x="5658125" y="2505475"/>
            <a:ext cx="1808700" cy="30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Week 2</a:t>
            </a:r>
            <a:endParaRPr/>
          </a:p>
        </p:txBody>
      </p:sp>
      <p:sp>
        <p:nvSpPr>
          <p:cNvPr id="289" name="Google Shape;289;p38"/>
          <p:cNvSpPr txBox="1"/>
          <p:nvPr>
            <p:ph idx="2" type="subTitle"/>
          </p:nvPr>
        </p:nvSpPr>
        <p:spPr>
          <a:xfrm>
            <a:off x="5658125" y="2806117"/>
            <a:ext cx="1808700" cy="60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the farthest planet from the Sun</a:t>
            </a:r>
            <a:endParaRPr/>
          </a:p>
        </p:txBody>
      </p:sp>
      <p:sp>
        <p:nvSpPr>
          <p:cNvPr id="290" name="Google Shape;290;p38"/>
          <p:cNvSpPr txBox="1"/>
          <p:nvPr>
            <p:ph idx="3" type="subTitle"/>
          </p:nvPr>
        </p:nvSpPr>
        <p:spPr>
          <a:xfrm>
            <a:off x="5658125" y="3692800"/>
            <a:ext cx="1808700" cy="30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Week 3</a:t>
            </a:r>
            <a:endParaRPr/>
          </a:p>
        </p:txBody>
      </p:sp>
      <p:sp>
        <p:nvSpPr>
          <p:cNvPr id="291" name="Google Shape;291;p38"/>
          <p:cNvSpPr txBox="1"/>
          <p:nvPr>
            <p:ph idx="4" type="subTitle"/>
          </p:nvPr>
        </p:nvSpPr>
        <p:spPr>
          <a:xfrm>
            <a:off x="5658125" y="3993442"/>
            <a:ext cx="1808700" cy="60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a gas giant and has several rings</a:t>
            </a:r>
            <a:endParaRPr/>
          </a:p>
        </p:txBody>
      </p:sp>
      <p:sp>
        <p:nvSpPr>
          <p:cNvPr id="292" name="Google Shape;292;p38"/>
          <p:cNvSpPr txBox="1"/>
          <p:nvPr>
            <p:ph idx="5" type="subTitle"/>
          </p:nvPr>
        </p:nvSpPr>
        <p:spPr>
          <a:xfrm>
            <a:off x="5658125" y="1468475"/>
            <a:ext cx="1808700" cy="30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Week 1</a:t>
            </a:r>
            <a:endParaRPr/>
          </a:p>
        </p:txBody>
      </p:sp>
      <p:sp>
        <p:nvSpPr>
          <p:cNvPr id="293" name="Google Shape;293;p38"/>
          <p:cNvSpPr txBox="1"/>
          <p:nvPr>
            <p:ph idx="6" type="subTitle"/>
          </p:nvPr>
        </p:nvSpPr>
        <p:spPr>
          <a:xfrm>
            <a:off x="5658125" y="1769117"/>
            <a:ext cx="1808700" cy="60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the biggest planet of them all</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97" name="Shape 297"/>
        <p:cNvGrpSpPr/>
        <p:nvPr/>
      </p:nvGrpSpPr>
      <p:grpSpPr>
        <a:xfrm>
          <a:off x="0" y="0"/>
          <a:ext cx="0" cy="0"/>
          <a:chOff x="0" y="0"/>
          <a:chExt cx="0" cy="0"/>
        </a:xfrm>
      </p:grpSpPr>
      <p:cxnSp>
        <p:nvCxnSpPr>
          <p:cNvPr id="298" name="Google Shape;298;p39"/>
          <p:cNvCxnSpPr/>
          <p:nvPr/>
        </p:nvCxnSpPr>
        <p:spPr>
          <a:xfrm>
            <a:off x="813625" y="3204950"/>
            <a:ext cx="509400" cy="0"/>
          </a:xfrm>
          <a:prstGeom prst="straightConnector1">
            <a:avLst/>
          </a:prstGeom>
          <a:noFill/>
          <a:ln cap="flat" cmpd="sng" w="19050">
            <a:solidFill>
              <a:srgbClr val="173F5E"/>
            </a:solidFill>
            <a:prstDash val="solid"/>
            <a:round/>
            <a:headEnd len="med" w="med" type="none"/>
            <a:tailEnd len="med" w="med" type="none"/>
          </a:ln>
        </p:spPr>
      </p:cxnSp>
      <p:sp>
        <p:nvSpPr>
          <p:cNvPr id="299" name="Google Shape;299;p39"/>
          <p:cNvSpPr txBox="1"/>
          <p:nvPr>
            <p:ph type="title"/>
          </p:nvPr>
        </p:nvSpPr>
        <p:spPr>
          <a:xfrm>
            <a:off x="713225" y="2629525"/>
            <a:ext cx="41859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
            </a:r>
            <a:r>
              <a:rPr lang="en"/>
              <a:t>ymptoms</a:t>
            </a:r>
            <a:endParaRPr/>
          </a:p>
        </p:txBody>
      </p:sp>
      <p:sp>
        <p:nvSpPr>
          <p:cNvPr id="300" name="Google Shape;300;p39"/>
          <p:cNvSpPr txBox="1"/>
          <p:nvPr>
            <p:ph idx="1" type="subTitle"/>
          </p:nvPr>
        </p:nvSpPr>
        <p:spPr>
          <a:xfrm>
            <a:off x="713225" y="3692800"/>
            <a:ext cx="20913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Jupiter</a:t>
            </a:r>
            <a:endParaRPr/>
          </a:p>
        </p:txBody>
      </p:sp>
      <p:sp>
        <p:nvSpPr>
          <p:cNvPr id="301" name="Google Shape;301;p39"/>
          <p:cNvSpPr txBox="1"/>
          <p:nvPr>
            <p:ph idx="2" type="subTitle"/>
          </p:nvPr>
        </p:nvSpPr>
        <p:spPr>
          <a:xfrm>
            <a:off x="713225" y="3993444"/>
            <a:ext cx="20913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Jupiter is the biggest planet of them all</a:t>
            </a:r>
            <a:endParaRPr/>
          </a:p>
        </p:txBody>
      </p:sp>
      <p:sp>
        <p:nvSpPr>
          <p:cNvPr id="302" name="Google Shape;302;p39"/>
          <p:cNvSpPr txBox="1"/>
          <p:nvPr>
            <p:ph idx="3" type="subTitle"/>
          </p:nvPr>
        </p:nvSpPr>
        <p:spPr>
          <a:xfrm>
            <a:off x="3222275" y="3692800"/>
            <a:ext cx="20913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Saturn</a:t>
            </a:r>
            <a:endParaRPr/>
          </a:p>
        </p:txBody>
      </p:sp>
      <p:sp>
        <p:nvSpPr>
          <p:cNvPr id="303" name="Google Shape;303;p39"/>
          <p:cNvSpPr txBox="1"/>
          <p:nvPr>
            <p:ph idx="4" type="subTitle"/>
          </p:nvPr>
        </p:nvSpPr>
        <p:spPr>
          <a:xfrm>
            <a:off x="3222275" y="3993444"/>
            <a:ext cx="20913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It’s a gas giant and has several rings</a:t>
            </a:r>
            <a:endParaRPr/>
          </a:p>
        </p:txBody>
      </p:sp>
      <p:sp>
        <p:nvSpPr>
          <p:cNvPr id="304" name="Google Shape;304;p39"/>
          <p:cNvSpPr txBox="1"/>
          <p:nvPr>
            <p:ph idx="5" type="subTitle"/>
          </p:nvPr>
        </p:nvSpPr>
        <p:spPr>
          <a:xfrm>
            <a:off x="5731325" y="3692800"/>
            <a:ext cx="20913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Neptune</a:t>
            </a:r>
            <a:endParaRPr/>
          </a:p>
        </p:txBody>
      </p:sp>
      <p:sp>
        <p:nvSpPr>
          <p:cNvPr id="305" name="Google Shape;305;p39"/>
          <p:cNvSpPr txBox="1"/>
          <p:nvPr>
            <p:ph idx="6" type="subTitle"/>
          </p:nvPr>
        </p:nvSpPr>
        <p:spPr>
          <a:xfrm>
            <a:off x="5731325" y="3993444"/>
            <a:ext cx="20913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It’s the farthest planet from the Sun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09" name="Shape 309"/>
        <p:cNvGrpSpPr/>
        <p:nvPr/>
      </p:nvGrpSpPr>
      <p:grpSpPr>
        <a:xfrm>
          <a:off x="0" y="0"/>
          <a:ext cx="0" cy="0"/>
          <a:chOff x="0" y="0"/>
          <a:chExt cx="0" cy="0"/>
        </a:xfrm>
      </p:grpSpPr>
      <p:sp>
        <p:nvSpPr>
          <p:cNvPr id="310" name="Google Shape;310;p40"/>
          <p:cNvSpPr/>
          <p:nvPr/>
        </p:nvSpPr>
        <p:spPr>
          <a:xfrm>
            <a:off x="4969425" y="2704500"/>
            <a:ext cx="640200" cy="640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0"/>
          <p:cNvSpPr/>
          <p:nvPr/>
        </p:nvSpPr>
        <p:spPr>
          <a:xfrm>
            <a:off x="4969425" y="3836500"/>
            <a:ext cx="640200" cy="640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0"/>
          <p:cNvSpPr/>
          <p:nvPr/>
        </p:nvSpPr>
        <p:spPr>
          <a:xfrm>
            <a:off x="4969425" y="1458138"/>
            <a:ext cx="640200" cy="640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 name="Google Shape;313;p40"/>
          <p:cNvGrpSpPr/>
          <p:nvPr/>
        </p:nvGrpSpPr>
        <p:grpSpPr>
          <a:xfrm>
            <a:off x="5032351" y="1572504"/>
            <a:ext cx="514349" cy="411491"/>
            <a:chOff x="5032351" y="1572504"/>
            <a:chExt cx="514349" cy="411491"/>
          </a:xfrm>
        </p:grpSpPr>
        <p:sp>
          <p:nvSpPr>
            <p:cNvPr id="314" name="Google Shape;314;p40"/>
            <p:cNvSpPr/>
            <p:nvPr/>
          </p:nvSpPr>
          <p:spPr>
            <a:xfrm>
              <a:off x="5032351" y="1593793"/>
              <a:ext cx="328858" cy="390202"/>
            </a:xfrm>
            <a:custGeom>
              <a:rect b="b" l="l" r="r" t="t"/>
              <a:pathLst>
                <a:path extrusionOk="0" h="12316" w="10388">
                  <a:moveTo>
                    <a:pt x="6334" y="851"/>
                  </a:moveTo>
                  <a:cubicBezTo>
                    <a:pt x="7189" y="851"/>
                    <a:pt x="7949" y="1390"/>
                    <a:pt x="8266" y="2213"/>
                  </a:cubicBezTo>
                  <a:lnTo>
                    <a:pt x="9343" y="5190"/>
                  </a:lnTo>
                  <a:cubicBezTo>
                    <a:pt x="9438" y="5507"/>
                    <a:pt x="9343" y="5823"/>
                    <a:pt x="9089" y="6013"/>
                  </a:cubicBezTo>
                  <a:cubicBezTo>
                    <a:pt x="8931" y="6108"/>
                    <a:pt x="8804" y="6235"/>
                    <a:pt x="8677" y="6330"/>
                  </a:cubicBezTo>
                  <a:cubicBezTo>
                    <a:pt x="7601" y="7185"/>
                    <a:pt x="6619" y="8198"/>
                    <a:pt x="5764" y="9085"/>
                  </a:cubicBezTo>
                  <a:cubicBezTo>
                    <a:pt x="4586" y="10263"/>
                    <a:pt x="3408" y="11468"/>
                    <a:pt x="2750" y="11468"/>
                  </a:cubicBezTo>
                  <a:cubicBezTo>
                    <a:pt x="2683" y="11468"/>
                    <a:pt x="2621" y="11455"/>
                    <a:pt x="2565" y="11429"/>
                  </a:cubicBezTo>
                  <a:cubicBezTo>
                    <a:pt x="1774" y="11017"/>
                    <a:pt x="1204" y="9845"/>
                    <a:pt x="1077" y="8325"/>
                  </a:cubicBezTo>
                  <a:cubicBezTo>
                    <a:pt x="887" y="6298"/>
                    <a:pt x="1552" y="3416"/>
                    <a:pt x="3389" y="1991"/>
                  </a:cubicBezTo>
                  <a:cubicBezTo>
                    <a:pt x="3705" y="1738"/>
                    <a:pt x="4592" y="1326"/>
                    <a:pt x="5669" y="978"/>
                  </a:cubicBezTo>
                  <a:cubicBezTo>
                    <a:pt x="5891" y="883"/>
                    <a:pt x="6112" y="851"/>
                    <a:pt x="6334" y="851"/>
                  </a:cubicBezTo>
                  <a:close/>
                  <a:moveTo>
                    <a:pt x="6317" y="0"/>
                  </a:moveTo>
                  <a:cubicBezTo>
                    <a:pt x="6016" y="0"/>
                    <a:pt x="5713" y="51"/>
                    <a:pt x="5416" y="155"/>
                  </a:cubicBezTo>
                  <a:cubicBezTo>
                    <a:pt x="4339" y="503"/>
                    <a:pt x="3325" y="978"/>
                    <a:pt x="2882" y="1295"/>
                  </a:cubicBezTo>
                  <a:cubicBezTo>
                    <a:pt x="760" y="2941"/>
                    <a:pt x="0" y="6045"/>
                    <a:pt x="222" y="8420"/>
                  </a:cubicBezTo>
                  <a:cubicBezTo>
                    <a:pt x="380" y="10257"/>
                    <a:pt x="1109" y="11619"/>
                    <a:pt x="2185" y="12189"/>
                  </a:cubicBezTo>
                  <a:cubicBezTo>
                    <a:pt x="2375" y="12284"/>
                    <a:pt x="2565" y="12315"/>
                    <a:pt x="2755" y="12315"/>
                  </a:cubicBezTo>
                  <a:cubicBezTo>
                    <a:pt x="3294" y="12315"/>
                    <a:pt x="3832" y="11999"/>
                    <a:pt x="4212" y="11682"/>
                  </a:cubicBezTo>
                  <a:cubicBezTo>
                    <a:pt x="4845" y="11207"/>
                    <a:pt x="5542" y="10510"/>
                    <a:pt x="6366" y="9655"/>
                  </a:cubicBezTo>
                  <a:cubicBezTo>
                    <a:pt x="7221" y="8800"/>
                    <a:pt x="8171" y="7818"/>
                    <a:pt x="9216" y="6995"/>
                  </a:cubicBezTo>
                  <a:cubicBezTo>
                    <a:pt x="9311" y="6900"/>
                    <a:pt x="9438" y="6805"/>
                    <a:pt x="9596" y="6710"/>
                  </a:cubicBezTo>
                  <a:cubicBezTo>
                    <a:pt x="10166" y="6267"/>
                    <a:pt x="10388" y="5570"/>
                    <a:pt x="10134" y="4905"/>
                  </a:cubicBezTo>
                  <a:lnTo>
                    <a:pt x="9057" y="1928"/>
                  </a:lnTo>
                  <a:cubicBezTo>
                    <a:pt x="8804" y="1231"/>
                    <a:pt x="8297" y="630"/>
                    <a:pt x="7601" y="313"/>
                  </a:cubicBezTo>
                  <a:cubicBezTo>
                    <a:pt x="7188" y="107"/>
                    <a:pt x="6754" y="0"/>
                    <a:pt x="6317"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0"/>
            <p:cNvSpPr/>
            <p:nvPr/>
          </p:nvSpPr>
          <p:spPr>
            <a:xfrm>
              <a:off x="5322089" y="1572504"/>
              <a:ext cx="224610" cy="179703"/>
            </a:xfrm>
            <a:custGeom>
              <a:rect b="b" l="l" r="r" t="t"/>
              <a:pathLst>
                <a:path extrusionOk="0" h="5672" w="7095">
                  <a:moveTo>
                    <a:pt x="1837" y="858"/>
                  </a:moveTo>
                  <a:cubicBezTo>
                    <a:pt x="4497" y="858"/>
                    <a:pt x="5701" y="1397"/>
                    <a:pt x="5796" y="1587"/>
                  </a:cubicBezTo>
                  <a:cubicBezTo>
                    <a:pt x="5954" y="1872"/>
                    <a:pt x="5479" y="2917"/>
                    <a:pt x="2661" y="4753"/>
                  </a:cubicBezTo>
                  <a:cubicBezTo>
                    <a:pt x="2600" y="4814"/>
                    <a:pt x="2528" y="4836"/>
                    <a:pt x="2450" y="4836"/>
                  </a:cubicBezTo>
                  <a:cubicBezTo>
                    <a:pt x="2405" y="4836"/>
                    <a:pt x="2359" y="4828"/>
                    <a:pt x="2312" y="4817"/>
                  </a:cubicBezTo>
                  <a:cubicBezTo>
                    <a:pt x="2186" y="4785"/>
                    <a:pt x="2091" y="4690"/>
                    <a:pt x="2059" y="4563"/>
                  </a:cubicBezTo>
                  <a:lnTo>
                    <a:pt x="919" y="1428"/>
                  </a:lnTo>
                  <a:cubicBezTo>
                    <a:pt x="887" y="1302"/>
                    <a:pt x="887" y="1175"/>
                    <a:pt x="982" y="1048"/>
                  </a:cubicBezTo>
                  <a:cubicBezTo>
                    <a:pt x="1046" y="953"/>
                    <a:pt x="1172" y="890"/>
                    <a:pt x="1299" y="858"/>
                  </a:cubicBezTo>
                  <a:close/>
                  <a:moveTo>
                    <a:pt x="1612" y="1"/>
                  </a:moveTo>
                  <a:cubicBezTo>
                    <a:pt x="1507" y="1"/>
                    <a:pt x="1402" y="2"/>
                    <a:pt x="1299" y="3"/>
                  </a:cubicBezTo>
                  <a:cubicBezTo>
                    <a:pt x="887" y="35"/>
                    <a:pt x="507" y="225"/>
                    <a:pt x="286" y="573"/>
                  </a:cubicBezTo>
                  <a:cubicBezTo>
                    <a:pt x="32" y="890"/>
                    <a:pt x="0" y="1333"/>
                    <a:pt x="127" y="1713"/>
                  </a:cubicBezTo>
                  <a:lnTo>
                    <a:pt x="1267" y="4848"/>
                  </a:lnTo>
                  <a:cubicBezTo>
                    <a:pt x="1394" y="5229"/>
                    <a:pt x="1679" y="5482"/>
                    <a:pt x="2059" y="5609"/>
                  </a:cubicBezTo>
                  <a:cubicBezTo>
                    <a:pt x="2186" y="5672"/>
                    <a:pt x="2312" y="5672"/>
                    <a:pt x="2439" y="5672"/>
                  </a:cubicBezTo>
                  <a:cubicBezTo>
                    <a:pt x="2692" y="5672"/>
                    <a:pt x="2946" y="5609"/>
                    <a:pt x="3136" y="5482"/>
                  </a:cubicBezTo>
                  <a:cubicBezTo>
                    <a:pt x="5954" y="3613"/>
                    <a:pt x="7094" y="2220"/>
                    <a:pt x="6556" y="1207"/>
                  </a:cubicBezTo>
                  <a:cubicBezTo>
                    <a:pt x="6074" y="303"/>
                    <a:pt x="3672" y="1"/>
                    <a:pt x="1612"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0"/>
            <p:cNvSpPr/>
            <p:nvPr/>
          </p:nvSpPr>
          <p:spPr>
            <a:xfrm>
              <a:off x="5086487" y="1674292"/>
              <a:ext cx="82246" cy="129075"/>
            </a:xfrm>
            <a:custGeom>
              <a:rect b="b" l="l" r="r" t="t"/>
              <a:pathLst>
                <a:path extrusionOk="0" h="4074" w="2598">
                  <a:moveTo>
                    <a:pt x="2135" y="0"/>
                  </a:moveTo>
                  <a:cubicBezTo>
                    <a:pt x="2033" y="0"/>
                    <a:pt x="1928" y="40"/>
                    <a:pt x="1837" y="115"/>
                  </a:cubicBezTo>
                  <a:cubicBezTo>
                    <a:pt x="1774" y="179"/>
                    <a:pt x="349" y="1477"/>
                    <a:pt x="32" y="3599"/>
                  </a:cubicBezTo>
                  <a:cubicBezTo>
                    <a:pt x="0" y="3821"/>
                    <a:pt x="159" y="4042"/>
                    <a:pt x="412" y="4074"/>
                  </a:cubicBezTo>
                  <a:lnTo>
                    <a:pt x="475" y="4074"/>
                  </a:lnTo>
                  <a:cubicBezTo>
                    <a:pt x="665" y="4074"/>
                    <a:pt x="855" y="3947"/>
                    <a:pt x="887" y="3726"/>
                  </a:cubicBezTo>
                  <a:cubicBezTo>
                    <a:pt x="1140" y="1921"/>
                    <a:pt x="2407" y="780"/>
                    <a:pt x="2407" y="749"/>
                  </a:cubicBezTo>
                  <a:cubicBezTo>
                    <a:pt x="2597" y="590"/>
                    <a:pt x="2597" y="337"/>
                    <a:pt x="2439" y="147"/>
                  </a:cubicBezTo>
                  <a:cubicBezTo>
                    <a:pt x="2356" y="48"/>
                    <a:pt x="2247" y="0"/>
                    <a:pt x="2135"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0"/>
            <p:cNvSpPr/>
            <p:nvPr/>
          </p:nvSpPr>
          <p:spPr>
            <a:xfrm>
              <a:off x="5083479" y="1822397"/>
              <a:ext cx="27099" cy="27120"/>
            </a:xfrm>
            <a:custGeom>
              <a:rect b="b" l="l" r="r" t="t"/>
              <a:pathLst>
                <a:path extrusionOk="0" h="856" w="856">
                  <a:moveTo>
                    <a:pt x="444" y="1"/>
                  </a:moveTo>
                  <a:cubicBezTo>
                    <a:pt x="190" y="1"/>
                    <a:pt x="0" y="191"/>
                    <a:pt x="0" y="412"/>
                  </a:cubicBezTo>
                  <a:cubicBezTo>
                    <a:pt x="0" y="666"/>
                    <a:pt x="190" y="856"/>
                    <a:pt x="444" y="856"/>
                  </a:cubicBezTo>
                  <a:cubicBezTo>
                    <a:pt x="665" y="856"/>
                    <a:pt x="855" y="666"/>
                    <a:pt x="855" y="412"/>
                  </a:cubicBezTo>
                  <a:cubicBezTo>
                    <a:pt x="855" y="191"/>
                    <a:pt x="665" y="1"/>
                    <a:pt x="444"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 name="Google Shape;318;p40"/>
          <p:cNvGrpSpPr/>
          <p:nvPr/>
        </p:nvGrpSpPr>
        <p:grpSpPr>
          <a:xfrm>
            <a:off x="5108343" y="2816853"/>
            <a:ext cx="362361" cy="415496"/>
            <a:chOff x="5108343" y="2816853"/>
            <a:chExt cx="362361" cy="415496"/>
          </a:xfrm>
        </p:grpSpPr>
        <p:sp>
          <p:nvSpPr>
            <p:cNvPr id="319" name="Google Shape;319;p40"/>
            <p:cNvSpPr/>
            <p:nvPr/>
          </p:nvSpPr>
          <p:spPr>
            <a:xfrm>
              <a:off x="5108343" y="2816853"/>
              <a:ext cx="362361" cy="415496"/>
            </a:xfrm>
            <a:custGeom>
              <a:rect b="b" l="l" r="r" t="t"/>
              <a:pathLst>
                <a:path extrusionOk="0" h="12965" w="11307">
                  <a:moveTo>
                    <a:pt x="7841" y="666"/>
                  </a:moveTo>
                  <a:cubicBezTo>
                    <a:pt x="9377" y="666"/>
                    <a:pt x="10397" y="1732"/>
                    <a:pt x="10451" y="1786"/>
                  </a:cubicBezTo>
                  <a:cubicBezTo>
                    <a:pt x="10578" y="1913"/>
                    <a:pt x="10546" y="2071"/>
                    <a:pt x="10451" y="2198"/>
                  </a:cubicBezTo>
                  <a:cubicBezTo>
                    <a:pt x="10392" y="2242"/>
                    <a:pt x="10327" y="2265"/>
                    <a:pt x="10261" y="2265"/>
                  </a:cubicBezTo>
                  <a:cubicBezTo>
                    <a:pt x="10184" y="2265"/>
                    <a:pt x="10107" y="2234"/>
                    <a:pt x="10039" y="2166"/>
                  </a:cubicBezTo>
                  <a:cubicBezTo>
                    <a:pt x="9986" y="2139"/>
                    <a:pt x="9135" y="1247"/>
                    <a:pt x="7873" y="1247"/>
                  </a:cubicBezTo>
                  <a:cubicBezTo>
                    <a:pt x="7647" y="1247"/>
                    <a:pt x="7408" y="1275"/>
                    <a:pt x="7158" y="1343"/>
                  </a:cubicBezTo>
                  <a:cubicBezTo>
                    <a:pt x="6619" y="1469"/>
                    <a:pt x="6207" y="1818"/>
                    <a:pt x="5922" y="2324"/>
                  </a:cubicBezTo>
                  <a:cubicBezTo>
                    <a:pt x="5796" y="2578"/>
                    <a:pt x="5764" y="2831"/>
                    <a:pt x="5859" y="3084"/>
                  </a:cubicBezTo>
                  <a:cubicBezTo>
                    <a:pt x="5954" y="3306"/>
                    <a:pt x="6176" y="3496"/>
                    <a:pt x="6429" y="3559"/>
                  </a:cubicBezTo>
                  <a:cubicBezTo>
                    <a:pt x="7379" y="3844"/>
                    <a:pt x="7918" y="4256"/>
                    <a:pt x="8108" y="4889"/>
                  </a:cubicBezTo>
                  <a:cubicBezTo>
                    <a:pt x="8551" y="6220"/>
                    <a:pt x="8709" y="7930"/>
                    <a:pt x="8488" y="9386"/>
                  </a:cubicBezTo>
                  <a:cubicBezTo>
                    <a:pt x="8266" y="10907"/>
                    <a:pt x="7664" y="11952"/>
                    <a:pt x="6872" y="12205"/>
                  </a:cubicBezTo>
                  <a:cubicBezTo>
                    <a:pt x="6675" y="12273"/>
                    <a:pt x="6461" y="12307"/>
                    <a:pt x="6236" y="12307"/>
                  </a:cubicBezTo>
                  <a:cubicBezTo>
                    <a:pt x="5523" y="12307"/>
                    <a:pt x="4698" y="11968"/>
                    <a:pt x="3927" y="11318"/>
                  </a:cubicBezTo>
                  <a:cubicBezTo>
                    <a:pt x="2819" y="10400"/>
                    <a:pt x="1869" y="9038"/>
                    <a:pt x="1299" y="7455"/>
                  </a:cubicBezTo>
                  <a:cubicBezTo>
                    <a:pt x="697" y="5776"/>
                    <a:pt x="824" y="4034"/>
                    <a:pt x="1742" y="2293"/>
                  </a:cubicBezTo>
                  <a:lnTo>
                    <a:pt x="1774" y="2261"/>
                  </a:lnTo>
                  <a:cubicBezTo>
                    <a:pt x="1932" y="1976"/>
                    <a:pt x="2217" y="1438"/>
                    <a:pt x="2407" y="1058"/>
                  </a:cubicBezTo>
                  <a:lnTo>
                    <a:pt x="2787" y="1406"/>
                  </a:lnTo>
                  <a:cubicBezTo>
                    <a:pt x="2661" y="1596"/>
                    <a:pt x="2502" y="1881"/>
                    <a:pt x="2375" y="2261"/>
                  </a:cubicBezTo>
                  <a:cubicBezTo>
                    <a:pt x="2280" y="2578"/>
                    <a:pt x="2344" y="2926"/>
                    <a:pt x="2597" y="3148"/>
                  </a:cubicBezTo>
                  <a:cubicBezTo>
                    <a:pt x="2755" y="3283"/>
                    <a:pt x="2928" y="3322"/>
                    <a:pt x="3083" y="3322"/>
                  </a:cubicBezTo>
                  <a:cubicBezTo>
                    <a:pt x="3147" y="3322"/>
                    <a:pt x="3207" y="3315"/>
                    <a:pt x="3262" y="3306"/>
                  </a:cubicBezTo>
                  <a:lnTo>
                    <a:pt x="3357" y="3306"/>
                  </a:lnTo>
                  <a:cubicBezTo>
                    <a:pt x="3896" y="3306"/>
                    <a:pt x="4877" y="3274"/>
                    <a:pt x="5194" y="2514"/>
                  </a:cubicBezTo>
                  <a:cubicBezTo>
                    <a:pt x="5574" y="1596"/>
                    <a:pt x="6176" y="994"/>
                    <a:pt x="6999" y="772"/>
                  </a:cubicBezTo>
                  <a:cubicBezTo>
                    <a:pt x="7294" y="698"/>
                    <a:pt x="7575" y="666"/>
                    <a:pt x="7841" y="666"/>
                  </a:cubicBezTo>
                  <a:close/>
                  <a:moveTo>
                    <a:pt x="7868" y="1"/>
                  </a:moveTo>
                  <a:cubicBezTo>
                    <a:pt x="7543" y="1"/>
                    <a:pt x="7200" y="42"/>
                    <a:pt x="6841" y="139"/>
                  </a:cubicBezTo>
                  <a:cubicBezTo>
                    <a:pt x="5796" y="424"/>
                    <a:pt x="5036" y="1121"/>
                    <a:pt x="4592" y="2229"/>
                  </a:cubicBezTo>
                  <a:cubicBezTo>
                    <a:pt x="4466" y="2514"/>
                    <a:pt x="4117" y="2641"/>
                    <a:pt x="3357" y="2641"/>
                  </a:cubicBezTo>
                  <a:lnTo>
                    <a:pt x="3041" y="2641"/>
                  </a:lnTo>
                  <a:cubicBezTo>
                    <a:pt x="3009" y="2578"/>
                    <a:pt x="2977" y="2514"/>
                    <a:pt x="3009" y="2483"/>
                  </a:cubicBezTo>
                  <a:cubicBezTo>
                    <a:pt x="3136" y="2134"/>
                    <a:pt x="3262" y="1881"/>
                    <a:pt x="3389" y="1723"/>
                  </a:cubicBezTo>
                  <a:cubicBezTo>
                    <a:pt x="3547" y="1501"/>
                    <a:pt x="3516" y="1153"/>
                    <a:pt x="3294" y="963"/>
                  </a:cubicBezTo>
                  <a:lnTo>
                    <a:pt x="3009" y="709"/>
                  </a:lnTo>
                  <a:lnTo>
                    <a:pt x="2819" y="519"/>
                  </a:lnTo>
                  <a:cubicBezTo>
                    <a:pt x="2688" y="414"/>
                    <a:pt x="2556" y="353"/>
                    <a:pt x="2407" y="353"/>
                  </a:cubicBezTo>
                  <a:cubicBezTo>
                    <a:pt x="2376" y="353"/>
                    <a:pt x="2345" y="355"/>
                    <a:pt x="2312" y="361"/>
                  </a:cubicBezTo>
                  <a:cubicBezTo>
                    <a:pt x="2122" y="392"/>
                    <a:pt x="1964" y="487"/>
                    <a:pt x="1869" y="646"/>
                  </a:cubicBezTo>
                  <a:cubicBezTo>
                    <a:pt x="1647" y="1058"/>
                    <a:pt x="1330" y="1691"/>
                    <a:pt x="1204" y="1944"/>
                  </a:cubicBezTo>
                  <a:lnTo>
                    <a:pt x="1172" y="1976"/>
                  </a:lnTo>
                  <a:cubicBezTo>
                    <a:pt x="159" y="3876"/>
                    <a:pt x="0" y="5808"/>
                    <a:pt x="665" y="7676"/>
                  </a:cubicBezTo>
                  <a:cubicBezTo>
                    <a:pt x="1299" y="9355"/>
                    <a:pt x="2280" y="10843"/>
                    <a:pt x="3484" y="11825"/>
                  </a:cubicBezTo>
                  <a:cubicBezTo>
                    <a:pt x="4402" y="12585"/>
                    <a:pt x="5352" y="12965"/>
                    <a:pt x="6239" y="12965"/>
                  </a:cubicBezTo>
                  <a:cubicBezTo>
                    <a:pt x="6524" y="12965"/>
                    <a:pt x="6809" y="12933"/>
                    <a:pt x="7094" y="12838"/>
                  </a:cubicBezTo>
                  <a:cubicBezTo>
                    <a:pt x="8139" y="12490"/>
                    <a:pt x="8868" y="11287"/>
                    <a:pt x="9153" y="9481"/>
                  </a:cubicBezTo>
                  <a:cubicBezTo>
                    <a:pt x="9374" y="7930"/>
                    <a:pt x="9216" y="6061"/>
                    <a:pt x="8741" y="4668"/>
                  </a:cubicBezTo>
                  <a:cubicBezTo>
                    <a:pt x="8488" y="3844"/>
                    <a:pt x="7759" y="3274"/>
                    <a:pt x="6587" y="2926"/>
                  </a:cubicBezTo>
                  <a:cubicBezTo>
                    <a:pt x="6556" y="2894"/>
                    <a:pt x="6492" y="2863"/>
                    <a:pt x="6492" y="2799"/>
                  </a:cubicBezTo>
                  <a:cubicBezTo>
                    <a:pt x="6461" y="2768"/>
                    <a:pt x="6461" y="2704"/>
                    <a:pt x="6492" y="2641"/>
                  </a:cubicBezTo>
                  <a:cubicBezTo>
                    <a:pt x="6682" y="2293"/>
                    <a:pt x="6967" y="2071"/>
                    <a:pt x="7348" y="1976"/>
                  </a:cubicBezTo>
                  <a:cubicBezTo>
                    <a:pt x="7538" y="1922"/>
                    <a:pt x="7722" y="1899"/>
                    <a:pt x="7897" y="1899"/>
                  </a:cubicBezTo>
                  <a:cubicBezTo>
                    <a:pt x="8854" y="1899"/>
                    <a:pt x="9538" y="2583"/>
                    <a:pt x="9564" y="2609"/>
                  </a:cubicBezTo>
                  <a:cubicBezTo>
                    <a:pt x="9750" y="2812"/>
                    <a:pt x="10007" y="2915"/>
                    <a:pt x="10265" y="2915"/>
                  </a:cubicBezTo>
                  <a:cubicBezTo>
                    <a:pt x="10491" y="2915"/>
                    <a:pt x="10717" y="2835"/>
                    <a:pt x="10894" y="2673"/>
                  </a:cubicBezTo>
                  <a:cubicBezTo>
                    <a:pt x="11274" y="2324"/>
                    <a:pt x="11306" y="1723"/>
                    <a:pt x="10958" y="1343"/>
                  </a:cubicBezTo>
                  <a:cubicBezTo>
                    <a:pt x="10877" y="1262"/>
                    <a:pt x="9661" y="1"/>
                    <a:pt x="7868"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0"/>
            <p:cNvSpPr/>
            <p:nvPr/>
          </p:nvSpPr>
          <p:spPr>
            <a:xfrm>
              <a:off x="5156029" y="2993657"/>
              <a:ext cx="66018" cy="128094"/>
            </a:xfrm>
            <a:custGeom>
              <a:rect b="b" l="l" r="r" t="t"/>
              <a:pathLst>
                <a:path extrusionOk="0" h="3997" w="2060">
                  <a:moveTo>
                    <a:pt x="334" y="1"/>
                  </a:moveTo>
                  <a:cubicBezTo>
                    <a:pt x="318" y="1"/>
                    <a:pt x="302" y="3"/>
                    <a:pt x="286" y="6"/>
                  </a:cubicBezTo>
                  <a:cubicBezTo>
                    <a:pt x="96" y="6"/>
                    <a:pt x="1" y="164"/>
                    <a:pt x="1" y="323"/>
                  </a:cubicBezTo>
                  <a:cubicBezTo>
                    <a:pt x="32" y="418"/>
                    <a:pt x="317" y="2539"/>
                    <a:pt x="1521" y="3869"/>
                  </a:cubicBezTo>
                  <a:cubicBezTo>
                    <a:pt x="1584" y="3933"/>
                    <a:pt x="1648" y="3996"/>
                    <a:pt x="1743" y="3996"/>
                  </a:cubicBezTo>
                  <a:cubicBezTo>
                    <a:pt x="1806" y="3996"/>
                    <a:pt x="1869" y="3964"/>
                    <a:pt x="1933" y="3901"/>
                  </a:cubicBezTo>
                  <a:cubicBezTo>
                    <a:pt x="2059" y="3806"/>
                    <a:pt x="2059" y="3616"/>
                    <a:pt x="1964" y="3489"/>
                  </a:cubicBezTo>
                  <a:cubicBezTo>
                    <a:pt x="887" y="2286"/>
                    <a:pt x="602" y="291"/>
                    <a:pt x="602" y="259"/>
                  </a:cubicBezTo>
                  <a:cubicBezTo>
                    <a:pt x="574" y="117"/>
                    <a:pt x="470" y="1"/>
                    <a:pt x="334"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0"/>
            <p:cNvSpPr/>
            <p:nvPr/>
          </p:nvSpPr>
          <p:spPr>
            <a:xfrm>
              <a:off x="5225059" y="3130851"/>
              <a:ext cx="20318" cy="20318"/>
            </a:xfrm>
            <a:custGeom>
              <a:rect b="b" l="l" r="r" t="t"/>
              <a:pathLst>
                <a:path extrusionOk="0" h="634" w="634">
                  <a:moveTo>
                    <a:pt x="317" y="0"/>
                  </a:moveTo>
                  <a:cubicBezTo>
                    <a:pt x="127" y="0"/>
                    <a:pt x="0" y="127"/>
                    <a:pt x="0" y="317"/>
                  </a:cubicBezTo>
                  <a:cubicBezTo>
                    <a:pt x="0" y="475"/>
                    <a:pt x="127" y="634"/>
                    <a:pt x="317" y="634"/>
                  </a:cubicBezTo>
                  <a:cubicBezTo>
                    <a:pt x="475" y="634"/>
                    <a:pt x="634" y="475"/>
                    <a:pt x="634" y="317"/>
                  </a:cubicBezTo>
                  <a:cubicBezTo>
                    <a:pt x="634" y="127"/>
                    <a:pt x="475" y="0"/>
                    <a:pt x="317"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40"/>
          <p:cNvGrpSpPr/>
          <p:nvPr/>
        </p:nvGrpSpPr>
        <p:grpSpPr>
          <a:xfrm>
            <a:off x="5119777" y="3950844"/>
            <a:ext cx="339475" cy="411495"/>
            <a:chOff x="5119777" y="3950844"/>
            <a:chExt cx="339475" cy="411495"/>
          </a:xfrm>
        </p:grpSpPr>
        <p:sp>
          <p:nvSpPr>
            <p:cNvPr id="323" name="Google Shape;323;p40"/>
            <p:cNvSpPr/>
            <p:nvPr/>
          </p:nvSpPr>
          <p:spPr>
            <a:xfrm>
              <a:off x="5119777" y="3950844"/>
              <a:ext cx="339475" cy="411495"/>
            </a:xfrm>
            <a:custGeom>
              <a:rect b="b" l="l" r="r" t="t"/>
              <a:pathLst>
                <a:path extrusionOk="0" h="12985" w="10927">
                  <a:moveTo>
                    <a:pt x="7696" y="665"/>
                  </a:moveTo>
                  <a:cubicBezTo>
                    <a:pt x="9121" y="665"/>
                    <a:pt x="10261" y="1805"/>
                    <a:pt x="10261" y="3230"/>
                  </a:cubicBezTo>
                  <a:lnTo>
                    <a:pt x="10261" y="5510"/>
                  </a:lnTo>
                  <a:cubicBezTo>
                    <a:pt x="10261" y="6461"/>
                    <a:pt x="9754" y="7316"/>
                    <a:pt x="8931" y="7759"/>
                  </a:cubicBezTo>
                  <a:lnTo>
                    <a:pt x="7443" y="8582"/>
                  </a:lnTo>
                  <a:cubicBezTo>
                    <a:pt x="7221" y="8709"/>
                    <a:pt x="7063" y="8962"/>
                    <a:pt x="7063" y="9247"/>
                  </a:cubicBezTo>
                  <a:lnTo>
                    <a:pt x="7063" y="9817"/>
                  </a:lnTo>
                  <a:cubicBezTo>
                    <a:pt x="7063" y="10641"/>
                    <a:pt x="6841" y="11464"/>
                    <a:pt x="6429" y="12193"/>
                  </a:cubicBezTo>
                  <a:cubicBezTo>
                    <a:pt x="6397" y="12288"/>
                    <a:pt x="6302" y="12319"/>
                    <a:pt x="6207" y="12319"/>
                  </a:cubicBezTo>
                  <a:lnTo>
                    <a:pt x="5637" y="12319"/>
                  </a:lnTo>
                  <a:cubicBezTo>
                    <a:pt x="5542" y="12319"/>
                    <a:pt x="5447" y="12256"/>
                    <a:pt x="5416" y="12193"/>
                  </a:cubicBezTo>
                  <a:cubicBezTo>
                    <a:pt x="5004" y="11464"/>
                    <a:pt x="4782" y="10641"/>
                    <a:pt x="4782" y="9817"/>
                  </a:cubicBezTo>
                  <a:lnTo>
                    <a:pt x="4782" y="8962"/>
                  </a:lnTo>
                  <a:cubicBezTo>
                    <a:pt x="4782" y="8012"/>
                    <a:pt x="5289" y="7157"/>
                    <a:pt x="6112" y="6714"/>
                  </a:cubicBezTo>
                  <a:lnTo>
                    <a:pt x="7601" y="5890"/>
                  </a:lnTo>
                  <a:cubicBezTo>
                    <a:pt x="7823" y="5764"/>
                    <a:pt x="7981" y="5510"/>
                    <a:pt x="7981" y="5225"/>
                  </a:cubicBezTo>
                  <a:lnTo>
                    <a:pt x="7981" y="3705"/>
                  </a:lnTo>
                  <a:cubicBezTo>
                    <a:pt x="7981" y="3262"/>
                    <a:pt x="7633" y="2914"/>
                    <a:pt x="7221" y="2914"/>
                  </a:cubicBezTo>
                  <a:lnTo>
                    <a:pt x="3674" y="2914"/>
                  </a:lnTo>
                  <a:cubicBezTo>
                    <a:pt x="3262" y="2914"/>
                    <a:pt x="2914" y="3262"/>
                    <a:pt x="2914" y="3705"/>
                  </a:cubicBezTo>
                  <a:lnTo>
                    <a:pt x="2914" y="6334"/>
                  </a:lnTo>
                  <a:cubicBezTo>
                    <a:pt x="2914" y="6556"/>
                    <a:pt x="2471" y="6872"/>
                    <a:pt x="1774" y="6872"/>
                  </a:cubicBezTo>
                  <a:cubicBezTo>
                    <a:pt x="1077" y="6872"/>
                    <a:pt x="665" y="6556"/>
                    <a:pt x="634" y="6334"/>
                  </a:cubicBezTo>
                  <a:lnTo>
                    <a:pt x="634" y="3230"/>
                  </a:lnTo>
                  <a:cubicBezTo>
                    <a:pt x="634" y="1805"/>
                    <a:pt x="1805" y="665"/>
                    <a:pt x="3199" y="665"/>
                  </a:cubicBezTo>
                  <a:close/>
                  <a:moveTo>
                    <a:pt x="3199" y="0"/>
                  </a:moveTo>
                  <a:cubicBezTo>
                    <a:pt x="1425" y="0"/>
                    <a:pt x="0" y="1457"/>
                    <a:pt x="0" y="3230"/>
                  </a:cubicBezTo>
                  <a:lnTo>
                    <a:pt x="0" y="6714"/>
                  </a:lnTo>
                  <a:cubicBezTo>
                    <a:pt x="190" y="7189"/>
                    <a:pt x="950" y="7506"/>
                    <a:pt x="1774" y="7506"/>
                  </a:cubicBezTo>
                  <a:cubicBezTo>
                    <a:pt x="2597" y="7506"/>
                    <a:pt x="3357" y="7189"/>
                    <a:pt x="3579" y="6714"/>
                  </a:cubicBezTo>
                  <a:lnTo>
                    <a:pt x="3579" y="3705"/>
                  </a:lnTo>
                  <a:cubicBezTo>
                    <a:pt x="3579" y="3642"/>
                    <a:pt x="3611" y="3579"/>
                    <a:pt x="3674" y="3579"/>
                  </a:cubicBezTo>
                  <a:lnTo>
                    <a:pt x="7221" y="3579"/>
                  </a:lnTo>
                  <a:cubicBezTo>
                    <a:pt x="7284" y="3579"/>
                    <a:pt x="7316" y="3642"/>
                    <a:pt x="7316" y="3705"/>
                  </a:cubicBezTo>
                  <a:lnTo>
                    <a:pt x="7316" y="5225"/>
                  </a:lnTo>
                  <a:cubicBezTo>
                    <a:pt x="7316" y="5289"/>
                    <a:pt x="7316" y="5320"/>
                    <a:pt x="7284" y="5320"/>
                  </a:cubicBezTo>
                  <a:lnTo>
                    <a:pt x="5796" y="6144"/>
                  </a:lnTo>
                  <a:cubicBezTo>
                    <a:pt x="4782" y="6714"/>
                    <a:pt x="4149" y="7791"/>
                    <a:pt x="4149" y="8962"/>
                  </a:cubicBezTo>
                  <a:lnTo>
                    <a:pt x="4149" y="9817"/>
                  </a:lnTo>
                  <a:cubicBezTo>
                    <a:pt x="4149" y="10767"/>
                    <a:pt x="4371" y="11686"/>
                    <a:pt x="4846" y="12509"/>
                  </a:cubicBezTo>
                  <a:cubicBezTo>
                    <a:pt x="5004" y="12794"/>
                    <a:pt x="5321" y="12984"/>
                    <a:pt x="5637" y="12984"/>
                  </a:cubicBezTo>
                  <a:lnTo>
                    <a:pt x="6207" y="12984"/>
                  </a:lnTo>
                  <a:cubicBezTo>
                    <a:pt x="6556" y="12984"/>
                    <a:pt x="6873" y="12794"/>
                    <a:pt x="7031" y="12509"/>
                  </a:cubicBezTo>
                  <a:cubicBezTo>
                    <a:pt x="7474" y="11686"/>
                    <a:pt x="7728" y="10767"/>
                    <a:pt x="7728" y="9817"/>
                  </a:cubicBezTo>
                  <a:lnTo>
                    <a:pt x="7728" y="9247"/>
                  </a:lnTo>
                  <a:cubicBezTo>
                    <a:pt x="7728" y="9216"/>
                    <a:pt x="7728" y="9184"/>
                    <a:pt x="7791" y="9152"/>
                  </a:cubicBezTo>
                  <a:lnTo>
                    <a:pt x="9248" y="8329"/>
                  </a:lnTo>
                  <a:cubicBezTo>
                    <a:pt x="10293" y="7759"/>
                    <a:pt x="10926" y="6682"/>
                    <a:pt x="10926" y="5510"/>
                  </a:cubicBezTo>
                  <a:lnTo>
                    <a:pt x="10926" y="3230"/>
                  </a:lnTo>
                  <a:cubicBezTo>
                    <a:pt x="10926" y="1457"/>
                    <a:pt x="9469" y="0"/>
                    <a:pt x="7696"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0"/>
            <p:cNvSpPr/>
            <p:nvPr/>
          </p:nvSpPr>
          <p:spPr>
            <a:xfrm>
              <a:off x="5150283" y="4137492"/>
              <a:ext cx="50205" cy="23102"/>
            </a:xfrm>
            <a:custGeom>
              <a:rect b="b" l="l" r="r" t="t"/>
              <a:pathLst>
                <a:path extrusionOk="0" h="729" w="1616">
                  <a:moveTo>
                    <a:pt x="792" y="0"/>
                  </a:moveTo>
                  <a:cubicBezTo>
                    <a:pt x="348" y="0"/>
                    <a:pt x="0" y="159"/>
                    <a:pt x="0" y="349"/>
                  </a:cubicBezTo>
                  <a:cubicBezTo>
                    <a:pt x="0" y="571"/>
                    <a:pt x="348" y="729"/>
                    <a:pt x="792" y="729"/>
                  </a:cubicBezTo>
                  <a:cubicBezTo>
                    <a:pt x="1235" y="729"/>
                    <a:pt x="1615" y="571"/>
                    <a:pt x="1615" y="349"/>
                  </a:cubicBezTo>
                  <a:cubicBezTo>
                    <a:pt x="1615" y="159"/>
                    <a:pt x="1235" y="0"/>
                    <a:pt x="792"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0"/>
            <p:cNvSpPr/>
            <p:nvPr/>
          </p:nvSpPr>
          <p:spPr>
            <a:xfrm>
              <a:off x="5150283" y="4053199"/>
              <a:ext cx="20691" cy="74281"/>
            </a:xfrm>
            <a:custGeom>
              <a:rect b="b" l="l" r="r" t="t"/>
              <a:pathLst>
                <a:path extrusionOk="0" h="2344" w="666">
                  <a:moveTo>
                    <a:pt x="317" y="0"/>
                  </a:moveTo>
                  <a:cubicBezTo>
                    <a:pt x="158" y="0"/>
                    <a:pt x="0" y="127"/>
                    <a:pt x="0" y="317"/>
                  </a:cubicBezTo>
                  <a:lnTo>
                    <a:pt x="0" y="1995"/>
                  </a:lnTo>
                  <a:cubicBezTo>
                    <a:pt x="0" y="2185"/>
                    <a:pt x="158" y="2344"/>
                    <a:pt x="317" y="2344"/>
                  </a:cubicBezTo>
                  <a:cubicBezTo>
                    <a:pt x="507" y="2344"/>
                    <a:pt x="665" y="2185"/>
                    <a:pt x="665" y="1995"/>
                  </a:cubicBezTo>
                  <a:lnTo>
                    <a:pt x="665" y="317"/>
                  </a:lnTo>
                  <a:cubicBezTo>
                    <a:pt x="665" y="127"/>
                    <a:pt x="507" y="0"/>
                    <a:pt x="317"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26" name="Google Shape;326;p40"/>
          <p:cNvCxnSpPr/>
          <p:nvPr/>
        </p:nvCxnSpPr>
        <p:spPr>
          <a:xfrm>
            <a:off x="4641175" y="1068325"/>
            <a:ext cx="431700" cy="0"/>
          </a:xfrm>
          <a:prstGeom prst="straightConnector1">
            <a:avLst/>
          </a:prstGeom>
          <a:noFill/>
          <a:ln cap="flat" cmpd="sng" w="19050">
            <a:solidFill>
              <a:srgbClr val="FFFFFF"/>
            </a:solidFill>
            <a:prstDash val="solid"/>
            <a:round/>
            <a:headEnd len="med" w="med" type="none"/>
            <a:tailEnd len="med" w="med" type="none"/>
          </a:ln>
        </p:spPr>
      </p:cxnSp>
      <p:sp>
        <p:nvSpPr>
          <p:cNvPr id="327" name="Google Shape;327;p40"/>
          <p:cNvSpPr txBox="1"/>
          <p:nvPr>
            <p:ph type="title"/>
          </p:nvPr>
        </p:nvSpPr>
        <p:spPr>
          <a:xfrm>
            <a:off x="4525675" y="546075"/>
            <a:ext cx="41859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Physical examination</a:t>
            </a:r>
            <a:endParaRPr/>
          </a:p>
        </p:txBody>
      </p:sp>
      <p:sp>
        <p:nvSpPr>
          <p:cNvPr id="328" name="Google Shape;328;p40"/>
          <p:cNvSpPr txBox="1"/>
          <p:nvPr>
            <p:ph idx="1" type="subTitle"/>
          </p:nvPr>
        </p:nvSpPr>
        <p:spPr>
          <a:xfrm>
            <a:off x="5658125" y="2580638"/>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lt1"/>
                </a:solidFill>
                <a:latin typeface="Roboto Slab Regular"/>
                <a:ea typeface="Roboto Slab Regular"/>
                <a:cs typeface="Roboto Slab Regular"/>
                <a:sym typeface="Roboto Slab Regular"/>
              </a:rPr>
              <a:t>Neptune</a:t>
            </a:r>
            <a:endParaRPr/>
          </a:p>
        </p:txBody>
      </p:sp>
      <p:sp>
        <p:nvSpPr>
          <p:cNvPr id="329" name="Google Shape;329;p40"/>
          <p:cNvSpPr txBox="1"/>
          <p:nvPr>
            <p:ph idx="2" type="subTitle"/>
          </p:nvPr>
        </p:nvSpPr>
        <p:spPr>
          <a:xfrm>
            <a:off x="5658125" y="2881279"/>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lt1"/>
                </a:solidFill>
              </a:rPr>
              <a:t>It’s the farthest planet from the Sun</a:t>
            </a:r>
            <a:endParaRPr/>
          </a:p>
        </p:txBody>
      </p:sp>
      <p:sp>
        <p:nvSpPr>
          <p:cNvPr id="330" name="Google Shape;330;p40"/>
          <p:cNvSpPr txBox="1"/>
          <p:nvPr>
            <p:ph idx="3" type="subTitle"/>
          </p:nvPr>
        </p:nvSpPr>
        <p:spPr>
          <a:xfrm>
            <a:off x="5658125" y="3692800"/>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lt1"/>
                </a:solidFill>
                <a:latin typeface="Roboto Slab Regular"/>
                <a:ea typeface="Roboto Slab Regular"/>
                <a:cs typeface="Roboto Slab Regular"/>
                <a:sym typeface="Roboto Slab Regular"/>
              </a:rPr>
              <a:t>Saturn</a:t>
            </a:r>
            <a:endParaRPr/>
          </a:p>
        </p:txBody>
      </p:sp>
      <p:sp>
        <p:nvSpPr>
          <p:cNvPr id="331" name="Google Shape;331;p40"/>
          <p:cNvSpPr txBox="1"/>
          <p:nvPr>
            <p:ph idx="4" type="subTitle"/>
          </p:nvPr>
        </p:nvSpPr>
        <p:spPr>
          <a:xfrm>
            <a:off x="5658125" y="3993442"/>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lt1"/>
                </a:solidFill>
              </a:rPr>
              <a:t>It’s a gas giant and has several rings</a:t>
            </a:r>
            <a:endParaRPr/>
          </a:p>
        </p:txBody>
      </p:sp>
      <p:sp>
        <p:nvSpPr>
          <p:cNvPr id="332" name="Google Shape;332;p40"/>
          <p:cNvSpPr txBox="1"/>
          <p:nvPr>
            <p:ph idx="5" type="subTitle"/>
          </p:nvPr>
        </p:nvSpPr>
        <p:spPr>
          <a:xfrm>
            <a:off x="5658125" y="1468475"/>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lt1"/>
                </a:solidFill>
                <a:latin typeface="Roboto Slab Regular"/>
                <a:ea typeface="Roboto Slab Regular"/>
                <a:cs typeface="Roboto Slab Regular"/>
                <a:sym typeface="Roboto Slab Regular"/>
              </a:rPr>
              <a:t>Jupiter</a:t>
            </a:r>
            <a:endParaRPr/>
          </a:p>
        </p:txBody>
      </p:sp>
      <p:sp>
        <p:nvSpPr>
          <p:cNvPr id="333" name="Google Shape;333;p40"/>
          <p:cNvSpPr txBox="1"/>
          <p:nvPr>
            <p:ph idx="6" type="subTitle"/>
          </p:nvPr>
        </p:nvSpPr>
        <p:spPr>
          <a:xfrm>
            <a:off x="5658125" y="1769117"/>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lt1"/>
                </a:solidFill>
              </a:rPr>
              <a:t>Jupiter is the biggest planet of them all</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7" name="Shape 337"/>
        <p:cNvGrpSpPr/>
        <p:nvPr/>
      </p:nvGrpSpPr>
      <p:grpSpPr>
        <a:xfrm>
          <a:off x="0" y="0"/>
          <a:ext cx="0" cy="0"/>
          <a:chOff x="0" y="0"/>
          <a:chExt cx="0" cy="0"/>
        </a:xfrm>
      </p:grpSpPr>
      <p:sp>
        <p:nvSpPr>
          <p:cNvPr id="338" name="Google Shape;338;p41"/>
          <p:cNvSpPr/>
          <p:nvPr/>
        </p:nvSpPr>
        <p:spPr>
          <a:xfrm>
            <a:off x="1151875" y="1780950"/>
            <a:ext cx="1678200" cy="1678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9" name="Google Shape;339;p41"/>
          <p:cNvPicPr preferRelativeResize="0"/>
          <p:nvPr/>
        </p:nvPicPr>
        <p:blipFill rotWithShape="1">
          <a:blip r:embed="rId3">
            <a:alphaModFix/>
          </a:blip>
          <a:srcRect b="29253" l="8240" r="44536" t="0"/>
          <a:stretch/>
        </p:blipFill>
        <p:spPr>
          <a:xfrm>
            <a:off x="1151875" y="1780950"/>
            <a:ext cx="1678200" cy="1678200"/>
          </a:xfrm>
          <a:prstGeom prst="ellipse">
            <a:avLst/>
          </a:prstGeom>
          <a:noFill/>
          <a:ln>
            <a:noFill/>
          </a:ln>
        </p:spPr>
      </p:pic>
      <p:pic>
        <p:nvPicPr>
          <p:cNvPr id="340" name="Google Shape;340;p41"/>
          <p:cNvPicPr preferRelativeResize="0"/>
          <p:nvPr/>
        </p:nvPicPr>
        <p:blipFill rotWithShape="1">
          <a:blip r:embed="rId4">
            <a:alphaModFix/>
          </a:blip>
          <a:srcRect b="46590" l="13071" r="13078" t="4175"/>
          <a:stretch/>
        </p:blipFill>
        <p:spPr>
          <a:xfrm>
            <a:off x="3732900" y="1780950"/>
            <a:ext cx="1678200" cy="1678200"/>
          </a:xfrm>
          <a:prstGeom prst="ellipse">
            <a:avLst/>
          </a:prstGeom>
          <a:noFill/>
          <a:ln>
            <a:noFill/>
          </a:ln>
        </p:spPr>
      </p:pic>
      <p:pic>
        <p:nvPicPr>
          <p:cNvPr id="341" name="Google Shape;341;p41"/>
          <p:cNvPicPr preferRelativeResize="0"/>
          <p:nvPr/>
        </p:nvPicPr>
        <p:blipFill rotWithShape="1">
          <a:blip r:embed="rId5">
            <a:alphaModFix/>
          </a:blip>
          <a:srcRect b="45139" l="44124" r="21129" t="2761"/>
          <a:stretch/>
        </p:blipFill>
        <p:spPr>
          <a:xfrm>
            <a:off x="6313925" y="1780950"/>
            <a:ext cx="1678200" cy="1678200"/>
          </a:xfrm>
          <a:prstGeom prst="ellipse">
            <a:avLst/>
          </a:prstGeom>
          <a:noFill/>
          <a:ln>
            <a:noFill/>
          </a:ln>
        </p:spPr>
      </p:pic>
      <p:cxnSp>
        <p:nvCxnSpPr>
          <p:cNvPr id="342" name="Google Shape;342;p41"/>
          <p:cNvCxnSpPr/>
          <p:nvPr/>
        </p:nvCxnSpPr>
        <p:spPr>
          <a:xfrm>
            <a:off x="43174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343" name="Google Shape;343;p41"/>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344" name="Google Shape;344;p41"/>
          <p:cNvSpPr txBox="1"/>
          <p:nvPr>
            <p:ph idx="1" type="subTitle"/>
          </p:nvPr>
        </p:nvSpPr>
        <p:spPr>
          <a:xfrm>
            <a:off x="945325" y="3515513"/>
            <a:ext cx="2091300" cy="3006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latin typeface="Roboto Slab Regular"/>
                <a:ea typeface="Roboto Slab Regular"/>
                <a:cs typeface="Roboto Slab Regular"/>
                <a:sym typeface="Roboto Slab Regular"/>
              </a:rPr>
              <a:t>Jupiter</a:t>
            </a:r>
            <a:endParaRPr/>
          </a:p>
        </p:txBody>
      </p:sp>
      <p:sp>
        <p:nvSpPr>
          <p:cNvPr id="345" name="Google Shape;345;p41"/>
          <p:cNvSpPr txBox="1"/>
          <p:nvPr>
            <p:ph idx="2" type="subTitle"/>
          </p:nvPr>
        </p:nvSpPr>
        <p:spPr>
          <a:xfrm>
            <a:off x="945325" y="3816152"/>
            <a:ext cx="2091300" cy="7833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t>It’s the fifth planet from the Sun and the largest in the Solar System</a:t>
            </a:r>
            <a:endParaRPr/>
          </a:p>
        </p:txBody>
      </p:sp>
      <p:sp>
        <p:nvSpPr>
          <p:cNvPr id="346" name="Google Shape;346;p41"/>
          <p:cNvSpPr txBox="1"/>
          <p:nvPr>
            <p:ph idx="3" type="subTitle"/>
          </p:nvPr>
        </p:nvSpPr>
        <p:spPr>
          <a:xfrm>
            <a:off x="6107375" y="3515513"/>
            <a:ext cx="2091300" cy="3006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latin typeface="Roboto Slab Regular"/>
                <a:ea typeface="Roboto Slab Regular"/>
                <a:cs typeface="Roboto Slab Regular"/>
                <a:sym typeface="Roboto Slab Regular"/>
              </a:rPr>
              <a:t>Neptune</a:t>
            </a:r>
            <a:endParaRPr/>
          </a:p>
        </p:txBody>
      </p:sp>
      <p:sp>
        <p:nvSpPr>
          <p:cNvPr id="347" name="Google Shape;347;p41"/>
          <p:cNvSpPr txBox="1"/>
          <p:nvPr>
            <p:ph idx="4" type="subTitle"/>
          </p:nvPr>
        </p:nvSpPr>
        <p:spPr>
          <a:xfrm>
            <a:off x="6107375" y="3816152"/>
            <a:ext cx="2091300" cy="7833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t>It’s the eighth and farthest-known planet from the Sun</a:t>
            </a:r>
            <a:endParaRPr/>
          </a:p>
        </p:txBody>
      </p:sp>
      <p:sp>
        <p:nvSpPr>
          <p:cNvPr id="348" name="Google Shape;348;p41"/>
          <p:cNvSpPr txBox="1"/>
          <p:nvPr>
            <p:ph idx="5" type="subTitle"/>
          </p:nvPr>
        </p:nvSpPr>
        <p:spPr>
          <a:xfrm>
            <a:off x="3526350" y="3515513"/>
            <a:ext cx="2091300" cy="3006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latin typeface="Roboto Slab Regular"/>
                <a:ea typeface="Roboto Slab Regular"/>
                <a:cs typeface="Roboto Slab Regular"/>
                <a:sym typeface="Roboto Slab Regular"/>
              </a:rPr>
              <a:t>Saturn</a:t>
            </a:r>
            <a:endParaRPr/>
          </a:p>
        </p:txBody>
      </p:sp>
      <p:sp>
        <p:nvSpPr>
          <p:cNvPr id="349" name="Google Shape;349;p41"/>
          <p:cNvSpPr txBox="1"/>
          <p:nvPr>
            <p:ph idx="6" type="subTitle"/>
          </p:nvPr>
        </p:nvSpPr>
        <p:spPr>
          <a:xfrm>
            <a:off x="3526350" y="3816152"/>
            <a:ext cx="2091300" cy="7833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t>It’s a gas giant with an average radius of about nine times that on Earth</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 name="Shape 353"/>
        <p:cNvGrpSpPr/>
        <p:nvPr/>
      </p:nvGrpSpPr>
      <p:grpSpPr>
        <a:xfrm>
          <a:off x="0" y="0"/>
          <a:ext cx="0" cy="0"/>
          <a:chOff x="0" y="0"/>
          <a:chExt cx="0" cy="0"/>
        </a:xfrm>
      </p:grpSpPr>
      <p:pic>
        <p:nvPicPr>
          <p:cNvPr id="354" name="Google Shape;354;p42"/>
          <p:cNvPicPr preferRelativeResize="0"/>
          <p:nvPr/>
        </p:nvPicPr>
        <p:blipFill rotWithShape="1">
          <a:blip r:embed="rId3">
            <a:alphaModFix/>
          </a:blip>
          <a:srcRect b="14741" l="17528" r="17528" t="-5124"/>
          <a:stretch/>
        </p:blipFill>
        <p:spPr>
          <a:xfrm flipH="1" rot="5400000">
            <a:off x="4214497" y="186172"/>
            <a:ext cx="5165424" cy="4764582"/>
          </a:xfrm>
          <a:prstGeom prst="flowChartDocument">
            <a:avLst/>
          </a:prstGeom>
          <a:noFill/>
          <a:ln>
            <a:noFill/>
          </a:ln>
        </p:spPr>
      </p:pic>
      <p:cxnSp>
        <p:nvCxnSpPr>
          <p:cNvPr id="355" name="Google Shape;355;p42"/>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356" name="Google Shape;356;p42"/>
          <p:cNvSpPr txBox="1"/>
          <p:nvPr>
            <p:ph idx="1" type="body"/>
          </p:nvPr>
        </p:nvSpPr>
        <p:spPr>
          <a:xfrm>
            <a:off x="713225" y="1634325"/>
            <a:ext cx="3701700" cy="2065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Do you know what helps you make your point clear? Lists like this one:</a:t>
            </a:r>
            <a:endParaRPr/>
          </a:p>
          <a:p>
            <a:pPr indent="0" lvl="0" marL="0" rtl="0" algn="l">
              <a:lnSpc>
                <a:spcPct val="100000"/>
              </a:lnSpc>
              <a:spcBef>
                <a:spcPts val="0"/>
              </a:spcBef>
              <a:spcAft>
                <a:spcPts val="0"/>
              </a:spcAft>
              <a:buClr>
                <a:schemeClr val="dk1"/>
              </a:buClr>
              <a:buSzPts val="1100"/>
              <a:buFont typeface="Arial"/>
              <a:buNone/>
            </a:pPr>
            <a:r>
              <a:t/>
            </a:r>
            <a:endParaRPr/>
          </a:p>
          <a:p>
            <a:pPr indent="-311150" lvl="0" marL="457200" rtl="0" algn="l">
              <a:lnSpc>
                <a:spcPct val="100000"/>
              </a:lnSpc>
              <a:spcBef>
                <a:spcPts val="0"/>
              </a:spcBef>
              <a:spcAft>
                <a:spcPts val="0"/>
              </a:spcAft>
              <a:buClr>
                <a:srgbClr val="94CEF2"/>
              </a:buClr>
              <a:buSzPts val="1300"/>
              <a:buFont typeface="Questrial"/>
              <a:buChar char="●"/>
            </a:pPr>
            <a:r>
              <a:rPr lang="en"/>
              <a:t>They’re simple </a:t>
            </a:r>
            <a:endParaRPr/>
          </a:p>
          <a:p>
            <a:pPr indent="-311150" lvl="0" marL="457200" rtl="0" algn="l">
              <a:lnSpc>
                <a:spcPct val="100000"/>
              </a:lnSpc>
              <a:spcBef>
                <a:spcPts val="0"/>
              </a:spcBef>
              <a:spcAft>
                <a:spcPts val="0"/>
              </a:spcAft>
              <a:buClr>
                <a:srgbClr val="94CEF2"/>
              </a:buClr>
              <a:buSzPts val="1300"/>
              <a:buFont typeface="Questrial"/>
              <a:buChar char="●"/>
            </a:pPr>
            <a:r>
              <a:rPr lang="en"/>
              <a:t>You can organize your ideas clearly</a:t>
            </a:r>
            <a:endParaRPr/>
          </a:p>
          <a:p>
            <a:pPr indent="-311150" lvl="0" marL="457200" rtl="0" algn="l">
              <a:lnSpc>
                <a:spcPct val="100000"/>
              </a:lnSpc>
              <a:spcBef>
                <a:spcPts val="0"/>
              </a:spcBef>
              <a:spcAft>
                <a:spcPts val="0"/>
              </a:spcAft>
              <a:buClr>
                <a:srgbClr val="94CEF2"/>
              </a:buClr>
              <a:buSzPts val="1300"/>
              <a:buFont typeface="Questrial"/>
              <a:buChar char="●"/>
            </a:pPr>
            <a:r>
              <a:rPr lang="en"/>
              <a:t>You’ll never forget to buy milk!</a:t>
            </a:r>
            <a:endParaRPr/>
          </a:p>
          <a:p>
            <a:pPr indent="0" lvl="0" marL="0" rtl="0" algn="l">
              <a:lnSpc>
                <a:spcPct val="100000"/>
              </a:lnSpc>
              <a:spcBef>
                <a:spcPts val="1600"/>
              </a:spcBef>
              <a:spcAft>
                <a:spcPts val="1600"/>
              </a:spcAft>
              <a:buNone/>
            </a:pPr>
            <a:r>
              <a:rPr lang="en"/>
              <a:t>And the most important thing: the audience won’t miss the point of your presentation</a:t>
            </a:r>
            <a:endParaRPr/>
          </a:p>
        </p:txBody>
      </p:sp>
      <p:sp>
        <p:nvSpPr>
          <p:cNvPr id="357" name="Google Shape;357;p42"/>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 summary</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3"/>
          <p:cNvSpPr/>
          <p:nvPr/>
        </p:nvSpPr>
        <p:spPr>
          <a:xfrm>
            <a:off x="3094657" y="3097642"/>
            <a:ext cx="1238399" cy="1430178"/>
          </a:xfrm>
          <a:custGeom>
            <a:rect b="b" l="l" r="r" t="t"/>
            <a:pathLst>
              <a:path extrusionOk="0" h="57385" w="49690">
                <a:moveTo>
                  <a:pt x="49689" y="1"/>
                </a:moveTo>
                <a:lnTo>
                  <a:pt x="0" y="28693"/>
                </a:lnTo>
                <a:cubicBezTo>
                  <a:pt x="2502" y="33063"/>
                  <a:pt x="5574" y="37053"/>
                  <a:pt x="9121" y="40568"/>
                </a:cubicBezTo>
                <a:cubicBezTo>
                  <a:pt x="19508" y="50956"/>
                  <a:pt x="33855" y="57385"/>
                  <a:pt x="49689" y="57385"/>
                </a:cubicBezTo>
                <a:lnTo>
                  <a:pt x="49689" y="1"/>
                </a:ln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3"/>
          <p:cNvSpPr/>
          <p:nvPr/>
        </p:nvSpPr>
        <p:spPr>
          <a:xfrm>
            <a:off x="2902865" y="2382608"/>
            <a:ext cx="1430203" cy="1430178"/>
          </a:xfrm>
          <a:custGeom>
            <a:rect b="b" l="l" r="r" t="t"/>
            <a:pathLst>
              <a:path extrusionOk="0" h="57385" w="57386">
                <a:moveTo>
                  <a:pt x="7696" y="1"/>
                </a:moveTo>
                <a:cubicBezTo>
                  <a:pt x="2819" y="8456"/>
                  <a:pt x="1" y="18242"/>
                  <a:pt x="1" y="28693"/>
                </a:cubicBezTo>
                <a:cubicBezTo>
                  <a:pt x="1" y="39143"/>
                  <a:pt x="2819" y="48961"/>
                  <a:pt x="7696" y="57385"/>
                </a:cubicBezTo>
                <a:lnTo>
                  <a:pt x="57385" y="28693"/>
                </a:lnTo>
                <a:lnTo>
                  <a:pt x="7696" y="1"/>
                </a:ln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3"/>
          <p:cNvSpPr/>
          <p:nvPr/>
        </p:nvSpPr>
        <p:spPr>
          <a:xfrm>
            <a:off x="3094657" y="1667575"/>
            <a:ext cx="1238399" cy="1430178"/>
          </a:xfrm>
          <a:custGeom>
            <a:rect b="b" l="l" r="r" t="t"/>
            <a:pathLst>
              <a:path extrusionOk="0" h="57385" w="49690">
                <a:moveTo>
                  <a:pt x="49689" y="1"/>
                </a:moveTo>
                <a:cubicBezTo>
                  <a:pt x="33855" y="1"/>
                  <a:pt x="19508" y="6429"/>
                  <a:pt x="9121" y="16817"/>
                </a:cubicBezTo>
                <a:cubicBezTo>
                  <a:pt x="5574" y="20332"/>
                  <a:pt x="2502" y="24354"/>
                  <a:pt x="0" y="28693"/>
                </a:cubicBezTo>
                <a:lnTo>
                  <a:pt x="49689" y="57385"/>
                </a:lnTo>
                <a:lnTo>
                  <a:pt x="49689" y="1"/>
                </a:ln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3"/>
          <p:cNvSpPr/>
          <p:nvPr/>
        </p:nvSpPr>
        <p:spPr>
          <a:xfrm>
            <a:off x="4811219" y="3097642"/>
            <a:ext cx="1238399" cy="1430178"/>
          </a:xfrm>
          <a:custGeom>
            <a:rect b="b" l="l" r="r" t="t"/>
            <a:pathLst>
              <a:path extrusionOk="0" h="57385" w="49690">
                <a:moveTo>
                  <a:pt x="1" y="1"/>
                </a:moveTo>
                <a:lnTo>
                  <a:pt x="1" y="57385"/>
                </a:lnTo>
                <a:cubicBezTo>
                  <a:pt x="15835" y="57385"/>
                  <a:pt x="30181" y="50956"/>
                  <a:pt x="40569" y="40568"/>
                </a:cubicBezTo>
                <a:cubicBezTo>
                  <a:pt x="44116" y="37053"/>
                  <a:pt x="47187" y="33063"/>
                  <a:pt x="49689" y="28693"/>
                </a:cubicBezTo>
                <a:lnTo>
                  <a:pt x="1" y="1"/>
                </a:lnTo>
                <a:close/>
              </a:path>
            </a:pathLst>
          </a:custGeom>
          <a:solidFill>
            <a:srgbClr val="A0DB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3"/>
          <p:cNvSpPr/>
          <p:nvPr/>
        </p:nvSpPr>
        <p:spPr>
          <a:xfrm>
            <a:off x="4811219" y="2382608"/>
            <a:ext cx="1430178" cy="1430178"/>
          </a:xfrm>
          <a:custGeom>
            <a:rect b="b" l="l" r="r" t="t"/>
            <a:pathLst>
              <a:path extrusionOk="0" h="57385" w="57385">
                <a:moveTo>
                  <a:pt x="49689" y="1"/>
                </a:moveTo>
                <a:lnTo>
                  <a:pt x="1" y="28693"/>
                </a:lnTo>
                <a:lnTo>
                  <a:pt x="49689" y="57385"/>
                </a:lnTo>
                <a:cubicBezTo>
                  <a:pt x="54598" y="48961"/>
                  <a:pt x="57385" y="39143"/>
                  <a:pt x="57385" y="28693"/>
                </a:cubicBezTo>
                <a:cubicBezTo>
                  <a:pt x="57385" y="18242"/>
                  <a:pt x="54598" y="8456"/>
                  <a:pt x="49689"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3"/>
          <p:cNvSpPr/>
          <p:nvPr/>
        </p:nvSpPr>
        <p:spPr>
          <a:xfrm>
            <a:off x="4811219" y="1667575"/>
            <a:ext cx="1238399" cy="1430178"/>
          </a:xfrm>
          <a:custGeom>
            <a:rect b="b" l="l" r="r" t="t"/>
            <a:pathLst>
              <a:path extrusionOk="0" h="57385" w="49690">
                <a:moveTo>
                  <a:pt x="1" y="1"/>
                </a:moveTo>
                <a:lnTo>
                  <a:pt x="1" y="57385"/>
                </a:lnTo>
                <a:lnTo>
                  <a:pt x="49689" y="28693"/>
                </a:lnTo>
                <a:cubicBezTo>
                  <a:pt x="47187" y="24354"/>
                  <a:pt x="44116" y="20332"/>
                  <a:pt x="40569" y="16817"/>
                </a:cubicBezTo>
                <a:cubicBezTo>
                  <a:pt x="30181" y="6429"/>
                  <a:pt x="15835" y="1"/>
                  <a:pt x="1" y="1"/>
                </a:cubicBezTo>
                <a:close/>
              </a:path>
            </a:pathLst>
          </a:custGeom>
          <a:solidFill>
            <a:srgbClr val="A0DB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3"/>
          <p:cNvSpPr/>
          <p:nvPr/>
        </p:nvSpPr>
        <p:spPr>
          <a:xfrm>
            <a:off x="2730038" y="2050337"/>
            <a:ext cx="872960" cy="25"/>
          </a:xfrm>
          <a:custGeom>
            <a:rect b="b" l="l" r="r" t="t"/>
            <a:pathLst>
              <a:path extrusionOk="0" fill="none" h="1" w="35027">
                <a:moveTo>
                  <a:pt x="0" y="1"/>
                </a:moveTo>
                <a:lnTo>
                  <a:pt x="35026" y="1"/>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3"/>
          <p:cNvSpPr/>
          <p:nvPr/>
        </p:nvSpPr>
        <p:spPr>
          <a:xfrm>
            <a:off x="3602922" y="2000619"/>
            <a:ext cx="97896" cy="98693"/>
          </a:xfrm>
          <a:custGeom>
            <a:rect b="b" l="l" r="r" t="t"/>
            <a:pathLst>
              <a:path extrusionOk="0" fill="none" h="3960" w="3928">
                <a:moveTo>
                  <a:pt x="3927" y="1996"/>
                </a:moveTo>
                <a:cubicBezTo>
                  <a:pt x="3927" y="3073"/>
                  <a:pt x="3040" y="3959"/>
                  <a:pt x="1964" y="3959"/>
                </a:cubicBezTo>
                <a:cubicBezTo>
                  <a:pt x="855" y="3959"/>
                  <a:pt x="0" y="3073"/>
                  <a:pt x="0" y="1996"/>
                </a:cubicBezTo>
                <a:cubicBezTo>
                  <a:pt x="0" y="888"/>
                  <a:pt x="855" y="1"/>
                  <a:pt x="1964" y="1"/>
                </a:cubicBezTo>
                <a:cubicBezTo>
                  <a:pt x="3040" y="1"/>
                  <a:pt x="3927" y="888"/>
                  <a:pt x="3927" y="1996"/>
                </a:cubicBezTo>
                <a:close/>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3"/>
          <p:cNvSpPr/>
          <p:nvPr/>
        </p:nvSpPr>
        <p:spPr>
          <a:xfrm>
            <a:off x="2730038" y="4145720"/>
            <a:ext cx="872960" cy="25"/>
          </a:xfrm>
          <a:custGeom>
            <a:rect b="b" l="l" r="r" t="t"/>
            <a:pathLst>
              <a:path extrusionOk="0" fill="none" h="1" w="35027">
                <a:moveTo>
                  <a:pt x="0" y="1"/>
                </a:moveTo>
                <a:lnTo>
                  <a:pt x="35026" y="1"/>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3"/>
          <p:cNvSpPr/>
          <p:nvPr/>
        </p:nvSpPr>
        <p:spPr>
          <a:xfrm>
            <a:off x="3602922" y="4096002"/>
            <a:ext cx="97896" cy="98693"/>
          </a:xfrm>
          <a:custGeom>
            <a:rect b="b" l="l" r="r" t="t"/>
            <a:pathLst>
              <a:path extrusionOk="0" fill="none" h="3960" w="3928">
                <a:moveTo>
                  <a:pt x="3927" y="1996"/>
                </a:moveTo>
                <a:cubicBezTo>
                  <a:pt x="3927" y="3073"/>
                  <a:pt x="3040" y="3959"/>
                  <a:pt x="1964" y="3959"/>
                </a:cubicBezTo>
                <a:cubicBezTo>
                  <a:pt x="855" y="3959"/>
                  <a:pt x="0" y="3073"/>
                  <a:pt x="0" y="1996"/>
                </a:cubicBezTo>
                <a:cubicBezTo>
                  <a:pt x="0" y="887"/>
                  <a:pt x="855" y="1"/>
                  <a:pt x="1964" y="1"/>
                </a:cubicBezTo>
                <a:cubicBezTo>
                  <a:pt x="3040" y="1"/>
                  <a:pt x="3927" y="887"/>
                  <a:pt x="3927" y="1996"/>
                </a:cubicBezTo>
                <a:close/>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3"/>
          <p:cNvSpPr/>
          <p:nvPr/>
        </p:nvSpPr>
        <p:spPr>
          <a:xfrm>
            <a:off x="2730038" y="3097642"/>
            <a:ext cx="463309" cy="25"/>
          </a:xfrm>
          <a:custGeom>
            <a:rect b="b" l="l" r="r" t="t"/>
            <a:pathLst>
              <a:path extrusionOk="0" fill="none" h="1" w="18590">
                <a:moveTo>
                  <a:pt x="0" y="1"/>
                </a:moveTo>
                <a:lnTo>
                  <a:pt x="18590" y="1"/>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3"/>
          <p:cNvSpPr/>
          <p:nvPr/>
        </p:nvSpPr>
        <p:spPr>
          <a:xfrm>
            <a:off x="3193295" y="3048722"/>
            <a:ext cx="98693" cy="97896"/>
          </a:xfrm>
          <a:custGeom>
            <a:rect b="b" l="l" r="r" t="t"/>
            <a:pathLst>
              <a:path extrusionOk="0" fill="none" h="3928" w="3960">
                <a:moveTo>
                  <a:pt x="3960" y="1964"/>
                </a:moveTo>
                <a:cubicBezTo>
                  <a:pt x="3960" y="3072"/>
                  <a:pt x="3073" y="3927"/>
                  <a:pt x="1964" y="3927"/>
                </a:cubicBezTo>
                <a:cubicBezTo>
                  <a:pt x="888" y="3927"/>
                  <a:pt x="1" y="3072"/>
                  <a:pt x="1" y="1964"/>
                </a:cubicBezTo>
                <a:cubicBezTo>
                  <a:pt x="1" y="887"/>
                  <a:pt x="888" y="0"/>
                  <a:pt x="1964" y="0"/>
                </a:cubicBezTo>
                <a:cubicBezTo>
                  <a:pt x="3073" y="0"/>
                  <a:pt x="3960" y="887"/>
                  <a:pt x="3960" y="1964"/>
                </a:cubicBezTo>
                <a:close/>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3"/>
          <p:cNvSpPr/>
          <p:nvPr/>
        </p:nvSpPr>
        <p:spPr>
          <a:xfrm>
            <a:off x="3508197" y="2446531"/>
            <a:ext cx="1063966" cy="1302325"/>
          </a:xfrm>
          <a:custGeom>
            <a:rect b="b" l="l" r="r" t="t"/>
            <a:pathLst>
              <a:path extrusionOk="0" h="52255" w="42691">
                <a:moveTo>
                  <a:pt x="26128" y="1"/>
                </a:moveTo>
                <a:cubicBezTo>
                  <a:pt x="11687" y="1"/>
                  <a:pt x="1" y="11687"/>
                  <a:pt x="1" y="26128"/>
                </a:cubicBezTo>
                <a:cubicBezTo>
                  <a:pt x="1" y="40569"/>
                  <a:pt x="11687" y="52254"/>
                  <a:pt x="26128" y="52254"/>
                </a:cubicBezTo>
                <a:lnTo>
                  <a:pt x="42691" y="52254"/>
                </a:lnTo>
                <a:lnTo>
                  <a:pt x="42691" y="1"/>
                </a:lnTo>
                <a:close/>
              </a:path>
            </a:pathLst>
          </a:custGeom>
          <a:solidFill>
            <a:srgbClr val="559BD9"/>
          </a:solidFill>
          <a:ln cap="flat" cmpd="sng" w="30075">
            <a:solidFill>
              <a:srgbClr val="FFFFFF"/>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3"/>
          <p:cNvSpPr/>
          <p:nvPr/>
        </p:nvSpPr>
        <p:spPr>
          <a:xfrm>
            <a:off x="4572077" y="2446531"/>
            <a:ext cx="1063966" cy="1302325"/>
          </a:xfrm>
          <a:custGeom>
            <a:rect b="b" l="l" r="r" t="t"/>
            <a:pathLst>
              <a:path extrusionOk="0" h="52255" w="42691">
                <a:moveTo>
                  <a:pt x="1" y="1"/>
                </a:moveTo>
                <a:lnTo>
                  <a:pt x="1" y="52254"/>
                </a:lnTo>
                <a:lnTo>
                  <a:pt x="16564" y="52254"/>
                </a:lnTo>
                <a:cubicBezTo>
                  <a:pt x="31005" y="52254"/>
                  <a:pt x="42691" y="40569"/>
                  <a:pt x="42691" y="26128"/>
                </a:cubicBezTo>
                <a:cubicBezTo>
                  <a:pt x="42691" y="11687"/>
                  <a:pt x="31005" y="1"/>
                  <a:pt x="16564" y="1"/>
                </a:cubicBezTo>
                <a:close/>
              </a:path>
            </a:pathLst>
          </a:custGeom>
          <a:solidFill>
            <a:srgbClr val="D5E7F2"/>
          </a:solidFill>
          <a:ln cap="flat" cmpd="sng" w="30075">
            <a:solidFill>
              <a:srgbClr val="FFFFFF"/>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3"/>
          <p:cNvSpPr/>
          <p:nvPr/>
        </p:nvSpPr>
        <p:spPr>
          <a:xfrm>
            <a:off x="4730724" y="2824582"/>
            <a:ext cx="602227" cy="602227"/>
          </a:xfrm>
          <a:custGeom>
            <a:rect b="b" l="l" r="r" t="t"/>
            <a:pathLst>
              <a:path extrusionOk="0" h="24164" w="24164">
                <a:moveTo>
                  <a:pt x="18432" y="1204"/>
                </a:moveTo>
                <a:cubicBezTo>
                  <a:pt x="18907" y="1204"/>
                  <a:pt x="19318" y="1362"/>
                  <a:pt x="19635" y="1710"/>
                </a:cubicBezTo>
                <a:cubicBezTo>
                  <a:pt x="20078" y="2122"/>
                  <a:pt x="20237" y="2755"/>
                  <a:pt x="20110" y="3325"/>
                </a:cubicBezTo>
                <a:cubicBezTo>
                  <a:pt x="20047" y="3547"/>
                  <a:pt x="20110" y="3769"/>
                  <a:pt x="20268" y="3895"/>
                </a:cubicBezTo>
                <a:cubicBezTo>
                  <a:pt x="20362" y="4013"/>
                  <a:pt x="20509" y="4078"/>
                  <a:pt x="20668" y="4078"/>
                </a:cubicBezTo>
                <a:cubicBezTo>
                  <a:pt x="20724" y="4078"/>
                  <a:pt x="20781" y="4070"/>
                  <a:pt x="20839" y="4054"/>
                </a:cubicBezTo>
                <a:cubicBezTo>
                  <a:pt x="20965" y="4026"/>
                  <a:pt x="21095" y="4012"/>
                  <a:pt x="21225" y="4012"/>
                </a:cubicBezTo>
                <a:cubicBezTo>
                  <a:pt x="21679" y="4012"/>
                  <a:pt x="22133" y="4184"/>
                  <a:pt x="22454" y="4529"/>
                </a:cubicBezTo>
                <a:cubicBezTo>
                  <a:pt x="22802" y="4846"/>
                  <a:pt x="22960" y="5289"/>
                  <a:pt x="22960" y="5732"/>
                </a:cubicBezTo>
                <a:cubicBezTo>
                  <a:pt x="22960" y="6207"/>
                  <a:pt x="22770" y="6619"/>
                  <a:pt x="22454" y="6967"/>
                </a:cubicBezTo>
                <a:cubicBezTo>
                  <a:pt x="22200" y="7221"/>
                  <a:pt x="21852" y="7379"/>
                  <a:pt x="21504" y="7442"/>
                </a:cubicBezTo>
                <a:cubicBezTo>
                  <a:pt x="19350" y="7759"/>
                  <a:pt x="17418" y="8741"/>
                  <a:pt x="15898" y="10261"/>
                </a:cubicBezTo>
                <a:lnTo>
                  <a:pt x="10261" y="15898"/>
                </a:lnTo>
                <a:cubicBezTo>
                  <a:pt x="8741" y="17418"/>
                  <a:pt x="7759" y="19382"/>
                  <a:pt x="7443" y="21503"/>
                </a:cubicBezTo>
                <a:cubicBezTo>
                  <a:pt x="7379" y="21883"/>
                  <a:pt x="7221" y="22200"/>
                  <a:pt x="6936" y="22453"/>
                </a:cubicBezTo>
                <a:cubicBezTo>
                  <a:pt x="6619" y="22802"/>
                  <a:pt x="6176" y="22960"/>
                  <a:pt x="5732" y="22960"/>
                </a:cubicBezTo>
                <a:cubicBezTo>
                  <a:pt x="5257" y="22960"/>
                  <a:pt x="4846" y="22802"/>
                  <a:pt x="4529" y="22453"/>
                </a:cubicBezTo>
                <a:cubicBezTo>
                  <a:pt x="4086" y="22042"/>
                  <a:pt x="3927" y="21440"/>
                  <a:pt x="4054" y="20838"/>
                </a:cubicBezTo>
                <a:cubicBezTo>
                  <a:pt x="4117" y="20617"/>
                  <a:pt x="4054" y="20395"/>
                  <a:pt x="3896" y="20268"/>
                </a:cubicBezTo>
                <a:cubicBezTo>
                  <a:pt x="3801" y="20142"/>
                  <a:pt x="3642" y="20078"/>
                  <a:pt x="3484" y="20078"/>
                </a:cubicBezTo>
                <a:cubicBezTo>
                  <a:pt x="3421" y="20078"/>
                  <a:pt x="3389" y="20078"/>
                  <a:pt x="3326" y="20110"/>
                </a:cubicBezTo>
                <a:cubicBezTo>
                  <a:pt x="3199" y="20138"/>
                  <a:pt x="3069" y="20152"/>
                  <a:pt x="2939" y="20152"/>
                </a:cubicBezTo>
                <a:cubicBezTo>
                  <a:pt x="2485" y="20152"/>
                  <a:pt x="2031" y="19980"/>
                  <a:pt x="1710" y="19635"/>
                </a:cubicBezTo>
                <a:cubicBezTo>
                  <a:pt x="1362" y="19318"/>
                  <a:pt x="1204" y="18906"/>
                  <a:pt x="1204" y="18431"/>
                </a:cubicBezTo>
                <a:cubicBezTo>
                  <a:pt x="1204" y="17988"/>
                  <a:pt x="1362" y="17545"/>
                  <a:pt x="1710" y="17228"/>
                </a:cubicBezTo>
                <a:cubicBezTo>
                  <a:pt x="1964" y="16943"/>
                  <a:pt x="2280" y="16785"/>
                  <a:pt x="2660" y="16721"/>
                </a:cubicBezTo>
                <a:cubicBezTo>
                  <a:pt x="4782" y="16405"/>
                  <a:pt x="6777" y="15423"/>
                  <a:pt x="8266" y="13903"/>
                </a:cubicBezTo>
                <a:lnTo>
                  <a:pt x="13903" y="8266"/>
                </a:lnTo>
                <a:cubicBezTo>
                  <a:pt x="15423" y="6777"/>
                  <a:pt x="16405" y="4782"/>
                  <a:pt x="16722" y="2660"/>
                </a:cubicBezTo>
                <a:cubicBezTo>
                  <a:pt x="16785" y="2280"/>
                  <a:pt x="16943" y="1964"/>
                  <a:pt x="17228" y="1710"/>
                </a:cubicBezTo>
                <a:cubicBezTo>
                  <a:pt x="17545" y="1362"/>
                  <a:pt x="17988" y="1204"/>
                  <a:pt x="18432" y="1204"/>
                </a:cubicBezTo>
                <a:close/>
                <a:moveTo>
                  <a:pt x="18432" y="0"/>
                </a:moveTo>
                <a:cubicBezTo>
                  <a:pt x="17640" y="0"/>
                  <a:pt x="16912" y="317"/>
                  <a:pt x="16373" y="855"/>
                </a:cubicBezTo>
                <a:cubicBezTo>
                  <a:pt x="15930" y="1299"/>
                  <a:pt x="15645" y="1869"/>
                  <a:pt x="15550" y="2470"/>
                </a:cubicBezTo>
                <a:cubicBezTo>
                  <a:pt x="15265" y="4339"/>
                  <a:pt x="14378" y="6112"/>
                  <a:pt x="13048" y="7411"/>
                </a:cubicBezTo>
                <a:lnTo>
                  <a:pt x="7411" y="13048"/>
                </a:lnTo>
                <a:cubicBezTo>
                  <a:pt x="6081" y="14378"/>
                  <a:pt x="4339" y="15265"/>
                  <a:pt x="2470" y="15550"/>
                </a:cubicBezTo>
                <a:cubicBezTo>
                  <a:pt x="1837" y="15645"/>
                  <a:pt x="1299" y="15930"/>
                  <a:pt x="855" y="16373"/>
                </a:cubicBezTo>
                <a:cubicBezTo>
                  <a:pt x="285" y="16911"/>
                  <a:pt x="0" y="17671"/>
                  <a:pt x="0" y="18431"/>
                </a:cubicBezTo>
                <a:cubicBezTo>
                  <a:pt x="0" y="19223"/>
                  <a:pt x="285" y="19952"/>
                  <a:pt x="855" y="20490"/>
                </a:cubicBezTo>
                <a:cubicBezTo>
                  <a:pt x="1362" y="21028"/>
                  <a:pt x="2090" y="21313"/>
                  <a:pt x="2819" y="21345"/>
                </a:cubicBezTo>
                <a:cubicBezTo>
                  <a:pt x="2851" y="22073"/>
                  <a:pt x="3136" y="22802"/>
                  <a:pt x="3674" y="23308"/>
                </a:cubicBezTo>
                <a:cubicBezTo>
                  <a:pt x="4212" y="23879"/>
                  <a:pt x="4941" y="24164"/>
                  <a:pt x="5732" y="24164"/>
                </a:cubicBezTo>
                <a:cubicBezTo>
                  <a:pt x="6492" y="24164"/>
                  <a:pt x="7253" y="23879"/>
                  <a:pt x="7791" y="23308"/>
                </a:cubicBezTo>
                <a:cubicBezTo>
                  <a:pt x="8234" y="22865"/>
                  <a:pt x="8519" y="22295"/>
                  <a:pt x="8614" y="21693"/>
                </a:cubicBezTo>
                <a:cubicBezTo>
                  <a:pt x="8899" y="19793"/>
                  <a:pt x="9754" y="18083"/>
                  <a:pt x="11116" y="16753"/>
                </a:cubicBezTo>
                <a:lnTo>
                  <a:pt x="16753" y="11116"/>
                </a:lnTo>
                <a:cubicBezTo>
                  <a:pt x="18083" y="9786"/>
                  <a:pt x="19793" y="8899"/>
                  <a:pt x="21694" y="8614"/>
                </a:cubicBezTo>
                <a:cubicBezTo>
                  <a:pt x="22295" y="8519"/>
                  <a:pt x="22865" y="8234"/>
                  <a:pt x="23309" y="7791"/>
                </a:cubicBezTo>
                <a:cubicBezTo>
                  <a:pt x="23847" y="7252"/>
                  <a:pt x="24164" y="6524"/>
                  <a:pt x="24164" y="5732"/>
                </a:cubicBezTo>
                <a:cubicBezTo>
                  <a:pt x="24164" y="4972"/>
                  <a:pt x="23879" y="4212"/>
                  <a:pt x="23309" y="3674"/>
                </a:cubicBezTo>
                <a:cubicBezTo>
                  <a:pt x="22770" y="3135"/>
                  <a:pt x="22074" y="2850"/>
                  <a:pt x="21345" y="2819"/>
                </a:cubicBezTo>
                <a:cubicBezTo>
                  <a:pt x="21314" y="2090"/>
                  <a:pt x="21029" y="1394"/>
                  <a:pt x="20490" y="855"/>
                </a:cubicBezTo>
                <a:cubicBezTo>
                  <a:pt x="19952" y="317"/>
                  <a:pt x="19223" y="0"/>
                  <a:pt x="18432" y="0"/>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3"/>
          <p:cNvSpPr/>
          <p:nvPr/>
        </p:nvSpPr>
        <p:spPr>
          <a:xfrm>
            <a:off x="4843567" y="3245224"/>
            <a:ext cx="27664" cy="28437"/>
          </a:xfrm>
          <a:custGeom>
            <a:rect b="b" l="l" r="r" t="t"/>
            <a:pathLst>
              <a:path extrusionOk="0" h="1141" w="1110">
                <a:moveTo>
                  <a:pt x="571" y="1"/>
                </a:moveTo>
                <a:cubicBezTo>
                  <a:pt x="254" y="1"/>
                  <a:pt x="1" y="254"/>
                  <a:pt x="1" y="571"/>
                </a:cubicBezTo>
                <a:cubicBezTo>
                  <a:pt x="1" y="887"/>
                  <a:pt x="254" y="1141"/>
                  <a:pt x="571" y="1141"/>
                </a:cubicBezTo>
                <a:cubicBezTo>
                  <a:pt x="856" y="1141"/>
                  <a:pt x="1109" y="887"/>
                  <a:pt x="1109" y="571"/>
                </a:cubicBezTo>
                <a:cubicBezTo>
                  <a:pt x="1109" y="254"/>
                  <a:pt x="856" y="32"/>
                  <a:pt x="571"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3"/>
          <p:cNvSpPr/>
          <p:nvPr/>
        </p:nvSpPr>
        <p:spPr>
          <a:xfrm>
            <a:off x="4778074" y="3249959"/>
            <a:ext cx="59216" cy="58443"/>
          </a:xfrm>
          <a:custGeom>
            <a:rect b="b" l="l" r="r" t="t"/>
            <a:pathLst>
              <a:path extrusionOk="0" h="2345" w="2376">
                <a:moveTo>
                  <a:pt x="1774" y="1"/>
                </a:moveTo>
                <a:cubicBezTo>
                  <a:pt x="792" y="1"/>
                  <a:pt x="0" y="761"/>
                  <a:pt x="0" y="1742"/>
                </a:cubicBezTo>
                <a:cubicBezTo>
                  <a:pt x="0" y="2059"/>
                  <a:pt x="285" y="2344"/>
                  <a:pt x="602" y="2344"/>
                </a:cubicBezTo>
                <a:cubicBezTo>
                  <a:pt x="951" y="2344"/>
                  <a:pt x="1204" y="2059"/>
                  <a:pt x="1204" y="1742"/>
                </a:cubicBezTo>
                <a:cubicBezTo>
                  <a:pt x="1204" y="1426"/>
                  <a:pt x="1457" y="1172"/>
                  <a:pt x="1774" y="1172"/>
                </a:cubicBezTo>
                <a:cubicBezTo>
                  <a:pt x="2091" y="1172"/>
                  <a:pt x="2376" y="919"/>
                  <a:pt x="2376" y="571"/>
                </a:cubicBezTo>
                <a:cubicBezTo>
                  <a:pt x="2376" y="254"/>
                  <a:pt x="2091" y="1"/>
                  <a:pt x="1774"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3"/>
          <p:cNvSpPr/>
          <p:nvPr/>
        </p:nvSpPr>
        <p:spPr>
          <a:xfrm>
            <a:off x="3812857" y="2796173"/>
            <a:ext cx="588819" cy="603025"/>
          </a:xfrm>
          <a:custGeom>
            <a:rect b="b" l="l" r="r" t="t"/>
            <a:pathLst>
              <a:path extrusionOk="0" h="24196" w="23626">
                <a:moveTo>
                  <a:pt x="11211" y="3357"/>
                </a:moveTo>
                <a:cubicBezTo>
                  <a:pt x="10894" y="3357"/>
                  <a:pt x="10609" y="3610"/>
                  <a:pt x="10609" y="3927"/>
                </a:cubicBezTo>
                <a:lnTo>
                  <a:pt x="10609" y="10356"/>
                </a:lnTo>
                <a:cubicBezTo>
                  <a:pt x="10609" y="10704"/>
                  <a:pt x="10894" y="10958"/>
                  <a:pt x="11211" y="10958"/>
                </a:cubicBezTo>
                <a:cubicBezTo>
                  <a:pt x="11528" y="10958"/>
                  <a:pt x="11781" y="10704"/>
                  <a:pt x="11781" y="10356"/>
                </a:cubicBezTo>
                <a:lnTo>
                  <a:pt x="11781" y="3927"/>
                </a:lnTo>
                <a:cubicBezTo>
                  <a:pt x="11781" y="3610"/>
                  <a:pt x="11528" y="3357"/>
                  <a:pt x="11211" y="3357"/>
                </a:cubicBezTo>
                <a:close/>
                <a:moveTo>
                  <a:pt x="11211" y="11654"/>
                </a:moveTo>
                <a:cubicBezTo>
                  <a:pt x="10894" y="11654"/>
                  <a:pt x="10609" y="11908"/>
                  <a:pt x="10609" y="12224"/>
                </a:cubicBezTo>
                <a:cubicBezTo>
                  <a:pt x="10609" y="12541"/>
                  <a:pt x="10894" y="12794"/>
                  <a:pt x="11211" y="12794"/>
                </a:cubicBezTo>
                <a:cubicBezTo>
                  <a:pt x="11528" y="12794"/>
                  <a:pt x="11781" y="12541"/>
                  <a:pt x="11781" y="12224"/>
                </a:cubicBezTo>
                <a:cubicBezTo>
                  <a:pt x="11781" y="11908"/>
                  <a:pt x="11528" y="11654"/>
                  <a:pt x="11211" y="11654"/>
                </a:cubicBezTo>
                <a:close/>
                <a:moveTo>
                  <a:pt x="5257" y="16500"/>
                </a:moveTo>
                <a:cubicBezTo>
                  <a:pt x="6239" y="16785"/>
                  <a:pt x="7347" y="16943"/>
                  <a:pt x="8614" y="16975"/>
                </a:cubicBezTo>
                <a:lnTo>
                  <a:pt x="8614" y="17988"/>
                </a:lnTo>
                <a:cubicBezTo>
                  <a:pt x="7791" y="18780"/>
                  <a:pt x="6967" y="19255"/>
                  <a:pt x="6366" y="19255"/>
                </a:cubicBezTo>
                <a:cubicBezTo>
                  <a:pt x="6239" y="19255"/>
                  <a:pt x="6112" y="19223"/>
                  <a:pt x="5986" y="19191"/>
                </a:cubicBezTo>
                <a:cubicBezTo>
                  <a:pt x="5384" y="19001"/>
                  <a:pt x="5226" y="18748"/>
                  <a:pt x="5162" y="18305"/>
                </a:cubicBezTo>
                <a:cubicBezTo>
                  <a:pt x="5036" y="17766"/>
                  <a:pt x="5162" y="17196"/>
                  <a:pt x="5162" y="17133"/>
                </a:cubicBezTo>
                <a:cubicBezTo>
                  <a:pt x="5226" y="16911"/>
                  <a:pt x="5257" y="16690"/>
                  <a:pt x="5257" y="16500"/>
                </a:cubicBezTo>
                <a:close/>
                <a:moveTo>
                  <a:pt x="18368" y="16500"/>
                </a:moveTo>
                <a:cubicBezTo>
                  <a:pt x="18368" y="16690"/>
                  <a:pt x="18400" y="16911"/>
                  <a:pt x="18432" y="17133"/>
                </a:cubicBezTo>
                <a:cubicBezTo>
                  <a:pt x="18463" y="17196"/>
                  <a:pt x="18558" y="17766"/>
                  <a:pt x="18463" y="18305"/>
                </a:cubicBezTo>
                <a:cubicBezTo>
                  <a:pt x="18400" y="18748"/>
                  <a:pt x="18242" y="19001"/>
                  <a:pt x="17608" y="19191"/>
                </a:cubicBezTo>
                <a:cubicBezTo>
                  <a:pt x="17513" y="19223"/>
                  <a:pt x="17386" y="19255"/>
                  <a:pt x="17260" y="19255"/>
                </a:cubicBezTo>
                <a:cubicBezTo>
                  <a:pt x="16626" y="19255"/>
                  <a:pt x="15835" y="18780"/>
                  <a:pt x="15011" y="17988"/>
                </a:cubicBezTo>
                <a:lnTo>
                  <a:pt x="15011" y="16975"/>
                </a:lnTo>
                <a:cubicBezTo>
                  <a:pt x="16278" y="16943"/>
                  <a:pt x="17386" y="16785"/>
                  <a:pt x="18368" y="16500"/>
                </a:cubicBezTo>
                <a:close/>
                <a:moveTo>
                  <a:pt x="11813" y="1330"/>
                </a:moveTo>
                <a:cubicBezTo>
                  <a:pt x="12858" y="1330"/>
                  <a:pt x="13713" y="2185"/>
                  <a:pt x="13713" y="3230"/>
                </a:cubicBezTo>
                <a:lnTo>
                  <a:pt x="13713" y="4940"/>
                </a:lnTo>
                <a:cubicBezTo>
                  <a:pt x="14758" y="4687"/>
                  <a:pt x="15518" y="4275"/>
                  <a:pt x="15803" y="3832"/>
                </a:cubicBezTo>
                <a:cubicBezTo>
                  <a:pt x="16025" y="3515"/>
                  <a:pt x="16373" y="3357"/>
                  <a:pt x="16721" y="3357"/>
                </a:cubicBezTo>
                <a:cubicBezTo>
                  <a:pt x="16943" y="3357"/>
                  <a:pt x="17165" y="3420"/>
                  <a:pt x="17386" y="3579"/>
                </a:cubicBezTo>
                <a:cubicBezTo>
                  <a:pt x="17893" y="3927"/>
                  <a:pt x="17988" y="4624"/>
                  <a:pt x="17640" y="5130"/>
                </a:cubicBezTo>
                <a:cubicBezTo>
                  <a:pt x="16943" y="6144"/>
                  <a:pt x="15486" y="6904"/>
                  <a:pt x="13713" y="7221"/>
                </a:cubicBezTo>
                <a:lnTo>
                  <a:pt x="13713" y="8899"/>
                </a:lnTo>
                <a:cubicBezTo>
                  <a:pt x="15803" y="8582"/>
                  <a:pt x="17260" y="7791"/>
                  <a:pt x="17798" y="7031"/>
                </a:cubicBezTo>
                <a:cubicBezTo>
                  <a:pt x="18020" y="6714"/>
                  <a:pt x="18368" y="6524"/>
                  <a:pt x="18748" y="6524"/>
                </a:cubicBezTo>
                <a:cubicBezTo>
                  <a:pt x="18970" y="6524"/>
                  <a:pt x="19223" y="6587"/>
                  <a:pt x="19413" y="6746"/>
                </a:cubicBezTo>
                <a:cubicBezTo>
                  <a:pt x="19952" y="7126"/>
                  <a:pt x="20078" y="7854"/>
                  <a:pt x="19698" y="8361"/>
                </a:cubicBezTo>
                <a:cubicBezTo>
                  <a:pt x="18653" y="9849"/>
                  <a:pt x="16405" y="10894"/>
                  <a:pt x="13713" y="11243"/>
                </a:cubicBezTo>
                <a:lnTo>
                  <a:pt x="13713" y="13301"/>
                </a:lnTo>
                <a:cubicBezTo>
                  <a:pt x="13998" y="13333"/>
                  <a:pt x="14283" y="13333"/>
                  <a:pt x="14600" y="13333"/>
                </a:cubicBezTo>
                <a:cubicBezTo>
                  <a:pt x="15993" y="13333"/>
                  <a:pt x="17513" y="13143"/>
                  <a:pt x="18432" y="12478"/>
                </a:cubicBezTo>
                <a:cubicBezTo>
                  <a:pt x="18938" y="12129"/>
                  <a:pt x="19192" y="11654"/>
                  <a:pt x="19287" y="11053"/>
                </a:cubicBezTo>
                <a:cubicBezTo>
                  <a:pt x="19350" y="10482"/>
                  <a:pt x="19857" y="10039"/>
                  <a:pt x="20427" y="10039"/>
                </a:cubicBezTo>
                <a:cubicBezTo>
                  <a:pt x="20490" y="10039"/>
                  <a:pt x="20553" y="10071"/>
                  <a:pt x="20585" y="10071"/>
                </a:cubicBezTo>
                <a:cubicBezTo>
                  <a:pt x="21218" y="10166"/>
                  <a:pt x="21662" y="10736"/>
                  <a:pt x="21598" y="11369"/>
                </a:cubicBezTo>
                <a:cubicBezTo>
                  <a:pt x="21408" y="12604"/>
                  <a:pt x="20807" y="13649"/>
                  <a:pt x="19793" y="14378"/>
                </a:cubicBezTo>
                <a:cubicBezTo>
                  <a:pt x="18400" y="15391"/>
                  <a:pt x="16436" y="15676"/>
                  <a:pt x="14631" y="15676"/>
                </a:cubicBezTo>
                <a:cubicBezTo>
                  <a:pt x="14315" y="15676"/>
                  <a:pt x="14030" y="15676"/>
                  <a:pt x="13713" y="15645"/>
                </a:cubicBezTo>
                <a:lnTo>
                  <a:pt x="13713" y="18526"/>
                </a:lnTo>
                <a:cubicBezTo>
                  <a:pt x="14536" y="19445"/>
                  <a:pt x="15835" y="20553"/>
                  <a:pt x="17260" y="20553"/>
                </a:cubicBezTo>
                <a:cubicBezTo>
                  <a:pt x="17513" y="20553"/>
                  <a:pt x="17735" y="20522"/>
                  <a:pt x="17988" y="20458"/>
                </a:cubicBezTo>
                <a:cubicBezTo>
                  <a:pt x="19002" y="20141"/>
                  <a:pt x="19572" y="19540"/>
                  <a:pt x="19762" y="18526"/>
                </a:cubicBezTo>
                <a:cubicBezTo>
                  <a:pt x="19920" y="17671"/>
                  <a:pt x="19730" y="16848"/>
                  <a:pt x="19730" y="16848"/>
                </a:cubicBezTo>
                <a:cubicBezTo>
                  <a:pt x="19572" y="16215"/>
                  <a:pt x="19952" y="15581"/>
                  <a:pt x="20553" y="15423"/>
                </a:cubicBezTo>
                <a:cubicBezTo>
                  <a:pt x="20648" y="15391"/>
                  <a:pt x="20743" y="15391"/>
                  <a:pt x="20838" y="15391"/>
                </a:cubicBezTo>
                <a:cubicBezTo>
                  <a:pt x="21377" y="15391"/>
                  <a:pt x="21852" y="15740"/>
                  <a:pt x="21979" y="16246"/>
                </a:cubicBezTo>
                <a:cubicBezTo>
                  <a:pt x="22010" y="16373"/>
                  <a:pt x="22295" y="17545"/>
                  <a:pt x="22074" y="18875"/>
                </a:cubicBezTo>
                <a:cubicBezTo>
                  <a:pt x="21757" y="20775"/>
                  <a:pt x="20522" y="22137"/>
                  <a:pt x="18653" y="22675"/>
                </a:cubicBezTo>
                <a:cubicBezTo>
                  <a:pt x="18178" y="22833"/>
                  <a:pt x="17703" y="22897"/>
                  <a:pt x="17260" y="22897"/>
                </a:cubicBezTo>
                <a:cubicBezTo>
                  <a:pt x="15486" y="22897"/>
                  <a:pt x="13840" y="21915"/>
                  <a:pt x="12478" y="20585"/>
                </a:cubicBezTo>
                <a:cubicBezTo>
                  <a:pt x="12288" y="20648"/>
                  <a:pt x="12034" y="20712"/>
                  <a:pt x="11813" y="20712"/>
                </a:cubicBezTo>
                <a:cubicBezTo>
                  <a:pt x="11591" y="20712"/>
                  <a:pt x="11369" y="20648"/>
                  <a:pt x="11148" y="20585"/>
                </a:cubicBezTo>
                <a:cubicBezTo>
                  <a:pt x="9786" y="21915"/>
                  <a:pt x="8139" y="22897"/>
                  <a:pt x="6366" y="22897"/>
                </a:cubicBezTo>
                <a:cubicBezTo>
                  <a:pt x="5922" y="22897"/>
                  <a:pt x="5447" y="22833"/>
                  <a:pt x="5004" y="22675"/>
                </a:cubicBezTo>
                <a:cubicBezTo>
                  <a:pt x="3104" y="22137"/>
                  <a:pt x="1869" y="20775"/>
                  <a:pt x="1552" y="18875"/>
                </a:cubicBezTo>
                <a:cubicBezTo>
                  <a:pt x="1330" y="17545"/>
                  <a:pt x="1615" y="16373"/>
                  <a:pt x="1647" y="16246"/>
                </a:cubicBezTo>
                <a:cubicBezTo>
                  <a:pt x="1774" y="15740"/>
                  <a:pt x="2249" y="15391"/>
                  <a:pt x="2787" y="15391"/>
                </a:cubicBezTo>
                <a:cubicBezTo>
                  <a:pt x="2882" y="15391"/>
                  <a:pt x="2977" y="15391"/>
                  <a:pt x="3072" y="15423"/>
                </a:cubicBezTo>
                <a:cubicBezTo>
                  <a:pt x="3705" y="15581"/>
                  <a:pt x="4054" y="16215"/>
                  <a:pt x="3895" y="16848"/>
                </a:cubicBezTo>
                <a:cubicBezTo>
                  <a:pt x="3895" y="16848"/>
                  <a:pt x="3705" y="17671"/>
                  <a:pt x="3864" y="18526"/>
                </a:cubicBezTo>
                <a:cubicBezTo>
                  <a:pt x="4054" y="19540"/>
                  <a:pt x="4624" y="20141"/>
                  <a:pt x="5637" y="20458"/>
                </a:cubicBezTo>
                <a:cubicBezTo>
                  <a:pt x="5891" y="20522"/>
                  <a:pt x="6112" y="20553"/>
                  <a:pt x="6366" y="20553"/>
                </a:cubicBezTo>
                <a:cubicBezTo>
                  <a:pt x="7759" y="20553"/>
                  <a:pt x="9089" y="19445"/>
                  <a:pt x="9913" y="18526"/>
                </a:cubicBezTo>
                <a:lnTo>
                  <a:pt x="9913" y="15645"/>
                </a:lnTo>
                <a:cubicBezTo>
                  <a:pt x="9628" y="15676"/>
                  <a:pt x="9311" y="15676"/>
                  <a:pt x="8994" y="15676"/>
                </a:cubicBezTo>
                <a:cubicBezTo>
                  <a:pt x="7189" y="15676"/>
                  <a:pt x="5226" y="15391"/>
                  <a:pt x="3832" y="14378"/>
                </a:cubicBezTo>
                <a:cubicBezTo>
                  <a:pt x="2819" y="13649"/>
                  <a:pt x="2217" y="12604"/>
                  <a:pt x="2027" y="11369"/>
                </a:cubicBezTo>
                <a:cubicBezTo>
                  <a:pt x="1964" y="10736"/>
                  <a:pt x="2407" y="10166"/>
                  <a:pt x="3040" y="10071"/>
                </a:cubicBezTo>
                <a:lnTo>
                  <a:pt x="3199" y="10071"/>
                </a:lnTo>
                <a:cubicBezTo>
                  <a:pt x="3769" y="10071"/>
                  <a:pt x="4275" y="10482"/>
                  <a:pt x="4339" y="11053"/>
                </a:cubicBezTo>
                <a:cubicBezTo>
                  <a:pt x="4434" y="11686"/>
                  <a:pt x="4687" y="12129"/>
                  <a:pt x="5194" y="12478"/>
                </a:cubicBezTo>
                <a:cubicBezTo>
                  <a:pt x="6112" y="13143"/>
                  <a:pt x="7632" y="13333"/>
                  <a:pt x="9026" y="13333"/>
                </a:cubicBezTo>
                <a:lnTo>
                  <a:pt x="9913" y="13333"/>
                </a:lnTo>
                <a:lnTo>
                  <a:pt x="9913" y="11243"/>
                </a:lnTo>
                <a:cubicBezTo>
                  <a:pt x="7221" y="10894"/>
                  <a:pt x="4972" y="9849"/>
                  <a:pt x="3927" y="8361"/>
                </a:cubicBezTo>
                <a:cubicBezTo>
                  <a:pt x="3547" y="7854"/>
                  <a:pt x="3674" y="7126"/>
                  <a:pt x="4212" y="6746"/>
                </a:cubicBezTo>
                <a:cubicBezTo>
                  <a:pt x="4402" y="6587"/>
                  <a:pt x="4656" y="6524"/>
                  <a:pt x="4877" y="6524"/>
                </a:cubicBezTo>
                <a:cubicBezTo>
                  <a:pt x="5257" y="6524"/>
                  <a:pt x="5606" y="6714"/>
                  <a:pt x="5827" y="7031"/>
                </a:cubicBezTo>
                <a:cubicBezTo>
                  <a:pt x="6366" y="7791"/>
                  <a:pt x="7822" y="8582"/>
                  <a:pt x="9913" y="8899"/>
                </a:cubicBezTo>
                <a:lnTo>
                  <a:pt x="9913" y="7221"/>
                </a:lnTo>
                <a:cubicBezTo>
                  <a:pt x="8139" y="6904"/>
                  <a:pt x="6714" y="6144"/>
                  <a:pt x="5986" y="5130"/>
                </a:cubicBezTo>
                <a:cubicBezTo>
                  <a:pt x="5637" y="4624"/>
                  <a:pt x="5732" y="3927"/>
                  <a:pt x="6239" y="3579"/>
                </a:cubicBezTo>
                <a:cubicBezTo>
                  <a:pt x="6461" y="3420"/>
                  <a:pt x="6682" y="3357"/>
                  <a:pt x="6904" y="3357"/>
                </a:cubicBezTo>
                <a:cubicBezTo>
                  <a:pt x="7252" y="3357"/>
                  <a:pt x="7601" y="3515"/>
                  <a:pt x="7822" y="3832"/>
                </a:cubicBezTo>
                <a:cubicBezTo>
                  <a:pt x="8107" y="4275"/>
                  <a:pt x="8868" y="4687"/>
                  <a:pt x="9913" y="4940"/>
                </a:cubicBezTo>
                <a:lnTo>
                  <a:pt x="9913" y="3230"/>
                </a:lnTo>
                <a:cubicBezTo>
                  <a:pt x="9913" y="2185"/>
                  <a:pt x="10768" y="1330"/>
                  <a:pt x="11813" y="1330"/>
                </a:cubicBezTo>
                <a:close/>
                <a:moveTo>
                  <a:pt x="11813" y="0"/>
                </a:moveTo>
                <a:cubicBezTo>
                  <a:pt x="10198" y="0"/>
                  <a:pt x="8836" y="1235"/>
                  <a:pt x="8646" y="2787"/>
                </a:cubicBezTo>
                <a:cubicBezTo>
                  <a:pt x="8171" y="2312"/>
                  <a:pt x="7569" y="2059"/>
                  <a:pt x="6904" y="2059"/>
                </a:cubicBezTo>
                <a:cubicBezTo>
                  <a:pt x="6397" y="2059"/>
                  <a:pt x="5922" y="2217"/>
                  <a:pt x="5511" y="2502"/>
                </a:cubicBezTo>
                <a:cubicBezTo>
                  <a:pt x="4592" y="3135"/>
                  <a:pt x="4275" y="4244"/>
                  <a:pt x="4592" y="5257"/>
                </a:cubicBezTo>
                <a:cubicBezTo>
                  <a:pt x="4180" y="5289"/>
                  <a:pt x="3800" y="5447"/>
                  <a:pt x="3452" y="5669"/>
                </a:cubicBezTo>
                <a:cubicBezTo>
                  <a:pt x="2439" y="6397"/>
                  <a:pt x="2122" y="7727"/>
                  <a:pt x="2660" y="8804"/>
                </a:cubicBezTo>
                <a:cubicBezTo>
                  <a:pt x="2090" y="8931"/>
                  <a:pt x="1584" y="9247"/>
                  <a:pt x="1235" y="9722"/>
                </a:cubicBezTo>
                <a:cubicBezTo>
                  <a:pt x="824" y="10261"/>
                  <a:pt x="665" y="10894"/>
                  <a:pt x="729" y="11559"/>
                </a:cubicBezTo>
                <a:cubicBezTo>
                  <a:pt x="887" y="12573"/>
                  <a:pt x="1267" y="13491"/>
                  <a:pt x="1837" y="14251"/>
                </a:cubicBezTo>
                <a:cubicBezTo>
                  <a:pt x="1140" y="14536"/>
                  <a:pt x="570" y="15169"/>
                  <a:pt x="380" y="15930"/>
                </a:cubicBezTo>
                <a:cubicBezTo>
                  <a:pt x="317" y="16183"/>
                  <a:pt x="0" y="17513"/>
                  <a:pt x="254" y="19096"/>
                </a:cubicBezTo>
                <a:cubicBezTo>
                  <a:pt x="665" y="21503"/>
                  <a:pt x="2249" y="23277"/>
                  <a:pt x="4624" y="23942"/>
                </a:cubicBezTo>
                <a:cubicBezTo>
                  <a:pt x="5194" y="24100"/>
                  <a:pt x="5796" y="24195"/>
                  <a:pt x="6366" y="24195"/>
                </a:cubicBezTo>
                <a:cubicBezTo>
                  <a:pt x="8107" y="24195"/>
                  <a:pt x="9913" y="23435"/>
                  <a:pt x="11559" y="22010"/>
                </a:cubicBezTo>
                <a:lnTo>
                  <a:pt x="12098" y="22010"/>
                </a:lnTo>
                <a:cubicBezTo>
                  <a:pt x="13745" y="23435"/>
                  <a:pt x="15518" y="24195"/>
                  <a:pt x="17260" y="24195"/>
                </a:cubicBezTo>
                <a:cubicBezTo>
                  <a:pt x="17830" y="24195"/>
                  <a:pt x="18432" y="24100"/>
                  <a:pt x="19002" y="23942"/>
                </a:cubicBezTo>
                <a:cubicBezTo>
                  <a:pt x="21377" y="23277"/>
                  <a:pt x="22960" y="21503"/>
                  <a:pt x="23372" y="19096"/>
                </a:cubicBezTo>
                <a:cubicBezTo>
                  <a:pt x="23625" y="17513"/>
                  <a:pt x="23309" y="16183"/>
                  <a:pt x="23245" y="15930"/>
                </a:cubicBezTo>
                <a:cubicBezTo>
                  <a:pt x="23055" y="15169"/>
                  <a:pt x="22485" y="14536"/>
                  <a:pt x="21788" y="14251"/>
                </a:cubicBezTo>
                <a:cubicBezTo>
                  <a:pt x="22359" y="13491"/>
                  <a:pt x="22739" y="12573"/>
                  <a:pt x="22897" y="11559"/>
                </a:cubicBezTo>
                <a:cubicBezTo>
                  <a:pt x="22992" y="10894"/>
                  <a:pt x="22802" y="10261"/>
                  <a:pt x="22390" y="9722"/>
                </a:cubicBezTo>
                <a:cubicBezTo>
                  <a:pt x="22042" y="9247"/>
                  <a:pt x="21535" y="8931"/>
                  <a:pt x="20965" y="8804"/>
                </a:cubicBezTo>
                <a:cubicBezTo>
                  <a:pt x="21503" y="7727"/>
                  <a:pt x="21187" y="6397"/>
                  <a:pt x="20173" y="5669"/>
                </a:cubicBezTo>
                <a:cubicBezTo>
                  <a:pt x="19825" y="5447"/>
                  <a:pt x="19445" y="5289"/>
                  <a:pt x="19033" y="5257"/>
                </a:cubicBezTo>
                <a:cubicBezTo>
                  <a:pt x="19382" y="4275"/>
                  <a:pt x="19033" y="3135"/>
                  <a:pt x="18147" y="2502"/>
                </a:cubicBezTo>
                <a:cubicBezTo>
                  <a:pt x="17703" y="2217"/>
                  <a:pt x="17228" y="2059"/>
                  <a:pt x="16721" y="2059"/>
                </a:cubicBezTo>
                <a:cubicBezTo>
                  <a:pt x="16056" y="2059"/>
                  <a:pt x="15455" y="2344"/>
                  <a:pt x="14980" y="2787"/>
                </a:cubicBezTo>
                <a:cubicBezTo>
                  <a:pt x="14758" y="1235"/>
                  <a:pt x="13428" y="0"/>
                  <a:pt x="118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3"/>
          <p:cNvSpPr/>
          <p:nvPr/>
        </p:nvSpPr>
        <p:spPr>
          <a:xfrm>
            <a:off x="5541257" y="2050337"/>
            <a:ext cx="872960" cy="25"/>
          </a:xfrm>
          <a:custGeom>
            <a:rect b="b" l="l" r="r" t="t"/>
            <a:pathLst>
              <a:path extrusionOk="0" fill="none" h="1" w="35027">
                <a:moveTo>
                  <a:pt x="35026" y="1"/>
                </a:moveTo>
                <a:lnTo>
                  <a:pt x="0" y="1"/>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3"/>
          <p:cNvSpPr/>
          <p:nvPr/>
        </p:nvSpPr>
        <p:spPr>
          <a:xfrm>
            <a:off x="5443392" y="2000619"/>
            <a:ext cx="97896" cy="98693"/>
          </a:xfrm>
          <a:custGeom>
            <a:rect b="b" l="l" r="r" t="t"/>
            <a:pathLst>
              <a:path extrusionOk="0" fill="none" h="3960" w="3928">
                <a:moveTo>
                  <a:pt x="3927" y="1996"/>
                </a:moveTo>
                <a:cubicBezTo>
                  <a:pt x="3927" y="3073"/>
                  <a:pt x="3072" y="3959"/>
                  <a:pt x="1964" y="3959"/>
                </a:cubicBezTo>
                <a:cubicBezTo>
                  <a:pt x="887" y="3959"/>
                  <a:pt x="0" y="3073"/>
                  <a:pt x="0" y="1996"/>
                </a:cubicBezTo>
                <a:cubicBezTo>
                  <a:pt x="0" y="888"/>
                  <a:pt x="887" y="1"/>
                  <a:pt x="1964" y="1"/>
                </a:cubicBezTo>
                <a:cubicBezTo>
                  <a:pt x="3072" y="1"/>
                  <a:pt x="3927" y="888"/>
                  <a:pt x="3927" y="1996"/>
                </a:cubicBezTo>
                <a:close/>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3"/>
          <p:cNvSpPr/>
          <p:nvPr/>
        </p:nvSpPr>
        <p:spPr>
          <a:xfrm>
            <a:off x="5541257" y="4145720"/>
            <a:ext cx="872960" cy="25"/>
          </a:xfrm>
          <a:custGeom>
            <a:rect b="b" l="l" r="r" t="t"/>
            <a:pathLst>
              <a:path extrusionOk="0" fill="none" h="1" w="35027">
                <a:moveTo>
                  <a:pt x="35026" y="1"/>
                </a:moveTo>
                <a:lnTo>
                  <a:pt x="0" y="1"/>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3"/>
          <p:cNvSpPr/>
          <p:nvPr/>
        </p:nvSpPr>
        <p:spPr>
          <a:xfrm>
            <a:off x="5443392" y="4096002"/>
            <a:ext cx="97896" cy="98693"/>
          </a:xfrm>
          <a:custGeom>
            <a:rect b="b" l="l" r="r" t="t"/>
            <a:pathLst>
              <a:path extrusionOk="0" fill="none" h="3960" w="3928">
                <a:moveTo>
                  <a:pt x="3927" y="1996"/>
                </a:moveTo>
                <a:cubicBezTo>
                  <a:pt x="3927" y="3073"/>
                  <a:pt x="3072" y="3959"/>
                  <a:pt x="1964" y="3959"/>
                </a:cubicBezTo>
                <a:cubicBezTo>
                  <a:pt x="887" y="3959"/>
                  <a:pt x="0" y="3073"/>
                  <a:pt x="0" y="1996"/>
                </a:cubicBezTo>
                <a:cubicBezTo>
                  <a:pt x="0" y="887"/>
                  <a:pt x="887" y="1"/>
                  <a:pt x="1964" y="1"/>
                </a:cubicBezTo>
                <a:cubicBezTo>
                  <a:pt x="3072" y="1"/>
                  <a:pt x="3927" y="887"/>
                  <a:pt x="3927" y="1996"/>
                </a:cubicBezTo>
                <a:close/>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3"/>
          <p:cNvSpPr/>
          <p:nvPr/>
        </p:nvSpPr>
        <p:spPr>
          <a:xfrm>
            <a:off x="5950859" y="3097642"/>
            <a:ext cx="463334" cy="25"/>
          </a:xfrm>
          <a:custGeom>
            <a:rect b="b" l="l" r="r" t="t"/>
            <a:pathLst>
              <a:path extrusionOk="0" fill="none" h="1" w="18591">
                <a:moveTo>
                  <a:pt x="18590" y="1"/>
                </a:moveTo>
                <a:lnTo>
                  <a:pt x="1" y="1"/>
                </a:lnTo>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3"/>
          <p:cNvSpPr/>
          <p:nvPr/>
        </p:nvSpPr>
        <p:spPr>
          <a:xfrm>
            <a:off x="5852221" y="3048722"/>
            <a:ext cx="98668" cy="97896"/>
          </a:xfrm>
          <a:custGeom>
            <a:rect b="b" l="l" r="r" t="t"/>
            <a:pathLst>
              <a:path extrusionOk="0" fill="none" h="3928" w="3959">
                <a:moveTo>
                  <a:pt x="3959" y="1964"/>
                </a:moveTo>
                <a:cubicBezTo>
                  <a:pt x="3959" y="3072"/>
                  <a:pt x="3072" y="3927"/>
                  <a:pt x="1995" y="3927"/>
                </a:cubicBezTo>
                <a:cubicBezTo>
                  <a:pt x="887" y="3927"/>
                  <a:pt x="0" y="3072"/>
                  <a:pt x="0" y="1964"/>
                </a:cubicBezTo>
                <a:cubicBezTo>
                  <a:pt x="0" y="887"/>
                  <a:pt x="887" y="0"/>
                  <a:pt x="1995" y="0"/>
                </a:cubicBezTo>
                <a:cubicBezTo>
                  <a:pt x="3072" y="0"/>
                  <a:pt x="3959" y="887"/>
                  <a:pt x="3959" y="1964"/>
                </a:cubicBezTo>
                <a:close/>
              </a:path>
            </a:pathLst>
          </a:custGeom>
          <a:noFill/>
          <a:ln cap="flat" cmpd="sng" w="10300">
            <a:solidFill>
              <a:srgbClr val="173F5E"/>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3"/>
          <p:cNvSpPr txBox="1"/>
          <p:nvPr/>
        </p:nvSpPr>
        <p:spPr>
          <a:xfrm>
            <a:off x="713225" y="1897275"/>
            <a:ext cx="2016600" cy="606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300">
                <a:solidFill>
                  <a:srgbClr val="173F5E"/>
                </a:solidFill>
                <a:latin typeface="Questrial"/>
                <a:ea typeface="Questrial"/>
                <a:cs typeface="Questrial"/>
                <a:sym typeface="Questrial"/>
              </a:rPr>
              <a:t>Jupiter is the biggest planet of them all</a:t>
            </a:r>
            <a:endParaRPr sz="1300">
              <a:solidFill>
                <a:srgbClr val="173F5E"/>
              </a:solidFill>
              <a:latin typeface="Questrial"/>
              <a:ea typeface="Questrial"/>
              <a:cs typeface="Questrial"/>
              <a:sym typeface="Questrial"/>
            </a:endParaRPr>
          </a:p>
        </p:txBody>
      </p:sp>
      <p:sp>
        <p:nvSpPr>
          <p:cNvPr id="387" name="Google Shape;387;p43"/>
          <p:cNvSpPr txBox="1"/>
          <p:nvPr/>
        </p:nvSpPr>
        <p:spPr>
          <a:xfrm>
            <a:off x="713225" y="1596650"/>
            <a:ext cx="2016600" cy="300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Jupiter</a:t>
            </a:r>
            <a:endParaRPr sz="1500">
              <a:solidFill>
                <a:srgbClr val="173F5E"/>
              </a:solidFill>
              <a:latin typeface="Roboto Slab Regular"/>
              <a:ea typeface="Roboto Slab Regular"/>
              <a:cs typeface="Roboto Slab Regular"/>
              <a:sym typeface="Roboto Slab Regular"/>
            </a:endParaRPr>
          </a:p>
        </p:txBody>
      </p:sp>
      <p:sp>
        <p:nvSpPr>
          <p:cNvPr id="388" name="Google Shape;388;p43"/>
          <p:cNvSpPr txBox="1"/>
          <p:nvPr/>
        </p:nvSpPr>
        <p:spPr>
          <a:xfrm>
            <a:off x="713225" y="2945350"/>
            <a:ext cx="2016600" cy="606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300">
                <a:solidFill>
                  <a:srgbClr val="173F5E"/>
                </a:solidFill>
                <a:latin typeface="Questrial"/>
                <a:ea typeface="Questrial"/>
                <a:cs typeface="Questrial"/>
                <a:sym typeface="Questrial"/>
              </a:rPr>
              <a:t>It’s the farthest planet from the Sun</a:t>
            </a:r>
            <a:endParaRPr sz="1300">
              <a:solidFill>
                <a:srgbClr val="173F5E"/>
              </a:solidFill>
              <a:latin typeface="Questrial"/>
              <a:ea typeface="Questrial"/>
              <a:cs typeface="Questrial"/>
              <a:sym typeface="Questrial"/>
            </a:endParaRPr>
          </a:p>
        </p:txBody>
      </p:sp>
      <p:sp>
        <p:nvSpPr>
          <p:cNvPr id="389" name="Google Shape;389;p43"/>
          <p:cNvSpPr txBox="1"/>
          <p:nvPr/>
        </p:nvSpPr>
        <p:spPr>
          <a:xfrm>
            <a:off x="713225" y="2644725"/>
            <a:ext cx="2016600" cy="300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Neptune</a:t>
            </a:r>
            <a:endParaRPr sz="1500">
              <a:solidFill>
                <a:srgbClr val="173F5E"/>
              </a:solidFill>
              <a:latin typeface="Roboto Slab Regular"/>
              <a:ea typeface="Roboto Slab Regular"/>
              <a:cs typeface="Roboto Slab Regular"/>
              <a:sym typeface="Roboto Slab Regular"/>
            </a:endParaRPr>
          </a:p>
        </p:txBody>
      </p:sp>
      <p:sp>
        <p:nvSpPr>
          <p:cNvPr id="390" name="Google Shape;390;p43"/>
          <p:cNvSpPr txBox="1"/>
          <p:nvPr/>
        </p:nvSpPr>
        <p:spPr>
          <a:xfrm>
            <a:off x="713225" y="3993425"/>
            <a:ext cx="2016600" cy="606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300">
                <a:solidFill>
                  <a:srgbClr val="173F5E"/>
                </a:solidFill>
                <a:latin typeface="Questrial"/>
                <a:ea typeface="Questrial"/>
                <a:cs typeface="Questrial"/>
                <a:sym typeface="Questrial"/>
              </a:rPr>
              <a:t>It’s a gas giant and has several rings</a:t>
            </a:r>
            <a:endParaRPr sz="1300">
              <a:solidFill>
                <a:srgbClr val="173F5E"/>
              </a:solidFill>
              <a:latin typeface="Questrial"/>
              <a:ea typeface="Questrial"/>
              <a:cs typeface="Questrial"/>
              <a:sym typeface="Questrial"/>
            </a:endParaRPr>
          </a:p>
        </p:txBody>
      </p:sp>
      <p:sp>
        <p:nvSpPr>
          <p:cNvPr id="391" name="Google Shape;391;p43"/>
          <p:cNvSpPr txBox="1"/>
          <p:nvPr/>
        </p:nvSpPr>
        <p:spPr>
          <a:xfrm>
            <a:off x="713225" y="3692800"/>
            <a:ext cx="2016600" cy="300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Saturn</a:t>
            </a:r>
            <a:endParaRPr sz="1500">
              <a:solidFill>
                <a:srgbClr val="173F5E"/>
              </a:solidFill>
              <a:latin typeface="Roboto Slab Regular"/>
              <a:ea typeface="Roboto Slab Regular"/>
              <a:cs typeface="Roboto Slab Regular"/>
              <a:sym typeface="Roboto Slab Regular"/>
            </a:endParaRPr>
          </a:p>
        </p:txBody>
      </p:sp>
      <p:sp>
        <p:nvSpPr>
          <p:cNvPr id="392" name="Google Shape;392;p43"/>
          <p:cNvSpPr txBox="1"/>
          <p:nvPr/>
        </p:nvSpPr>
        <p:spPr>
          <a:xfrm>
            <a:off x="6414225" y="1897275"/>
            <a:ext cx="2016600" cy="6060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300">
                <a:solidFill>
                  <a:srgbClr val="173F5E"/>
                </a:solidFill>
                <a:latin typeface="Questrial"/>
                <a:ea typeface="Questrial"/>
                <a:cs typeface="Questrial"/>
                <a:sym typeface="Questrial"/>
              </a:rPr>
              <a:t>Venus is the closest planet of the Sun</a:t>
            </a:r>
            <a:endParaRPr sz="1300">
              <a:solidFill>
                <a:srgbClr val="173F5E"/>
              </a:solidFill>
              <a:latin typeface="Questrial"/>
              <a:ea typeface="Questrial"/>
              <a:cs typeface="Questrial"/>
              <a:sym typeface="Questrial"/>
            </a:endParaRPr>
          </a:p>
        </p:txBody>
      </p:sp>
      <p:sp>
        <p:nvSpPr>
          <p:cNvPr id="393" name="Google Shape;393;p43"/>
          <p:cNvSpPr txBox="1"/>
          <p:nvPr/>
        </p:nvSpPr>
        <p:spPr>
          <a:xfrm>
            <a:off x="6414225" y="1596650"/>
            <a:ext cx="2016600" cy="300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Venus</a:t>
            </a:r>
            <a:endParaRPr sz="1500">
              <a:solidFill>
                <a:srgbClr val="173F5E"/>
              </a:solidFill>
              <a:latin typeface="Roboto Slab Regular"/>
              <a:ea typeface="Roboto Slab Regular"/>
              <a:cs typeface="Roboto Slab Regular"/>
              <a:sym typeface="Roboto Slab Regular"/>
            </a:endParaRPr>
          </a:p>
        </p:txBody>
      </p:sp>
      <p:sp>
        <p:nvSpPr>
          <p:cNvPr id="394" name="Google Shape;394;p43"/>
          <p:cNvSpPr txBox="1"/>
          <p:nvPr/>
        </p:nvSpPr>
        <p:spPr>
          <a:xfrm>
            <a:off x="6414225" y="2945350"/>
            <a:ext cx="2016600" cy="6060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300">
                <a:solidFill>
                  <a:srgbClr val="173F5E"/>
                </a:solidFill>
                <a:latin typeface="Questrial"/>
                <a:ea typeface="Questrial"/>
                <a:cs typeface="Questrial"/>
                <a:sym typeface="Questrial"/>
              </a:rPr>
              <a:t>Earth is</a:t>
            </a:r>
            <a:r>
              <a:rPr lang="en" sz="1300">
                <a:solidFill>
                  <a:srgbClr val="173F5E"/>
                </a:solidFill>
                <a:latin typeface="Questrial"/>
                <a:ea typeface="Questrial"/>
                <a:cs typeface="Questrial"/>
                <a:sym typeface="Questrial"/>
              </a:rPr>
              <a:t> the third planet from the Sun</a:t>
            </a:r>
            <a:endParaRPr sz="1300">
              <a:solidFill>
                <a:srgbClr val="173F5E"/>
              </a:solidFill>
              <a:latin typeface="Questrial"/>
              <a:ea typeface="Questrial"/>
              <a:cs typeface="Questrial"/>
              <a:sym typeface="Questrial"/>
            </a:endParaRPr>
          </a:p>
        </p:txBody>
      </p:sp>
      <p:sp>
        <p:nvSpPr>
          <p:cNvPr id="395" name="Google Shape;395;p43"/>
          <p:cNvSpPr txBox="1"/>
          <p:nvPr/>
        </p:nvSpPr>
        <p:spPr>
          <a:xfrm>
            <a:off x="6414225" y="2644725"/>
            <a:ext cx="2016600" cy="300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Earth</a:t>
            </a:r>
            <a:endParaRPr sz="1500">
              <a:solidFill>
                <a:srgbClr val="173F5E"/>
              </a:solidFill>
              <a:latin typeface="Roboto Slab Regular"/>
              <a:ea typeface="Roboto Slab Regular"/>
              <a:cs typeface="Roboto Slab Regular"/>
              <a:sym typeface="Roboto Slab Regular"/>
            </a:endParaRPr>
          </a:p>
        </p:txBody>
      </p:sp>
      <p:sp>
        <p:nvSpPr>
          <p:cNvPr id="396" name="Google Shape;396;p43"/>
          <p:cNvSpPr txBox="1"/>
          <p:nvPr/>
        </p:nvSpPr>
        <p:spPr>
          <a:xfrm>
            <a:off x="6414225" y="3993425"/>
            <a:ext cx="2016600" cy="6060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300">
                <a:solidFill>
                  <a:srgbClr val="173F5E"/>
                </a:solidFill>
                <a:latin typeface="Questrial"/>
                <a:ea typeface="Questrial"/>
                <a:cs typeface="Questrial"/>
                <a:sym typeface="Questrial"/>
              </a:rPr>
              <a:t>Despite being red, it’s actually a cold place </a:t>
            </a:r>
            <a:endParaRPr sz="1300">
              <a:solidFill>
                <a:srgbClr val="173F5E"/>
              </a:solidFill>
              <a:latin typeface="Questrial"/>
              <a:ea typeface="Questrial"/>
              <a:cs typeface="Questrial"/>
              <a:sym typeface="Questrial"/>
            </a:endParaRPr>
          </a:p>
        </p:txBody>
      </p:sp>
      <p:sp>
        <p:nvSpPr>
          <p:cNvPr id="397" name="Google Shape;397;p43"/>
          <p:cNvSpPr txBox="1"/>
          <p:nvPr/>
        </p:nvSpPr>
        <p:spPr>
          <a:xfrm>
            <a:off x="6414225" y="3692800"/>
            <a:ext cx="2016600" cy="300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Mars</a:t>
            </a:r>
            <a:endParaRPr sz="1500">
              <a:solidFill>
                <a:srgbClr val="173F5E"/>
              </a:solidFill>
              <a:latin typeface="Roboto Slab Regular"/>
              <a:ea typeface="Roboto Slab Regular"/>
              <a:cs typeface="Roboto Slab Regular"/>
              <a:sym typeface="Roboto Slab Regular"/>
            </a:endParaRPr>
          </a:p>
        </p:txBody>
      </p:sp>
      <p:sp>
        <p:nvSpPr>
          <p:cNvPr id="398" name="Google Shape;398;p43"/>
          <p:cNvSpPr/>
          <p:nvPr/>
        </p:nvSpPr>
        <p:spPr>
          <a:xfrm flipH="1">
            <a:off x="4675372" y="0"/>
            <a:ext cx="4468628" cy="2027791"/>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9" name="Google Shape;399;p43"/>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400" name="Google Shape;400;p43"/>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Comparison</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 name="Shape 404"/>
        <p:cNvGrpSpPr/>
        <p:nvPr/>
      </p:nvGrpSpPr>
      <p:grpSpPr>
        <a:xfrm>
          <a:off x="0" y="0"/>
          <a:ext cx="0" cy="0"/>
          <a:chOff x="0" y="0"/>
          <a:chExt cx="0" cy="0"/>
        </a:xfrm>
      </p:grpSpPr>
      <p:pic>
        <p:nvPicPr>
          <p:cNvPr id="405" name="Google Shape;405;p44"/>
          <p:cNvPicPr preferRelativeResize="0"/>
          <p:nvPr/>
        </p:nvPicPr>
        <p:blipFill>
          <a:blip r:embed="rId3">
            <a:alphaModFix/>
          </a:blip>
          <a:stretch>
            <a:fillRect/>
          </a:stretch>
        </p:blipFill>
        <p:spPr>
          <a:xfrm>
            <a:off x="5419875" y="-745900"/>
            <a:ext cx="4261524" cy="6396075"/>
          </a:xfrm>
          <a:prstGeom prst="rect">
            <a:avLst/>
          </a:prstGeom>
          <a:noFill/>
          <a:ln>
            <a:noFill/>
          </a:ln>
        </p:spPr>
      </p:pic>
      <p:sp>
        <p:nvSpPr>
          <p:cNvPr id="406" name="Google Shape;406;p44"/>
          <p:cNvSpPr/>
          <p:nvPr/>
        </p:nvSpPr>
        <p:spPr>
          <a:xfrm flipH="1" rot="-5400000">
            <a:off x="-506655" y="-2978645"/>
            <a:ext cx="8628768" cy="7615458"/>
          </a:xfrm>
          <a:prstGeom prst="flowChartDocumen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4"/>
          <p:cNvSpPr/>
          <p:nvPr/>
        </p:nvSpPr>
        <p:spPr>
          <a:xfrm flipH="1" rot="10800000">
            <a:off x="0" y="-18"/>
            <a:ext cx="1473937" cy="546937"/>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4"/>
          <p:cNvSpPr/>
          <p:nvPr/>
        </p:nvSpPr>
        <p:spPr>
          <a:xfrm>
            <a:off x="713225" y="1458138"/>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700">
                <a:solidFill>
                  <a:srgbClr val="FFFFFF"/>
                </a:solidFill>
                <a:latin typeface="Roboto Slab"/>
                <a:ea typeface="Roboto Slab"/>
                <a:cs typeface="Roboto Slab"/>
                <a:sym typeface="Roboto Slab"/>
              </a:rPr>
              <a:t>1</a:t>
            </a:r>
            <a:endParaRPr sz="2700">
              <a:solidFill>
                <a:srgbClr val="FFFFFF"/>
              </a:solidFill>
              <a:latin typeface="Roboto Slab"/>
              <a:ea typeface="Roboto Slab"/>
              <a:cs typeface="Roboto Slab"/>
              <a:sym typeface="Roboto Slab"/>
            </a:endParaRPr>
          </a:p>
        </p:txBody>
      </p:sp>
      <p:sp>
        <p:nvSpPr>
          <p:cNvPr id="409" name="Google Shape;409;p44"/>
          <p:cNvSpPr/>
          <p:nvPr/>
        </p:nvSpPr>
        <p:spPr>
          <a:xfrm>
            <a:off x="713225" y="2645450"/>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700">
                <a:solidFill>
                  <a:srgbClr val="FFFFFF"/>
                </a:solidFill>
                <a:latin typeface="Roboto Slab"/>
                <a:ea typeface="Roboto Slab"/>
                <a:cs typeface="Roboto Slab"/>
                <a:sym typeface="Roboto Slab"/>
              </a:rPr>
              <a:t>2</a:t>
            </a:r>
            <a:endParaRPr/>
          </a:p>
        </p:txBody>
      </p:sp>
      <p:sp>
        <p:nvSpPr>
          <p:cNvPr id="410" name="Google Shape;410;p44"/>
          <p:cNvSpPr/>
          <p:nvPr/>
        </p:nvSpPr>
        <p:spPr>
          <a:xfrm>
            <a:off x="713225" y="3832763"/>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700">
                <a:solidFill>
                  <a:srgbClr val="FFFFFF"/>
                </a:solidFill>
                <a:latin typeface="Roboto Slab"/>
                <a:ea typeface="Roboto Slab"/>
                <a:cs typeface="Roboto Slab"/>
                <a:sym typeface="Roboto Slab"/>
              </a:rPr>
              <a:t>3</a:t>
            </a:r>
            <a:endParaRPr/>
          </a:p>
        </p:txBody>
      </p:sp>
      <p:sp>
        <p:nvSpPr>
          <p:cNvPr id="411" name="Google Shape;411;p44"/>
          <p:cNvSpPr/>
          <p:nvPr/>
        </p:nvSpPr>
        <p:spPr>
          <a:xfrm>
            <a:off x="3536125" y="1458138"/>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700">
                <a:solidFill>
                  <a:srgbClr val="FFFFFF"/>
                </a:solidFill>
                <a:latin typeface="Roboto Slab"/>
                <a:ea typeface="Roboto Slab"/>
                <a:cs typeface="Roboto Slab"/>
                <a:sym typeface="Roboto Slab"/>
              </a:rPr>
              <a:t>4</a:t>
            </a:r>
            <a:endParaRPr/>
          </a:p>
        </p:txBody>
      </p:sp>
      <p:sp>
        <p:nvSpPr>
          <p:cNvPr id="412" name="Google Shape;412;p44"/>
          <p:cNvSpPr/>
          <p:nvPr/>
        </p:nvSpPr>
        <p:spPr>
          <a:xfrm>
            <a:off x="3536125" y="2645450"/>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700">
                <a:solidFill>
                  <a:srgbClr val="FFFFFF"/>
                </a:solidFill>
                <a:latin typeface="Roboto Slab"/>
                <a:ea typeface="Roboto Slab"/>
                <a:cs typeface="Roboto Slab"/>
                <a:sym typeface="Roboto Slab"/>
              </a:rPr>
              <a:t>5</a:t>
            </a:r>
            <a:endParaRPr/>
          </a:p>
        </p:txBody>
      </p:sp>
      <p:sp>
        <p:nvSpPr>
          <p:cNvPr id="413" name="Google Shape;413;p44"/>
          <p:cNvSpPr/>
          <p:nvPr/>
        </p:nvSpPr>
        <p:spPr>
          <a:xfrm>
            <a:off x="3536125" y="3832763"/>
            <a:ext cx="640200" cy="6402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700">
                <a:solidFill>
                  <a:srgbClr val="FFFFFF"/>
                </a:solidFill>
                <a:latin typeface="Roboto Slab"/>
                <a:ea typeface="Roboto Slab"/>
                <a:cs typeface="Roboto Slab"/>
                <a:sym typeface="Roboto Slab"/>
              </a:rPr>
              <a:t>6</a:t>
            </a:r>
            <a:endParaRPr/>
          </a:p>
        </p:txBody>
      </p:sp>
      <p:cxnSp>
        <p:nvCxnSpPr>
          <p:cNvPr id="414" name="Google Shape;414;p44"/>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415" name="Google Shape;415;p44"/>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416" name="Google Shape;416;p44"/>
          <p:cNvSpPr txBox="1"/>
          <p:nvPr>
            <p:ph idx="1" type="subTitle"/>
          </p:nvPr>
        </p:nvSpPr>
        <p:spPr>
          <a:xfrm>
            <a:off x="1401925" y="1318175"/>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Jupiter</a:t>
            </a:r>
            <a:endParaRPr/>
          </a:p>
        </p:txBody>
      </p:sp>
      <p:sp>
        <p:nvSpPr>
          <p:cNvPr id="417" name="Google Shape;417;p44"/>
          <p:cNvSpPr txBox="1"/>
          <p:nvPr>
            <p:ph idx="2" type="subTitle"/>
          </p:nvPr>
        </p:nvSpPr>
        <p:spPr>
          <a:xfrm>
            <a:off x="1401925" y="1618771"/>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Jupiter is the biggest planet of them all</a:t>
            </a:r>
            <a:endParaRPr/>
          </a:p>
        </p:txBody>
      </p:sp>
      <p:sp>
        <p:nvSpPr>
          <p:cNvPr id="418" name="Google Shape;418;p44"/>
          <p:cNvSpPr txBox="1"/>
          <p:nvPr>
            <p:ph idx="3" type="subTitle"/>
          </p:nvPr>
        </p:nvSpPr>
        <p:spPr>
          <a:xfrm>
            <a:off x="1401925" y="2505488"/>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Neptune</a:t>
            </a:r>
            <a:endParaRPr/>
          </a:p>
        </p:txBody>
      </p:sp>
      <p:sp>
        <p:nvSpPr>
          <p:cNvPr id="419" name="Google Shape;419;p44"/>
          <p:cNvSpPr txBox="1"/>
          <p:nvPr>
            <p:ph idx="4" type="subTitle"/>
          </p:nvPr>
        </p:nvSpPr>
        <p:spPr>
          <a:xfrm>
            <a:off x="1401925" y="2806083"/>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It’s the farthest planet from the Sun</a:t>
            </a:r>
            <a:endParaRPr/>
          </a:p>
        </p:txBody>
      </p:sp>
      <p:sp>
        <p:nvSpPr>
          <p:cNvPr id="420" name="Google Shape;420;p44"/>
          <p:cNvSpPr txBox="1"/>
          <p:nvPr>
            <p:ph idx="5" type="subTitle"/>
          </p:nvPr>
        </p:nvSpPr>
        <p:spPr>
          <a:xfrm>
            <a:off x="1401925" y="3692788"/>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Saturn</a:t>
            </a:r>
            <a:endParaRPr/>
          </a:p>
        </p:txBody>
      </p:sp>
      <p:sp>
        <p:nvSpPr>
          <p:cNvPr id="421" name="Google Shape;421;p44"/>
          <p:cNvSpPr txBox="1"/>
          <p:nvPr>
            <p:ph idx="6" type="subTitle"/>
          </p:nvPr>
        </p:nvSpPr>
        <p:spPr>
          <a:xfrm>
            <a:off x="1401925" y="3993383"/>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It’s a gas giant and has several rings</a:t>
            </a:r>
            <a:endParaRPr/>
          </a:p>
        </p:txBody>
      </p:sp>
      <p:sp>
        <p:nvSpPr>
          <p:cNvPr id="422" name="Google Shape;422;p44"/>
          <p:cNvSpPr txBox="1"/>
          <p:nvPr>
            <p:ph idx="7" type="subTitle"/>
          </p:nvPr>
        </p:nvSpPr>
        <p:spPr>
          <a:xfrm>
            <a:off x="4224825" y="1318175"/>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Venus</a:t>
            </a:r>
            <a:endParaRPr/>
          </a:p>
        </p:txBody>
      </p:sp>
      <p:sp>
        <p:nvSpPr>
          <p:cNvPr id="423" name="Google Shape;423;p44"/>
          <p:cNvSpPr txBox="1"/>
          <p:nvPr>
            <p:ph idx="8" type="subTitle"/>
          </p:nvPr>
        </p:nvSpPr>
        <p:spPr>
          <a:xfrm>
            <a:off x="4224825" y="1618771"/>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Venus is the closest planet to the Sun</a:t>
            </a:r>
            <a:endParaRPr/>
          </a:p>
        </p:txBody>
      </p:sp>
      <p:sp>
        <p:nvSpPr>
          <p:cNvPr id="424" name="Google Shape;424;p44"/>
          <p:cNvSpPr txBox="1"/>
          <p:nvPr>
            <p:ph idx="9" type="subTitle"/>
          </p:nvPr>
        </p:nvSpPr>
        <p:spPr>
          <a:xfrm>
            <a:off x="4224825" y="2505488"/>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Earth</a:t>
            </a:r>
            <a:endParaRPr/>
          </a:p>
        </p:txBody>
      </p:sp>
      <p:sp>
        <p:nvSpPr>
          <p:cNvPr id="425" name="Google Shape;425;p44"/>
          <p:cNvSpPr txBox="1"/>
          <p:nvPr>
            <p:ph idx="13" type="subTitle"/>
          </p:nvPr>
        </p:nvSpPr>
        <p:spPr>
          <a:xfrm>
            <a:off x="4224825" y="2806083"/>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Earth is the third planet from the Sun</a:t>
            </a:r>
            <a:endParaRPr/>
          </a:p>
        </p:txBody>
      </p:sp>
      <p:sp>
        <p:nvSpPr>
          <p:cNvPr id="426" name="Google Shape;426;p44"/>
          <p:cNvSpPr txBox="1"/>
          <p:nvPr>
            <p:ph idx="14" type="subTitle"/>
          </p:nvPr>
        </p:nvSpPr>
        <p:spPr>
          <a:xfrm>
            <a:off x="4224825" y="3692788"/>
            <a:ext cx="18087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Mars</a:t>
            </a:r>
            <a:endParaRPr/>
          </a:p>
        </p:txBody>
      </p:sp>
      <p:sp>
        <p:nvSpPr>
          <p:cNvPr id="427" name="Google Shape;427;p44"/>
          <p:cNvSpPr txBox="1"/>
          <p:nvPr>
            <p:ph idx="15" type="subTitle"/>
          </p:nvPr>
        </p:nvSpPr>
        <p:spPr>
          <a:xfrm>
            <a:off x="4224825" y="3993383"/>
            <a:ext cx="1808700" cy="60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Despite being red, it’s actually a cold place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1" name="Shape 431"/>
        <p:cNvGrpSpPr/>
        <p:nvPr/>
      </p:nvGrpSpPr>
      <p:grpSpPr>
        <a:xfrm>
          <a:off x="0" y="0"/>
          <a:ext cx="0" cy="0"/>
          <a:chOff x="0" y="0"/>
          <a:chExt cx="0" cy="0"/>
        </a:xfrm>
      </p:grpSpPr>
      <p:cxnSp>
        <p:nvCxnSpPr>
          <p:cNvPr id="432" name="Google Shape;432;p45"/>
          <p:cNvCxnSpPr/>
          <p:nvPr/>
        </p:nvCxnSpPr>
        <p:spPr>
          <a:xfrm>
            <a:off x="4016725" y="3159300"/>
            <a:ext cx="1110600" cy="0"/>
          </a:xfrm>
          <a:prstGeom prst="straightConnector1">
            <a:avLst/>
          </a:prstGeom>
          <a:noFill/>
          <a:ln cap="flat" cmpd="sng" w="28575">
            <a:solidFill>
              <a:srgbClr val="173F5E"/>
            </a:solidFill>
            <a:prstDash val="solid"/>
            <a:round/>
            <a:headEnd len="med" w="med" type="none"/>
            <a:tailEnd len="med" w="med" type="none"/>
          </a:ln>
        </p:spPr>
      </p:cxnSp>
      <p:sp>
        <p:nvSpPr>
          <p:cNvPr id="433" name="Google Shape;433;p45"/>
          <p:cNvSpPr txBox="1"/>
          <p:nvPr>
            <p:ph type="title"/>
          </p:nvPr>
        </p:nvSpPr>
        <p:spPr>
          <a:xfrm>
            <a:off x="732750" y="1984200"/>
            <a:ext cx="7678500" cy="117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5FAAD9"/>
        </a:solidFill>
      </p:bgPr>
    </p:bg>
    <p:spTree>
      <p:nvGrpSpPr>
        <p:cNvPr id="437" name="Shape 437"/>
        <p:cNvGrpSpPr/>
        <p:nvPr/>
      </p:nvGrpSpPr>
      <p:grpSpPr>
        <a:xfrm>
          <a:off x="0" y="0"/>
          <a:ext cx="0" cy="0"/>
          <a:chOff x="0" y="0"/>
          <a:chExt cx="0" cy="0"/>
        </a:xfrm>
      </p:grpSpPr>
      <p:sp>
        <p:nvSpPr>
          <p:cNvPr id="438" name="Google Shape;438;p46"/>
          <p:cNvSpPr/>
          <p:nvPr/>
        </p:nvSpPr>
        <p:spPr>
          <a:xfrm>
            <a:off x="4347850" y="1939900"/>
            <a:ext cx="912600" cy="914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 name="Google Shape;439;p46"/>
          <p:cNvCxnSpPr/>
          <p:nvPr/>
        </p:nvCxnSpPr>
        <p:spPr>
          <a:xfrm>
            <a:off x="5972225" y="1068325"/>
            <a:ext cx="509400" cy="0"/>
          </a:xfrm>
          <a:prstGeom prst="straightConnector1">
            <a:avLst/>
          </a:prstGeom>
          <a:noFill/>
          <a:ln cap="flat" cmpd="sng" w="19050">
            <a:solidFill>
              <a:srgbClr val="FFFFFF"/>
            </a:solidFill>
            <a:prstDash val="solid"/>
            <a:round/>
            <a:headEnd len="med" w="med" type="none"/>
            <a:tailEnd len="med" w="med" type="none"/>
          </a:ln>
        </p:spPr>
      </p:cxnSp>
      <p:sp>
        <p:nvSpPr>
          <p:cNvPr id="440" name="Google Shape;440;p46"/>
          <p:cNvSpPr/>
          <p:nvPr/>
        </p:nvSpPr>
        <p:spPr>
          <a:xfrm>
            <a:off x="6928885" y="1939900"/>
            <a:ext cx="912600" cy="914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1" name="Google Shape;441;p46"/>
          <p:cNvPicPr preferRelativeResize="0"/>
          <p:nvPr/>
        </p:nvPicPr>
        <p:blipFill rotWithShape="1">
          <a:blip r:embed="rId3">
            <a:alphaModFix/>
          </a:blip>
          <a:srcRect b="10045" l="1109" r="2374" t="18351"/>
          <a:stretch/>
        </p:blipFill>
        <p:spPr>
          <a:xfrm flipH="1" rot="-5400000">
            <a:off x="-666522" y="666522"/>
            <a:ext cx="5146848" cy="3813804"/>
          </a:xfrm>
          <a:prstGeom prst="flowChartDocument">
            <a:avLst/>
          </a:prstGeom>
          <a:noFill/>
          <a:ln>
            <a:noFill/>
          </a:ln>
        </p:spPr>
      </p:pic>
      <p:sp>
        <p:nvSpPr>
          <p:cNvPr id="442" name="Google Shape;442;p46"/>
          <p:cNvSpPr/>
          <p:nvPr/>
        </p:nvSpPr>
        <p:spPr>
          <a:xfrm>
            <a:off x="4553736" y="2074469"/>
            <a:ext cx="606371" cy="604380"/>
          </a:xfrm>
          <a:custGeom>
            <a:rect b="b" l="l" r="r" t="t"/>
            <a:pathLst>
              <a:path extrusionOk="0" h="35067" w="35249">
                <a:moveTo>
                  <a:pt x="25558" y="2503"/>
                </a:moveTo>
                <a:lnTo>
                  <a:pt x="32652" y="9597"/>
                </a:lnTo>
                <a:lnTo>
                  <a:pt x="31005" y="11275"/>
                </a:lnTo>
                <a:lnTo>
                  <a:pt x="23879" y="4149"/>
                </a:lnTo>
                <a:lnTo>
                  <a:pt x="25558" y="2503"/>
                </a:lnTo>
                <a:close/>
                <a:moveTo>
                  <a:pt x="25209" y="8393"/>
                </a:moveTo>
                <a:lnTo>
                  <a:pt x="26888" y="10072"/>
                </a:lnTo>
                <a:lnTo>
                  <a:pt x="25209" y="11718"/>
                </a:lnTo>
                <a:lnTo>
                  <a:pt x="23563" y="10072"/>
                </a:lnTo>
                <a:lnTo>
                  <a:pt x="25209" y="8393"/>
                </a:lnTo>
                <a:close/>
                <a:moveTo>
                  <a:pt x="17355" y="6778"/>
                </a:moveTo>
                <a:cubicBezTo>
                  <a:pt x="18306" y="7696"/>
                  <a:pt x="26793" y="16215"/>
                  <a:pt x="28376" y="17799"/>
                </a:cubicBezTo>
                <a:lnTo>
                  <a:pt x="26729" y="19446"/>
                </a:lnTo>
                <a:lnTo>
                  <a:pt x="15709" y="8425"/>
                </a:lnTo>
                <a:lnTo>
                  <a:pt x="17355" y="6778"/>
                </a:lnTo>
                <a:close/>
                <a:moveTo>
                  <a:pt x="16849" y="12605"/>
                </a:moveTo>
                <a:lnTo>
                  <a:pt x="22676" y="18432"/>
                </a:lnTo>
                <a:lnTo>
                  <a:pt x="20649" y="20427"/>
                </a:lnTo>
                <a:lnTo>
                  <a:pt x="17260" y="17292"/>
                </a:lnTo>
                <a:cubicBezTo>
                  <a:pt x="17067" y="17113"/>
                  <a:pt x="16817" y="17026"/>
                  <a:pt x="16568" y="17026"/>
                </a:cubicBezTo>
                <a:cubicBezTo>
                  <a:pt x="16287" y="17026"/>
                  <a:pt x="16005" y="17137"/>
                  <a:pt x="15804" y="17355"/>
                </a:cubicBezTo>
                <a:cubicBezTo>
                  <a:pt x="15424" y="17767"/>
                  <a:pt x="15455" y="18432"/>
                  <a:pt x="15867" y="18812"/>
                </a:cubicBezTo>
                <a:lnTo>
                  <a:pt x="18116" y="20871"/>
                </a:lnTo>
                <a:lnTo>
                  <a:pt x="8583" y="20871"/>
                </a:lnTo>
                <a:cubicBezTo>
                  <a:pt x="8710" y="20776"/>
                  <a:pt x="8203" y="21282"/>
                  <a:pt x="16849" y="12605"/>
                </a:cubicBezTo>
                <a:close/>
                <a:moveTo>
                  <a:pt x="18147" y="22961"/>
                </a:moveTo>
                <a:lnTo>
                  <a:pt x="15075" y="26033"/>
                </a:lnTo>
                <a:lnTo>
                  <a:pt x="12763" y="24386"/>
                </a:lnTo>
                <a:cubicBezTo>
                  <a:pt x="12577" y="24249"/>
                  <a:pt x="12366" y="24186"/>
                  <a:pt x="12158" y="24186"/>
                </a:cubicBezTo>
                <a:cubicBezTo>
                  <a:pt x="11835" y="24186"/>
                  <a:pt x="11518" y="24338"/>
                  <a:pt x="11307" y="24608"/>
                </a:cubicBezTo>
                <a:cubicBezTo>
                  <a:pt x="10990" y="25083"/>
                  <a:pt x="11085" y="25716"/>
                  <a:pt x="11560" y="26064"/>
                </a:cubicBezTo>
                <a:lnTo>
                  <a:pt x="13397" y="27363"/>
                </a:lnTo>
                <a:cubicBezTo>
                  <a:pt x="12818" y="27631"/>
                  <a:pt x="12227" y="27754"/>
                  <a:pt x="11654" y="27754"/>
                </a:cubicBezTo>
                <a:cubicBezTo>
                  <a:pt x="9251" y="27754"/>
                  <a:pt x="7167" y="25595"/>
                  <a:pt x="7601" y="22961"/>
                </a:cubicBezTo>
                <a:close/>
                <a:moveTo>
                  <a:pt x="6525" y="27109"/>
                </a:moveTo>
                <a:cubicBezTo>
                  <a:pt x="6968" y="27743"/>
                  <a:pt x="7538" y="28313"/>
                  <a:pt x="8203" y="28756"/>
                </a:cubicBezTo>
                <a:lnTo>
                  <a:pt x="7285" y="29675"/>
                </a:lnTo>
                <a:cubicBezTo>
                  <a:pt x="7047" y="29896"/>
                  <a:pt x="6746" y="30007"/>
                  <a:pt x="6449" y="30007"/>
                </a:cubicBezTo>
                <a:cubicBezTo>
                  <a:pt x="6153" y="30007"/>
                  <a:pt x="5860" y="29896"/>
                  <a:pt x="5638" y="29675"/>
                </a:cubicBezTo>
                <a:cubicBezTo>
                  <a:pt x="5163" y="29200"/>
                  <a:pt x="5163" y="28471"/>
                  <a:pt x="5638" y="27996"/>
                </a:cubicBezTo>
                <a:lnTo>
                  <a:pt x="6525" y="27109"/>
                </a:lnTo>
                <a:close/>
                <a:moveTo>
                  <a:pt x="25546" y="1"/>
                </a:moveTo>
                <a:cubicBezTo>
                  <a:pt x="25281" y="1"/>
                  <a:pt x="25019" y="96"/>
                  <a:pt x="24829" y="286"/>
                </a:cubicBezTo>
                <a:lnTo>
                  <a:pt x="21694" y="3421"/>
                </a:lnTo>
                <a:cubicBezTo>
                  <a:pt x="21282" y="3833"/>
                  <a:pt x="21282" y="4466"/>
                  <a:pt x="21694" y="4878"/>
                </a:cubicBezTo>
                <a:lnTo>
                  <a:pt x="23753" y="6936"/>
                </a:lnTo>
                <a:lnTo>
                  <a:pt x="22106" y="8583"/>
                </a:lnTo>
                <a:lnTo>
                  <a:pt x="18084" y="4593"/>
                </a:lnTo>
                <a:cubicBezTo>
                  <a:pt x="17894" y="4387"/>
                  <a:pt x="17633" y="4284"/>
                  <a:pt x="17367" y="4284"/>
                </a:cubicBezTo>
                <a:cubicBezTo>
                  <a:pt x="17102" y="4284"/>
                  <a:pt x="16833" y="4387"/>
                  <a:pt x="16627" y="4593"/>
                </a:cubicBezTo>
                <a:lnTo>
                  <a:pt x="13523" y="7696"/>
                </a:lnTo>
                <a:cubicBezTo>
                  <a:pt x="13112" y="8108"/>
                  <a:pt x="13112" y="8773"/>
                  <a:pt x="13523" y="9153"/>
                </a:cubicBezTo>
                <a:lnTo>
                  <a:pt x="15455" y="11085"/>
                </a:lnTo>
                <a:lnTo>
                  <a:pt x="7285" y="19256"/>
                </a:lnTo>
                <a:cubicBezTo>
                  <a:pt x="5733" y="20807"/>
                  <a:pt x="5163" y="23024"/>
                  <a:pt x="5638" y="25051"/>
                </a:cubicBezTo>
                <a:lnTo>
                  <a:pt x="4149" y="26539"/>
                </a:lnTo>
                <a:cubicBezTo>
                  <a:pt x="3168" y="27553"/>
                  <a:pt x="2946" y="29041"/>
                  <a:pt x="3548" y="30245"/>
                </a:cubicBezTo>
                <a:lnTo>
                  <a:pt x="412" y="33285"/>
                </a:lnTo>
                <a:cubicBezTo>
                  <a:pt x="1" y="33697"/>
                  <a:pt x="1" y="34362"/>
                  <a:pt x="381" y="34742"/>
                </a:cubicBezTo>
                <a:cubicBezTo>
                  <a:pt x="595" y="34955"/>
                  <a:pt x="877" y="35067"/>
                  <a:pt x="1152" y="35067"/>
                </a:cubicBezTo>
                <a:cubicBezTo>
                  <a:pt x="1406" y="35067"/>
                  <a:pt x="1655" y="34971"/>
                  <a:pt x="1838" y="34773"/>
                </a:cubicBezTo>
                <a:lnTo>
                  <a:pt x="5005" y="31733"/>
                </a:lnTo>
                <a:cubicBezTo>
                  <a:pt x="5446" y="31960"/>
                  <a:pt x="5938" y="32074"/>
                  <a:pt x="6435" y="32074"/>
                </a:cubicBezTo>
                <a:cubicBezTo>
                  <a:pt x="7255" y="32074"/>
                  <a:pt x="8091" y="31763"/>
                  <a:pt x="8741" y="31131"/>
                </a:cubicBezTo>
                <a:lnTo>
                  <a:pt x="10230" y="29643"/>
                </a:lnTo>
                <a:cubicBezTo>
                  <a:pt x="10705" y="29756"/>
                  <a:pt x="11185" y="29812"/>
                  <a:pt x="11661" y="29812"/>
                </a:cubicBezTo>
                <a:cubicBezTo>
                  <a:pt x="13187" y="29812"/>
                  <a:pt x="14677" y="29241"/>
                  <a:pt x="15835" y="28154"/>
                </a:cubicBezTo>
                <a:cubicBezTo>
                  <a:pt x="15930" y="28091"/>
                  <a:pt x="21377" y="22644"/>
                  <a:pt x="24196" y="19826"/>
                </a:cubicBezTo>
                <a:lnTo>
                  <a:pt x="25969" y="21631"/>
                </a:lnTo>
                <a:cubicBezTo>
                  <a:pt x="26175" y="21837"/>
                  <a:pt x="26444" y="21939"/>
                  <a:pt x="26714" y="21939"/>
                </a:cubicBezTo>
                <a:cubicBezTo>
                  <a:pt x="26983" y="21939"/>
                  <a:pt x="27252" y="21837"/>
                  <a:pt x="27458" y="21631"/>
                </a:cubicBezTo>
                <a:lnTo>
                  <a:pt x="30561" y="18527"/>
                </a:lnTo>
                <a:cubicBezTo>
                  <a:pt x="30973" y="18115"/>
                  <a:pt x="30973" y="17450"/>
                  <a:pt x="30561" y="17039"/>
                </a:cubicBezTo>
                <a:lnTo>
                  <a:pt x="26698" y="13175"/>
                </a:lnTo>
                <a:lnTo>
                  <a:pt x="28345" y="11528"/>
                </a:lnTo>
                <a:lnTo>
                  <a:pt x="30276" y="13460"/>
                </a:lnTo>
                <a:cubicBezTo>
                  <a:pt x="30482" y="13650"/>
                  <a:pt x="30744" y="13745"/>
                  <a:pt x="31005" y="13745"/>
                </a:cubicBezTo>
                <a:cubicBezTo>
                  <a:pt x="31266" y="13745"/>
                  <a:pt x="31527" y="13650"/>
                  <a:pt x="31733" y="13460"/>
                </a:cubicBezTo>
                <a:lnTo>
                  <a:pt x="34837" y="10325"/>
                </a:lnTo>
                <a:cubicBezTo>
                  <a:pt x="35248" y="9945"/>
                  <a:pt x="35248" y="9280"/>
                  <a:pt x="34837" y="8868"/>
                </a:cubicBezTo>
                <a:lnTo>
                  <a:pt x="26286" y="286"/>
                </a:lnTo>
                <a:cubicBezTo>
                  <a:pt x="26080" y="96"/>
                  <a:pt x="25811" y="1"/>
                  <a:pt x="25546"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6"/>
          <p:cNvSpPr/>
          <p:nvPr/>
        </p:nvSpPr>
        <p:spPr>
          <a:xfrm>
            <a:off x="7070554" y="2094765"/>
            <a:ext cx="629250" cy="320950"/>
          </a:xfrm>
          <a:custGeom>
            <a:rect b="b" l="l" r="r" t="t"/>
            <a:pathLst>
              <a:path extrusionOk="0" h="18622" w="36579">
                <a:moveTo>
                  <a:pt x="7791" y="2074"/>
                </a:moveTo>
                <a:cubicBezTo>
                  <a:pt x="9074" y="2074"/>
                  <a:pt x="10356" y="2565"/>
                  <a:pt x="11338" y="3547"/>
                </a:cubicBezTo>
                <a:lnTo>
                  <a:pt x="16849" y="9026"/>
                </a:lnTo>
                <a:lnTo>
                  <a:pt x="9723" y="16151"/>
                </a:lnTo>
                <a:lnTo>
                  <a:pt x="4244" y="10641"/>
                </a:lnTo>
                <a:cubicBezTo>
                  <a:pt x="2281" y="8677"/>
                  <a:pt x="2281" y="5511"/>
                  <a:pt x="4244" y="3547"/>
                </a:cubicBezTo>
                <a:cubicBezTo>
                  <a:pt x="5226" y="2565"/>
                  <a:pt x="6509" y="2074"/>
                  <a:pt x="7791" y="2074"/>
                </a:cubicBezTo>
                <a:close/>
                <a:moveTo>
                  <a:pt x="28800" y="2074"/>
                </a:moveTo>
                <a:cubicBezTo>
                  <a:pt x="30086" y="2074"/>
                  <a:pt x="31369" y="2565"/>
                  <a:pt x="32335" y="3547"/>
                </a:cubicBezTo>
                <a:cubicBezTo>
                  <a:pt x="34298" y="5511"/>
                  <a:pt x="34298" y="8677"/>
                  <a:pt x="32335" y="10641"/>
                </a:cubicBezTo>
                <a:lnTo>
                  <a:pt x="26856" y="16151"/>
                </a:lnTo>
                <a:lnTo>
                  <a:pt x="19762" y="9026"/>
                </a:lnTo>
                <a:lnTo>
                  <a:pt x="25241" y="3547"/>
                </a:lnTo>
                <a:cubicBezTo>
                  <a:pt x="26223" y="2565"/>
                  <a:pt x="27513" y="2074"/>
                  <a:pt x="28800" y="2074"/>
                </a:cubicBezTo>
                <a:close/>
                <a:moveTo>
                  <a:pt x="7791" y="0"/>
                </a:moveTo>
                <a:cubicBezTo>
                  <a:pt x="5978" y="0"/>
                  <a:pt x="4165" y="697"/>
                  <a:pt x="2788" y="2090"/>
                </a:cubicBezTo>
                <a:cubicBezTo>
                  <a:pt x="1" y="4845"/>
                  <a:pt x="1" y="9342"/>
                  <a:pt x="2788" y="12098"/>
                </a:cubicBezTo>
                <a:lnTo>
                  <a:pt x="8995" y="18336"/>
                </a:lnTo>
                <a:cubicBezTo>
                  <a:pt x="9201" y="18526"/>
                  <a:pt x="9470" y="18621"/>
                  <a:pt x="9735" y="18621"/>
                </a:cubicBezTo>
                <a:cubicBezTo>
                  <a:pt x="10000" y="18621"/>
                  <a:pt x="10261" y="18526"/>
                  <a:pt x="10451" y="18336"/>
                </a:cubicBezTo>
                <a:lnTo>
                  <a:pt x="18305" y="10483"/>
                </a:lnTo>
                <a:lnTo>
                  <a:pt x="26128" y="18336"/>
                </a:lnTo>
                <a:cubicBezTo>
                  <a:pt x="26334" y="18526"/>
                  <a:pt x="26595" y="18621"/>
                  <a:pt x="26856" y="18621"/>
                </a:cubicBezTo>
                <a:cubicBezTo>
                  <a:pt x="27117" y="18621"/>
                  <a:pt x="27379" y="18526"/>
                  <a:pt x="27584" y="18336"/>
                </a:cubicBezTo>
                <a:lnTo>
                  <a:pt x="33792" y="12098"/>
                </a:lnTo>
                <a:cubicBezTo>
                  <a:pt x="36578" y="9342"/>
                  <a:pt x="36578" y="4845"/>
                  <a:pt x="33792" y="2090"/>
                </a:cubicBezTo>
                <a:cubicBezTo>
                  <a:pt x="32414" y="697"/>
                  <a:pt x="30609" y="0"/>
                  <a:pt x="28800" y="0"/>
                </a:cubicBezTo>
                <a:cubicBezTo>
                  <a:pt x="26991" y="0"/>
                  <a:pt x="25178" y="697"/>
                  <a:pt x="23784" y="2090"/>
                </a:cubicBezTo>
                <a:lnTo>
                  <a:pt x="18305" y="7569"/>
                </a:lnTo>
                <a:lnTo>
                  <a:pt x="12795" y="2090"/>
                </a:lnTo>
                <a:cubicBezTo>
                  <a:pt x="11417" y="697"/>
                  <a:pt x="9604" y="0"/>
                  <a:pt x="7791"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6"/>
          <p:cNvSpPr/>
          <p:nvPr/>
        </p:nvSpPr>
        <p:spPr>
          <a:xfrm>
            <a:off x="7291713" y="2436450"/>
            <a:ext cx="111145" cy="111373"/>
          </a:xfrm>
          <a:custGeom>
            <a:rect b="b" l="l" r="r" t="t"/>
            <a:pathLst>
              <a:path extrusionOk="0" h="6462" w="6461">
                <a:moveTo>
                  <a:pt x="3231" y="2059"/>
                </a:moveTo>
                <a:cubicBezTo>
                  <a:pt x="3864" y="2059"/>
                  <a:pt x="4402" y="2566"/>
                  <a:pt x="4402" y="3231"/>
                </a:cubicBezTo>
                <a:cubicBezTo>
                  <a:pt x="4402" y="3864"/>
                  <a:pt x="3864" y="4403"/>
                  <a:pt x="3231" y="4403"/>
                </a:cubicBezTo>
                <a:cubicBezTo>
                  <a:pt x="2597" y="4403"/>
                  <a:pt x="2059" y="3864"/>
                  <a:pt x="2059" y="3231"/>
                </a:cubicBezTo>
                <a:cubicBezTo>
                  <a:pt x="2059" y="2566"/>
                  <a:pt x="2597" y="2059"/>
                  <a:pt x="3231" y="2059"/>
                </a:cubicBezTo>
                <a:close/>
                <a:moveTo>
                  <a:pt x="3231" y="1"/>
                </a:moveTo>
                <a:cubicBezTo>
                  <a:pt x="1457" y="1"/>
                  <a:pt x="0" y="1426"/>
                  <a:pt x="0" y="3231"/>
                </a:cubicBezTo>
                <a:cubicBezTo>
                  <a:pt x="0" y="5005"/>
                  <a:pt x="1457" y="6461"/>
                  <a:pt x="3231" y="6461"/>
                </a:cubicBezTo>
                <a:cubicBezTo>
                  <a:pt x="5004" y="6461"/>
                  <a:pt x="6461" y="5005"/>
                  <a:pt x="6461" y="3231"/>
                </a:cubicBezTo>
                <a:cubicBezTo>
                  <a:pt x="6461" y="1426"/>
                  <a:pt x="5004" y="1"/>
                  <a:pt x="3231"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6"/>
          <p:cNvSpPr/>
          <p:nvPr/>
        </p:nvSpPr>
        <p:spPr>
          <a:xfrm>
            <a:off x="7424068" y="2530885"/>
            <a:ext cx="111163" cy="111907"/>
          </a:xfrm>
          <a:custGeom>
            <a:rect b="b" l="l" r="r" t="t"/>
            <a:pathLst>
              <a:path extrusionOk="0" h="6493" w="6462">
                <a:moveTo>
                  <a:pt x="3231" y="2091"/>
                </a:moveTo>
                <a:cubicBezTo>
                  <a:pt x="3896" y="2091"/>
                  <a:pt x="4403" y="2597"/>
                  <a:pt x="4403" y="3262"/>
                </a:cubicBezTo>
                <a:cubicBezTo>
                  <a:pt x="4403" y="3896"/>
                  <a:pt x="3896" y="4403"/>
                  <a:pt x="3231" y="4403"/>
                </a:cubicBezTo>
                <a:cubicBezTo>
                  <a:pt x="2598" y="4403"/>
                  <a:pt x="2059" y="3896"/>
                  <a:pt x="2059" y="3262"/>
                </a:cubicBezTo>
                <a:cubicBezTo>
                  <a:pt x="2059" y="2597"/>
                  <a:pt x="2598" y="2091"/>
                  <a:pt x="3231" y="2091"/>
                </a:cubicBezTo>
                <a:close/>
                <a:moveTo>
                  <a:pt x="3231" y="1"/>
                </a:moveTo>
                <a:cubicBezTo>
                  <a:pt x="1458" y="1"/>
                  <a:pt x="1" y="1457"/>
                  <a:pt x="1" y="3231"/>
                </a:cubicBezTo>
                <a:cubicBezTo>
                  <a:pt x="1" y="5036"/>
                  <a:pt x="1458" y="6493"/>
                  <a:pt x="3231" y="6493"/>
                </a:cubicBezTo>
                <a:cubicBezTo>
                  <a:pt x="5036" y="6493"/>
                  <a:pt x="6461" y="5036"/>
                  <a:pt x="6461" y="3231"/>
                </a:cubicBezTo>
                <a:cubicBezTo>
                  <a:pt x="6461" y="1457"/>
                  <a:pt x="5036" y="1"/>
                  <a:pt x="3231"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6"/>
          <p:cNvSpPr/>
          <p:nvPr/>
        </p:nvSpPr>
        <p:spPr>
          <a:xfrm>
            <a:off x="7336915" y="2360319"/>
            <a:ext cx="39256" cy="35470"/>
          </a:xfrm>
          <a:custGeom>
            <a:rect b="b" l="l" r="r" t="t"/>
            <a:pathLst>
              <a:path extrusionOk="0" h="2058" w="2282">
                <a:moveTo>
                  <a:pt x="1143" y="0"/>
                </a:moveTo>
                <a:cubicBezTo>
                  <a:pt x="1012" y="0"/>
                  <a:pt x="882" y="26"/>
                  <a:pt x="761" y="79"/>
                </a:cubicBezTo>
                <a:cubicBezTo>
                  <a:pt x="286" y="301"/>
                  <a:pt x="1" y="808"/>
                  <a:pt x="159" y="1346"/>
                </a:cubicBezTo>
                <a:cubicBezTo>
                  <a:pt x="312" y="1804"/>
                  <a:pt x="730" y="2057"/>
                  <a:pt x="1151" y="2057"/>
                </a:cubicBezTo>
                <a:cubicBezTo>
                  <a:pt x="1255" y="2057"/>
                  <a:pt x="1358" y="2042"/>
                  <a:pt x="1458" y="2011"/>
                </a:cubicBezTo>
                <a:cubicBezTo>
                  <a:pt x="2059" y="1821"/>
                  <a:pt x="2281" y="1251"/>
                  <a:pt x="2154" y="744"/>
                </a:cubicBezTo>
                <a:cubicBezTo>
                  <a:pt x="1986" y="262"/>
                  <a:pt x="1560" y="0"/>
                  <a:pt x="1143"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6"/>
          <p:cNvSpPr/>
          <p:nvPr/>
        </p:nvSpPr>
        <p:spPr>
          <a:xfrm>
            <a:off x="7431705" y="2407804"/>
            <a:ext cx="39239" cy="35470"/>
          </a:xfrm>
          <a:custGeom>
            <a:rect b="b" l="l" r="r" t="t"/>
            <a:pathLst>
              <a:path extrusionOk="0" h="2058" w="2281">
                <a:moveTo>
                  <a:pt x="1142" y="1"/>
                </a:moveTo>
                <a:cubicBezTo>
                  <a:pt x="1012" y="1"/>
                  <a:pt x="881" y="26"/>
                  <a:pt x="760" y="79"/>
                </a:cubicBezTo>
                <a:cubicBezTo>
                  <a:pt x="254" y="301"/>
                  <a:pt x="0" y="839"/>
                  <a:pt x="159" y="1346"/>
                </a:cubicBezTo>
                <a:cubicBezTo>
                  <a:pt x="311" y="1804"/>
                  <a:pt x="730" y="2058"/>
                  <a:pt x="1151" y="2058"/>
                </a:cubicBezTo>
                <a:cubicBezTo>
                  <a:pt x="1254" y="2058"/>
                  <a:pt x="1357" y="2042"/>
                  <a:pt x="1457" y="2011"/>
                </a:cubicBezTo>
                <a:cubicBezTo>
                  <a:pt x="2027" y="1821"/>
                  <a:pt x="2280" y="1251"/>
                  <a:pt x="2122" y="744"/>
                </a:cubicBezTo>
                <a:cubicBezTo>
                  <a:pt x="1978" y="262"/>
                  <a:pt x="1558" y="1"/>
                  <a:pt x="1142" y="1"/>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6"/>
          <p:cNvSpPr/>
          <p:nvPr/>
        </p:nvSpPr>
        <p:spPr>
          <a:xfrm>
            <a:off x="7526478" y="2663929"/>
            <a:ext cx="38706" cy="35349"/>
          </a:xfrm>
          <a:custGeom>
            <a:rect b="b" l="l" r="r" t="t"/>
            <a:pathLst>
              <a:path extrusionOk="0" h="2051" w="2250">
                <a:moveTo>
                  <a:pt x="1149" y="0"/>
                </a:moveTo>
                <a:cubicBezTo>
                  <a:pt x="1052" y="0"/>
                  <a:pt x="954" y="13"/>
                  <a:pt x="856" y="40"/>
                </a:cubicBezTo>
                <a:cubicBezTo>
                  <a:pt x="254" y="230"/>
                  <a:pt x="1" y="800"/>
                  <a:pt x="159" y="1339"/>
                </a:cubicBezTo>
                <a:cubicBezTo>
                  <a:pt x="312" y="1797"/>
                  <a:pt x="709" y="2050"/>
                  <a:pt x="1123" y="2050"/>
                </a:cubicBezTo>
                <a:cubicBezTo>
                  <a:pt x="1224" y="2050"/>
                  <a:pt x="1326" y="2035"/>
                  <a:pt x="1426" y="2004"/>
                </a:cubicBezTo>
                <a:cubicBezTo>
                  <a:pt x="1964" y="1846"/>
                  <a:pt x="2249" y="1339"/>
                  <a:pt x="2154" y="832"/>
                </a:cubicBezTo>
                <a:cubicBezTo>
                  <a:pt x="2049" y="307"/>
                  <a:pt x="1618" y="0"/>
                  <a:pt x="1149"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6"/>
          <p:cNvSpPr/>
          <p:nvPr/>
        </p:nvSpPr>
        <p:spPr>
          <a:xfrm>
            <a:off x="7393572" y="2663964"/>
            <a:ext cx="39239" cy="35470"/>
          </a:xfrm>
          <a:custGeom>
            <a:rect b="b" l="l" r="r" t="t"/>
            <a:pathLst>
              <a:path extrusionOk="0" h="2058" w="2281">
                <a:moveTo>
                  <a:pt x="1147" y="0"/>
                </a:moveTo>
                <a:cubicBezTo>
                  <a:pt x="1052" y="0"/>
                  <a:pt x="954" y="13"/>
                  <a:pt x="856" y="38"/>
                </a:cubicBezTo>
                <a:cubicBezTo>
                  <a:pt x="317" y="197"/>
                  <a:pt x="0" y="767"/>
                  <a:pt x="190" y="1337"/>
                </a:cubicBezTo>
                <a:cubicBezTo>
                  <a:pt x="317" y="1768"/>
                  <a:pt x="709" y="2057"/>
                  <a:pt x="1136" y="2057"/>
                </a:cubicBezTo>
                <a:cubicBezTo>
                  <a:pt x="1242" y="2057"/>
                  <a:pt x="1350" y="2040"/>
                  <a:pt x="1457" y="2002"/>
                </a:cubicBezTo>
                <a:cubicBezTo>
                  <a:pt x="1996" y="1844"/>
                  <a:pt x="2281" y="1337"/>
                  <a:pt x="2186" y="830"/>
                </a:cubicBezTo>
                <a:cubicBezTo>
                  <a:pt x="2080" y="326"/>
                  <a:pt x="1641" y="0"/>
                  <a:pt x="1147"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6"/>
          <p:cNvSpPr/>
          <p:nvPr/>
        </p:nvSpPr>
        <p:spPr>
          <a:xfrm>
            <a:off x="7337466" y="2588091"/>
            <a:ext cx="38155" cy="35315"/>
          </a:xfrm>
          <a:custGeom>
            <a:rect b="b" l="l" r="r" t="t"/>
            <a:pathLst>
              <a:path extrusionOk="0" h="2049" w="2218">
                <a:moveTo>
                  <a:pt x="1103" y="0"/>
                </a:moveTo>
                <a:cubicBezTo>
                  <a:pt x="1010" y="0"/>
                  <a:pt x="917" y="13"/>
                  <a:pt x="824" y="38"/>
                </a:cubicBezTo>
                <a:cubicBezTo>
                  <a:pt x="222" y="228"/>
                  <a:pt x="1" y="830"/>
                  <a:pt x="127" y="1337"/>
                </a:cubicBezTo>
                <a:cubicBezTo>
                  <a:pt x="280" y="1795"/>
                  <a:pt x="678" y="2048"/>
                  <a:pt x="1107" y="2048"/>
                </a:cubicBezTo>
                <a:cubicBezTo>
                  <a:pt x="1213" y="2048"/>
                  <a:pt x="1320" y="2033"/>
                  <a:pt x="1426" y="2002"/>
                </a:cubicBezTo>
                <a:cubicBezTo>
                  <a:pt x="1964" y="1844"/>
                  <a:pt x="2217" y="1337"/>
                  <a:pt x="2122" y="830"/>
                </a:cubicBezTo>
                <a:cubicBezTo>
                  <a:pt x="2016" y="326"/>
                  <a:pt x="1577" y="0"/>
                  <a:pt x="1103"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6"/>
          <p:cNvSpPr/>
          <p:nvPr/>
        </p:nvSpPr>
        <p:spPr>
          <a:xfrm>
            <a:off x="7242142" y="2559514"/>
            <a:ext cx="39789" cy="35608"/>
          </a:xfrm>
          <a:custGeom>
            <a:rect b="b" l="l" r="r" t="t"/>
            <a:pathLst>
              <a:path extrusionOk="0" h="2066" w="2313">
                <a:moveTo>
                  <a:pt x="1149" y="0"/>
                </a:moveTo>
                <a:cubicBezTo>
                  <a:pt x="847" y="0"/>
                  <a:pt x="552" y="129"/>
                  <a:pt x="349" y="366"/>
                </a:cubicBezTo>
                <a:cubicBezTo>
                  <a:pt x="0" y="841"/>
                  <a:pt x="95" y="1475"/>
                  <a:pt x="507" y="1823"/>
                </a:cubicBezTo>
                <a:cubicBezTo>
                  <a:pt x="700" y="1986"/>
                  <a:pt x="927" y="2066"/>
                  <a:pt x="1156" y="2066"/>
                </a:cubicBezTo>
                <a:cubicBezTo>
                  <a:pt x="1417" y="2066"/>
                  <a:pt x="1681" y="1962"/>
                  <a:pt x="1901" y="1760"/>
                </a:cubicBezTo>
                <a:cubicBezTo>
                  <a:pt x="2312" y="1348"/>
                  <a:pt x="2312" y="715"/>
                  <a:pt x="1901" y="303"/>
                </a:cubicBezTo>
                <a:cubicBezTo>
                  <a:pt x="1680" y="97"/>
                  <a:pt x="1412" y="0"/>
                  <a:pt x="1149"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6"/>
          <p:cNvSpPr/>
          <p:nvPr/>
        </p:nvSpPr>
        <p:spPr>
          <a:xfrm>
            <a:off x="7271004" y="2663929"/>
            <a:ext cx="38706" cy="35349"/>
          </a:xfrm>
          <a:custGeom>
            <a:rect b="b" l="l" r="r" t="t"/>
            <a:pathLst>
              <a:path extrusionOk="0" h="2051" w="2250">
                <a:moveTo>
                  <a:pt x="1120" y="0"/>
                </a:moveTo>
                <a:cubicBezTo>
                  <a:pt x="1022" y="0"/>
                  <a:pt x="922" y="13"/>
                  <a:pt x="824" y="40"/>
                </a:cubicBezTo>
                <a:cubicBezTo>
                  <a:pt x="254" y="230"/>
                  <a:pt x="1" y="800"/>
                  <a:pt x="159" y="1339"/>
                </a:cubicBezTo>
                <a:cubicBezTo>
                  <a:pt x="312" y="1797"/>
                  <a:pt x="710" y="2050"/>
                  <a:pt x="1123" y="2050"/>
                </a:cubicBezTo>
                <a:cubicBezTo>
                  <a:pt x="1224" y="2050"/>
                  <a:pt x="1326" y="2035"/>
                  <a:pt x="1426" y="2004"/>
                </a:cubicBezTo>
                <a:cubicBezTo>
                  <a:pt x="1996" y="1846"/>
                  <a:pt x="2249" y="1339"/>
                  <a:pt x="2154" y="832"/>
                </a:cubicBezTo>
                <a:cubicBezTo>
                  <a:pt x="2049" y="307"/>
                  <a:pt x="1597" y="0"/>
                  <a:pt x="1120" y="0"/>
                </a:cubicBez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6"/>
          <p:cNvSpPr txBox="1"/>
          <p:nvPr>
            <p:ph type="title"/>
          </p:nvPr>
        </p:nvSpPr>
        <p:spPr>
          <a:xfrm>
            <a:off x="3853813" y="546075"/>
            <a:ext cx="44817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Treatment</a:t>
            </a:r>
            <a:endParaRPr/>
          </a:p>
        </p:txBody>
      </p:sp>
      <p:sp>
        <p:nvSpPr>
          <p:cNvPr id="454" name="Google Shape;454;p46"/>
          <p:cNvSpPr txBox="1"/>
          <p:nvPr>
            <p:ph idx="1" type="subTitle"/>
          </p:nvPr>
        </p:nvSpPr>
        <p:spPr>
          <a:xfrm>
            <a:off x="3758500" y="2947675"/>
            <a:ext cx="2091300" cy="3936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chemeClr val="lt1"/>
                </a:solidFill>
                <a:latin typeface="Roboto Slab Regular"/>
                <a:ea typeface="Roboto Slab Regular"/>
                <a:cs typeface="Roboto Slab Regular"/>
                <a:sym typeface="Roboto Slab Regular"/>
              </a:rPr>
              <a:t>Jupiter</a:t>
            </a:r>
            <a:endParaRPr/>
          </a:p>
        </p:txBody>
      </p:sp>
      <p:sp>
        <p:nvSpPr>
          <p:cNvPr id="455" name="Google Shape;455;p46"/>
          <p:cNvSpPr txBox="1"/>
          <p:nvPr>
            <p:ph idx="2" type="subTitle"/>
          </p:nvPr>
        </p:nvSpPr>
        <p:spPr>
          <a:xfrm>
            <a:off x="3758500" y="3248277"/>
            <a:ext cx="2091300" cy="7833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chemeClr val="lt1"/>
                </a:solidFill>
              </a:rPr>
              <a:t>It’s the fifth planet from the Sun and the largest in the Solar System</a:t>
            </a:r>
            <a:endParaRPr/>
          </a:p>
        </p:txBody>
      </p:sp>
      <p:sp>
        <p:nvSpPr>
          <p:cNvPr id="456" name="Google Shape;456;p46"/>
          <p:cNvSpPr txBox="1"/>
          <p:nvPr>
            <p:ph idx="3" type="subTitle"/>
          </p:nvPr>
        </p:nvSpPr>
        <p:spPr>
          <a:xfrm>
            <a:off x="6339525" y="2947675"/>
            <a:ext cx="2091300" cy="3936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chemeClr val="lt1"/>
                </a:solidFill>
                <a:latin typeface="Roboto Slab Regular"/>
                <a:ea typeface="Roboto Slab Regular"/>
                <a:cs typeface="Roboto Slab Regular"/>
                <a:sym typeface="Roboto Slab Regular"/>
              </a:rPr>
              <a:t>Saturn</a:t>
            </a:r>
            <a:endParaRPr/>
          </a:p>
        </p:txBody>
      </p:sp>
      <p:sp>
        <p:nvSpPr>
          <p:cNvPr id="457" name="Google Shape;457;p46"/>
          <p:cNvSpPr txBox="1"/>
          <p:nvPr>
            <p:ph idx="4" type="subTitle"/>
          </p:nvPr>
        </p:nvSpPr>
        <p:spPr>
          <a:xfrm>
            <a:off x="6339525" y="3248277"/>
            <a:ext cx="2091300" cy="7833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chemeClr val="lt1"/>
                </a:solidFill>
              </a:rPr>
              <a:t>It’s a gas giant with an average radius of about nine times that on Earth</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cxnSp>
        <p:nvCxnSpPr>
          <p:cNvPr id="462" name="Google Shape;462;p47"/>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463" name="Google Shape;463;p47"/>
          <p:cNvSpPr txBox="1"/>
          <p:nvPr/>
        </p:nvSpPr>
        <p:spPr>
          <a:xfrm>
            <a:off x="803838" y="3752706"/>
            <a:ext cx="2391300" cy="783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It’s the fifth planet from the Sun and the largest in the Solar System</a:t>
            </a:r>
            <a:endParaRPr sz="1300">
              <a:solidFill>
                <a:srgbClr val="173F5E"/>
              </a:solidFill>
              <a:latin typeface="Questrial"/>
              <a:ea typeface="Questrial"/>
              <a:cs typeface="Questrial"/>
              <a:sym typeface="Questrial"/>
            </a:endParaRPr>
          </a:p>
        </p:txBody>
      </p:sp>
      <p:sp>
        <p:nvSpPr>
          <p:cNvPr id="464" name="Google Shape;464;p47"/>
          <p:cNvSpPr txBox="1"/>
          <p:nvPr/>
        </p:nvSpPr>
        <p:spPr>
          <a:xfrm>
            <a:off x="803838" y="3452100"/>
            <a:ext cx="23913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Jupiter</a:t>
            </a:r>
            <a:endParaRPr sz="1500">
              <a:solidFill>
                <a:srgbClr val="173F5E"/>
              </a:solidFill>
              <a:latin typeface="Roboto Slab Regular"/>
              <a:ea typeface="Roboto Slab Regular"/>
              <a:cs typeface="Roboto Slab Regular"/>
              <a:sym typeface="Roboto Slab Regular"/>
            </a:endParaRPr>
          </a:p>
        </p:txBody>
      </p:sp>
      <p:sp>
        <p:nvSpPr>
          <p:cNvPr id="465" name="Google Shape;465;p47"/>
          <p:cNvSpPr/>
          <p:nvPr/>
        </p:nvSpPr>
        <p:spPr>
          <a:xfrm rot="10800000">
            <a:off x="6752675" y="0"/>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66" name="Google Shape;466;p47"/>
          <p:cNvGraphicFramePr/>
          <p:nvPr/>
        </p:nvGraphicFramePr>
        <p:xfrm>
          <a:off x="3737613" y="2408650"/>
          <a:ext cx="3000000" cy="3000000"/>
        </p:xfrm>
        <a:graphic>
          <a:graphicData uri="http://schemas.openxmlformats.org/drawingml/2006/table">
            <a:tbl>
              <a:tblPr>
                <a:noFill/>
                <a:tableStyleId>{27E9AD48-E72D-4E50-B4B0-B17FABDF3F01}</a:tableStyleId>
              </a:tblPr>
              <a:tblGrid>
                <a:gridCol w="1173350"/>
                <a:gridCol w="1173350"/>
                <a:gridCol w="1173350"/>
                <a:gridCol w="1173350"/>
              </a:tblGrid>
              <a:tr h="6967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4697D3"/>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4697D3"/>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FFFFFF"/>
                          </a:solidFill>
                          <a:latin typeface="Roboto Slab"/>
                          <a:ea typeface="Roboto Slab"/>
                          <a:cs typeface="Roboto Slab"/>
                          <a:sym typeface="Roboto Slab"/>
                        </a:rPr>
                        <a:t>Week 1</a:t>
                      </a:r>
                      <a:endParaRPr sz="1300">
                        <a:solidFill>
                          <a:srgbClr val="FFFFFF"/>
                        </a:solidFill>
                        <a:latin typeface="Roboto Slab"/>
                        <a:ea typeface="Roboto Slab"/>
                        <a:cs typeface="Roboto Slab"/>
                        <a:sym typeface="Roboto Slab"/>
                      </a:endParaRPr>
                    </a:p>
                  </a:txBody>
                  <a:tcPr marT="91425" marB="91425" marR="91425" marL="91425" anchor="ctr">
                    <a:lnL cap="flat" cmpd="sng" w="19050">
                      <a:solidFill>
                        <a:srgbClr val="4697D3"/>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4697D3"/>
                      </a:solidFill>
                      <a:prstDash val="solid"/>
                      <a:round/>
                      <a:headEnd len="sm" w="sm" type="none"/>
                      <a:tailEnd len="sm" w="sm" type="none"/>
                    </a:lnT>
                    <a:lnB cap="flat" cmpd="sng" w="9525">
                      <a:solidFill>
                        <a:srgbClr val="0E2A47">
                          <a:alpha val="0"/>
                        </a:srgbClr>
                      </a:solidFill>
                      <a:prstDash val="solid"/>
                      <a:round/>
                      <a:headEnd len="sm" w="sm" type="none"/>
                      <a:tailEnd len="sm" w="sm" type="none"/>
                    </a:lnB>
                    <a:solidFill>
                      <a:srgbClr val="4697D3"/>
                    </a:solidFill>
                  </a:tcPr>
                </a:tc>
                <a:tc>
                  <a:txBody>
                    <a:bodyPr/>
                    <a:lstStyle/>
                    <a:p>
                      <a:pPr indent="0" lvl="0" marL="0" rtl="0" algn="ctr">
                        <a:spcBef>
                          <a:spcPts val="0"/>
                        </a:spcBef>
                        <a:spcAft>
                          <a:spcPts val="0"/>
                        </a:spcAft>
                        <a:buNone/>
                      </a:pPr>
                      <a:r>
                        <a:rPr lang="en" sz="1300">
                          <a:solidFill>
                            <a:srgbClr val="FFFFFF"/>
                          </a:solidFill>
                          <a:latin typeface="Roboto Slab"/>
                          <a:ea typeface="Roboto Slab"/>
                          <a:cs typeface="Roboto Slab"/>
                          <a:sym typeface="Roboto Slab"/>
                        </a:rPr>
                        <a:t>Week 2</a:t>
                      </a:r>
                      <a:endParaRPr sz="1300">
                        <a:solidFill>
                          <a:srgbClr val="FFFFFF"/>
                        </a:solidFill>
                        <a:latin typeface="Roboto Slab"/>
                        <a:ea typeface="Roboto Slab"/>
                        <a:cs typeface="Roboto Slab"/>
                        <a:sym typeface="Roboto Slab"/>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4697D3"/>
                      </a:solidFill>
                      <a:prstDash val="solid"/>
                      <a:round/>
                      <a:headEnd len="sm" w="sm" type="none"/>
                      <a:tailEnd len="sm" w="sm" type="none"/>
                    </a:lnT>
                    <a:lnB cap="flat" cmpd="sng" w="9525">
                      <a:solidFill>
                        <a:srgbClr val="0E2A47">
                          <a:alpha val="0"/>
                        </a:srgbClr>
                      </a:solidFill>
                      <a:prstDash val="solid"/>
                      <a:round/>
                      <a:headEnd len="sm" w="sm" type="none"/>
                      <a:tailEnd len="sm" w="sm" type="none"/>
                    </a:lnB>
                    <a:solidFill>
                      <a:srgbClr val="4697D3"/>
                    </a:solidFill>
                  </a:tcPr>
                </a:tc>
                <a:tc>
                  <a:txBody>
                    <a:bodyPr/>
                    <a:lstStyle/>
                    <a:p>
                      <a:pPr indent="0" lvl="0" marL="0" rtl="0" algn="ctr">
                        <a:spcBef>
                          <a:spcPts val="0"/>
                        </a:spcBef>
                        <a:spcAft>
                          <a:spcPts val="0"/>
                        </a:spcAft>
                        <a:buNone/>
                      </a:pPr>
                      <a:r>
                        <a:rPr lang="en" sz="1300">
                          <a:solidFill>
                            <a:srgbClr val="FFFFFF"/>
                          </a:solidFill>
                          <a:latin typeface="Roboto Slab"/>
                          <a:ea typeface="Roboto Slab"/>
                          <a:cs typeface="Roboto Slab"/>
                          <a:sym typeface="Roboto Slab"/>
                        </a:rPr>
                        <a:t>Week 3</a:t>
                      </a:r>
                      <a:endParaRPr sz="1300">
                        <a:solidFill>
                          <a:srgbClr val="FFFFFF"/>
                        </a:solidFill>
                        <a:latin typeface="Roboto Slab"/>
                        <a:ea typeface="Roboto Slab"/>
                        <a:cs typeface="Roboto Slab"/>
                        <a:sym typeface="Roboto Slab"/>
                      </a:endParaRPr>
                    </a:p>
                  </a:txBody>
                  <a:tcPr marT="91425" marB="91425" marR="91425" marL="91425" anchor="ctr">
                    <a:lnL cap="flat" cmpd="sng" w="9525">
                      <a:solidFill>
                        <a:srgbClr val="FFFFFF"/>
                      </a:solidFill>
                      <a:prstDash val="solid"/>
                      <a:round/>
                      <a:headEnd len="sm" w="sm" type="none"/>
                      <a:tailEnd len="sm" w="sm" type="none"/>
                    </a:lnL>
                    <a:lnR cap="flat" cmpd="sng" w="19050">
                      <a:solidFill>
                        <a:srgbClr val="4697D3"/>
                      </a:solidFill>
                      <a:prstDash val="solid"/>
                      <a:round/>
                      <a:headEnd len="sm" w="sm" type="none"/>
                      <a:tailEnd len="sm" w="sm" type="none"/>
                    </a:lnR>
                    <a:lnT cap="flat" cmpd="sng" w="19050">
                      <a:solidFill>
                        <a:srgbClr val="4697D3"/>
                      </a:solidFill>
                      <a:prstDash val="solid"/>
                      <a:round/>
                      <a:headEnd len="sm" w="sm" type="none"/>
                      <a:tailEnd len="sm" w="sm" type="none"/>
                    </a:lnT>
                    <a:lnB cap="flat" cmpd="sng" w="9525">
                      <a:solidFill>
                        <a:srgbClr val="0E2A47">
                          <a:alpha val="0"/>
                        </a:srgbClr>
                      </a:solidFill>
                      <a:prstDash val="solid"/>
                      <a:round/>
                      <a:headEnd len="sm" w="sm" type="none"/>
                      <a:tailEnd len="sm" w="sm" type="none"/>
                    </a:lnB>
                    <a:solidFill>
                      <a:srgbClr val="4697D3"/>
                    </a:solidFill>
                  </a:tcPr>
                </a:tc>
              </a:tr>
              <a:tr h="696725">
                <a:tc>
                  <a:txBody>
                    <a:bodyPr/>
                    <a:lstStyle/>
                    <a:p>
                      <a:pPr indent="0" lvl="0" marL="0" rtl="0" algn="ctr">
                        <a:spcBef>
                          <a:spcPts val="0"/>
                        </a:spcBef>
                        <a:spcAft>
                          <a:spcPts val="0"/>
                        </a:spcAft>
                        <a:buNone/>
                      </a:pPr>
                      <a:r>
                        <a:rPr lang="en" sz="1300">
                          <a:solidFill>
                            <a:srgbClr val="FFFFFF"/>
                          </a:solidFill>
                          <a:latin typeface="Roboto Slab"/>
                          <a:ea typeface="Roboto Slab"/>
                          <a:cs typeface="Roboto Slab"/>
                          <a:sym typeface="Roboto Slab"/>
                        </a:rPr>
                        <a:t>Jupiter</a:t>
                      </a:r>
                      <a:endParaRPr sz="1300">
                        <a:solidFill>
                          <a:srgbClr val="FFFFFF"/>
                        </a:solidFill>
                        <a:latin typeface="Roboto Slab"/>
                        <a:ea typeface="Roboto Slab"/>
                        <a:cs typeface="Roboto Slab"/>
                        <a:sym typeface="Roboto Slab"/>
                      </a:endParaRPr>
                    </a:p>
                  </a:txBody>
                  <a:tcPr marT="91425" marB="91425" marR="91425" marL="91425" anchor="ctr">
                    <a:lnL cap="flat" cmpd="sng" w="9525">
                      <a:solidFill>
                        <a:srgbClr val="4697D3"/>
                      </a:solidFill>
                      <a:prstDash val="solid"/>
                      <a:round/>
                      <a:headEnd len="sm" w="sm" type="none"/>
                      <a:tailEnd len="sm" w="sm" type="none"/>
                    </a:lnL>
                    <a:lnR cap="flat" cmpd="sng" w="9525">
                      <a:solidFill>
                        <a:srgbClr val="4697D3"/>
                      </a:solidFill>
                      <a:prstDash val="solid"/>
                      <a:round/>
                      <a:headEnd len="sm" w="sm" type="none"/>
                      <a:tailEnd len="sm" w="sm" type="none"/>
                    </a:lnR>
                    <a:lnT cap="flat" cmpd="sng" w="9525">
                      <a:solidFill>
                        <a:srgbClr val="4697D3"/>
                      </a:solidFill>
                      <a:prstDash val="solid"/>
                      <a:round/>
                      <a:headEnd len="sm" w="sm" type="none"/>
                      <a:tailEnd len="sm" w="sm" type="none"/>
                    </a:lnT>
                    <a:lnB cap="flat" cmpd="sng" w="9525">
                      <a:solidFill>
                        <a:srgbClr val="FFFFFF"/>
                      </a:solidFill>
                      <a:prstDash val="solid"/>
                      <a:round/>
                      <a:headEnd len="sm" w="sm" type="none"/>
                      <a:tailEnd len="sm" w="sm" type="none"/>
                    </a:lnB>
                    <a:solidFill>
                      <a:srgbClr val="5FAAD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4697D3"/>
                      </a:solidFill>
                      <a:prstDash val="solid"/>
                      <a:round/>
                      <a:headEnd len="sm" w="sm" type="none"/>
                      <a:tailEnd len="sm" w="sm" type="none"/>
                    </a:lnL>
                    <a:lnR cap="flat" cmpd="sng" w="19050">
                      <a:solidFill>
                        <a:srgbClr val="4697D3">
                          <a:alpha val="0"/>
                        </a:srgbClr>
                      </a:solidFill>
                      <a:prstDash val="solid"/>
                      <a:round/>
                      <a:headEnd len="sm" w="sm" type="none"/>
                      <a:tailEnd len="sm" w="sm" type="none"/>
                    </a:lnR>
                    <a:lnT cap="flat" cmpd="sng" w="9525">
                      <a:solidFill>
                        <a:srgbClr val="0E2A47">
                          <a:alpha val="0"/>
                        </a:srgbClr>
                      </a:solidFill>
                      <a:prstDash val="solid"/>
                      <a:round/>
                      <a:headEnd len="sm" w="sm" type="none"/>
                      <a:tailEnd len="sm" w="sm" type="none"/>
                    </a:lnT>
                    <a:lnB cap="flat" cmpd="sng" w="9525">
                      <a:solidFill>
                        <a:srgbClr val="4697D3"/>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4697D3">
                          <a:alpha val="0"/>
                        </a:srgbClr>
                      </a:solidFill>
                      <a:prstDash val="solid"/>
                      <a:round/>
                      <a:headEnd len="sm" w="sm" type="none"/>
                      <a:tailEnd len="sm" w="sm" type="none"/>
                    </a:lnL>
                    <a:lnR cap="flat" cmpd="sng" w="19050">
                      <a:solidFill>
                        <a:srgbClr val="4697D3">
                          <a:alpha val="0"/>
                        </a:srgbClr>
                      </a:solidFill>
                      <a:prstDash val="solid"/>
                      <a:round/>
                      <a:headEnd len="sm" w="sm" type="none"/>
                      <a:tailEnd len="sm" w="sm" type="none"/>
                    </a:lnR>
                    <a:lnT cap="flat" cmpd="sng" w="9525">
                      <a:solidFill>
                        <a:srgbClr val="0E2A47">
                          <a:alpha val="0"/>
                        </a:srgbClr>
                      </a:solidFill>
                      <a:prstDash val="solid"/>
                      <a:round/>
                      <a:headEnd len="sm" w="sm" type="none"/>
                      <a:tailEnd len="sm" w="sm" type="none"/>
                    </a:lnT>
                    <a:lnB cap="flat" cmpd="sng" w="9525">
                      <a:solidFill>
                        <a:srgbClr val="4697D3"/>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4697D3">
                          <a:alpha val="0"/>
                        </a:srgbClr>
                      </a:solidFill>
                      <a:prstDash val="solid"/>
                      <a:round/>
                      <a:headEnd len="sm" w="sm" type="none"/>
                      <a:tailEnd len="sm" w="sm" type="none"/>
                    </a:lnL>
                    <a:lnR cap="flat" cmpd="sng" w="19050">
                      <a:solidFill>
                        <a:srgbClr val="4697D3"/>
                      </a:solidFill>
                      <a:prstDash val="solid"/>
                      <a:round/>
                      <a:headEnd len="sm" w="sm" type="none"/>
                      <a:tailEnd len="sm" w="sm" type="none"/>
                    </a:lnR>
                    <a:lnT cap="flat" cmpd="sng" w="9525">
                      <a:solidFill>
                        <a:srgbClr val="0E2A47">
                          <a:alpha val="0"/>
                        </a:srgbClr>
                      </a:solidFill>
                      <a:prstDash val="solid"/>
                      <a:round/>
                      <a:headEnd len="sm" w="sm" type="none"/>
                      <a:tailEnd len="sm" w="sm" type="none"/>
                    </a:lnT>
                    <a:lnB cap="flat" cmpd="sng" w="9525">
                      <a:solidFill>
                        <a:srgbClr val="4697D3"/>
                      </a:solidFill>
                      <a:prstDash val="solid"/>
                      <a:round/>
                      <a:headEnd len="sm" w="sm" type="none"/>
                      <a:tailEnd len="sm" w="sm" type="none"/>
                    </a:lnB>
                  </a:tcPr>
                </a:tc>
              </a:tr>
              <a:tr h="696725">
                <a:tc>
                  <a:txBody>
                    <a:bodyPr/>
                    <a:lstStyle/>
                    <a:p>
                      <a:pPr indent="0" lvl="0" marL="0" rtl="0" algn="ctr">
                        <a:spcBef>
                          <a:spcPts val="0"/>
                        </a:spcBef>
                        <a:spcAft>
                          <a:spcPts val="0"/>
                        </a:spcAft>
                        <a:buNone/>
                      </a:pPr>
                      <a:r>
                        <a:rPr lang="en" sz="1300">
                          <a:solidFill>
                            <a:srgbClr val="FFFFFF"/>
                          </a:solidFill>
                          <a:latin typeface="Roboto Slab"/>
                          <a:ea typeface="Roboto Slab"/>
                          <a:cs typeface="Roboto Slab"/>
                          <a:sym typeface="Roboto Slab"/>
                        </a:rPr>
                        <a:t>Saturn</a:t>
                      </a:r>
                      <a:endParaRPr sz="1300">
                        <a:solidFill>
                          <a:srgbClr val="FFFFFF"/>
                        </a:solidFill>
                        <a:latin typeface="Roboto Slab"/>
                        <a:ea typeface="Roboto Slab"/>
                        <a:cs typeface="Roboto Slab"/>
                        <a:sym typeface="Roboto Slab"/>
                      </a:endParaRPr>
                    </a:p>
                  </a:txBody>
                  <a:tcPr marT="91425" marB="91425" marR="91425" marL="91425" anchor="ctr">
                    <a:lnL cap="flat" cmpd="sng" w="9525">
                      <a:solidFill>
                        <a:srgbClr val="4697D3"/>
                      </a:solidFill>
                      <a:prstDash val="solid"/>
                      <a:round/>
                      <a:headEnd len="sm" w="sm" type="none"/>
                      <a:tailEnd len="sm" w="sm" type="none"/>
                    </a:lnL>
                    <a:lnR cap="flat" cmpd="sng" w="9525">
                      <a:solidFill>
                        <a:srgbClr val="4697D3"/>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4697D3"/>
                      </a:solidFill>
                      <a:prstDash val="solid"/>
                      <a:round/>
                      <a:headEnd len="sm" w="sm" type="none"/>
                      <a:tailEnd len="sm" w="sm" type="none"/>
                    </a:lnB>
                    <a:solidFill>
                      <a:srgbClr val="5FAAD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4697D3"/>
                      </a:solidFill>
                      <a:prstDash val="solid"/>
                      <a:round/>
                      <a:headEnd len="sm" w="sm" type="none"/>
                      <a:tailEnd len="sm" w="sm" type="none"/>
                    </a:lnL>
                    <a:lnR cap="flat" cmpd="sng" w="19050">
                      <a:solidFill>
                        <a:srgbClr val="4697D3">
                          <a:alpha val="0"/>
                        </a:srgbClr>
                      </a:solidFill>
                      <a:prstDash val="solid"/>
                      <a:round/>
                      <a:headEnd len="sm" w="sm" type="none"/>
                      <a:tailEnd len="sm" w="sm" type="none"/>
                    </a:lnR>
                    <a:lnT cap="flat" cmpd="sng" w="9525">
                      <a:solidFill>
                        <a:srgbClr val="4697D3"/>
                      </a:solidFill>
                      <a:prstDash val="solid"/>
                      <a:round/>
                      <a:headEnd len="sm" w="sm" type="none"/>
                      <a:tailEnd len="sm" w="sm" type="none"/>
                    </a:lnT>
                    <a:lnB cap="flat" cmpd="sng" w="19050">
                      <a:solidFill>
                        <a:srgbClr val="4697D3"/>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4697D3">
                          <a:alpha val="0"/>
                        </a:srgbClr>
                      </a:solidFill>
                      <a:prstDash val="solid"/>
                      <a:round/>
                      <a:headEnd len="sm" w="sm" type="none"/>
                      <a:tailEnd len="sm" w="sm" type="none"/>
                    </a:lnL>
                    <a:lnR cap="flat" cmpd="sng" w="19050">
                      <a:solidFill>
                        <a:srgbClr val="4697D3">
                          <a:alpha val="0"/>
                        </a:srgbClr>
                      </a:solidFill>
                      <a:prstDash val="solid"/>
                      <a:round/>
                      <a:headEnd len="sm" w="sm" type="none"/>
                      <a:tailEnd len="sm" w="sm" type="none"/>
                    </a:lnR>
                    <a:lnT cap="flat" cmpd="sng" w="9525">
                      <a:solidFill>
                        <a:srgbClr val="4697D3"/>
                      </a:solidFill>
                      <a:prstDash val="solid"/>
                      <a:round/>
                      <a:headEnd len="sm" w="sm" type="none"/>
                      <a:tailEnd len="sm" w="sm" type="none"/>
                    </a:lnT>
                    <a:lnB cap="flat" cmpd="sng" w="19050">
                      <a:solidFill>
                        <a:srgbClr val="4697D3"/>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4697D3">
                          <a:alpha val="0"/>
                        </a:srgbClr>
                      </a:solidFill>
                      <a:prstDash val="solid"/>
                      <a:round/>
                      <a:headEnd len="sm" w="sm" type="none"/>
                      <a:tailEnd len="sm" w="sm" type="none"/>
                    </a:lnL>
                    <a:lnR cap="flat" cmpd="sng" w="19050">
                      <a:solidFill>
                        <a:srgbClr val="4697D3"/>
                      </a:solidFill>
                      <a:prstDash val="solid"/>
                      <a:round/>
                      <a:headEnd len="sm" w="sm" type="none"/>
                      <a:tailEnd len="sm" w="sm" type="none"/>
                    </a:lnR>
                    <a:lnT cap="flat" cmpd="sng" w="9525">
                      <a:solidFill>
                        <a:srgbClr val="4697D3"/>
                      </a:solidFill>
                      <a:prstDash val="solid"/>
                      <a:round/>
                      <a:headEnd len="sm" w="sm" type="none"/>
                      <a:tailEnd len="sm" w="sm" type="none"/>
                    </a:lnT>
                    <a:lnB cap="flat" cmpd="sng" w="19050">
                      <a:solidFill>
                        <a:srgbClr val="4697D3"/>
                      </a:solidFill>
                      <a:prstDash val="solid"/>
                      <a:round/>
                      <a:headEnd len="sm" w="sm" type="none"/>
                      <a:tailEnd len="sm" w="sm" type="none"/>
                    </a:lnB>
                  </a:tcPr>
                </a:tc>
              </a:tr>
            </a:tbl>
          </a:graphicData>
        </a:graphic>
      </p:graphicFrame>
      <p:sp>
        <p:nvSpPr>
          <p:cNvPr id="467" name="Google Shape;467;p47"/>
          <p:cNvSpPr/>
          <p:nvPr/>
        </p:nvSpPr>
        <p:spPr>
          <a:xfrm flipH="1" rot="5400000">
            <a:off x="6633950" y="2058051"/>
            <a:ext cx="135600" cy="3086700"/>
          </a:xfrm>
          <a:prstGeom prst="round2SameRect">
            <a:avLst>
              <a:gd fmla="val 50000" name="adj1"/>
              <a:gd fmla="val 50000" name="adj2"/>
            </a:avLst>
          </a:pr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7"/>
          <p:cNvSpPr/>
          <p:nvPr/>
        </p:nvSpPr>
        <p:spPr>
          <a:xfrm flipH="1" rot="5400000">
            <a:off x="5440166" y="3251451"/>
            <a:ext cx="136800" cy="699900"/>
          </a:xfrm>
          <a:prstGeom prst="round2SameRect">
            <a:avLst>
              <a:gd fmla="val 50000" name="adj1"/>
              <a:gd fmla="val 50000" name="adj2"/>
            </a:avLst>
          </a:pr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7"/>
          <p:cNvSpPr/>
          <p:nvPr/>
        </p:nvSpPr>
        <p:spPr>
          <a:xfrm flipH="1" rot="5400000">
            <a:off x="6633950" y="2671828"/>
            <a:ext cx="135600" cy="3086700"/>
          </a:xfrm>
          <a:prstGeom prst="round2SameRect">
            <a:avLst>
              <a:gd fmla="val 50000" name="adj1"/>
              <a:gd fmla="val 50000" name="adj2"/>
            </a:avLst>
          </a:pr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7"/>
          <p:cNvSpPr/>
          <p:nvPr/>
        </p:nvSpPr>
        <p:spPr>
          <a:xfrm flipH="1" rot="5400000">
            <a:off x="6036099" y="3277225"/>
            <a:ext cx="128700" cy="1884000"/>
          </a:xfrm>
          <a:prstGeom prst="round2SameRect">
            <a:avLst>
              <a:gd fmla="val 50000" name="adj1"/>
              <a:gd fmla="val 50000" name="adj2"/>
            </a:avLst>
          </a:pr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 name="Google Shape;471;p47"/>
          <p:cNvCxnSpPr/>
          <p:nvPr/>
        </p:nvCxnSpPr>
        <p:spPr>
          <a:xfrm>
            <a:off x="3366875" y="1801825"/>
            <a:ext cx="0" cy="2697000"/>
          </a:xfrm>
          <a:prstGeom prst="straightConnector1">
            <a:avLst/>
          </a:prstGeom>
          <a:noFill/>
          <a:ln cap="flat" cmpd="sng" w="19050">
            <a:solidFill>
              <a:srgbClr val="4697D3"/>
            </a:solidFill>
            <a:prstDash val="dot"/>
            <a:round/>
            <a:headEnd len="med" w="med" type="none"/>
            <a:tailEnd len="med" w="med" type="none"/>
          </a:ln>
        </p:spPr>
      </p:cxnSp>
      <p:sp>
        <p:nvSpPr>
          <p:cNvPr id="472" name="Google Shape;472;p47"/>
          <p:cNvSpPr txBox="1"/>
          <p:nvPr/>
        </p:nvSpPr>
        <p:spPr>
          <a:xfrm>
            <a:off x="4729200" y="1902500"/>
            <a:ext cx="3702000" cy="412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Evolution </a:t>
            </a:r>
            <a:r>
              <a:rPr lang="en" sz="1500">
                <a:solidFill>
                  <a:srgbClr val="173F5E"/>
                </a:solidFill>
                <a:latin typeface="Roboto Slab Regular"/>
                <a:ea typeface="Roboto Slab Regular"/>
                <a:cs typeface="Roboto Slab Regular"/>
                <a:sym typeface="Roboto Slab Regular"/>
              </a:rPr>
              <a:t>throughout</a:t>
            </a:r>
            <a:r>
              <a:rPr lang="en" sz="1500">
                <a:solidFill>
                  <a:srgbClr val="173F5E"/>
                </a:solidFill>
                <a:latin typeface="Roboto Slab Regular"/>
                <a:ea typeface="Roboto Slab Regular"/>
                <a:cs typeface="Roboto Slab Regular"/>
                <a:sym typeface="Roboto Slab Regular"/>
              </a:rPr>
              <a:t> the weeks</a:t>
            </a:r>
            <a:endParaRPr sz="1500">
              <a:solidFill>
                <a:srgbClr val="173F5E"/>
              </a:solidFill>
              <a:latin typeface="Roboto Slab Regular"/>
              <a:ea typeface="Roboto Slab Regular"/>
              <a:cs typeface="Roboto Slab Regular"/>
              <a:sym typeface="Roboto Slab Regular"/>
            </a:endParaRPr>
          </a:p>
        </p:txBody>
      </p:sp>
      <p:pic>
        <p:nvPicPr>
          <p:cNvPr id="473" name="Google Shape;473;p47"/>
          <p:cNvPicPr preferRelativeResize="0"/>
          <p:nvPr/>
        </p:nvPicPr>
        <p:blipFill rotWithShape="1">
          <a:blip r:embed="rId3">
            <a:alphaModFix/>
          </a:blip>
          <a:srcRect b="0" l="40043" r="3833" t="0"/>
          <a:stretch/>
        </p:blipFill>
        <p:spPr>
          <a:xfrm>
            <a:off x="1120802" y="1691400"/>
            <a:ext cx="1757400" cy="1760700"/>
          </a:xfrm>
          <a:prstGeom prst="ellipse">
            <a:avLst/>
          </a:prstGeom>
          <a:noFill/>
          <a:ln>
            <a:noFill/>
          </a:ln>
        </p:spPr>
      </p:pic>
      <p:sp>
        <p:nvSpPr>
          <p:cNvPr id="474" name="Google Shape;474;p47"/>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monitoring</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cxnSp>
        <p:nvCxnSpPr>
          <p:cNvPr id="479" name="Google Shape;479;p48"/>
          <p:cNvCxnSpPr/>
          <p:nvPr/>
        </p:nvCxnSpPr>
        <p:spPr>
          <a:xfrm>
            <a:off x="813625" y="1068325"/>
            <a:ext cx="509400" cy="0"/>
          </a:xfrm>
          <a:prstGeom prst="straightConnector1">
            <a:avLst/>
          </a:prstGeom>
          <a:noFill/>
          <a:ln cap="flat" cmpd="sng" w="19050">
            <a:solidFill>
              <a:srgbClr val="FFFFFF"/>
            </a:solidFill>
            <a:prstDash val="solid"/>
            <a:round/>
            <a:headEnd len="med" w="med" type="none"/>
            <a:tailEnd len="med" w="med" type="none"/>
          </a:ln>
        </p:spPr>
      </p:cxnSp>
      <p:cxnSp>
        <p:nvCxnSpPr>
          <p:cNvPr id="480" name="Google Shape;480;p48"/>
          <p:cNvCxnSpPr/>
          <p:nvPr/>
        </p:nvCxnSpPr>
        <p:spPr>
          <a:xfrm>
            <a:off x="7816000"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481" name="Google Shape;481;p48"/>
          <p:cNvSpPr/>
          <p:nvPr/>
        </p:nvSpPr>
        <p:spPr>
          <a:xfrm>
            <a:off x="713225" y="1458138"/>
            <a:ext cx="640200" cy="640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700">
              <a:solidFill>
                <a:srgbClr val="5FAAD9"/>
              </a:solidFill>
              <a:latin typeface="Roboto Slab"/>
              <a:ea typeface="Roboto Slab"/>
              <a:cs typeface="Roboto Slab"/>
              <a:sym typeface="Roboto Slab"/>
            </a:endParaRPr>
          </a:p>
        </p:txBody>
      </p:sp>
      <p:sp>
        <p:nvSpPr>
          <p:cNvPr id="482" name="Google Shape;482;p48"/>
          <p:cNvSpPr/>
          <p:nvPr/>
        </p:nvSpPr>
        <p:spPr>
          <a:xfrm>
            <a:off x="713225" y="2645450"/>
            <a:ext cx="640200" cy="640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5FAAD9"/>
              </a:solidFill>
            </a:endParaRPr>
          </a:p>
        </p:txBody>
      </p:sp>
      <p:sp>
        <p:nvSpPr>
          <p:cNvPr id="483" name="Google Shape;483;p48"/>
          <p:cNvSpPr/>
          <p:nvPr/>
        </p:nvSpPr>
        <p:spPr>
          <a:xfrm>
            <a:off x="713225" y="3832763"/>
            <a:ext cx="640200" cy="640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5FAAD9"/>
              </a:solidFill>
            </a:endParaRPr>
          </a:p>
        </p:txBody>
      </p:sp>
      <p:sp>
        <p:nvSpPr>
          <p:cNvPr id="484" name="Google Shape;484;p48"/>
          <p:cNvSpPr/>
          <p:nvPr/>
        </p:nvSpPr>
        <p:spPr>
          <a:xfrm>
            <a:off x="7750600" y="1458138"/>
            <a:ext cx="640200" cy="640200"/>
          </a:xfrm>
          <a:prstGeom prst="ellipse">
            <a:avLst/>
          </a:prstGeom>
          <a:solidFill>
            <a:srgbClr val="5FAA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700">
              <a:solidFill>
                <a:srgbClr val="5FAAD9"/>
              </a:solidFill>
              <a:latin typeface="Roboto Slab"/>
              <a:ea typeface="Roboto Slab"/>
              <a:cs typeface="Roboto Slab"/>
              <a:sym typeface="Roboto Slab"/>
            </a:endParaRPr>
          </a:p>
        </p:txBody>
      </p:sp>
      <p:sp>
        <p:nvSpPr>
          <p:cNvPr id="485" name="Google Shape;485;p48"/>
          <p:cNvSpPr/>
          <p:nvPr/>
        </p:nvSpPr>
        <p:spPr>
          <a:xfrm>
            <a:off x="7750600" y="2645450"/>
            <a:ext cx="640200" cy="640200"/>
          </a:xfrm>
          <a:prstGeom prst="ellipse">
            <a:avLst/>
          </a:prstGeom>
          <a:solidFill>
            <a:srgbClr val="5FAA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5FAAD9"/>
              </a:solidFill>
            </a:endParaRPr>
          </a:p>
        </p:txBody>
      </p:sp>
      <p:sp>
        <p:nvSpPr>
          <p:cNvPr id="486" name="Google Shape;486;p48"/>
          <p:cNvSpPr/>
          <p:nvPr/>
        </p:nvSpPr>
        <p:spPr>
          <a:xfrm>
            <a:off x="7750600" y="3832763"/>
            <a:ext cx="640200" cy="640200"/>
          </a:xfrm>
          <a:prstGeom prst="ellipse">
            <a:avLst/>
          </a:prstGeom>
          <a:solidFill>
            <a:srgbClr val="5FAA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5FAAD9"/>
              </a:solidFill>
            </a:endParaRPr>
          </a:p>
        </p:txBody>
      </p:sp>
      <p:sp>
        <p:nvSpPr>
          <p:cNvPr id="487" name="Google Shape;487;p48"/>
          <p:cNvSpPr/>
          <p:nvPr/>
        </p:nvSpPr>
        <p:spPr>
          <a:xfrm>
            <a:off x="7897900" y="1650238"/>
            <a:ext cx="345599" cy="256034"/>
          </a:xfrm>
          <a:custGeom>
            <a:rect b="b" l="l" r="r" t="t"/>
            <a:pathLst>
              <a:path extrusionOk="0" h="29928" w="39873">
                <a:moveTo>
                  <a:pt x="36135" y="1"/>
                </a:moveTo>
                <a:lnTo>
                  <a:pt x="13650" y="22454"/>
                </a:lnTo>
                <a:lnTo>
                  <a:pt x="3706" y="12510"/>
                </a:lnTo>
                <a:lnTo>
                  <a:pt x="1" y="16247"/>
                </a:lnTo>
                <a:lnTo>
                  <a:pt x="13650" y="29928"/>
                </a:lnTo>
                <a:lnTo>
                  <a:pt x="39872" y="3738"/>
                </a:lnTo>
                <a:lnTo>
                  <a:pt x="361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8"/>
          <p:cNvSpPr/>
          <p:nvPr/>
        </p:nvSpPr>
        <p:spPr>
          <a:xfrm>
            <a:off x="903650" y="1672347"/>
            <a:ext cx="259356" cy="259625"/>
          </a:xfrm>
          <a:custGeom>
            <a:rect b="b" l="l" r="r" t="t"/>
            <a:pathLst>
              <a:path extrusionOk="0" h="29928" w="29897">
                <a:moveTo>
                  <a:pt x="3516" y="1"/>
                </a:moveTo>
                <a:lnTo>
                  <a:pt x="1" y="3516"/>
                </a:lnTo>
                <a:lnTo>
                  <a:pt x="11433" y="14948"/>
                </a:lnTo>
                <a:lnTo>
                  <a:pt x="1" y="26381"/>
                </a:lnTo>
                <a:lnTo>
                  <a:pt x="3516" y="29928"/>
                </a:lnTo>
                <a:lnTo>
                  <a:pt x="14948" y="18495"/>
                </a:lnTo>
                <a:lnTo>
                  <a:pt x="26381" y="29928"/>
                </a:lnTo>
                <a:lnTo>
                  <a:pt x="29896" y="26381"/>
                </a:lnTo>
                <a:lnTo>
                  <a:pt x="18464" y="14948"/>
                </a:lnTo>
                <a:lnTo>
                  <a:pt x="29896" y="3516"/>
                </a:lnTo>
                <a:lnTo>
                  <a:pt x="26381" y="1"/>
                </a:lnTo>
                <a:lnTo>
                  <a:pt x="14948" y="11433"/>
                </a:lnTo>
                <a:lnTo>
                  <a:pt x="3516" y="1"/>
                </a:ln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8"/>
          <p:cNvSpPr/>
          <p:nvPr/>
        </p:nvSpPr>
        <p:spPr>
          <a:xfrm>
            <a:off x="903650" y="2835747"/>
            <a:ext cx="259356" cy="259625"/>
          </a:xfrm>
          <a:custGeom>
            <a:rect b="b" l="l" r="r" t="t"/>
            <a:pathLst>
              <a:path extrusionOk="0" h="29928" w="29897">
                <a:moveTo>
                  <a:pt x="3516" y="1"/>
                </a:moveTo>
                <a:lnTo>
                  <a:pt x="1" y="3516"/>
                </a:lnTo>
                <a:lnTo>
                  <a:pt x="11433" y="14948"/>
                </a:lnTo>
                <a:lnTo>
                  <a:pt x="1" y="26381"/>
                </a:lnTo>
                <a:lnTo>
                  <a:pt x="3516" y="29928"/>
                </a:lnTo>
                <a:lnTo>
                  <a:pt x="14948" y="18495"/>
                </a:lnTo>
                <a:lnTo>
                  <a:pt x="26381" y="29928"/>
                </a:lnTo>
                <a:lnTo>
                  <a:pt x="29896" y="26381"/>
                </a:lnTo>
                <a:lnTo>
                  <a:pt x="18464" y="14948"/>
                </a:lnTo>
                <a:lnTo>
                  <a:pt x="29896" y="3516"/>
                </a:lnTo>
                <a:lnTo>
                  <a:pt x="26381" y="1"/>
                </a:lnTo>
                <a:lnTo>
                  <a:pt x="14948" y="11433"/>
                </a:lnTo>
                <a:lnTo>
                  <a:pt x="3516" y="1"/>
                </a:ln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8"/>
          <p:cNvSpPr/>
          <p:nvPr/>
        </p:nvSpPr>
        <p:spPr>
          <a:xfrm>
            <a:off x="903650" y="4023059"/>
            <a:ext cx="259356" cy="259625"/>
          </a:xfrm>
          <a:custGeom>
            <a:rect b="b" l="l" r="r" t="t"/>
            <a:pathLst>
              <a:path extrusionOk="0" h="29928" w="29897">
                <a:moveTo>
                  <a:pt x="3516" y="1"/>
                </a:moveTo>
                <a:lnTo>
                  <a:pt x="1" y="3516"/>
                </a:lnTo>
                <a:lnTo>
                  <a:pt x="11433" y="14948"/>
                </a:lnTo>
                <a:lnTo>
                  <a:pt x="1" y="26381"/>
                </a:lnTo>
                <a:lnTo>
                  <a:pt x="3516" y="29928"/>
                </a:lnTo>
                <a:lnTo>
                  <a:pt x="14948" y="18495"/>
                </a:lnTo>
                <a:lnTo>
                  <a:pt x="26381" y="29928"/>
                </a:lnTo>
                <a:lnTo>
                  <a:pt x="29896" y="26381"/>
                </a:lnTo>
                <a:lnTo>
                  <a:pt x="18464" y="14948"/>
                </a:lnTo>
                <a:lnTo>
                  <a:pt x="29896" y="3516"/>
                </a:lnTo>
                <a:lnTo>
                  <a:pt x="26381" y="1"/>
                </a:lnTo>
                <a:lnTo>
                  <a:pt x="14948" y="11433"/>
                </a:lnTo>
                <a:lnTo>
                  <a:pt x="3516" y="1"/>
                </a:lnTo>
                <a:close/>
              </a:path>
            </a:pathLst>
          </a:custGeom>
          <a:solidFill>
            <a:srgbClr val="5FAA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8"/>
          <p:cNvSpPr/>
          <p:nvPr/>
        </p:nvSpPr>
        <p:spPr>
          <a:xfrm>
            <a:off x="7897900" y="2837538"/>
            <a:ext cx="345599" cy="256034"/>
          </a:xfrm>
          <a:custGeom>
            <a:rect b="b" l="l" r="r" t="t"/>
            <a:pathLst>
              <a:path extrusionOk="0" h="29928" w="39873">
                <a:moveTo>
                  <a:pt x="36135" y="1"/>
                </a:moveTo>
                <a:lnTo>
                  <a:pt x="13650" y="22454"/>
                </a:lnTo>
                <a:lnTo>
                  <a:pt x="3706" y="12510"/>
                </a:lnTo>
                <a:lnTo>
                  <a:pt x="1" y="16247"/>
                </a:lnTo>
                <a:lnTo>
                  <a:pt x="13650" y="29928"/>
                </a:lnTo>
                <a:lnTo>
                  <a:pt x="39872" y="3738"/>
                </a:lnTo>
                <a:lnTo>
                  <a:pt x="361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8"/>
          <p:cNvSpPr/>
          <p:nvPr/>
        </p:nvSpPr>
        <p:spPr>
          <a:xfrm>
            <a:off x="7897900" y="4024813"/>
            <a:ext cx="345599" cy="256034"/>
          </a:xfrm>
          <a:custGeom>
            <a:rect b="b" l="l" r="r" t="t"/>
            <a:pathLst>
              <a:path extrusionOk="0" h="29928" w="39873">
                <a:moveTo>
                  <a:pt x="36135" y="1"/>
                </a:moveTo>
                <a:lnTo>
                  <a:pt x="13650" y="22454"/>
                </a:lnTo>
                <a:lnTo>
                  <a:pt x="3706" y="12510"/>
                </a:lnTo>
                <a:lnTo>
                  <a:pt x="1" y="16247"/>
                </a:lnTo>
                <a:lnTo>
                  <a:pt x="13650" y="29928"/>
                </a:lnTo>
                <a:lnTo>
                  <a:pt x="39872" y="3738"/>
                </a:lnTo>
                <a:lnTo>
                  <a:pt x="361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8"/>
          <p:cNvSpPr txBox="1"/>
          <p:nvPr>
            <p:ph idx="1" type="subTitle"/>
          </p:nvPr>
        </p:nvSpPr>
        <p:spPr>
          <a:xfrm>
            <a:off x="5875175" y="1318175"/>
            <a:ext cx="1808700" cy="3006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latin typeface="Roboto Slab Regular"/>
                <a:ea typeface="Roboto Slab Regular"/>
                <a:cs typeface="Roboto Slab Regular"/>
                <a:sym typeface="Roboto Slab Regular"/>
              </a:rPr>
              <a:t>Venus</a:t>
            </a:r>
            <a:endParaRPr/>
          </a:p>
        </p:txBody>
      </p:sp>
      <p:sp>
        <p:nvSpPr>
          <p:cNvPr id="494" name="Google Shape;494;p48"/>
          <p:cNvSpPr txBox="1"/>
          <p:nvPr>
            <p:ph idx="2" type="subTitle"/>
          </p:nvPr>
        </p:nvSpPr>
        <p:spPr>
          <a:xfrm>
            <a:off x="5875175" y="1618772"/>
            <a:ext cx="1808700" cy="6060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t>Venus is the closest planet to the Sun</a:t>
            </a:r>
            <a:endParaRPr/>
          </a:p>
        </p:txBody>
      </p:sp>
      <p:sp>
        <p:nvSpPr>
          <p:cNvPr id="495" name="Google Shape;495;p48"/>
          <p:cNvSpPr txBox="1"/>
          <p:nvPr>
            <p:ph idx="3" type="subTitle"/>
          </p:nvPr>
        </p:nvSpPr>
        <p:spPr>
          <a:xfrm>
            <a:off x="5875175" y="2505488"/>
            <a:ext cx="1808700" cy="3006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latin typeface="Roboto Slab Regular"/>
                <a:ea typeface="Roboto Slab Regular"/>
                <a:cs typeface="Roboto Slab Regular"/>
                <a:sym typeface="Roboto Slab Regular"/>
              </a:rPr>
              <a:t>Earth</a:t>
            </a:r>
            <a:endParaRPr/>
          </a:p>
        </p:txBody>
      </p:sp>
      <p:sp>
        <p:nvSpPr>
          <p:cNvPr id="496" name="Google Shape;496;p48"/>
          <p:cNvSpPr txBox="1"/>
          <p:nvPr>
            <p:ph idx="4" type="subTitle"/>
          </p:nvPr>
        </p:nvSpPr>
        <p:spPr>
          <a:xfrm>
            <a:off x="5875175" y="2806085"/>
            <a:ext cx="1808700" cy="6060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t>Earth is the third planet from the Sun</a:t>
            </a:r>
            <a:endParaRPr/>
          </a:p>
        </p:txBody>
      </p:sp>
      <p:sp>
        <p:nvSpPr>
          <p:cNvPr id="497" name="Google Shape;497;p48"/>
          <p:cNvSpPr txBox="1"/>
          <p:nvPr>
            <p:ph idx="5" type="subTitle"/>
          </p:nvPr>
        </p:nvSpPr>
        <p:spPr>
          <a:xfrm>
            <a:off x="5875175" y="3692800"/>
            <a:ext cx="1808700" cy="3006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latin typeface="Roboto Slab Regular"/>
                <a:ea typeface="Roboto Slab Regular"/>
                <a:cs typeface="Roboto Slab Regular"/>
                <a:sym typeface="Roboto Slab Regular"/>
              </a:rPr>
              <a:t>Mars</a:t>
            </a:r>
            <a:endParaRPr/>
          </a:p>
        </p:txBody>
      </p:sp>
      <p:sp>
        <p:nvSpPr>
          <p:cNvPr id="498" name="Google Shape;498;p48"/>
          <p:cNvSpPr txBox="1"/>
          <p:nvPr>
            <p:ph idx="6" type="subTitle"/>
          </p:nvPr>
        </p:nvSpPr>
        <p:spPr>
          <a:xfrm>
            <a:off x="5875175" y="3993397"/>
            <a:ext cx="1808700" cy="6060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t>Despite being red, it’s actually a cold place </a:t>
            </a:r>
            <a:endParaRPr/>
          </a:p>
        </p:txBody>
      </p:sp>
      <p:sp>
        <p:nvSpPr>
          <p:cNvPr id="499" name="Google Shape;499;p48"/>
          <p:cNvSpPr txBox="1"/>
          <p:nvPr>
            <p:ph idx="7" type="subTitle"/>
          </p:nvPr>
        </p:nvSpPr>
        <p:spPr>
          <a:xfrm>
            <a:off x="1401925" y="1318175"/>
            <a:ext cx="1808700" cy="3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00" name="Google Shape;500;p48"/>
          <p:cNvSpPr txBox="1"/>
          <p:nvPr>
            <p:ph idx="8" type="subTitle"/>
          </p:nvPr>
        </p:nvSpPr>
        <p:spPr>
          <a:xfrm>
            <a:off x="1401925" y="1618772"/>
            <a:ext cx="1808700" cy="6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501" name="Google Shape;501;p48"/>
          <p:cNvSpPr txBox="1"/>
          <p:nvPr>
            <p:ph idx="9" type="subTitle"/>
          </p:nvPr>
        </p:nvSpPr>
        <p:spPr>
          <a:xfrm>
            <a:off x="1401925" y="2505488"/>
            <a:ext cx="1808700" cy="3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02" name="Google Shape;502;p48"/>
          <p:cNvSpPr txBox="1"/>
          <p:nvPr>
            <p:ph idx="13" type="subTitle"/>
          </p:nvPr>
        </p:nvSpPr>
        <p:spPr>
          <a:xfrm>
            <a:off x="1401925" y="2806085"/>
            <a:ext cx="1808700" cy="6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503" name="Google Shape;503;p48"/>
          <p:cNvSpPr txBox="1"/>
          <p:nvPr>
            <p:ph idx="14" type="subTitle"/>
          </p:nvPr>
        </p:nvSpPr>
        <p:spPr>
          <a:xfrm>
            <a:off x="1401925" y="3692800"/>
            <a:ext cx="1808700" cy="3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04" name="Google Shape;504;p48"/>
          <p:cNvSpPr txBox="1"/>
          <p:nvPr>
            <p:ph idx="15" type="subTitle"/>
          </p:nvPr>
        </p:nvSpPr>
        <p:spPr>
          <a:xfrm>
            <a:off x="1401925" y="3993397"/>
            <a:ext cx="1808700" cy="6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has several rings</a:t>
            </a:r>
            <a:endParaRPr/>
          </a:p>
        </p:txBody>
      </p:sp>
      <p:sp>
        <p:nvSpPr>
          <p:cNvPr id="505" name="Google Shape;505;p48"/>
          <p:cNvSpPr txBox="1"/>
          <p:nvPr>
            <p:ph type="title"/>
          </p:nvPr>
        </p:nvSpPr>
        <p:spPr>
          <a:xfrm>
            <a:off x="713100" y="546075"/>
            <a:ext cx="40161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Contraindications</a:t>
            </a:r>
            <a:endParaRPr/>
          </a:p>
        </p:txBody>
      </p:sp>
      <p:sp>
        <p:nvSpPr>
          <p:cNvPr id="506" name="Google Shape;506;p48"/>
          <p:cNvSpPr txBox="1"/>
          <p:nvPr>
            <p:ph idx="16" type="title"/>
          </p:nvPr>
        </p:nvSpPr>
        <p:spPr>
          <a:xfrm>
            <a:off x="4414675" y="546075"/>
            <a:ext cx="4016100" cy="412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173F5E"/>
                </a:solidFill>
              </a:rPr>
              <a:t>Indications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 name="Shape 510"/>
        <p:cNvGrpSpPr/>
        <p:nvPr/>
      </p:nvGrpSpPr>
      <p:grpSpPr>
        <a:xfrm>
          <a:off x="0" y="0"/>
          <a:ext cx="0" cy="0"/>
          <a:chOff x="0" y="0"/>
          <a:chExt cx="0" cy="0"/>
        </a:xfrm>
      </p:grpSpPr>
      <p:sp>
        <p:nvSpPr>
          <p:cNvPr id="511" name="Google Shape;511;p49"/>
          <p:cNvSpPr/>
          <p:nvPr/>
        </p:nvSpPr>
        <p:spPr>
          <a:xfrm>
            <a:off x="713226" y="1705025"/>
            <a:ext cx="992700" cy="9945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9"/>
          <p:cNvSpPr/>
          <p:nvPr/>
        </p:nvSpPr>
        <p:spPr>
          <a:xfrm>
            <a:off x="713226" y="3348000"/>
            <a:ext cx="992700" cy="9945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9"/>
          <p:cNvSpPr/>
          <p:nvPr/>
        </p:nvSpPr>
        <p:spPr>
          <a:xfrm>
            <a:off x="7438076" y="1705025"/>
            <a:ext cx="992700" cy="9945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9"/>
          <p:cNvSpPr/>
          <p:nvPr/>
        </p:nvSpPr>
        <p:spPr>
          <a:xfrm>
            <a:off x="7438076" y="3348000"/>
            <a:ext cx="992700" cy="9945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5" name="Google Shape;515;p49"/>
          <p:cNvCxnSpPr/>
          <p:nvPr/>
        </p:nvCxnSpPr>
        <p:spPr>
          <a:xfrm>
            <a:off x="7816000" y="1068325"/>
            <a:ext cx="509400" cy="0"/>
          </a:xfrm>
          <a:prstGeom prst="straightConnector1">
            <a:avLst/>
          </a:prstGeom>
          <a:noFill/>
          <a:ln cap="flat" cmpd="sng" w="19050">
            <a:solidFill>
              <a:srgbClr val="173F5E"/>
            </a:solidFill>
            <a:prstDash val="solid"/>
            <a:round/>
            <a:headEnd len="med" w="med" type="none"/>
            <a:tailEnd len="med" w="med" type="none"/>
          </a:ln>
        </p:spPr>
      </p:cxnSp>
      <p:grpSp>
        <p:nvGrpSpPr>
          <p:cNvPr id="516" name="Google Shape;516;p49"/>
          <p:cNvGrpSpPr/>
          <p:nvPr/>
        </p:nvGrpSpPr>
        <p:grpSpPr>
          <a:xfrm>
            <a:off x="7718750" y="1924700"/>
            <a:ext cx="431355" cy="566919"/>
            <a:chOff x="162600" y="2213325"/>
            <a:chExt cx="431355" cy="566919"/>
          </a:xfrm>
        </p:grpSpPr>
        <p:sp>
          <p:nvSpPr>
            <p:cNvPr id="517" name="Google Shape;517;p49"/>
            <p:cNvSpPr/>
            <p:nvPr/>
          </p:nvSpPr>
          <p:spPr>
            <a:xfrm>
              <a:off x="162600" y="2213325"/>
              <a:ext cx="431355" cy="566919"/>
            </a:xfrm>
            <a:custGeom>
              <a:rect b="b" l="l" r="r" t="t"/>
              <a:pathLst>
                <a:path extrusionOk="0" h="33665" w="25653">
                  <a:moveTo>
                    <a:pt x="19730" y="5923"/>
                  </a:moveTo>
                  <a:lnTo>
                    <a:pt x="19730" y="19065"/>
                  </a:lnTo>
                  <a:lnTo>
                    <a:pt x="5922" y="19065"/>
                  </a:lnTo>
                  <a:lnTo>
                    <a:pt x="5922" y="5923"/>
                  </a:lnTo>
                  <a:close/>
                  <a:moveTo>
                    <a:pt x="19730" y="21029"/>
                  </a:moveTo>
                  <a:lnTo>
                    <a:pt x="19730" y="23815"/>
                  </a:lnTo>
                  <a:lnTo>
                    <a:pt x="5922" y="23815"/>
                  </a:lnTo>
                  <a:lnTo>
                    <a:pt x="5922" y="21029"/>
                  </a:lnTo>
                  <a:close/>
                  <a:moveTo>
                    <a:pt x="21725" y="1964"/>
                  </a:moveTo>
                  <a:cubicBezTo>
                    <a:pt x="22802" y="1964"/>
                    <a:pt x="23689" y="2851"/>
                    <a:pt x="23689" y="3927"/>
                  </a:cubicBezTo>
                  <a:lnTo>
                    <a:pt x="23689" y="27584"/>
                  </a:lnTo>
                  <a:cubicBezTo>
                    <a:pt x="22549" y="27172"/>
                    <a:pt x="21725" y="26064"/>
                    <a:pt x="21725" y="24766"/>
                  </a:cubicBezTo>
                  <a:lnTo>
                    <a:pt x="21725" y="3927"/>
                  </a:lnTo>
                  <a:lnTo>
                    <a:pt x="3959" y="3927"/>
                  </a:lnTo>
                  <a:lnTo>
                    <a:pt x="3959" y="24766"/>
                  </a:lnTo>
                  <a:cubicBezTo>
                    <a:pt x="3959" y="26064"/>
                    <a:pt x="3136" y="27172"/>
                    <a:pt x="1996" y="27584"/>
                  </a:cubicBezTo>
                  <a:lnTo>
                    <a:pt x="1996" y="3927"/>
                  </a:lnTo>
                  <a:cubicBezTo>
                    <a:pt x="1996" y="2851"/>
                    <a:pt x="2882" y="1964"/>
                    <a:pt x="3959" y="1964"/>
                  </a:cubicBezTo>
                  <a:close/>
                  <a:moveTo>
                    <a:pt x="19825" y="25779"/>
                  </a:moveTo>
                  <a:cubicBezTo>
                    <a:pt x="20237" y="27711"/>
                    <a:pt x="21757" y="29231"/>
                    <a:pt x="23689" y="29611"/>
                  </a:cubicBezTo>
                  <a:lnTo>
                    <a:pt x="23689" y="31701"/>
                  </a:lnTo>
                  <a:lnTo>
                    <a:pt x="1996" y="31701"/>
                  </a:lnTo>
                  <a:lnTo>
                    <a:pt x="1996" y="29611"/>
                  </a:lnTo>
                  <a:cubicBezTo>
                    <a:pt x="3927" y="29231"/>
                    <a:pt x="5447" y="27711"/>
                    <a:pt x="5827" y="25779"/>
                  </a:cubicBezTo>
                  <a:close/>
                  <a:moveTo>
                    <a:pt x="3959" y="0"/>
                  </a:moveTo>
                  <a:cubicBezTo>
                    <a:pt x="1774" y="0"/>
                    <a:pt x="0" y="1774"/>
                    <a:pt x="0" y="3927"/>
                  </a:cubicBezTo>
                  <a:lnTo>
                    <a:pt x="0" y="33664"/>
                  </a:lnTo>
                  <a:lnTo>
                    <a:pt x="25652" y="33664"/>
                  </a:lnTo>
                  <a:lnTo>
                    <a:pt x="25652" y="3927"/>
                  </a:lnTo>
                  <a:cubicBezTo>
                    <a:pt x="25652" y="1774"/>
                    <a:pt x="23879" y="0"/>
                    <a:pt x="21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9"/>
            <p:cNvSpPr/>
            <p:nvPr/>
          </p:nvSpPr>
          <p:spPr>
            <a:xfrm>
              <a:off x="295725" y="2346127"/>
              <a:ext cx="170958" cy="160536"/>
            </a:xfrm>
            <a:custGeom>
              <a:rect b="b" l="l" r="r" t="t"/>
              <a:pathLst>
                <a:path extrusionOk="0" h="9533" w="10167">
                  <a:moveTo>
                    <a:pt x="6588" y="1963"/>
                  </a:moveTo>
                  <a:cubicBezTo>
                    <a:pt x="6936" y="1963"/>
                    <a:pt x="7253" y="2090"/>
                    <a:pt x="7506" y="2344"/>
                  </a:cubicBezTo>
                  <a:cubicBezTo>
                    <a:pt x="8013" y="2850"/>
                    <a:pt x="8013" y="3642"/>
                    <a:pt x="7506" y="4149"/>
                  </a:cubicBezTo>
                  <a:lnTo>
                    <a:pt x="4909" y="6714"/>
                  </a:lnTo>
                  <a:lnTo>
                    <a:pt x="2344" y="4149"/>
                  </a:lnTo>
                  <a:cubicBezTo>
                    <a:pt x="2091" y="3895"/>
                    <a:pt x="1964" y="3579"/>
                    <a:pt x="1964" y="3230"/>
                  </a:cubicBezTo>
                  <a:cubicBezTo>
                    <a:pt x="1964" y="2914"/>
                    <a:pt x="2091" y="2597"/>
                    <a:pt x="2344" y="2344"/>
                  </a:cubicBezTo>
                  <a:cubicBezTo>
                    <a:pt x="2566" y="2090"/>
                    <a:pt x="2883" y="1963"/>
                    <a:pt x="3231" y="1963"/>
                  </a:cubicBezTo>
                  <a:cubicBezTo>
                    <a:pt x="3579" y="1963"/>
                    <a:pt x="3896" y="2090"/>
                    <a:pt x="4118" y="2344"/>
                  </a:cubicBezTo>
                  <a:cubicBezTo>
                    <a:pt x="4149" y="2344"/>
                    <a:pt x="4149" y="2375"/>
                    <a:pt x="4181" y="2407"/>
                  </a:cubicBezTo>
                  <a:lnTo>
                    <a:pt x="4909" y="3230"/>
                  </a:lnTo>
                  <a:lnTo>
                    <a:pt x="5638" y="2407"/>
                  </a:lnTo>
                  <a:cubicBezTo>
                    <a:pt x="5669" y="2375"/>
                    <a:pt x="5701" y="2375"/>
                    <a:pt x="5701" y="2344"/>
                  </a:cubicBezTo>
                  <a:cubicBezTo>
                    <a:pt x="5954" y="2090"/>
                    <a:pt x="6271" y="1963"/>
                    <a:pt x="6588" y="1963"/>
                  </a:cubicBezTo>
                  <a:close/>
                  <a:moveTo>
                    <a:pt x="3231" y="0"/>
                  </a:moveTo>
                  <a:cubicBezTo>
                    <a:pt x="2376" y="0"/>
                    <a:pt x="1552" y="348"/>
                    <a:pt x="951" y="950"/>
                  </a:cubicBezTo>
                  <a:cubicBezTo>
                    <a:pt x="317" y="1552"/>
                    <a:pt x="1" y="2375"/>
                    <a:pt x="1" y="3230"/>
                  </a:cubicBezTo>
                  <a:cubicBezTo>
                    <a:pt x="1" y="4117"/>
                    <a:pt x="317" y="4940"/>
                    <a:pt x="951" y="5542"/>
                  </a:cubicBezTo>
                  <a:lnTo>
                    <a:pt x="4909" y="9532"/>
                  </a:lnTo>
                  <a:lnTo>
                    <a:pt x="8900" y="5542"/>
                  </a:lnTo>
                  <a:cubicBezTo>
                    <a:pt x="10166" y="4275"/>
                    <a:pt x="10166" y="2217"/>
                    <a:pt x="8900" y="950"/>
                  </a:cubicBezTo>
                  <a:cubicBezTo>
                    <a:pt x="8298" y="348"/>
                    <a:pt x="7475" y="0"/>
                    <a:pt x="6619" y="0"/>
                  </a:cubicBezTo>
                  <a:cubicBezTo>
                    <a:pt x="5986" y="0"/>
                    <a:pt x="5416" y="158"/>
                    <a:pt x="4909" y="475"/>
                  </a:cubicBezTo>
                  <a:cubicBezTo>
                    <a:pt x="4403" y="158"/>
                    <a:pt x="3833" y="0"/>
                    <a:pt x="3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 name="Google Shape;519;p49"/>
          <p:cNvSpPr/>
          <p:nvPr/>
        </p:nvSpPr>
        <p:spPr>
          <a:xfrm>
            <a:off x="7650963" y="3561788"/>
            <a:ext cx="566935" cy="566919"/>
          </a:xfrm>
          <a:custGeom>
            <a:rect b="b" l="l" r="r" t="t"/>
            <a:pathLst>
              <a:path extrusionOk="0" h="33665" w="33666">
                <a:moveTo>
                  <a:pt x="16817" y="1964"/>
                </a:moveTo>
                <a:cubicBezTo>
                  <a:pt x="18686" y="1964"/>
                  <a:pt x="20491" y="2313"/>
                  <a:pt x="22138" y="2946"/>
                </a:cubicBezTo>
                <a:cubicBezTo>
                  <a:pt x="20443" y="3595"/>
                  <a:pt x="18638" y="3920"/>
                  <a:pt x="16829" y="3920"/>
                </a:cubicBezTo>
                <a:cubicBezTo>
                  <a:pt x="15020" y="3920"/>
                  <a:pt x="13207" y="3595"/>
                  <a:pt x="11497" y="2946"/>
                </a:cubicBezTo>
                <a:cubicBezTo>
                  <a:pt x="13144" y="2313"/>
                  <a:pt x="14949" y="1964"/>
                  <a:pt x="16817" y="1964"/>
                </a:cubicBezTo>
                <a:close/>
                <a:moveTo>
                  <a:pt x="24450" y="4086"/>
                </a:moveTo>
                <a:cubicBezTo>
                  <a:pt x="26255" y="5163"/>
                  <a:pt x="27806" y="6620"/>
                  <a:pt x="29010" y="8330"/>
                </a:cubicBezTo>
                <a:cubicBezTo>
                  <a:pt x="25305" y="10689"/>
                  <a:pt x="21061" y="11869"/>
                  <a:pt x="16817" y="11869"/>
                </a:cubicBezTo>
                <a:cubicBezTo>
                  <a:pt x="12574" y="11869"/>
                  <a:pt x="8330" y="10689"/>
                  <a:pt x="4625" y="8330"/>
                </a:cubicBezTo>
                <a:cubicBezTo>
                  <a:pt x="5828" y="6620"/>
                  <a:pt x="7380" y="5163"/>
                  <a:pt x="9185" y="4086"/>
                </a:cubicBezTo>
                <a:cubicBezTo>
                  <a:pt x="11529" y="5289"/>
                  <a:pt x="14157" y="5923"/>
                  <a:pt x="16817" y="5923"/>
                </a:cubicBezTo>
                <a:cubicBezTo>
                  <a:pt x="19477" y="5923"/>
                  <a:pt x="22106" y="5289"/>
                  <a:pt x="24450" y="4086"/>
                </a:cubicBezTo>
                <a:close/>
                <a:moveTo>
                  <a:pt x="30023" y="10040"/>
                </a:moveTo>
                <a:cubicBezTo>
                  <a:pt x="30973" y="11845"/>
                  <a:pt x="31543" y="13840"/>
                  <a:pt x="31670" y="15994"/>
                </a:cubicBezTo>
                <a:cubicBezTo>
                  <a:pt x="27062" y="18543"/>
                  <a:pt x="21940" y="19818"/>
                  <a:pt x="16821" y="19818"/>
                </a:cubicBezTo>
                <a:cubicBezTo>
                  <a:pt x="11703" y="19818"/>
                  <a:pt x="6588" y="18543"/>
                  <a:pt x="1996" y="15994"/>
                </a:cubicBezTo>
                <a:cubicBezTo>
                  <a:pt x="2091" y="13872"/>
                  <a:pt x="2693" y="11845"/>
                  <a:pt x="3611" y="10040"/>
                </a:cubicBezTo>
                <a:cubicBezTo>
                  <a:pt x="7570" y="12542"/>
                  <a:pt x="12099" y="13840"/>
                  <a:pt x="16817" y="13840"/>
                </a:cubicBezTo>
                <a:cubicBezTo>
                  <a:pt x="21536" y="13840"/>
                  <a:pt x="26096" y="12542"/>
                  <a:pt x="30023" y="10040"/>
                </a:cubicBezTo>
                <a:close/>
                <a:moveTo>
                  <a:pt x="2028" y="18242"/>
                </a:moveTo>
                <a:cubicBezTo>
                  <a:pt x="6651" y="20617"/>
                  <a:pt x="11750" y="21789"/>
                  <a:pt x="16817" y="21789"/>
                </a:cubicBezTo>
                <a:cubicBezTo>
                  <a:pt x="21884" y="21789"/>
                  <a:pt x="26983" y="20617"/>
                  <a:pt x="31607" y="18242"/>
                </a:cubicBezTo>
                <a:lnTo>
                  <a:pt x="31607" y="18242"/>
                </a:lnTo>
                <a:cubicBezTo>
                  <a:pt x="31322" y="21124"/>
                  <a:pt x="30245" y="23752"/>
                  <a:pt x="28566" y="25938"/>
                </a:cubicBezTo>
                <a:cubicBezTo>
                  <a:pt x="24766" y="27141"/>
                  <a:pt x="20792" y="27743"/>
                  <a:pt x="16817" y="27743"/>
                </a:cubicBezTo>
                <a:cubicBezTo>
                  <a:pt x="12843" y="27743"/>
                  <a:pt x="8868" y="27141"/>
                  <a:pt x="5068" y="25938"/>
                </a:cubicBezTo>
                <a:cubicBezTo>
                  <a:pt x="3390" y="23752"/>
                  <a:pt x="2313" y="21124"/>
                  <a:pt x="2028" y="18242"/>
                </a:cubicBezTo>
                <a:close/>
                <a:moveTo>
                  <a:pt x="7950" y="28724"/>
                </a:moveTo>
                <a:cubicBezTo>
                  <a:pt x="10863" y="29389"/>
                  <a:pt x="13809" y="29706"/>
                  <a:pt x="16817" y="29706"/>
                </a:cubicBezTo>
                <a:cubicBezTo>
                  <a:pt x="19826" y="29706"/>
                  <a:pt x="22803" y="29389"/>
                  <a:pt x="25685" y="28724"/>
                </a:cubicBezTo>
                <a:lnTo>
                  <a:pt x="25685" y="28724"/>
                </a:lnTo>
                <a:cubicBezTo>
                  <a:pt x="23214" y="30593"/>
                  <a:pt x="20143" y="31701"/>
                  <a:pt x="16817" y="31701"/>
                </a:cubicBezTo>
                <a:cubicBezTo>
                  <a:pt x="13492" y="31701"/>
                  <a:pt x="10420" y="30593"/>
                  <a:pt x="7950" y="28724"/>
                </a:cubicBezTo>
                <a:close/>
                <a:moveTo>
                  <a:pt x="16817" y="1"/>
                </a:moveTo>
                <a:cubicBezTo>
                  <a:pt x="12320" y="1"/>
                  <a:pt x="8108" y="1743"/>
                  <a:pt x="4910" y="4909"/>
                </a:cubicBezTo>
                <a:cubicBezTo>
                  <a:pt x="1743" y="8108"/>
                  <a:pt x="1" y="12320"/>
                  <a:pt x="1" y="16817"/>
                </a:cubicBezTo>
                <a:cubicBezTo>
                  <a:pt x="1" y="21314"/>
                  <a:pt x="1743" y="25558"/>
                  <a:pt x="4910" y="28724"/>
                </a:cubicBezTo>
                <a:cubicBezTo>
                  <a:pt x="8108" y="31891"/>
                  <a:pt x="12320" y="33665"/>
                  <a:pt x="16817" y="33665"/>
                </a:cubicBezTo>
                <a:cubicBezTo>
                  <a:pt x="21314" y="33665"/>
                  <a:pt x="25558" y="31891"/>
                  <a:pt x="28725" y="28724"/>
                </a:cubicBezTo>
                <a:cubicBezTo>
                  <a:pt x="31892" y="25558"/>
                  <a:pt x="33665" y="21314"/>
                  <a:pt x="33665" y="16817"/>
                </a:cubicBezTo>
                <a:cubicBezTo>
                  <a:pt x="33665" y="12320"/>
                  <a:pt x="31892" y="8108"/>
                  <a:pt x="28725" y="4909"/>
                </a:cubicBezTo>
                <a:cubicBezTo>
                  <a:pt x="25558" y="1743"/>
                  <a:pt x="21314" y="1"/>
                  <a:pt x="16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 name="Google Shape;520;p49"/>
          <p:cNvGrpSpPr/>
          <p:nvPr/>
        </p:nvGrpSpPr>
        <p:grpSpPr>
          <a:xfrm>
            <a:off x="978383" y="1920458"/>
            <a:ext cx="462378" cy="563636"/>
            <a:chOff x="978383" y="1920458"/>
            <a:chExt cx="462378" cy="563636"/>
          </a:xfrm>
        </p:grpSpPr>
        <p:sp>
          <p:nvSpPr>
            <p:cNvPr id="521" name="Google Shape;521;p49"/>
            <p:cNvSpPr/>
            <p:nvPr/>
          </p:nvSpPr>
          <p:spPr>
            <a:xfrm>
              <a:off x="1110406" y="2120870"/>
              <a:ext cx="198315" cy="197779"/>
            </a:xfrm>
            <a:custGeom>
              <a:rect b="b" l="l" r="r" t="t"/>
              <a:pathLst>
                <a:path extrusionOk="0" h="11813" w="11845">
                  <a:moveTo>
                    <a:pt x="6904" y="1964"/>
                  </a:moveTo>
                  <a:lnTo>
                    <a:pt x="6904" y="4941"/>
                  </a:lnTo>
                  <a:lnTo>
                    <a:pt x="9881" y="4941"/>
                  </a:lnTo>
                  <a:lnTo>
                    <a:pt x="9881" y="6904"/>
                  </a:lnTo>
                  <a:lnTo>
                    <a:pt x="6904" y="6904"/>
                  </a:lnTo>
                  <a:lnTo>
                    <a:pt x="6904" y="9849"/>
                  </a:lnTo>
                  <a:lnTo>
                    <a:pt x="4941" y="9849"/>
                  </a:lnTo>
                  <a:lnTo>
                    <a:pt x="4941" y="6904"/>
                  </a:lnTo>
                  <a:lnTo>
                    <a:pt x="1996" y="6904"/>
                  </a:lnTo>
                  <a:lnTo>
                    <a:pt x="1996" y="4941"/>
                  </a:lnTo>
                  <a:lnTo>
                    <a:pt x="4941" y="4941"/>
                  </a:lnTo>
                  <a:lnTo>
                    <a:pt x="4941" y="1964"/>
                  </a:lnTo>
                  <a:close/>
                  <a:moveTo>
                    <a:pt x="2977" y="0"/>
                  </a:moveTo>
                  <a:lnTo>
                    <a:pt x="2977" y="2946"/>
                  </a:lnTo>
                  <a:lnTo>
                    <a:pt x="0" y="2946"/>
                  </a:lnTo>
                  <a:lnTo>
                    <a:pt x="0" y="8868"/>
                  </a:lnTo>
                  <a:lnTo>
                    <a:pt x="2977" y="8868"/>
                  </a:lnTo>
                  <a:lnTo>
                    <a:pt x="2977" y="11813"/>
                  </a:lnTo>
                  <a:lnTo>
                    <a:pt x="8899" y="11813"/>
                  </a:lnTo>
                  <a:lnTo>
                    <a:pt x="8899" y="8868"/>
                  </a:lnTo>
                  <a:lnTo>
                    <a:pt x="11845" y="8868"/>
                  </a:lnTo>
                  <a:lnTo>
                    <a:pt x="11845" y="2946"/>
                  </a:lnTo>
                  <a:lnTo>
                    <a:pt x="8899" y="2946"/>
                  </a:lnTo>
                  <a:lnTo>
                    <a:pt x="88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9"/>
            <p:cNvSpPr/>
            <p:nvPr/>
          </p:nvSpPr>
          <p:spPr>
            <a:xfrm>
              <a:off x="978383" y="1920458"/>
              <a:ext cx="462378" cy="563636"/>
            </a:xfrm>
            <a:custGeom>
              <a:rect b="b" l="l" r="r" t="t"/>
              <a:pathLst>
                <a:path extrusionOk="0" h="33665" w="27617">
                  <a:moveTo>
                    <a:pt x="13808" y="1964"/>
                  </a:moveTo>
                  <a:cubicBezTo>
                    <a:pt x="14093" y="1964"/>
                    <a:pt x="14315" y="2059"/>
                    <a:pt x="14505" y="2249"/>
                  </a:cubicBezTo>
                  <a:lnTo>
                    <a:pt x="16310" y="4086"/>
                  </a:lnTo>
                  <a:lnTo>
                    <a:pt x="18749" y="4086"/>
                  </a:lnTo>
                  <a:lnTo>
                    <a:pt x="18749" y="6049"/>
                  </a:lnTo>
                  <a:lnTo>
                    <a:pt x="8868" y="6049"/>
                  </a:lnTo>
                  <a:lnTo>
                    <a:pt x="8868" y="4086"/>
                  </a:lnTo>
                  <a:lnTo>
                    <a:pt x="11307" y="4086"/>
                  </a:lnTo>
                  <a:lnTo>
                    <a:pt x="13112" y="2249"/>
                  </a:lnTo>
                  <a:cubicBezTo>
                    <a:pt x="13302" y="2059"/>
                    <a:pt x="13555" y="1964"/>
                    <a:pt x="13808" y="1964"/>
                  </a:cubicBezTo>
                  <a:close/>
                  <a:moveTo>
                    <a:pt x="21694" y="8013"/>
                  </a:moveTo>
                  <a:lnTo>
                    <a:pt x="21694" y="27742"/>
                  </a:lnTo>
                  <a:lnTo>
                    <a:pt x="5923" y="27742"/>
                  </a:lnTo>
                  <a:lnTo>
                    <a:pt x="5923" y="8013"/>
                  </a:lnTo>
                  <a:close/>
                  <a:moveTo>
                    <a:pt x="25653" y="4054"/>
                  </a:moveTo>
                  <a:lnTo>
                    <a:pt x="25653" y="31701"/>
                  </a:lnTo>
                  <a:lnTo>
                    <a:pt x="1964" y="31701"/>
                  </a:lnTo>
                  <a:lnTo>
                    <a:pt x="1964" y="4054"/>
                  </a:lnTo>
                  <a:lnTo>
                    <a:pt x="6905" y="4054"/>
                  </a:lnTo>
                  <a:lnTo>
                    <a:pt x="6905" y="6049"/>
                  </a:lnTo>
                  <a:lnTo>
                    <a:pt x="3959" y="6049"/>
                  </a:lnTo>
                  <a:lnTo>
                    <a:pt x="3959" y="29706"/>
                  </a:lnTo>
                  <a:lnTo>
                    <a:pt x="23689" y="29706"/>
                  </a:lnTo>
                  <a:lnTo>
                    <a:pt x="23689" y="6049"/>
                  </a:lnTo>
                  <a:lnTo>
                    <a:pt x="20712" y="6049"/>
                  </a:lnTo>
                  <a:lnTo>
                    <a:pt x="20712" y="4054"/>
                  </a:lnTo>
                  <a:close/>
                  <a:moveTo>
                    <a:pt x="13808" y="0"/>
                  </a:moveTo>
                  <a:cubicBezTo>
                    <a:pt x="13017" y="0"/>
                    <a:pt x="12288" y="317"/>
                    <a:pt x="11718" y="856"/>
                  </a:cubicBezTo>
                  <a:lnTo>
                    <a:pt x="10483" y="2091"/>
                  </a:lnTo>
                  <a:lnTo>
                    <a:pt x="1" y="2091"/>
                  </a:lnTo>
                  <a:lnTo>
                    <a:pt x="1" y="33664"/>
                  </a:lnTo>
                  <a:lnTo>
                    <a:pt x="27616" y="33664"/>
                  </a:lnTo>
                  <a:lnTo>
                    <a:pt x="27616" y="2091"/>
                  </a:lnTo>
                  <a:lnTo>
                    <a:pt x="17134" y="2091"/>
                  </a:lnTo>
                  <a:lnTo>
                    <a:pt x="15899" y="856"/>
                  </a:lnTo>
                  <a:cubicBezTo>
                    <a:pt x="15360" y="317"/>
                    <a:pt x="14600" y="0"/>
                    <a:pt x="138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 name="Google Shape;523;p49"/>
          <p:cNvGrpSpPr/>
          <p:nvPr/>
        </p:nvGrpSpPr>
        <p:grpSpPr>
          <a:xfrm>
            <a:off x="926113" y="3561788"/>
            <a:ext cx="566919" cy="566919"/>
            <a:chOff x="926113" y="3561788"/>
            <a:chExt cx="566919" cy="566919"/>
          </a:xfrm>
        </p:grpSpPr>
        <p:sp>
          <p:nvSpPr>
            <p:cNvPr id="524" name="Google Shape;524;p49"/>
            <p:cNvSpPr/>
            <p:nvPr/>
          </p:nvSpPr>
          <p:spPr>
            <a:xfrm>
              <a:off x="926113" y="3561788"/>
              <a:ext cx="566919" cy="566919"/>
            </a:xfrm>
            <a:custGeom>
              <a:rect b="b" l="l" r="r" t="t"/>
              <a:pathLst>
                <a:path extrusionOk="0" h="33665" w="33665">
                  <a:moveTo>
                    <a:pt x="28724" y="1964"/>
                  </a:moveTo>
                  <a:cubicBezTo>
                    <a:pt x="30371" y="1964"/>
                    <a:pt x="31701" y="3294"/>
                    <a:pt x="31701" y="4909"/>
                  </a:cubicBezTo>
                  <a:cubicBezTo>
                    <a:pt x="31701" y="6556"/>
                    <a:pt x="30371" y="7886"/>
                    <a:pt x="28724" y="7886"/>
                  </a:cubicBezTo>
                  <a:lnTo>
                    <a:pt x="27743" y="7886"/>
                  </a:lnTo>
                  <a:lnTo>
                    <a:pt x="27743" y="1964"/>
                  </a:lnTo>
                  <a:close/>
                  <a:moveTo>
                    <a:pt x="4941" y="9850"/>
                  </a:moveTo>
                  <a:cubicBezTo>
                    <a:pt x="6556" y="9850"/>
                    <a:pt x="7886" y="11180"/>
                    <a:pt x="7886" y="12827"/>
                  </a:cubicBezTo>
                  <a:cubicBezTo>
                    <a:pt x="7886" y="14442"/>
                    <a:pt x="6556" y="15772"/>
                    <a:pt x="4941" y="15772"/>
                  </a:cubicBezTo>
                  <a:cubicBezTo>
                    <a:pt x="3294" y="15772"/>
                    <a:pt x="1964" y="14442"/>
                    <a:pt x="1964" y="12827"/>
                  </a:cubicBezTo>
                  <a:cubicBezTo>
                    <a:pt x="1964" y="11180"/>
                    <a:pt x="3294" y="9850"/>
                    <a:pt x="4941" y="9850"/>
                  </a:cubicBezTo>
                  <a:close/>
                  <a:moveTo>
                    <a:pt x="31701" y="8868"/>
                  </a:moveTo>
                  <a:lnTo>
                    <a:pt x="31701" y="24766"/>
                  </a:lnTo>
                  <a:cubicBezTo>
                    <a:pt x="31701" y="26413"/>
                    <a:pt x="30371" y="27743"/>
                    <a:pt x="28724" y="27743"/>
                  </a:cubicBezTo>
                  <a:lnTo>
                    <a:pt x="9850" y="27743"/>
                  </a:lnTo>
                  <a:lnTo>
                    <a:pt x="9850" y="12795"/>
                  </a:lnTo>
                  <a:cubicBezTo>
                    <a:pt x="9850" y="11687"/>
                    <a:pt x="9501" y="10673"/>
                    <a:pt x="8868" y="9850"/>
                  </a:cubicBezTo>
                  <a:lnTo>
                    <a:pt x="28724" y="9850"/>
                  </a:lnTo>
                  <a:cubicBezTo>
                    <a:pt x="29833" y="9850"/>
                    <a:pt x="30878" y="9470"/>
                    <a:pt x="31701" y="8868"/>
                  </a:cubicBezTo>
                  <a:close/>
                  <a:moveTo>
                    <a:pt x="7886" y="16754"/>
                  </a:moveTo>
                  <a:lnTo>
                    <a:pt x="7886" y="28724"/>
                  </a:lnTo>
                  <a:cubicBezTo>
                    <a:pt x="7886" y="30371"/>
                    <a:pt x="6556" y="31670"/>
                    <a:pt x="4941" y="31670"/>
                  </a:cubicBezTo>
                  <a:cubicBezTo>
                    <a:pt x="3294" y="31670"/>
                    <a:pt x="1964" y="30371"/>
                    <a:pt x="1964" y="28724"/>
                  </a:cubicBezTo>
                  <a:lnTo>
                    <a:pt x="1964" y="16754"/>
                  </a:lnTo>
                  <a:cubicBezTo>
                    <a:pt x="2787" y="17387"/>
                    <a:pt x="3833" y="17735"/>
                    <a:pt x="4941" y="17735"/>
                  </a:cubicBezTo>
                  <a:cubicBezTo>
                    <a:pt x="6049" y="17735"/>
                    <a:pt x="7063" y="17387"/>
                    <a:pt x="7886" y="16754"/>
                  </a:cubicBezTo>
                  <a:close/>
                  <a:moveTo>
                    <a:pt x="25779" y="1"/>
                  </a:moveTo>
                  <a:lnTo>
                    <a:pt x="25779" y="7886"/>
                  </a:lnTo>
                  <a:lnTo>
                    <a:pt x="4941" y="7886"/>
                  </a:lnTo>
                  <a:cubicBezTo>
                    <a:pt x="2217" y="7886"/>
                    <a:pt x="1" y="10103"/>
                    <a:pt x="1" y="12827"/>
                  </a:cubicBezTo>
                  <a:lnTo>
                    <a:pt x="1" y="28724"/>
                  </a:lnTo>
                  <a:cubicBezTo>
                    <a:pt x="1" y="31448"/>
                    <a:pt x="2217" y="33665"/>
                    <a:pt x="4941" y="33665"/>
                  </a:cubicBezTo>
                  <a:cubicBezTo>
                    <a:pt x="7316" y="33665"/>
                    <a:pt x="9311" y="31955"/>
                    <a:pt x="9755" y="29706"/>
                  </a:cubicBezTo>
                  <a:lnTo>
                    <a:pt x="28724" y="29706"/>
                  </a:lnTo>
                  <a:cubicBezTo>
                    <a:pt x="31448" y="29706"/>
                    <a:pt x="33665" y="27489"/>
                    <a:pt x="33665" y="24766"/>
                  </a:cubicBezTo>
                  <a:lnTo>
                    <a:pt x="33665" y="4909"/>
                  </a:lnTo>
                  <a:cubicBezTo>
                    <a:pt x="33665" y="2218"/>
                    <a:pt x="31448" y="1"/>
                    <a:pt x="28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9"/>
            <p:cNvSpPr/>
            <p:nvPr/>
          </p:nvSpPr>
          <p:spPr>
            <a:xfrm>
              <a:off x="992244" y="3760722"/>
              <a:ext cx="33613" cy="33613"/>
            </a:xfrm>
            <a:custGeom>
              <a:rect b="b" l="l" r="r" t="t"/>
              <a:pathLst>
                <a:path extrusionOk="0" h="1996" w="1996">
                  <a:moveTo>
                    <a:pt x="1014" y="0"/>
                  </a:moveTo>
                  <a:cubicBezTo>
                    <a:pt x="444" y="0"/>
                    <a:pt x="1" y="444"/>
                    <a:pt x="1" y="1014"/>
                  </a:cubicBezTo>
                  <a:cubicBezTo>
                    <a:pt x="1" y="1552"/>
                    <a:pt x="444" y="1995"/>
                    <a:pt x="1014" y="1995"/>
                  </a:cubicBezTo>
                  <a:cubicBezTo>
                    <a:pt x="1552" y="1995"/>
                    <a:pt x="1996" y="1552"/>
                    <a:pt x="1996" y="1014"/>
                  </a:cubicBezTo>
                  <a:cubicBezTo>
                    <a:pt x="1996" y="444"/>
                    <a:pt x="1552" y="0"/>
                    <a:pt x="10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 name="Google Shape;526;p49"/>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Post-prevention</a:t>
            </a:r>
            <a:endParaRPr/>
          </a:p>
        </p:txBody>
      </p:sp>
      <p:sp>
        <p:nvSpPr>
          <p:cNvPr id="527" name="Google Shape;527;p49"/>
          <p:cNvSpPr txBox="1"/>
          <p:nvPr>
            <p:ph idx="1" type="subTitle"/>
          </p:nvPr>
        </p:nvSpPr>
        <p:spPr>
          <a:xfrm>
            <a:off x="1733675" y="1655513"/>
            <a:ext cx="20913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Jupiter</a:t>
            </a:r>
            <a:endParaRPr/>
          </a:p>
        </p:txBody>
      </p:sp>
      <p:sp>
        <p:nvSpPr>
          <p:cNvPr id="528" name="Google Shape;528;p49"/>
          <p:cNvSpPr txBox="1"/>
          <p:nvPr>
            <p:ph idx="2" type="subTitle"/>
          </p:nvPr>
        </p:nvSpPr>
        <p:spPr>
          <a:xfrm>
            <a:off x="1733675" y="1956152"/>
            <a:ext cx="2091300" cy="783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It’s the fifth planet from the Sun and the largest in the Solar System</a:t>
            </a:r>
            <a:endParaRPr/>
          </a:p>
        </p:txBody>
      </p:sp>
      <p:sp>
        <p:nvSpPr>
          <p:cNvPr id="529" name="Google Shape;529;p49"/>
          <p:cNvSpPr txBox="1"/>
          <p:nvPr>
            <p:ph idx="3" type="subTitle"/>
          </p:nvPr>
        </p:nvSpPr>
        <p:spPr>
          <a:xfrm>
            <a:off x="1733675" y="3298488"/>
            <a:ext cx="20913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Mars</a:t>
            </a:r>
            <a:endParaRPr/>
          </a:p>
        </p:txBody>
      </p:sp>
      <p:sp>
        <p:nvSpPr>
          <p:cNvPr id="530" name="Google Shape;530;p49"/>
          <p:cNvSpPr txBox="1"/>
          <p:nvPr>
            <p:ph idx="4" type="subTitle"/>
          </p:nvPr>
        </p:nvSpPr>
        <p:spPr>
          <a:xfrm>
            <a:off x="1733675" y="3599127"/>
            <a:ext cx="2091300" cy="783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It’s the fourth planet from the Sun and it’s a really cold place</a:t>
            </a:r>
            <a:endParaRPr/>
          </a:p>
        </p:txBody>
      </p:sp>
      <p:sp>
        <p:nvSpPr>
          <p:cNvPr id="531" name="Google Shape;531;p49"/>
          <p:cNvSpPr txBox="1"/>
          <p:nvPr>
            <p:ph idx="5" type="subTitle"/>
          </p:nvPr>
        </p:nvSpPr>
        <p:spPr>
          <a:xfrm>
            <a:off x="5346775" y="1655513"/>
            <a:ext cx="2091300" cy="3006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latin typeface="Roboto Slab Regular"/>
                <a:ea typeface="Roboto Slab Regular"/>
                <a:cs typeface="Roboto Slab Regular"/>
                <a:sym typeface="Roboto Slab Regular"/>
              </a:rPr>
              <a:t>Saturn</a:t>
            </a:r>
            <a:endParaRPr/>
          </a:p>
        </p:txBody>
      </p:sp>
      <p:sp>
        <p:nvSpPr>
          <p:cNvPr id="532" name="Google Shape;532;p49"/>
          <p:cNvSpPr txBox="1"/>
          <p:nvPr>
            <p:ph idx="6" type="subTitle"/>
          </p:nvPr>
        </p:nvSpPr>
        <p:spPr>
          <a:xfrm>
            <a:off x="5346775" y="1956152"/>
            <a:ext cx="2091300" cy="7833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t>It’s a gas giant with an average radius of about nine times that on Earth</a:t>
            </a:r>
            <a:endParaRPr/>
          </a:p>
        </p:txBody>
      </p:sp>
      <p:sp>
        <p:nvSpPr>
          <p:cNvPr id="533" name="Google Shape;533;p49"/>
          <p:cNvSpPr txBox="1"/>
          <p:nvPr>
            <p:ph idx="7" type="subTitle"/>
          </p:nvPr>
        </p:nvSpPr>
        <p:spPr>
          <a:xfrm>
            <a:off x="5346775" y="3298488"/>
            <a:ext cx="2091300" cy="3006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latin typeface="Roboto Slab Regular"/>
                <a:ea typeface="Roboto Slab Regular"/>
                <a:cs typeface="Roboto Slab Regular"/>
                <a:sym typeface="Roboto Slab Regular"/>
              </a:rPr>
              <a:t>Neptune</a:t>
            </a:r>
            <a:endParaRPr/>
          </a:p>
        </p:txBody>
      </p:sp>
      <p:sp>
        <p:nvSpPr>
          <p:cNvPr id="534" name="Google Shape;534;p49"/>
          <p:cNvSpPr txBox="1"/>
          <p:nvPr>
            <p:ph idx="8" type="subTitle"/>
          </p:nvPr>
        </p:nvSpPr>
        <p:spPr>
          <a:xfrm>
            <a:off x="5346775" y="3599127"/>
            <a:ext cx="2091300" cy="7833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t>It’s the eighth and farthest-known planet from the Sun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 name="Shape 538"/>
        <p:cNvGrpSpPr/>
        <p:nvPr/>
      </p:nvGrpSpPr>
      <p:grpSpPr>
        <a:xfrm>
          <a:off x="0" y="0"/>
          <a:ext cx="0" cy="0"/>
          <a:chOff x="0" y="0"/>
          <a:chExt cx="0" cy="0"/>
        </a:xfrm>
      </p:grpSpPr>
      <p:sp>
        <p:nvSpPr>
          <p:cNvPr id="539" name="Google Shape;539;p50"/>
          <p:cNvSpPr/>
          <p:nvPr/>
        </p:nvSpPr>
        <p:spPr>
          <a:xfrm>
            <a:off x="4077670" y="2227180"/>
            <a:ext cx="7360" cy="956"/>
          </a:xfrm>
          <a:custGeom>
            <a:rect b="b" l="l" r="r" t="t"/>
            <a:pathLst>
              <a:path extrusionOk="0" h="33" w="254">
                <a:moveTo>
                  <a:pt x="159" y="1"/>
                </a:moveTo>
                <a:cubicBezTo>
                  <a:pt x="154" y="6"/>
                  <a:pt x="148" y="10"/>
                  <a:pt x="141" y="14"/>
                </a:cubicBezTo>
                <a:lnTo>
                  <a:pt x="141" y="14"/>
                </a:lnTo>
                <a:cubicBezTo>
                  <a:pt x="176" y="7"/>
                  <a:pt x="212" y="1"/>
                  <a:pt x="254" y="1"/>
                </a:cubicBezTo>
                <a:close/>
                <a:moveTo>
                  <a:pt x="141" y="14"/>
                </a:moveTo>
                <a:cubicBezTo>
                  <a:pt x="97" y="23"/>
                  <a:pt x="53" y="32"/>
                  <a:pt x="0" y="32"/>
                </a:cubicBezTo>
                <a:cubicBezTo>
                  <a:pt x="53" y="32"/>
                  <a:pt x="106" y="32"/>
                  <a:pt x="141" y="14"/>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0"/>
          <p:cNvSpPr/>
          <p:nvPr/>
        </p:nvSpPr>
        <p:spPr>
          <a:xfrm>
            <a:off x="1595554" y="2221675"/>
            <a:ext cx="19297" cy="956"/>
          </a:xfrm>
          <a:custGeom>
            <a:rect b="b" l="l" r="r" t="t"/>
            <a:pathLst>
              <a:path extrusionOk="0" h="33" w="666">
                <a:moveTo>
                  <a:pt x="666" y="1"/>
                </a:moveTo>
                <a:cubicBezTo>
                  <a:pt x="444" y="1"/>
                  <a:pt x="222" y="1"/>
                  <a:pt x="0" y="32"/>
                </a:cubicBezTo>
                <a:cubicBezTo>
                  <a:pt x="222" y="32"/>
                  <a:pt x="444" y="1"/>
                  <a:pt x="666"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0"/>
          <p:cNvSpPr/>
          <p:nvPr/>
        </p:nvSpPr>
        <p:spPr>
          <a:xfrm>
            <a:off x="6594643" y="2231787"/>
            <a:ext cx="2782" cy="927"/>
          </a:xfrm>
          <a:custGeom>
            <a:rect b="b" l="l" r="r" t="t"/>
            <a:pathLst>
              <a:path extrusionOk="0" h="32" w="96">
                <a:moveTo>
                  <a:pt x="1" y="32"/>
                </a:moveTo>
                <a:cubicBezTo>
                  <a:pt x="32" y="32"/>
                  <a:pt x="64" y="32"/>
                  <a:pt x="96" y="0"/>
                </a:cubicBezTo>
                <a:cubicBezTo>
                  <a:pt x="64" y="32"/>
                  <a:pt x="32" y="32"/>
                  <a:pt x="1" y="32"/>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0"/>
          <p:cNvSpPr/>
          <p:nvPr/>
        </p:nvSpPr>
        <p:spPr>
          <a:xfrm>
            <a:off x="1569854" y="2222602"/>
            <a:ext cx="13792" cy="1854"/>
          </a:xfrm>
          <a:custGeom>
            <a:rect b="b" l="l" r="r" t="t"/>
            <a:pathLst>
              <a:path extrusionOk="0" h="64" w="476">
                <a:moveTo>
                  <a:pt x="1" y="64"/>
                </a:moveTo>
                <a:cubicBezTo>
                  <a:pt x="159" y="32"/>
                  <a:pt x="317" y="32"/>
                  <a:pt x="476" y="0"/>
                </a:cubicBezTo>
                <a:cubicBezTo>
                  <a:pt x="317" y="32"/>
                  <a:pt x="159" y="32"/>
                  <a:pt x="1" y="64"/>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0"/>
          <p:cNvSpPr/>
          <p:nvPr/>
        </p:nvSpPr>
        <p:spPr>
          <a:xfrm>
            <a:off x="6618489" y="2227180"/>
            <a:ext cx="7389" cy="956"/>
          </a:xfrm>
          <a:custGeom>
            <a:rect b="b" l="l" r="r" t="t"/>
            <a:pathLst>
              <a:path extrusionOk="0" h="33" w="255">
                <a:moveTo>
                  <a:pt x="1" y="32"/>
                </a:moveTo>
                <a:cubicBezTo>
                  <a:pt x="96" y="32"/>
                  <a:pt x="191" y="1"/>
                  <a:pt x="254" y="1"/>
                </a:cubicBezTo>
                <a:cubicBezTo>
                  <a:pt x="191" y="1"/>
                  <a:pt x="96" y="32"/>
                  <a:pt x="1" y="32"/>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0"/>
          <p:cNvSpPr/>
          <p:nvPr/>
        </p:nvSpPr>
        <p:spPr>
          <a:xfrm>
            <a:off x="6665312" y="2221675"/>
            <a:ext cx="19297" cy="1883"/>
          </a:xfrm>
          <a:custGeom>
            <a:rect b="b" l="l" r="r" t="t"/>
            <a:pathLst>
              <a:path extrusionOk="0" h="65" w="666">
                <a:moveTo>
                  <a:pt x="0" y="64"/>
                </a:moveTo>
                <a:cubicBezTo>
                  <a:pt x="222" y="32"/>
                  <a:pt x="443" y="32"/>
                  <a:pt x="665" y="1"/>
                </a:cubicBezTo>
                <a:cubicBezTo>
                  <a:pt x="443" y="32"/>
                  <a:pt x="222" y="32"/>
                  <a:pt x="0" y="64"/>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0"/>
          <p:cNvSpPr/>
          <p:nvPr/>
        </p:nvSpPr>
        <p:spPr>
          <a:xfrm>
            <a:off x="4157495" y="3286082"/>
            <a:ext cx="8287" cy="29"/>
          </a:xfrm>
          <a:custGeom>
            <a:rect b="b" l="l" r="r" t="t"/>
            <a:pathLst>
              <a:path extrusionOk="0" h="1" w="286">
                <a:moveTo>
                  <a:pt x="127" y="1"/>
                </a:moveTo>
                <a:cubicBezTo>
                  <a:pt x="159" y="1"/>
                  <a:pt x="222" y="1"/>
                  <a:pt x="286" y="1"/>
                </a:cubicBezTo>
                <a:lnTo>
                  <a:pt x="1" y="1"/>
                </a:lnTo>
                <a:cubicBezTo>
                  <a:pt x="32" y="1"/>
                  <a:pt x="96" y="1"/>
                  <a:pt x="127"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0"/>
          <p:cNvSpPr/>
          <p:nvPr/>
        </p:nvSpPr>
        <p:spPr>
          <a:xfrm>
            <a:off x="6699241" y="3286082"/>
            <a:ext cx="7389" cy="29"/>
          </a:xfrm>
          <a:custGeom>
            <a:rect b="b" l="l" r="r" t="t"/>
            <a:pathLst>
              <a:path extrusionOk="0" h="1" w="255">
                <a:moveTo>
                  <a:pt x="96" y="1"/>
                </a:moveTo>
                <a:cubicBezTo>
                  <a:pt x="159" y="1"/>
                  <a:pt x="223" y="1"/>
                  <a:pt x="254" y="1"/>
                </a:cubicBezTo>
                <a:lnTo>
                  <a:pt x="1" y="1"/>
                </a:lnTo>
                <a:cubicBezTo>
                  <a:pt x="33" y="1"/>
                  <a:pt x="64" y="1"/>
                  <a:pt x="96"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0"/>
          <p:cNvSpPr/>
          <p:nvPr/>
        </p:nvSpPr>
        <p:spPr>
          <a:xfrm>
            <a:off x="6675395" y="3285155"/>
            <a:ext cx="1854" cy="29"/>
          </a:xfrm>
          <a:custGeom>
            <a:rect b="b" l="l" r="r" t="t"/>
            <a:pathLst>
              <a:path extrusionOk="0" h="1" w="64">
                <a:moveTo>
                  <a:pt x="64" y="1"/>
                </a:moveTo>
                <a:cubicBezTo>
                  <a:pt x="32" y="1"/>
                  <a:pt x="32" y="1"/>
                  <a:pt x="0" y="1"/>
                </a:cubicBezTo>
                <a:cubicBezTo>
                  <a:pt x="32" y="1"/>
                  <a:pt x="32" y="1"/>
                  <a:pt x="64"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0"/>
          <p:cNvSpPr/>
          <p:nvPr/>
        </p:nvSpPr>
        <p:spPr>
          <a:xfrm>
            <a:off x="1606565" y="3285676"/>
            <a:ext cx="956" cy="435"/>
          </a:xfrm>
          <a:custGeom>
            <a:rect b="b" l="l" r="r" t="t"/>
            <a:pathLst>
              <a:path extrusionOk="0" h="15" w="33">
                <a:moveTo>
                  <a:pt x="9" y="1"/>
                </a:moveTo>
                <a:cubicBezTo>
                  <a:pt x="4" y="1"/>
                  <a:pt x="1" y="4"/>
                  <a:pt x="1" y="15"/>
                </a:cubicBezTo>
                <a:lnTo>
                  <a:pt x="32" y="15"/>
                </a:lnTo>
                <a:cubicBezTo>
                  <a:pt x="32" y="15"/>
                  <a:pt x="18" y="1"/>
                  <a:pt x="9"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0"/>
          <p:cNvSpPr/>
          <p:nvPr/>
        </p:nvSpPr>
        <p:spPr>
          <a:xfrm>
            <a:off x="6724015" y="3284257"/>
            <a:ext cx="15646" cy="927"/>
          </a:xfrm>
          <a:custGeom>
            <a:rect b="b" l="l" r="r" t="t"/>
            <a:pathLst>
              <a:path extrusionOk="0" h="32" w="540">
                <a:moveTo>
                  <a:pt x="539" y="0"/>
                </a:moveTo>
                <a:cubicBezTo>
                  <a:pt x="349" y="0"/>
                  <a:pt x="191" y="32"/>
                  <a:pt x="1" y="32"/>
                </a:cubicBezTo>
                <a:cubicBezTo>
                  <a:pt x="191" y="32"/>
                  <a:pt x="349" y="32"/>
                  <a:pt x="539" y="0"/>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0"/>
          <p:cNvSpPr/>
          <p:nvPr/>
        </p:nvSpPr>
        <p:spPr>
          <a:xfrm>
            <a:off x="1705658" y="3274144"/>
            <a:ext cx="24803" cy="4636"/>
          </a:xfrm>
          <a:custGeom>
            <a:rect b="b" l="l" r="r" t="t"/>
            <a:pathLst>
              <a:path extrusionOk="0" h="160" w="856">
                <a:moveTo>
                  <a:pt x="856" y="1"/>
                </a:moveTo>
                <a:cubicBezTo>
                  <a:pt x="571" y="64"/>
                  <a:pt x="286" y="96"/>
                  <a:pt x="1" y="159"/>
                </a:cubicBezTo>
                <a:cubicBezTo>
                  <a:pt x="286" y="96"/>
                  <a:pt x="571" y="64"/>
                  <a:pt x="856"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0"/>
          <p:cNvSpPr/>
          <p:nvPr/>
        </p:nvSpPr>
        <p:spPr>
          <a:xfrm>
            <a:off x="1679987" y="3279650"/>
            <a:ext cx="19297" cy="2782"/>
          </a:xfrm>
          <a:custGeom>
            <a:rect b="b" l="l" r="r" t="t"/>
            <a:pathLst>
              <a:path extrusionOk="0" h="96" w="666">
                <a:moveTo>
                  <a:pt x="665" y="1"/>
                </a:moveTo>
                <a:cubicBezTo>
                  <a:pt x="443" y="33"/>
                  <a:pt x="222" y="64"/>
                  <a:pt x="0" y="96"/>
                </a:cubicBezTo>
                <a:cubicBezTo>
                  <a:pt x="222" y="64"/>
                  <a:pt x="443" y="33"/>
                  <a:pt x="665"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0"/>
          <p:cNvSpPr/>
          <p:nvPr/>
        </p:nvSpPr>
        <p:spPr>
          <a:xfrm>
            <a:off x="1629513" y="3285155"/>
            <a:ext cx="8287" cy="29"/>
          </a:xfrm>
          <a:custGeom>
            <a:rect b="b" l="l" r="r" t="t"/>
            <a:pathLst>
              <a:path extrusionOk="0" h="1" w="286">
                <a:moveTo>
                  <a:pt x="285" y="1"/>
                </a:moveTo>
                <a:cubicBezTo>
                  <a:pt x="190" y="1"/>
                  <a:pt x="95" y="1"/>
                  <a:pt x="0" y="1"/>
                </a:cubicBezTo>
                <a:cubicBezTo>
                  <a:pt x="95" y="1"/>
                  <a:pt x="190" y="1"/>
                  <a:pt x="285"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0"/>
          <p:cNvSpPr/>
          <p:nvPr/>
        </p:nvSpPr>
        <p:spPr>
          <a:xfrm>
            <a:off x="1654286" y="3283329"/>
            <a:ext cx="14719" cy="956"/>
          </a:xfrm>
          <a:custGeom>
            <a:rect b="b" l="l" r="r" t="t"/>
            <a:pathLst>
              <a:path extrusionOk="0" h="33" w="508">
                <a:moveTo>
                  <a:pt x="507" y="1"/>
                </a:moveTo>
                <a:cubicBezTo>
                  <a:pt x="349" y="32"/>
                  <a:pt x="159" y="32"/>
                  <a:pt x="0" y="32"/>
                </a:cubicBezTo>
                <a:cubicBezTo>
                  <a:pt x="159" y="32"/>
                  <a:pt x="349" y="32"/>
                  <a:pt x="507"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0"/>
          <p:cNvSpPr/>
          <p:nvPr/>
        </p:nvSpPr>
        <p:spPr>
          <a:xfrm>
            <a:off x="6642364" y="2223529"/>
            <a:ext cx="12865" cy="1854"/>
          </a:xfrm>
          <a:custGeom>
            <a:rect b="b" l="l" r="r" t="t"/>
            <a:pathLst>
              <a:path extrusionOk="0" h="64" w="444">
                <a:moveTo>
                  <a:pt x="444" y="0"/>
                </a:moveTo>
                <a:lnTo>
                  <a:pt x="188" y="37"/>
                </a:lnTo>
                <a:lnTo>
                  <a:pt x="188" y="37"/>
                </a:lnTo>
                <a:cubicBezTo>
                  <a:pt x="280" y="27"/>
                  <a:pt x="368" y="19"/>
                  <a:pt x="444" y="0"/>
                </a:cubicBezTo>
                <a:close/>
                <a:moveTo>
                  <a:pt x="188" y="37"/>
                </a:moveTo>
                <a:lnTo>
                  <a:pt x="188" y="37"/>
                </a:lnTo>
                <a:cubicBezTo>
                  <a:pt x="127" y="43"/>
                  <a:pt x="64" y="51"/>
                  <a:pt x="0" y="63"/>
                </a:cubicBezTo>
                <a:lnTo>
                  <a:pt x="188" y="37"/>
                </a:ln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0"/>
          <p:cNvSpPr/>
          <p:nvPr/>
        </p:nvSpPr>
        <p:spPr>
          <a:xfrm>
            <a:off x="4102444" y="2223529"/>
            <a:ext cx="17472" cy="1854"/>
          </a:xfrm>
          <a:custGeom>
            <a:rect b="b" l="l" r="r" t="t"/>
            <a:pathLst>
              <a:path extrusionOk="0" h="64" w="603">
                <a:moveTo>
                  <a:pt x="412" y="0"/>
                </a:moveTo>
                <a:cubicBezTo>
                  <a:pt x="326" y="17"/>
                  <a:pt x="249" y="25"/>
                  <a:pt x="177" y="34"/>
                </a:cubicBezTo>
                <a:lnTo>
                  <a:pt x="177" y="34"/>
                </a:lnTo>
                <a:cubicBezTo>
                  <a:pt x="220" y="32"/>
                  <a:pt x="266" y="32"/>
                  <a:pt x="317" y="32"/>
                </a:cubicBezTo>
                <a:cubicBezTo>
                  <a:pt x="412" y="0"/>
                  <a:pt x="507" y="0"/>
                  <a:pt x="602" y="0"/>
                </a:cubicBezTo>
                <a:close/>
                <a:moveTo>
                  <a:pt x="177" y="34"/>
                </a:moveTo>
                <a:cubicBezTo>
                  <a:pt x="113" y="37"/>
                  <a:pt x="57" y="45"/>
                  <a:pt x="0" y="63"/>
                </a:cubicBezTo>
                <a:cubicBezTo>
                  <a:pt x="58" y="49"/>
                  <a:pt x="116" y="41"/>
                  <a:pt x="177" y="34"/>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0"/>
          <p:cNvSpPr/>
          <p:nvPr/>
        </p:nvSpPr>
        <p:spPr>
          <a:xfrm>
            <a:off x="4196032" y="3283329"/>
            <a:ext cx="13792" cy="956"/>
          </a:xfrm>
          <a:custGeom>
            <a:rect b="b" l="l" r="r" t="t"/>
            <a:pathLst>
              <a:path extrusionOk="0" h="33" w="476">
                <a:moveTo>
                  <a:pt x="476" y="1"/>
                </a:moveTo>
                <a:cubicBezTo>
                  <a:pt x="450" y="1"/>
                  <a:pt x="404" y="1"/>
                  <a:pt x="370" y="17"/>
                </a:cubicBezTo>
                <a:lnTo>
                  <a:pt x="370" y="17"/>
                </a:lnTo>
                <a:cubicBezTo>
                  <a:pt x="405" y="13"/>
                  <a:pt x="441" y="8"/>
                  <a:pt x="476" y="1"/>
                </a:cubicBezTo>
                <a:close/>
                <a:moveTo>
                  <a:pt x="370" y="17"/>
                </a:moveTo>
                <a:cubicBezTo>
                  <a:pt x="247" y="32"/>
                  <a:pt x="124" y="32"/>
                  <a:pt x="1" y="32"/>
                </a:cubicBezTo>
                <a:lnTo>
                  <a:pt x="349" y="32"/>
                </a:lnTo>
                <a:cubicBezTo>
                  <a:pt x="355" y="26"/>
                  <a:pt x="362" y="21"/>
                  <a:pt x="370" y="17"/>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0"/>
          <p:cNvSpPr/>
          <p:nvPr/>
        </p:nvSpPr>
        <p:spPr>
          <a:xfrm>
            <a:off x="1620328" y="2221675"/>
            <a:ext cx="364332" cy="146845"/>
          </a:xfrm>
          <a:custGeom>
            <a:rect b="b" l="l" r="r" t="t"/>
            <a:pathLst>
              <a:path extrusionOk="0" h="5068" w="12574">
                <a:moveTo>
                  <a:pt x="1" y="1"/>
                </a:moveTo>
                <a:cubicBezTo>
                  <a:pt x="170" y="2"/>
                  <a:pt x="338" y="5"/>
                  <a:pt x="507" y="11"/>
                </a:cubicBezTo>
                <a:lnTo>
                  <a:pt x="507" y="11"/>
                </a:lnTo>
                <a:cubicBezTo>
                  <a:pt x="336" y="5"/>
                  <a:pt x="166" y="1"/>
                  <a:pt x="1" y="1"/>
                </a:cubicBezTo>
                <a:close/>
                <a:moveTo>
                  <a:pt x="507" y="11"/>
                </a:moveTo>
                <a:cubicBezTo>
                  <a:pt x="740" y="20"/>
                  <a:pt x="976" y="33"/>
                  <a:pt x="1207" y="48"/>
                </a:cubicBezTo>
                <a:lnTo>
                  <a:pt x="1207" y="48"/>
                </a:lnTo>
                <a:cubicBezTo>
                  <a:pt x="974" y="31"/>
                  <a:pt x="741" y="19"/>
                  <a:pt x="507" y="11"/>
                </a:cubicBezTo>
                <a:close/>
                <a:moveTo>
                  <a:pt x="1207" y="48"/>
                </a:moveTo>
                <a:cubicBezTo>
                  <a:pt x="5456" y="351"/>
                  <a:pt x="9335" y="2093"/>
                  <a:pt x="12288" y="4814"/>
                </a:cubicBezTo>
                <a:cubicBezTo>
                  <a:pt x="12368" y="4895"/>
                  <a:pt x="12449" y="4952"/>
                  <a:pt x="12529" y="5026"/>
                </a:cubicBezTo>
                <a:lnTo>
                  <a:pt x="12529" y="5026"/>
                </a:lnTo>
                <a:cubicBezTo>
                  <a:pt x="9589" y="2231"/>
                  <a:pt x="5711" y="411"/>
                  <a:pt x="1457" y="64"/>
                </a:cubicBezTo>
                <a:cubicBezTo>
                  <a:pt x="1375" y="59"/>
                  <a:pt x="1291" y="53"/>
                  <a:pt x="1207" y="48"/>
                </a:cubicBezTo>
                <a:close/>
                <a:moveTo>
                  <a:pt x="12529" y="5026"/>
                </a:moveTo>
                <a:cubicBezTo>
                  <a:pt x="12544" y="5040"/>
                  <a:pt x="12559" y="5054"/>
                  <a:pt x="12573" y="5068"/>
                </a:cubicBezTo>
                <a:cubicBezTo>
                  <a:pt x="12559" y="5053"/>
                  <a:pt x="12544" y="5039"/>
                  <a:pt x="12529" y="5026"/>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0"/>
          <p:cNvSpPr/>
          <p:nvPr/>
        </p:nvSpPr>
        <p:spPr>
          <a:xfrm>
            <a:off x="4165753" y="2221675"/>
            <a:ext cx="360652" cy="145947"/>
          </a:xfrm>
          <a:custGeom>
            <a:rect b="b" l="l" r="r" t="t"/>
            <a:pathLst>
              <a:path extrusionOk="0" h="5037" w="12447">
                <a:moveTo>
                  <a:pt x="1" y="1"/>
                </a:moveTo>
                <a:cubicBezTo>
                  <a:pt x="159" y="1"/>
                  <a:pt x="286" y="32"/>
                  <a:pt x="444" y="32"/>
                </a:cubicBezTo>
                <a:lnTo>
                  <a:pt x="887" y="32"/>
                </a:lnTo>
                <a:lnTo>
                  <a:pt x="1172" y="64"/>
                </a:lnTo>
                <a:cubicBezTo>
                  <a:pt x="1236" y="64"/>
                  <a:pt x="1331" y="64"/>
                  <a:pt x="1426" y="96"/>
                </a:cubicBezTo>
                <a:lnTo>
                  <a:pt x="1679" y="96"/>
                </a:lnTo>
                <a:cubicBezTo>
                  <a:pt x="1901" y="127"/>
                  <a:pt x="2091" y="159"/>
                  <a:pt x="2312" y="191"/>
                </a:cubicBezTo>
                <a:cubicBezTo>
                  <a:pt x="2376" y="191"/>
                  <a:pt x="2439" y="191"/>
                  <a:pt x="2502" y="222"/>
                </a:cubicBezTo>
                <a:cubicBezTo>
                  <a:pt x="2724" y="254"/>
                  <a:pt x="2946" y="286"/>
                  <a:pt x="3136" y="317"/>
                </a:cubicBezTo>
                <a:cubicBezTo>
                  <a:pt x="3231" y="349"/>
                  <a:pt x="3294" y="349"/>
                  <a:pt x="3357" y="349"/>
                </a:cubicBezTo>
                <a:cubicBezTo>
                  <a:pt x="3547" y="412"/>
                  <a:pt x="3769" y="444"/>
                  <a:pt x="3959" y="507"/>
                </a:cubicBezTo>
                <a:cubicBezTo>
                  <a:pt x="4054" y="507"/>
                  <a:pt x="4118" y="539"/>
                  <a:pt x="4181" y="539"/>
                </a:cubicBezTo>
                <a:cubicBezTo>
                  <a:pt x="4371" y="602"/>
                  <a:pt x="4561" y="634"/>
                  <a:pt x="4751" y="697"/>
                </a:cubicBezTo>
                <a:cubicBezTo>
                  <a:pt x="4846" y="729"/>
                  <a:pt x="4941" y="761"/>
                  <a:pt x="5036" y="761"/>
                </a:cubicBezTo>
                <a:cubicBezTo>
                  <a:pt x="5194" y="824"/>
                  <a:pt x="5353" y="887"/>
                  <a:pt x="5511" y="919"/>
                </a:cubicBezTo>
                <a:lnTo>
                  <a:pt x="5859" y="1046"/>
                </a:lnTo>
                <a:lnTo>
                  <a:pt x="6208" y="1173"/>
                </a:lnTo>
                <a:cubicBezTo>
                  <a:pt x="6366" y="1236"/>
                  <a:pt x="6524" y="1299"/>
                  <a:pt x="6651" y="1363"/>
                </a:cubicBezTo>
                <a:cubicBezTo>
                  <a:pt x="6746" y="1394"/>
                  <a:pt x="6809" y="1426"/>
                  <a:pt x="6873" y="1458"/>
                </a:cubicBezTo>
                <a:cubicBezTo>
                  <a:pt x="7094" y="1521"/>
                  <a:pt x="7284" y="1616"/>
                  <a:pt x="7443" y="1679"/>
                </a:cubicBezTo>
                <a:cubicBezTo>
                  <a:pt x="7474" y="1711"/>
                  <a:pt x="7506" y="1711"/>
                  <a:pt x="7506" y="1711"/>
                </a:cubicBezTo>
                <a:cubicBezTo>
                  <a:pt x="9216" y="2503"/>
                  <a:pt x="10768" y="3548"/>
                  <a:pt x="12161" y="4814"/>
                </a:cubicBezTo>
                <a:cubicBezTo>
                  <a:pt x="12256" y="4909"/>
                  <a:pt x="12351" y="4973"/>
                  <a:pt x="12447" y="5036"/>
                </a:cubicBezTo>
                <a:cubicBezTo>
                  <a:pt x="12415" y="5004"/>
                  <a:pt x="12351" y="4973"/>
                  <a:pt x="12320" y="4941"/>
                </a:cubicBezTo>
                <a:cubicBezTo>
                  <a:pt x="12288" y="4909"/>
                  <a:pt x="12288" y="4878"/>
                  <a:pt x="12256" y="4878"/>
                </a:cubicBezTo>
                <a:cubicBezTo>
                  <a:pt x="12098" y="4719"/>
                  <a:pt x="11940" y="4593"/>
                  <a:pt x="11750" y="4434"/>
                </a:cubicBezTo>
                <a:cubicBezTo>
                  <a:pt x="11718" y="4403"/>
                  <a:pt x="11686" y="4371"/>
                  <a:pt x="11623" y="4339"/>
                </a:cubicBezTo>
                <a:cubicBezTo>
                  <a:pt x="11496" y="4213"/>
                  <a:pt x="11338" y="4086"/>
                  <a:pt x="11180" y="3959"/>
                </a:cubicBezTo>
                <a:cubicBezTo>
                  <a:pt x="11116" y="3896"/>
                  <a:pt x="11053" y="3864"/>
                  <a:pt x="10990" y="3801"/>
                </a:cubicBezTo>
                <a:cubicBezTo>
                  <a:pt x="10863" y="3706"/>
                  <a:pt x="10705" y="3611"/>
                  <a:pt x="10578" y="3484"/>
                </a:cubicBezTo>
                <a:cubicBezTo>
                  <a:pt x="10483" y="3453"/>
                  <a:pt x="10420" y="3389"/>
                  <a:pt x="10325" y="3326"/>
                </a:cubicBezTo>
                <a:cubicBezTo>
                  <a:pt x="10198" y="3231"/>
                  <a:pt x="10071" y="3136"/>
                  <a:pt x="9945" y="3073"/>
                </a:cubicBezTo>
                <a:cubicBezTo>
                  <a:pt x="9850" y="3009"/>
                  <a:pt x="9755" y="2914"/>
                  <a:pt x="9660" y="2851"/>
                </a:cubicBezTo>
                <a:cubicBezTo>
                  <a:pt x="9533" y="2788"/>
                  <a:pt x="9438" y="2724"/>
                  <a:pt x="9311" y="2661"/>
                </a:cubicBezTo>
                <a:cubicBezTo>
                  <a:pt x="9185" y="2566"/>
                  <a:pt x="9090" y="2503"/>
                  <a:pt x="8963" y="2439"/>
                </a:cubicBezTo>
                <a:cubicBezTo>
                  <a:pt x="8836" y="2376"/>
                  <a:pt x="8741" y="2313"/>
                  <a:pt x="8615" y="2249"/>
                </a:cubicBezTo>
                <a:cubicBezTo>
                  <a:pt x="8488" y="2186"/>
                  <a:pt x="8361" y="2123"/>
                  <a:pt x="8235" y="2059"/>
                </a:cubicBezTo>
                <a:cubicBezTo>
                  <a:pt x="8140" y="1996"/>
                  <a:pt x="8045" y="1933"/>
                  <a:pt x="7918" y="1901"/>
                </a:cubicBezTo>
                <a:cubicBezTo>
                  <a:pt x="7791" y="1806"/>
                  <a:pt x="7664" y="1743"/>
                  <a:pt x="7506" y="1679"/>
                </a:cubicBezTo>
                <a:cubicBezTo>
                  <a:pt x="7411" y="1648"/>
                  <a:pt x="7316" y="1584"/>
                  <a:pt x="7189" y="1553"/>
                </a:cubicBezTo>
                <a:cubicBezTo>
                  <a:pt x="7063" y="1489"/>
                  <a:pt x="6904" y="1426"/>
                  <a:pt x="6746" y="1363"/>
                </a:cubicBezTo>
                <a:cubicBezTo>
                  <a:pt x="6651" y="1299"/>
                  <a:pt x="6556" y="1268"/>
                  <a:pt x="6461" y="1236"/>
                </a:cubicBezTo>
                <a:cubicBezTo>
                  <a:pt x="6303" y="1173"/>
                  <a:pt x="6144" y="1109"/>
                  <a:pt x="5986" y="1046"/>
                </a:cubicBezTo>
                <a:lnTo>
                  <a:pt x="5701" y="951"/>
                </a:lnTo>
                <a:cubicBezTo>
                  <a:pt x="5543" y="887"/>
                  <a:pt x="5384" y="856"/>
                  <a:pt x="5226" y="792"/>
                </a:cubicBezTo>
                <a:lnTo>
                  <a:pt x="4909" y="697"/>
                </a:lnTo>
                <a:cubicBezTo>
                  <a:pt x="4751" y="666"/>
                  <a:pt x="4593" y="602"/>
                  <a:pt x="4434" y="571"/>
                </a:cubicBezTo>
                <a:lnTo>
                  <a:pt x="4086" y="476"/>
                </a:lnTo>
                <a:cubicBezTo>
                  <a:pt x="3928" y="444"/>
                  <a:pt x="3801" y="412"/>
                  <a:pt x="3643" y="381"/>
                </a:cubicBezTo>
                <a:cubicBezTo>
                  <a:pt x="3516" y="349"/>
                  <a:pt x="3389" y="349"/>
                  <a:pt x="3262" y="317"/>
                </a:cubicBezTo>
                <a:cubicBezTo>
                  <a:pt x="3104" y="286"/>
                  <a:pt x="2977" y="254"/>
                  <a:pt x="2819" y="222"/>
                </a:cubicBezTo>
                <a:cubicBezTo>
                  <a:pt x="2692" y="222"/>
                  <a:pt x="2566" y="191"/>
                  <a:pt x="2407" y="191"/>
                </a:cubicBezTo>
                <a:cubicBezTo>
                  <a:pt x="2281" y="159"/>
                  <a:pt x="2154" y="127"/>
                  <a:pt x="1996" y="127"/>
                </a:cubicBezTo>
                <a:cubicBezTo>
                  <a:pt x="1869" y="96"/>
                  <a:pt x="1711" y="96"/>
                  <a:pt x="1552" y="64"/>
                </a:cubicBezTo>
                <a:lnTo>
                  <a:pt x="1299" y="64"/>
                </a:lnTo>
                <a:cubicBezTo>
                  <a:pt x="1267" y="32"/>
                  <a:pt x="1236" y="32"/>
                  <a:pt x="1204" y="32"/>
                </a:cubicBezTo>
                <a:lnTo>
                  <a:pt x="1014" y="32"/>
                </a:lnTo>
                <a:cubicBezTo>
                  <a:pt x="856" y="32"/>
                  <a:pt x="729" y="32"/>
                  <a:pt x="571"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0"/>
          <p:cNvSpPr/>
          <p:nvPr/>
        </p:nvSpPr>
        <p:spPr>
          <a:xfrm>
            <a:off x="4123537" y="2221675"/>
            <a:ext cx="30308" cy="1883"/>
          </a:xfrm>
          <a:custGeom>
            <a:rect b="b" l="l" r="r" t="t"/>
            <a:pathLst>
              <a:path extrusionOk="0" h="65" w="1046">
                <a:moveTo>
                  <a:pt x="951" y="1"/>
                </a:moveTo>
                <a:cubicBezTo>
                  <a:pt x="940" y="1"/>
                  <a:pt x="930" y="1"/>
                  <a:pt x="920" y="1"/>
                </a:cubicBezTo>
                <a:lnTo>
                  <a:pt x="920" y="1"/>
                </a:lnTo>
                <a:cubicBezTo>
                  <a:pt x="961" y="1"/>
                  <a:pt x="1004" y="1"/>
                  <a:pt x="1046" y="1"/>
                </a:cubicBezTo>
                <a:close/>
                <a:moveTo>
                  <a:pt x="920" y="1"/>
                </a:moveTo>
                <a:lnTo>
                  <a:pt x="920" y="1"/>
                </a:lnTo>
                <a:cubicBezTo>
                  <a:pt x="807" y="3"/>
                  <a:pt x="698" y="9"/>
                  <a:pt x="605" y="32"/>
                </a:cubicBezTo>
                <a:lnTo>
                  <a:pt x="605" y="32"/>
                </a:lnTo>
                <a:cubicBezTo>
                  <a:pt x="710" y="27"/>
                  <a:pt x="815" y="5"/>
                  <a:pt x="920" y="1"/>
                </a:cubicBezTo>
                <a:close/>
                <a:moveTo>
                  <a:pt x="605" y="32"/>
                </a:moveTo>
                <a:lnTo>
                  <a:pt x="605" y="32"/>
                </a:lnTo>
                <a:cubicBezTo>
                  <a:pt x="594" y="32"/>
                  <a:pt x="582" y="32"/>
                  <a:pt x="571" y="32"/>
                </a:cubicBezTo>
                <a:cubicBezTo>
                  <a:pt x="381" y="32"/>
                  <a:pt x="191" y="32"/>
                  <a:pt x="1" y="64"/>
                </a:cubicBezTo>
                <a:lnTo>
                  <a:pt x="64" y="64"/>
                </a:lnTo>
                <a:cubicBezTo>
                  <a:pt x="222" y="32"/>
                  <a:pt x="412" y="32"/>
                  <a:pt x="602" y="32"/>
                </a:cubicBezTo>
                <a:cubicBezTo>
                  <a:pt x="603" y="32"/>
                  <a:pt x="604" y="32"/>
                  <a:pt x="605" y="32"/>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0"/>
          <p:cNvSpPr/>
          <p:nvPr/>
        </p:nvSpPr>
        <p:spPr>
          <a:xfrm>
            <a:off x="3792299" y="3137443"/>
            <a:ext cx="349641" cy="147744"/>
          </a:xfrm>
          <a:custGeom>
            <a:rect b="b" l="l" r="r" t="t"/>
            <a:pathLst>
              <a:path extrusionOk="0" h="5099" w="12067">
                <a:moveTo>
                  <a:pt x="0" y="0"/>
                </a:moveTo>
                <a:cubicBezTo>
                  <a:pt x="1615" y="1552"/>
                  <a:pt x="3484" y="2787"/>
                  <a:pt x="5574" y="3674"/>
                </a:cubicBezTo>
                <a:cubicBezTo>
                  <a:pt x="5606" y="3706"/>
                  <a:pt x="5637" y="3706"/>
                  <a:pt x="5637" y="3706"/>
                </a:cubicBezTo>
                <a:cubicBezTo>
                  <a:pt x="5857" y="3803"/>
                  <a:pt x="6077" y="3882"/>
                  <a:pt x="6297" y="3957"/>
                </a:cubicBezTo>
                <a:lnTo>
                  <a:pt x="6297" y="3957"/>
                </a:lnTo>
                <a:cubicBezTo>
                  <a:pt x="6140" y="3894"/>
                  <a:pt x="5984" y="3831"/>
                  <a:pt x="5827" y="3769"/>
                </a:cubicBezTo>
                <a:cubicBezTo>
                  <a:pt x="5764" y="3737"/>
                  <a:pt x="5701" y="3706"/>
                  <a:pt x="5606" y="3674"/>
                </a:cubicBezTo>
                <a:cubicBezTo>
                  <a:pt x="5416" y="3579"/>
                  <a:pt x="5226" y="3516"/>
                  <a:pt x="5036" y="3421"/>
                </a:cubicBezTo>
                <a:cubicBezTo>
                  <a:pt x="5036" y="3421"/>
                  <a:pt x="5004" y="3421"/>
                  <a:pt x="4972" y="3389"/>
                </a:cubicBezTo>
                <a:cubicBezTo>
                  <a:pt x="3294" y="2597"/>
                  <a:pt x="1710" y="1552"/>
                  <a:pt x="349" y="317"/>
                </a:cubicBezTo>
                <a:cubicBezTo>
                  <a:pt x="222" y="190"/>
                  <a:pt x="127" y="95"/>
                  <a:pt x="0" y="0"/>
                </a:cubicBezTo>
                <a:close/>
                <a:moveTo>
                  <a:pt x="6297" y="3957"/>
                </a:moveTo>
                <a:lnTo>
                  <a:pt x="6297" y="3957"/>
                </a:lnTo>
                <a:cubicBezTo>
                  <a:pt x="6299" y="3957"/>
                  <a:pt x="6300" y="3958"/>
                  <a:pt x="6302" y="3959"/>
                </a:cubicBezTo>
                <a:cubicBezTo>
                  <a:pt x="6311" y="3962"/>
                  <a:pt x="6320" y="3965"/>
                  <a:pt x="6329" y="3967"/>
                </a:cubicBezTo>
                <a:lnTo>
                  <a:pt x="6329" y="3967"/>
                </a:lnTo>
                <a:cubicBezTo>
                  <a:pt x="6318" y="3964"/>
                  <a:pt x="6307" y="3960"/>
                  <a:pt x="6297" y="3957"/>
                </a:cubicBezTo>
                <a:close/>
                <a:moveTo>
                  <a:pt x="6329" y="3967"/>
                </a:moveTo>
                <a:cubicBezTo>
                  <a:pt x="6383" y="3986"/>
                  <a:pt x="6438" y="4004"/>
                  <a:pt x="6492" y="4022"/>
                </a:cubicBezTo>
                <a:cubicBezTo>
                  <a:pt x="6714" y="4117"/>
                  <a:pt x="6967" y="4212"/>
                  <a:pt x="7221" y="4276"/>
                </a:cubicBezTo>
                <a:cubicBezTo>
                  <a:pt x="7411" y="4339"/>
                  <a:pt x="7601" y="4402"/>
                  <a:pt x="7823" y="4466"/>
                </a:cubicBezTo>
                <a:cubicBezTo>
                  <a:pt x="8139" y="4561"/>
                  <a:pt x="8488" y="4624"/>
                  <a:pt x="8836" y="4719"/>
                </a:cubicBezTo>
                <a:cubicBezTo>
                  <a:pt x="8963" y="4751"/>
                  <a:pt x="9121" y="4782"/>
                  <a:pt x="9248" y="4782"/>
                </a:cubicBezTo>
                <a:lnTo>
                  <a:pt x="9248" y="4782"/>
                </a:lnTo>
                <a:cubicBezTo>
                  <a:pt x="9216" y="4774"/>
                  <a:pt x="9184" y="4766"/>
                  <a:pt x="9153" y="4751"/>
                </a:cubicBezTo>
                <a:cubicBezTo>
                  <a:pt x="8931" y="4719"/>
                  <a:pt x="8741" y="4687"/>
                  <a:pt x="8519" y="4624"/>
                </a:cubicBezTo>
                <a:cubicBezTo>
                  <a:pt x="8456" y="4624"/>
                  <a:pt x="8393" y="4592"/>
                  <a:pt x="8298" y="4561"/>
                </a:cubicBezTo>
                <a:cubicBezTo>
                  <a:pt x="8108" y="4529"/>
                  <a:pt x="7918" y="4466"/>
                  <a:pt x="7759" y="4434"/>
                </a:cubicBezTo>
                <a:cubicBezTo>
                  <a:pt x="7632" y="4402"/>
                  <a:pt x="7569" y="4371"/>
                  <a:pt x="7474" y="4339"/>
                </a:cubicBezTo>
                <a:cubicBezTo>
                  <a:pt x="7316" y="4307"/>
                  <a:pt x="7157" y="4244"/>
                  <a:pt x="6999" y="4181"/>
                </a:cubicBezTo>
                <a:lnTo>
                  <a:pt x="6651" y="4086"/>
                </a:lnTo>
                <a:cubicBezTo>
                  <a:pt x="6535" y="4028"/>
                  <a:pt x="6420" y="3996"/>
                  <a:pt x="6329" y="3967"/>
                </a:cubicBezTo>
                <a:close/>
                <a:moveTo>
                  <a:pt x="9248" y="4782"/>
                </a:moveTo>
                <a:cubicBezTo>
                  <a:pt x="9279" y="4790"/>
                  <a:pt x="9311" y="4798"/>
                  <a:pt x="9343" y="4814"/>
                </a:cubicBezTo>
                <a:cubicBezTo>
                  <a:pt x="9395" y="4821"/>
                  <a:pt x="9447" y="4829"/>
                  <a:pt x="9499" y="4836"/>
                </a:cubicBezTo>
                <a:lnTo>
                  <a:pt x="9499" y="4836"/>
                </a:lnTo>
                <a:cubicBezTo>
                  <a:pt x="9415" y="4820"/>
                  <a:pt x="9331" y="4802"/>
                  <a:pt x="9248" y="4782"/>
                </a:cubicBezTo>
                <a:close/>
                <a:moveTo>
                  <a:pt x="9499" y="4836"/>
                </a:moveTo>
                <a:lnTo>
                  <a:pt x="9499" y="4836"/>
                </a:lnTo>
                <a:cubicBezTo>
                  <a:pt x="9760" y="4889"/>
                  <a:pt x="10022" y="4928"/>
                  <a:pt x="10283" y="4954"/>
                </a:cubicBezTo>
                <a:lnTo>
                  <a:pt x="10283" y="4954"/>
                </a:lnTo>
                <a:cubicBezTo>
                  <a:pt x="10254" y="4950"/>
                  <a:pt x="10226" y="4945"/>
                  <a:pt x="10198" y="4941"/>
                </a:cubicBezTo>
                <a:cubicBezTo>
                  <a:pt x="10134" y="4941"/>
                  <a:pt x="10071" y="4909"/>
                  <a:pt x="9976" y="4909"/>
                </a:cubicBezTo>
                <a:cubicBezTo>
                  <a:pt x="9831" y="4885"/>
                  <a:pt x="9667" y="4861"/>
                  <a:pt x="9499" y="4836"/>
                </a:cubicBezTo>
                <a:close/>
                <a:moveTo>
                  <a:pt x="10283" y="4954"/>
                </a:moveTo>
                <a:cubicBezTo>
                  <a:pt x="10352" y="4965"/>
                  <a:pt x="10424" y="4976"/>
                  <a:pt x="10496" y="4984"/>
                </a:cubicBezTo>
                <a:lnTo>
                  <a:pt x="10496" y="4984"/>
                </a:lnTo>
                <a:cubicBezTo>
                  <a:pt x="10492" y="4981"/>
                  <a:pt x="10487" y="4977"/>
                  <a:pt x="10483" y="4972"/>
                </a:cubicBezTo>
                <a:cubicBezTo>
                  <a:pt x="10416" y="4967"/>
                  <a:pt x="10350" y="4961"/>
                  <a:pt x="10283" y="4954"/>
                </a:cubicBezTo>
                <a:close/>
                <a:moveTo>
                  <a:pt x="10496" y="4984"/>
                </a:moveTo>
                <a:cubicBezTo>
                  <a:pt x="10523" y="5004"/>
                  <a:pt x="10551" y="5004"/>
                  <a:pt x="10578" y="5004"/>
                </a:cubicBezTo>
                <a:cubicBezTo>
                  <a:pt x="10673" y="5004"/>
                  <a:pt x="10736" y="5004"/>
                  <a:pt x="10831" y="5036"/>
                </a:cubicBezTo>
                <a:cubicBezTo>
                  <a:pt x="10958" y="5036"/>
                  <a:pt x="11084" y="5067"/>
                  <a:pt x="11179" y="5067"/>
                </a:cubicBezTo>
                <a:lnTo>
                  <a:pt x="11338" y="5067"/>
                </a:lnTo>
                <a:cubicBezTo>
                  <a:pt x="11243" y="5067"/>
                  <a:pt x="11179" y="5067"/>
                  <a:pt x="11084" y="5036"/>
                </a:cubicBezTo>
                <a:cubicBezTo>
                  <a:pt x="10989" y="5036"/>
                  <a:pt x="10894" y="5036"/>
                  <a:pt x="10799" y="5004"/>
                </a:cubicBezTo>
                <a:cubicBezTo>
                  <a:pt x="10704" y="5004"/>
                  <a:pt x="10600" y="4996"/>
                  <a:pt x="10496" y="4984"/>
                </a:cubicBezTo>
                <a:close/>
                <a:moveTo>
                  <a:pt x="11369" y="5067"/>
                </a:moveTo>
                <a:cubicBezTo>
                  <a:pt x="11559" y="5067"/>
                  <a:pt x="11749" y="5099"/>
                  <a:pt x="11939" y="5099"/>
                </a:cubicBezTo>
                <a:lnTo>
                  <a:pt x="12066" y="5099"/>
                </a:lnTo>
                <a:cubicBezTo>
                  <a:pt x="11908" y="5099"/>
                  <a:pt x="11749" y="5099"/>
                  <a:pt x="11591" y="5067"/>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0"/>
          <p:cNvSpPr/>
          <p:nvPr/>
        </p:nvSpPr>
        <p:spPr>
          <a:xfrm>
            <a:off x="1637770" y="3284257"/>
            <a:ext cx="16545" cy="927"/>
          </a:xfrm>
          <a:custGeom>
            <a:rect b="b" l="l" r="r" t="t"/>
            <a:pathLst>
              <a:path extrusionOk="0" h="32" w="571">
                <a:moveTo>
                  <a:pt x="570" y="0"/>
                </a:moveTo>
                <a:lnTo>
                  <a:pt x="570" y="0"/>
                </a:lnTo>
                <a:cubicBezTo>
                  <a:pt x="380" y="32"/>
                  <a:pt x="190" y="32"/>
                  <a:pt x="0" y="32"/>
                </a:cubicBezTo>
                <a:cubicBezTo>
                  <a:pt x="222" y="32"/>
                  <a:pt x="412" y="32"/>
                  <a:pt x="570" y="0"/>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0"/>
          <p:cNvSpPr/>
          <p:nvPr/>
        </p:nvSpPr>
        <p:spPr>
          <a:xfrm>
            <a:off x="6706601" y="3285155"/>
            <a:ext cx="17443" cy="956"/>
          </a:xfrm>
          <a:custGeom>
            <a:rect b="b" l="l" r="r" t="t"/>
            <a:pathLst>
              <a:path extrusionOk="0" h="33" w="602">
                <a:moveTo>
                  <a:pt x="602" y="1"/>
                </a:moveTo>
                <a:cubicBezTo>
                  <a:pt x="412" y="1"/>
                  <a:pt x="222" y="1"/>
                  <a:pt x="0" y="33"/>
                </a:cubicBezTo>
                <a:cubicBezTo>
                  <a:pt x="222" y="33"/>
                  <a:pt x="412" y="1"/>
                  <a:pt x="602"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0"/>
          <p:cNvSpPr/>
          <p:nvPr/>
        </p:nvSpPr>
        <p:spPr>
          <a:xfrm>
            <a:off x="1668976" y="3282402"/>
            <a:ext cx="11039" cy="956"/>
          </a:xfrm>
          <a:custGeom>
            <a:rect b="b" l="l" r="r" t="t"/>
            <a:pathLst>
              <a:path extrusionOk="0" h="33" w="381">
                <a:moveTo>
                  <a:pt x="380" y="1"/>
                </a:moveTo>
                <a:cubicBezTo>
                  <a:pt x="253" y="1"/>
                  <a:pt x="127" y="33"/>
                  <a:pt x="0" y="33"/>
                </a:cubicBezTo>
                <a:cubicBezTo>
                  <a:pt x="127" y="33"/>
                  <a:pt x="253" y="1"/>
                  <a:pt x="380"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0"/>
          <p:cNvSpPr/>
          <p:nvPr/>
        </p:nvSpPr>
        <p:spPr>
          <a:xfrm>
            <a:off x="6334972" y="3139268"/>
            <a:ext cx="340456" cy="145918"/>
          </a:xfrm>
          <a:custGeom>
            <a:rect b="b" l="l" r="r" t="t"/>
            <a:pathLst>
              <a:path extrusionOk="0" h="5036" w="11750">
                <a:moveTo>
                  <a:pt x="0" y="1"/>
                </a:moveTo>
                <a:lnTo>
                  <a:pt x="0" y="1"/>
                </a:lnTo>
                <a:cubicBezTo>
                  <a:pt x="19" y="19"/>
                  <a:pt x="38" y="37"/>
                  <a:pt x="56" y="54"/>
                </a:cubicBezTo>
                <a:lnTo>
                  <a:pt x="56" y="54"/>
                </a:lnTo>
                <a:cubicBezTo>
                  <a:pt x="38" y="36"/>
                  <a:pt x="19" y="18"/>
                  <a:pt x="0" y="1"/>
                </a:cubicBezTo>
                <a:close/>
                <a:moveTo>
                  <a:pt x="56" y="54"/>
                </a:moveTo>
                <a:cubicBezTo>
                  <a:pt x="3026" y="2842"/>
                  <a:pt x="6868" y="4658"/>
                  <a:pt x="11148" y="5004"/>
                </a:cubicBezTo>
                <a:cubicBezTo>
                  <a:pt x="11338" y="5004"/>
                  <a:pt x="11559" y="5036"/>
                  <a:pt x="11749" y="5036"/>
                </a:cubicBezTo>
                <a:cubicBezTo>
                  <a:pt x="7347" y="4814"/>
                  <a:pt x="3357" y="3041"/>
                  <a:pt x="285" y="254"/>
                </a:cubicBezTo>
                <a:cubicBezTo>
                  <a:pt x="209" y="178"/>
                  <a:pt x="133" y="122"/>
                  <a:pt x="56" y="54"/>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0"/>
          <p:cNvSpPr/>
          <p:nvPr/>
        </p:nvSpPr>
        <p:spPr>
          <a:xfrm>
            <a:off x="4209795" y="3282402"/>
            <a:ext cx="6461" cy="956"/>
          </a:xfrm>
          <a:custGeom>
            <a:rect b="b" l="l" r="r" t="t"/>
            <a:pathLst>
              <a:path extrusionOk="0" h="33" w="223">
                <a:moveTo>
                  <a:pt x="222" y="1"/>
                </a:moveTo>
                <a:lnTo>
                  <a:pt x="1" y="33"/>
                </a:lnTo>
                <a:lnTo>
                  <a:pt x="64" y="33"/>
                </a:lnTo>
                <a:cubicBezTo>
                  <a:pt x="127" y="33"/>
                  <a:pt x="159" y="33"/>
                  <a:pt x="222"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0"/>
          <p:cNvSpPr/>
          <p:nvPr/>
        </p:nvSpPr>
        <p:spPr>
          <a:xfrm>
            <a:off x="6677220" y="3285155"/>
            <a:ext cx="22050" cy="956"/>
          </a:xfrm>
          <a:custGeom>
            <a:rect b="b" l="l" r="r" t="t"/>
            <a:pathLst>
              <a:path extrusionOk="0" h="33" w="761">
                <a:moveTo>
                  <a:pt x="761" y="33"/>
                </a:moveTo>
                <a:cubicBezTo>
                  <a:pt x="508" y="33"/>
                  <a:pt x="254" y="1"/>
                  <a:pt x="1" y="1"/>
                </a:cubicBezTo>
                <a:cubicBezTo>
                  <a:pt x="254" y="1"/>
                  <a:pt x="508" y="33"/>
                  <a:pt x="761" y="33"/>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0"/>
          <p:cNvSpPr/>
          <p:nvPr/>
        </p:nvSpPr>
        <p:spPr>
          <a:xfrm>
            <a:off x="1730431" y="3274144"/>
            <a:ext cx="29" cy="29"/>
          </a:xfrm>
          <a:custGeom>
            <a:rect b="b" l="l" r="r" t="t"/>
            <a:pathLst>
              <a:path extrusionOk="0" h="1" w="1">
                <a:moveTo>
                  <a:pt x="1" y="1"/>
                </a:moveTo>
                <a:lnTo>
                  <a:pt x="1" y="1"/>
                </a:ln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0"/>
          <p:cNvSpPr/>
          <p:nvPr/>
        </p:nvSpPr>
        <p:spPr>
          <a:xfrm>
            <a:off x="1699255" y="3278751"/>
            <a:ext cx="6432" cy="927"/>
          </a:xfrm>
          <a:custGeom>
            <a:rect b="b" l="l" r="r" t="t"/>
            <a:pathLst>
              <a:path extrusionOk="0" h="32" w="222">
                <a:moveTo>
                  <a:pt x="222" y="0"/>
                </a:moveTo>
                <a:cubicBezTo>
                  <a:pt x="158" y="0"/>
                  <a:pt x="63" y="32"/>
                  <a:pt x="0" y="32"/>
                </a:cubicBezTo>
                <a:cubicBezTo>
                  <a:pt x="63" y="32"/>
                  <a:pt x="158" y="0"/>
                  <a:pt x="222" y="0"/>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0"/>
          <p:cNvSpPr/>
          <p:nvPr/>
        </p:nvSpPr>
        <p:spPr>
          <a:xfrm>
            <a:off x="6739632" y="3283329"/>
            <a:ext cx="10112" cy="956"/>
          </a:xfrm>
          <a:custGeom>
            <a:rect b="b" l="l" r="r" t="t"/>
            <a:pathLst>
              <a:path extrusionOk="0" h="33" w="349">
                <a:moveTo>
                  <a:pt x="349" y="1"/>
                </a:moveTo>
                <a:cubicBezTo>
                  <a:pt x="222" y="32"/>
                  <a:pt x="127" y="32"/>
                  <a:pt x="0" y="32"/>
                </a:cubicBezTo>
                <a:cubicBezTo>
                  <a:pt x="127" y="32"/>
                  <a:pt x="222" y="32"/>
                  <a:pt x="349"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0"/>
          <p:cNvSpPr/>
          <p:nvPr/>
        </p:nvSpPr>
        <p:spPr>
          <a:xfrm>
            <a:off x="4165753" y="3284257"/>
            <a:ext cx="28482" cy="1854"/>
          </a:xfrm>
          <a:custGeom>
            <a:rect b="b" l="l" r="r" t="t"/>
            <a:pathLst>
              <a:path extrusionOk="0" h="64" w="983">
                <a:moveTo>
                  <a:pt x="982" y="0"/>
                </a:moveTo>
                <a:lnTo>
                  <a:pt x="572" y="32"/>
                </a:lnTo>
                <a:lnTo>
                  <a:pt x="572" y="32"/>
                </a:lnTo>
                <a:cubicBezTo>
                  <a:pt x="709" y="31"/>
                  <a:pt x="845" y="28"/>
                  <a:pt x="982" y="0"/>
                </a:cubicBezTo>
                <a:close/>
                <a:moveTo>
                  <a:pt x="572" y="32"/>
                </a:moveTo>
                <a:lnTo>
                  <a:pt x="572" y="32"/>
                </a:lnTo>
                <a:cubicBezTo>
                  <a:pt x="550" y="32"/>
                  <a:pt x="529" y="32"/>
                  <a:pt x="507" y="32"/>
                </a:cubicBezTo>
                <a:lnTo>
                  <a:pt x="127" y="32"/>
                </a:lnTo>
                <a:cubicBezTo>
                  <a:pt x="96" y="32"/>
                  <a:pt x="32" y="32"/>
                  <a:pt x="1" y="64"/>
                </a:cubicBezTo>
                <a:lnTo>
                  <a:pt x="64" y="64"/>
                </a:lnTo>
                <a:cubicBezTo>
                  <a:pt x="222" y="32"/>
                  <a:pt x="412" y="32"/>
                  <a:pt x="571" y="32"/>
                </a:cubicBezTo>
                <a:lnTo>
                  <a:pt x="572" y="32"/>
                </a:ln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0"/>
          <p:cNvSpPr/>
          <p:nvPr/>
        </p:nvSpPr>
        <p:spPr>
          <a:xfrm>
            <a:off x="4085001" y="2225355"/>
            <a:ext cx="12894" cy="1854"/>
          </a:xfrm>
          <a:custGeom>
            <a:rect b="b" l="l" r="r" t="t"/>
            <a:pathLst>
              <a:path extrusionOk="0" h="64" w="445">
                <a:moveTo>
                  <a:pt x="381" y="0"/>
                </a:moveTo>
                <a:cubicBezTo>
                  <a:pt x="286" y="32"/>
                  <a:pt x="222" y="32"/>
                  <a:pt x="127" y="32"/>
                </a:cubicBezTo>
                <a:cubicBezTo>
                  <a:pt x="105" y="32"/>
                  <a:pt x="66" y="48"/>
                  <a:pt x="34" y="58"/>
                </a:cubicBezTo>
                <a:lnTo>
                  <a:pt x="34" y="58"/>
                </a:lnTo>
                <a:cubicBezTo>
                  <a:pt x="181" y="32"/>
                  <a:pt x="326" y="30"/>
                  <a:pt x="444" y="0"/>
                </a:cubicBezTo>
                <a:close/>
                <a:moveTo>
                  <a:pt x="34" y="58"/>
                </a:moveTo>
                <a:cubicBezTo>
                  <a:pt x="23" y="60"/>
                  <a:pt x="12" y="62"/>
                  <a:pt x="1" y="64"/>
                </a:cubicBezTo>
                <a:cubicBezTo>
                  <a:pt x="10" y="64"/>
                  <a:pt x="21" y="61"/>
                  <a:pt x="34" y="58"/>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0"/>
          <p:cNvSpPr/>
          <p:nvPr/>
        </p:nvSpPr>
        <p:spPr>
          <a:xfrm>
            <a:off x="1607492" y="3285155"/>
            <a:ext cx="22050" cy="956"/>
          </a:xfrm>
          <a:custGeom>
            <a:rect b="b" l="l" r="r" t="t"/>
            <a:pathLst>
              <a:path extrusionOk="0" h="33" w="761">
                <a:moveTo>
                  <a:pt x="760" y="1"/>
                </a:moveTo>
                <a:cubicBezTo>
                  <a:pt x="507" y="33"/>
                  <a:pt x="254" y="33"/>
                  <a:pt x="0" y="33"/>
                </a:cubicBezTo>
                <a:cubicBezTo>
                  <a:pt x="285" y="33"/>
                  <a:pt x="539" y="33"/>
                  <a:pt x="760"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0"/>
          <p:cNvSpPr/>
          <p:nvPr/>
        </p:nvSpPr>
        <p:spPr>
          <a:xfrm>
            <a:off x="6597395" y="2228107"/>
            <a:ext cx="21123" cy="3709"/>
          </a:xfrm>
          <a:custGeom>
            <a:rect b="b" l="l" r="r" t="t"/>
            <a:pathLst>
              <a:path extrusionOk="0" h="128" w="729">
                <a:moveTo>
                  <a:pt x="1" y="127"/>
                </a:moveTo>
                <a:cubicBezTo>
                  <a:pt x="254" y="95"/>
                  <a:pt x="507" y="32"/>
                  <a:pt x="729" y="0"/>
                </a:cubicBezTo>
                <a:cubicBezTo>
                  <a:pt x="507" y="32"/>
                  <a:pt x="254" y="95"/>
                  <a:pt x="1" y="127"/>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0"/>
          <p:cNvSpPr/>
          <p:nvPr/>
        </p:nvSpPr>
        <p:spPr>
          <a:xfrm>
            <a:off x="6684580" y="2221675"/>
            <a:ext cx="2782" cy="29"/>
          </a:xfrm>
          <a:custGeom>
            <a:rect b="b" l="l" r="r" t="t"/>
            <a:pathLst>
              <a:path extrusionOk="0" h="1" w="96">
                <a:moveTo>
                  <a:pt x="0" y="1"/>
                </a:moveTo>
                <a:lnTo>
                  <a:pt x="95" y="1"/>
                </a:ln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0"/>
          <p:cNvSpPr/>
          <p:nvPr/>
        </p:nvSpPr>
        <p:spPr>
          <a:xfrm>
            <a:off x="6655200" y="2222602"/>
            <a:ext cx="10141" cy="956"/>
          </a:xfrm>
          <a:custGeom>
            <a:rect b="b" l="l" r="r" t="t"/>
            <a:pathLst>
              <a:path extrusionOk="0" h="33" w="350">
                <a:moveTo>
                  <a:pt x="1" y="32"/>
                </a:moveTo>
                <a:lnTo>
                  <a:pt x="349" y="0"/>
                </a:ln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0"/>
          <p:cNvSpPr/>
          <p:nvPr/>
        </p:nvSpPr>
        <p:spPr>
          <a:xfrm>
            <a:off x="6626776" y="2225355"/>
            <a:ext cx="15618" cy="1854"/>
          </a:xfrm>
          <a:custGeom>
            <a:rect b="b" l="l" r="r" t="t"/>
            <a:pathLst>
              <a:path extrusionOk="0" h="64" w="539">
                <a:moveTo>
                  <a:pt x="0" y="64"/>
                </a:moveTo>
                <a:cubicBezTo>
                  <a:pt x="158" y="32"/>
                  <a:pt x="348" y="0"/>
                  <a:pt x="538" y="0"/>
                </a:cubicBezTo>
                <a:cubicBezTo>
                  <a:pt x="348" y="0"/>
                  <a:pt x="158" y="32"/>
                  <a:pt x="0" y="64"/>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0"/>
          <p:cNvSpPr/>
          <p:nvPr/>
        </p:nvSpPr>
        <p:spPr>
          <a:xfrm>
            <a:off x="4155670" y="2221675"/>
            <a:ext cx="6432" cy="29"/>
          </a:xfrm>
          <a:custGeom>
            <a:rect b="b" l="l" r="r" t="t"/>
            <a:pathLst>
              <a:path extrusionOk="0" h="1" w="222">
                <a:moveTo>
                  <a:pt x="127" y="1"/>
                </a:moveTo>
                <a:cubicBezTo>
                  <a:pt x="95" y="1"/>
                  <a:pt x="32" y="1"/>
                  <a:pt x="0" y="1"/>
                </a:cubicBezTo>
                <a:lnTo>
                  <a:pt x="222" y="1"/>
                </a:lnTo>
                <a:cubicBezTo>
                  <a:pt x="190" y="1"/>
                  <a:pt x="159" y="1"/>
                  <a:pt x="127"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0"/>
          <p:cNvSpPr/>
          <p:nvPr/>
        </p:nvSpPr>
        <p:spPr>
          <a:xfrm>
            <a:off x="1583617" y="2222602"/>
            <a:ext cx="11967" cy="956"/>
          </a:xfrm>
          <a:custGeom>
            <a:rect b="b" l="l" r="r" t="t"/>
            <a:pathLst>
              <a:path extrusionOk="0" h="33" w="413">
                <a:moveTo>
                  <a:pt x="1" y="32"/>
                </a:moveTo>
                <a:cubicBezTo>
                  <a:pt x="127" y="0"/>
                  <a:pt x="286" y="0"/>
                  <a:pt x="412" y="0"/>
                </a:cubicBezTo>
                <a:cubicBezTo>
                  <a:pt x="286" y="0"/>
                  <a:pt x="127" y="0"/>
                  <a:pt x="1" y="32"/>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0"/>
          <p:cNvSpPr/>
          <p:nvPr/>
        </p:nvSpPr>
        <p:spPr>
          <a:xfrm>
            <a:off x="4119886" y="2223529"/>
            <a:ext cx="4607" cy="29"/>
          </a:xfrm>
          <a:custGeom>
            <a:rect b="b" l="l" r="r" t="t"/>
            <a:pathLst>
              <a:path extrusionOk="0" h="1" w="159">
                <a:moveTo>
                  <a:pt x="127" y="0"/>
                </a:moveTo>
                <a:cubicBezTo>
                  <a:pt x="95" y="0"/>
                  <a:pt x="32" y="0"/>
                  <a:pt x="0" y="0"/>
                </a:cubicBezTo>
                <a:cubicBezTo>
                  <a:pt x="32" y="0"/>
                  <a:pt x="95" y="0"/>
                  <a:pt x="158" y="0"/>
                </a:cubicBezTo>
                <a:cubicBezTo>
                  <a:pt x="127" y="0"/>
                  <a:pt x="127" y="0"/>
                  <a:pt x="127" y="0"/>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0"/>
          <p:cNvSpPr/>
          <p:nvPr/>
        </p:nvSpPr>
        <p:spPr>
          <a:xfrm>
            <a:off x="1614822" y="2221675"/>
            <a:ext cx="5534" cy="29"/>
          </a:xfrm>
          <a:custGeom>
            <a:rect b="b" l="l" r="r" t="t"/>
            <a:pathLst>
              <a:path extrusionOk="0" h="1" w="191">
                <a:moveTo>
                  <a:pt x="127" y="1"/>
                </a:moveTo>
                <a:cubicBezTo>
                  <a:pt x="64" y="1"/>
                  <a:pt x="32" y="1"/>
                  <a:pt x="1" y="1"/>
                </a:cubicBezTo>
                <a:lnTo>
                  <a:pt x="191" y="1"/>
                </a:lnTo>
                <a:cubicBezTo>
                  <a:pt x="159" y="1"/>
                  <a:pt x="127" y="1"/>
                  <a:pt x="127" y="1"/>
                </a:cubicBezTo>
                <a:close/>
              </a:path>
            </a:pathLst>
          </a:custGeom>
          <a:solidFill>
            <a:srgbClr val="FFE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p:nvPr/>
        </p:nvSpPr>
        <p:spPr>
          <a:xfrm>
            <a:off x="1066100" y="2221675"/>
            <a:ext cx="6188394" cy="1633379"/>
          </a:xfrm>
          <a:custGeom>
            <a:rect b="b" l="l" r="r" t="t"/>
            <a:pathLst>
              <a:path extrusionOk="0" h="56372" w="213577">
                <a:moveTo>
                  <a:pt x="193910" y="1"/>
                </a:moveTo>
                <a:cubicBezTo>
                  <a:pt x="193688" y="32"/>
                  <a:pt x="193467" y="32"/>
                  <a:pt x="193245" y="32"/>
                </a:cubicBezTo>
                <a:cubicBezTo>
                  <a:pt x="193150" y="64"/>
                  <a:pt x="193023" y="64"/>
                  <a:pt x="192897" y="64"/>
                </a:cubicBezTo>
                <a:cubicBezTo>
                  <a:pt x="192770" y="96"/>
                  <a:pt x="192612" y="96"/>
                  <a:pt x="192453" y="127"/>
                </a:cubicBezTo>
                <a:cubicBezTo>
                  <a:pt x="192263" y="127"/>
                  <a:pt x="192073" y="159"/>
                  <a:pt x="191915" y="191"/>
                </a:cubicBezTo>
                <a:cubicBezTo>
                  <a:pt x="191820" y="191"/>
                  <a:pt x="191725" y="222"/>
                  <a:pt x="191630" y="222"/>
                </a:cubicBezTo>
                <a:cubicBezTo>
                  <a:pt x="191408" y="254"/>
                  <a:pt x="191155" y="317"/>
                  <a:pt x="190902" y="349"/>
                </a:cubicBezTo>
                <a:cubicBezTo>
                  <a:pt x="190870" y="349"/>
                  <a:pt x="190838" y="381"/>
                  <a:pt x="190807" y="381"/>
                </a:cubicBezTo>
                <a:cubicBezTo>
                  <a:pt x="182446" y="2091"/>
                  <a:pt x="176144" y="9501"/>
                  <a:pt x="176144" y="18369"/>
                </a:cubicBezTo>
                <a:lnTo>
                  <a:pt x="176144" y="18400"/>
                </a:lnTo>
                <a:cubicBezTo>
                  <a:pt x="176144" y="18622"/>
                  <a:pt x="176144" y="18844"/>
                  <a:pt x="176112" y="19034"/>
                </a:cubicBezTo>
                <a:cubicBezTo>
                  <a:pt x="175890" y="21694"/>
                  <a:pt x="174244" y="24069"/>
                  <a:pt x="171773" y="25146"/>
                </a:cubicBezTo>
                <a:lnTo>
                  <a:pt x="170823" y="25589"/>
                </a:lnTo>
                <a:cubicBezTo>
                  <a:pt x="169852" y="26028"/>
                  <a:pt x="168809" y="26244"/>
                  <a:pt x="167775" y="26244"/>
                </a:cubicBezTo>
                <a:cubicBezTo>
                  <a:pt x="166046" y="26244"/>
                  <a:pt x="164341" y="25638"/>
                  <a:pt x="163033" y="24449"/>
                </a:cubicBezTo>
                <a:cubicBezTo>
                  <a:pt x="161671" y="23182"/>
                  <a:pt x="160088" y="22137"/>
                  <a:pt x="158409" y="21346"/>
                </a:cubicBezTo>
                <a:cubicBezTo>
                  <a:pt x="158377" y="21346"/>
                  <a:pt x="158346" y="21314"/>
                  <a:pt x="158346" y="21314"/>
                </a:cubicBezTo>
                <a:cubicBezTo>
                  <a:pt x="158156" y="21219"/>
                  <a:pt x="157966" y="21156"/>
                  <a:pt x="157776" y="21061"/>
                </a:cubicBezTo>
                <a:cubicBezTo>
                  <a:pt x="157681" y="21029"/>
                  <a:pt x="157617" y="20997"/>
                  <a:pt x="157554" y="20966"/>
                </a:cubicBezTo>
                <a:cubicBezTo>
                  <a:pt x="157396" y="20902"/>
                  <a:pt x="157237" y="20839"/>
                  <a:pt x="157079" y="20807"/>
                </a:cubicBezTo>
                <a:cubicBezTo>
                  <a:pt x="156984" y="20744"/>
                  <a:pt x="156857" y="20712"/>
                  <a:pt x="156731" y="20681"/>
                </a:cubicBezTo>
                <a:lnTo>
                  <a:pt x="156382" y="20554"/>
                </a:lnTo>
                <a:cubicBezTo>
                  <a:pt x="156224" y="20491"/>
                  <a:pt x="156066" y="20459"/>
                  <a:pt x="155907" y="20396"/>
                </a:cubicBezTo>
                <a:cubicBezTo>
                  <a:pt x="155812" y="20364"/>
                  <a:pt x="155717" y="20332"/>
                  <a:pt x="155622" y="20332"/>
                </a:cubicBezTo>
                <a:cubicBezTo>
                  <a:pt x="155464" y="20269"/>
                  <a:pt x="155274" y="20206"/>
                  <a:pt x="155084" y="20174"/>
                </a:cubicBezTo>
                <a:cubicBezTo>
                  <a:pt x="154989" y="20142"/>
                  <a:pt x="154926" y="20142"/>
                  <a:pt x="154862" y="20110"/>
                </a:cubicBezTo>
                <a:cubicBezTo>
                  <a:pt x="154641" y="20079"/>
                  <a:pt x="154450" y="20015"/>
                  <a:pt x="154229" y="19984"/>
                </a:cubicBezTo>
                <a:cubicBezTo>
                  <a:pt x="154165" y="19984"/>
                  <a:pt x="154102" y="19952"/>
                  <a:pt x="154039" y="19952"/>
                </a:cubicBezTo>
                <a:cubicBezTo>
                  <a:pt x="153817" y="19889"/>
                  <a:pt x="153595" y="19857"/>
                  <a:pt x="153405" y="19825"/>
                </a:cubicBezTo>
                <a:cubicBezTo>
                  <a:pt x="153310" y="19825"/>
                  <a:pt x="153247" y="19825"/>
                  <a:pt x="153184" y="19794"/>
                </a:cubicBezTo>
                <a:cubicBezTo>
                  <a:pt x="152962" y="19762"/>
                  <a:pt x="152772" y="19762"/>
                  <a:pt x="152550" y="19730"/>
                </a:cubicBezTo>
                <a:cubicBezTo>
                  <a:pt x="152487" y="19730"/>
                  <a:pt x="152392" y="19699"/>
                  <a:pt x="152297" y="19699"/>
                </a:cubicBezTo>
                <a:cubicBezTo>
                  <a:pt x="152202" y="19699"/>
                  <a:pt x="152139" y="19667"/>
                  <a:pt x="152044" y="19667"/>
                </a:cubicBezTo>
                <a:lnTo>
                  <a:pt x="151790" y="19667"/>
                </a:lnTo>
                <a:lnTo>
                  <a:pt x="151315" y="19635"/>
                </a:lnTo>
                <a:lnTo>
                  <a:pt x="149985" y="19635"/>
                </a:lnTo>
                <a:cubicBezTo>
                  <a:pt x="149795" y="19635"/>
                  <a:pt x="149605" y="19667"/>
                  <a:pt x="149415" y="19667"/>
                </a:cubicBezTo>
                <a:cubicBezTo>
                  <a:pt x="149320" y="19667"/>
                  <a:pt x="149193" y="19699"/>
                  <a:pt x="149098" y="19699"/>
                </a:cubicBezTo>
                <a:cubicBezTo>
                  <a:pt x="148877" y="19699"/>
                  <a:pt x="148687" y="19730"/>
                  <a:pt x="148465" y="19762"/>
                </a:cubicBezTo>
                <a:cubicBezTo>
                  <a:pt x="148402" y="19762"/>
                  <a:pt x="148307" y="19794"/>
                  <a:pt x="148212" y="19794"/>
                </a:cubicBezTo>
                <a:cubicBezTo>
                  <a:pt x="147958" y="19825"/>
                  <a:pt x="147705" y="19857"/>
                  <a:pt x="147452" y="19920"/>
                </a:cubicBezTo>
                <a:lnTo>
                  <a:pt x="147357" y="19920"/>
                </a:lnTo>
                <a:cubicBezTo>
                  <a:pt x="146470" y="20079"/>
                  <a:pt x="145583" y="20332"/>
                  <a:pt x="144728" y="20617"/>
                </a:cubicBezTo>
                <a:cubicBezTo>
                  <a:pt x="144475" y="20712"/>
                  <a:pt x="144190" y="20807"/>
                  <a:pt x="143905" y="20902"/>
                </a:cubicBezTo>
                <a:cubicBezTo>
                  <a:pt x="143905" y="20934"/>
                  <a:pt x="143873" y="20934"/>
                  <a:pt x="143841" y="20934"/>
                </a:cubicBezTo>
                <a:cubicBezTo>
                  <a:pt x="143588" y="21029"/>
                  <a:pt x="143366" y="21156"/>
                  <a:pt x="143113" y="21251"/>
                </a:cubicBezTo>
                <a:cubicBezTo>
                  <a:pt x="143081" y="21282"/>
                  <a:pt x="143050" y="21282"/>
                  <a:pt x="143018" y="21314"/>
                </a:cubicBezTo>
                <a:cubicBezTo>
                  <a:pt x="142796" y="21409"/>
                  <a:pt x="142543" y="21536"/>
                  <a:pt x="142321" y="21662"/>
                </a:cubicBezTo>
                <a:cubicBezTo>
                  <a:pt x="142290" y="21662"/>
                  <a:pt x="142258" y="21662"/>
                  <a:pt x="142226" y="21694"/>
                </a:cubicBezTo>
                <a:cubicBezTo>
                  <a:pt x="142005" y="21821"/>
                  <a:pt x="141751" y="21947"/>
                  <a:pt x="141530" y="22074"/>
                </a:cubicBezTo>
                <a:cubicBezTo>
                  <a:pt x="141498" y="22074"/>
                  <a:pt x="141498" y="22106"/>
                  <a:pt x="141466" y="22106"/>
                </a:cubicBezTo>
                <a:cubicBezTo>
                  <a:pt x="141244" y="22264"/>
                  <a:pt x="140991" y="22391"/>
                  <a:pt x="140769" y="22549"/>
                </a:cubicBezTo>
                <a:lnTo>
                  <a:pt x="140738" y="22549"/>
                </a:lnTo>
                <a:cubicBezTo>
                  <a:pt x="139978" y="23056"/>
                  <a:pt x="139249" y="23594"/>
                  <a:pt x="138584" y="24196"/>
                </a:cubicBezTo>
                <a:cubicBezTo>
                  <a:pt x="138489" y="24291"/>
                  <a:pt x="138394" y="24354"/>
                  <a:pt x="138268" y="24417"/>
                </a:cubicBezTo>
                <a:cubicBezTo>
                  <a:pt x="136849" y="25529"/>
                  <a:pt x="135117" y="26096"/>
                  <a:pt x="133367" y="26096"/>
                </a:cubicBezTo>
                <a:cubicBezTo>
                  <a:pt x="132226" y="26096"/>
                  <a:pt x="131077" y="25855"/>
                  <a:pt x="130002" y="25368"/>
                </a:cubicBezTo>
                <a:cubicBezTo>
                  <a:pt x="127088" y="24069"/>
                  <a:pt x="125252" y="21187"/>
                  <a:pt x="125157" y="17957"/>
                </a:cubicBezTo>
                <a:cubicBezTo>
                  <a:pt x="125157" y="17862"/>
                  <a:pt x="125157" y="17767"/>
                  <a:pt x="125157" y="17672"/>
                </a:cubicBezTo>
                <a:cubicBezTo>
                  <a:pt x="125157" y="17419"/>
                  <a:pt x="125125" y="17197"/>
                  <a:pt x="125125" y="16944"/>
                </a:cubicBezTo>
                <a:cubicBezTo>
                  <a:pt x="124777" y="12510"/>
                  <a:pt x="122813" y="8488"/>
                  <a:pt x="119836" y="5479"/>
                </a:cubicBezTo>
                <a:cubicBezTo>
                  <a:pt x="119710" y="5321"/>
                  <a:pt x="119551" y="5194"/>
                  <a:pt x="119425" y="5068"/>
                </a:cubicBezTo>
                <a:cubicBezTo>
                  <a:pt x="119329" y="5004"/>
                  <a:pt x="119234" y="4909"/>
                  <a:pt x="119139" y="4846"/>
                </a:cubicBezTo>
                <a:cubicBezTo>
                  <a:pt x="117778" y="3579"/>
                  <a:pt x="116194" y="2534"/>
                  <a:pt x="114484" y="1743"/>
                </a:cubicBezTo>
                <a:cubicBezTo>
                  <a:pt x="114484" y="1743"/>
                  <a:pt x="114452" y="1743"/>
                  <a:pt x="114452" y="1711"/>
                </a:cubicBezTo>
                <a:cubicBezTo>
                  <a:pt x="114262" y="1648"/>
                  <a:pt x="114072" y="1553"/>
                  <a:pt x="113882" y="1458"/>
                </a:cubicBezTo>
                <a:cubicBezTo>
                  <a:pt x="113787" y="1426"/>
                  <a:pt x="113724" y="1394"/>
                  <a:pt x="113661" y="1363"/>
                </a:cubicBezTo>
                <a:cubicBezTo>
                  <a:pt x="113502" y="1331"/>
                  <a:pt x="113344" y="1268"/>
                  <a:pt x="113186" y="1204"/>
                </a:cubicBezTo>
                <a:cubicBezTo>
                  <a:pt x="113091" y="1173"/>
                  <a:pt x="112964" y="1109"/>
                  <a:pt x="112837" y="1077"/>
                </a:cubicBezTo>
                <a:lnTo>
                  <a:pt x="112489" y="951"/>
                </a:lnTo>
                <a:cubicBezTo>
                  <a:pt x="112331" y="887"/>
                  <a:pt x="112172" y="856"/>
                  <a:pt x="112014" y="792"/>
                </a:cubicBezTo>
                <a:cubicBezTo>
                  <a:pt x="111919" y="761"/>
                  <a:pt x="111824" y="761"/>
                  <a:pt x="111729" y="729"/>
                </a:cubicBezTo>
                <a:cubicBezTo>
                  <a:pt x="111539" y="666"/>
                  <a:pt x="111381" y="634"/>
                  <a:pt x="111191" y="571"/>
                </a:cubicBezTo>
                <a:cubicBezTo>
                  <a:pt x="111096" y="539"/>
                  <a:pt x="111032" y="539"/>
                  <a:pt x="110969" y="507"/>
                </a:cubicBezTo>
                <a:cubicBezTo>
                  <a:pt x="110747" y="476"/>
                  <a:pt x="110557" y="412"/>
                  <a:pt x="110335" y="381"/>
                </a:cubicBezTo>
                <a:cubicBezTo>
                  <a:pt x="110272" y="381"/>
                  <a:pt x="110209" y="349"/>
                  <a:pt x="110145" y="349"/>
                </a:cubicBezTo>
                <a:cubicBezTo>
                  <a:pt x="109924" y="317"/>
                  <a:pt x="109702" y="286"/>
                  <a:pt x="109480" y="254"/>
                </a:cubicBezTo>
                <a:cubicBezTo>
                  <a:pt x="109417" y="222"/>
                  <a:pt x="109354" y="222"/>
                  <a:pt x="109290" y="222"/>
                </a:cubicBezTo>
                <a:cubicBezTo>
                  <a:pt x="109069" y="191"/>
                  <a:pt x="108879" y="159"/>
                  <a:pt x="108657" y="127"/>
                </a:cubicBezTo>
                <a:cubicBezTo>
                  <a:pt x="108562" y="127"/>
                  <a:pt x="108499" y="127"/>
                  <a:pt x="108404" y="96"/>
                </a:cubicBezTo>
                <a:lnTo>
                  <a:pt x="108150" y="96"/>
                </a:lnTo>
                <a:cubicBezTo>
                  <a:pt x="108055" y="64"/>
                  <a:pt x="107960" y="64"/>
                  <a:pt x="107897" y="64"/>
                </a:cubicBezTo>
                <a:lnTo>
                  <a:pt x="107422" y="32"/>
                </a:lnTo>
                <a:lnTo>
                  <a:pt x="106092" y="32"/>
                </a:lnTo>
                <a:cubicBezTo>
                  <a:pt x="105902" y="64"/>
                  <a:pt x="105712" y="64"/>
                  <a:pt x="105553" y="64"/>
                </a:cubicBezTo>
                <a:cubicBezTo>
                  <a:pt x="105490" y="64"/>
                  <a:pt x="105458" y="64"/>
                  <a:pt x="105395" y="96"/>
                </a:cubicBezTo>
                <a:lnTo>
                  <a:pt x="105205" y="96"/>
                </a:lnTo>
                <a:cubicBezTo>
                  <a:pt x="105047" y="96"/>
                  <a:pt x="104920" y="127"/>
                  <a:pt x="104793" y="127"/>
                </a:cubicBezTo>
                <a:cubicBezTo>
                  <a:pt x="104762" y="127"/>
                  <a:pt x="104698" y="159"/>
                  <a:pt x="104667" y="159"/>
                </a:cubicBezTo>
                <a:cubicBezTo>
                  <a:pt x="104508" y="159"/>
                  <a:pt x="104350" y="191"/>
                  <a:pt x="104192" y="222"/>
                </a:cubicBezTo>
                <a:cubicBezTo>
                  <a:pt x="104128" y="222"/>
                  <a:pt x="104033" y="222"/>
                  <a:pt x="103938" y="254"/>
                </a:cubicBezTo>
                <a:lnTo>
                  <a:pt x="103907" y="254"/>
                </a:lnTo>
                <a:cubicBezTo>
                  <a:pt x="103052" y="381"/>
                  <a:pt x="102228" y="571"/>
                  <a:pt x="101436" y="824"/>
                </a:cubicBezTo>
                <a:cubicBezTo>
                  <a:pt x="101405" y="824"/>
                  <a:pt x="101373" y="856"/>
                  <a:pt x="101341" y="856"/>
                </a:cubicBezTo>
                <a:cubicBezTo>
                  <a:pt x="101088" y="919"/>
                  <a:pt x="100835" y="1014"/>
                  <a:pt x="100613" y="1109"/>
                </a:cubicBezTo>
                <a:cubicBezTo>
                  <a:pt x="100550" y="1141"/>
                  <a:pt x="100486" y="1141"/>
                  <a:pt x="100423" y="1173"/>
                </a:cubicBezTo>
                <a:cubicBezTo>
                  <a:pt x="100201" y="1268"/>
                  <a:pt x="99980" y="1363"/>
                  <a:pt x="99726" y="1458"/>
                </a:cubicBezTo>
                <a:cubicBezTo>
                  <a:pt x="99663" y="1458"/>
                  <a:pt x="99631" y="1489"/>
                  <a:pt x="99568" y="1521"/>
                </a:cubicBezTo>
                <a:cubicBezTo>
                  <a:pt x="99315" y="1616"/>
                  <a:pt x="99093" y="1711"/>
                  <a:pt x="98871" y="1838"/>
                </a:cubicBezTo>
                <a:cubicBezTo>
                  <a:pt x="98840" y="1869"/>
                  <a:pt x="98776" y="1869"/>
                  <a:pt x="98713" y="1901"/>
                </a:cubicBezTo>
                <a:cubicBezTo>
                  <a:pt x="98491" y="2028"/>
                  <a:pt x="98270" y="2123"/>
                  <a:pt x="98048" y="2249"/>
                </a:cubicBezTo>
                <a:cubicBezTo>
                  <a:pt x="97985" y="2281"/>
                  <a:pt x="97921" y="2313"/>
                  <a:pt x="97890" y="2344"/>
                </a:cubicBezTo>
                <a:cubicBezTo>
                  <a:pt x="97668" y="2471"/>
                  <a:pt x="97446" y="2598"/>
                  <a:pt x="97224" y="2724"/>
                </a:cubicBezTo>
                <a:cubicBezTo>
                  <a:pt x="97193" y="2756"/>
                  <a:pt x="97129" y="2788"/>
                  <a:pt x="97066" y="2819"/>
                </a:cubicBezTo>
                <a:cubicBezTo>
                  <a:pt x="96876" y="2946"/>
                  <a:pt x="96654" y="3104"/>
                  <a:pt x="96464" y="3231"/>
                </a:cubicBezTo>
                <a:cubicBezTo>
                  <a:pt x="96401" y="3263"/>
                  <a:pt x="96338" y="3294"/>
                  <a:pt x="96306" y="3326"/>
                </a:cubicBezTo>
                <a:cubicBezTo>
                  <a:pt x="96084" y="3484"/>
                  <a:pt x="95894" y="3643"/>
                  <a:pt x="95704" y="3769"/>
                </a:cubicBezTo>
                <a:cubicBezTo>
                  <a:pt x="95641" y="3801"/>
                  <a:pt x="95609" y="3833"/>
                  <a:pt x="95578" y="3896"/>
                </a:cubicBezTo>
                <a:cubicBezTo>
                  <a:pt x="95356" y="4054"/>
                  <a:pt x="95166" y="4213"/>
                  <a:pt x="94976" y="4371"/>
                </a:cubicBezTo>
                <a:cubicBezTo>
                  <a:pt x="94944" y="4403"/>
                  <a:pt x="94881" y="4434"/>
                  <a:pt x="94849" y="4466"/>
                </a:cubicBezTo>
                <a:cubicBezTo>
                  <a:pt x="94659" y="4624"/>
                  <a:pt x="94469" y="4814"/>
                  <a:pt x="94279" y="5004"/>
                </a:cubicBezTo>
                <a:cubicBezTo>
                  <a:pt x="94248" y="5004"/>
                  <a:pt x="94216" y="5036"/>
                  <a:pt x="94184" y="5068"/>
                </a:cubicBezTo>
                <a:cubicBezTo>
                  <a:pt x="93994" y="5258"/>
                  <a:pt x="93804" y="5448"/>
                  <a:pt x="93583" y="5638"/>
                </a:cubicBezTo>
                <a:cubicBezTo>
                  <a:pt x="93583" y="5669"/>
                  <a:pt x="93583" y="5669"/>
                  <a:pt x="93551" y="5701"/>
                </a:cubicBezTo>
                <a:cubicBezTo>
                  <a:pt x="93361" y="5923"/>
                  <a:pt x="93139" y="6113"/>
                  <a:pt x="92949" y="6335"/>
                </a:cubicBezTo>
                <a:cubicBezTo>
                  <a:pt x="92949" y="6335"/>
                  <a:pt x="92949" y="6335"/>
                  <a:pt x="92949" y="6366"/>
                </a:cubicBezTo>
                <a:cubicBezTo>
                  <a:pt x="90131" y="9596"/>
                  <a:pt x="88452" y="13808"/>
                  <a:pt x="88452" y="18432"/>
                </a:cubicBezTo>
                <a:cubicBezTo>
                  <a:pt x="88452" y="18685"/>
                  <a:pt x="88452" y="18907"/>
                  <a:pt x="88420" y="19097"/>
                </a:cubicBezTo>
                <a:cubicBezTo>
                  <a:pt x="88199" y="21757"/>
                  <a:pt x="86552" y="24069"/>
                  <a:pt x="84082" y="25178"/>
                </a:cubicBezTo>
                <a:lnTo>
                  <a:pt x="83132" y="25621"/>
                </a:lnTo>
                <a:cubicBezTo>
                  <a:pt x="82162" y="26047"/>
                  <a:pt x="81121" y="26261"/>
                  <a:pt x="80089" y="26261"/>
                </a:cubicBezTo>
                <a:cubicBezTo>
                  <a:pt x="78358" y="26261"/>
                  <a:pt x="76651" y="25659"/>
                  <a:pt x="75341" y="24449"/>
                </a:cubicBezTo>
                <a:cubicBezTo>
                  <a:pt x="72079" y="21472"/>
                  <a:pt x="67741" y="19635"/>
                  <a:pt x="62959" y="19635"/>
                </a:cubicBezTo>
                <a:cubicBezTo>
                  <a:pt x="58335" y="19635"/>
                  <a:pt x="54123" y="21377"/>
                  <a:pt x="50893" y="24196"/>
                </a:cubicBezTo>
                <a:cubicBezTo>
                  <a:pt x="49409" y="25479"/>
                  <a:pt x="47556" y="26153"/>
                  <a:pt x="45682" y="26153"/>
                </a:cubicBezTo>
                <a:cubicBezTo>
                  <a:pt x="44596" y="26153"/>
                  <a:pt x="43502" y="25927"/>
                  <a:pt x="42469" y="25463"/>
                </a:cubicBezTo>
                <a:lnTo>
                  <a:pt x="42342" y="25399"/>
                </a:lnTo>
                <a:cubicBezTo>
                  <a:pt x="39365" y="24069"/>
                  <a:pt x="37528" y="21187"/>
                  <a:pt x="37465" y="17989"/>
                </a:cubicBezTo>
                <a:cubicBezTo>
                  <a:pt x="37465" y="17894"/>
                  <a:pt x="37465" y="17799"/>
                  <a:pt x="37465" y="17704"/>
                </a:cubicBezTo>
                <a:cubicBezTo>
                  <a:pt x="37465" y="17482"/>
                  <a:pt x="37433" y="17292"/>
                  <a:pt x="37433" y="17070"/>
                </a:cubicBezTo>
                <a:cubicBezTo>
                  <a:pt x="37085" y="12383"/>
                  <a:pt x="34963" y="8140"/>
                  <a:pt x="31733" y="5068"/>
                </a:cubicBezTo>
                <a:cubicBezTo>
                  <a:pt x="31638" y="5004"/>
                  <a:pt x="31543" y="4941"/>
                  <a:pt x="31448" y="4846"/>
                </a:cubicBezTo>
                <a:cubicBezTo>
                  <a:pt x="28186" y="1869"/>
                  <a:pt x="23879" y="64"/>
                  <a:pt x="19160" y="32"/>
                </a:cubicBezTo>
                <a:lnTo>
                  <a:pt x="18939" y="32"/>
                </a:lnTo>
                <a:cubicBezTo>
                  <a:pt x="18717" y="32"/>
                  <a:pt x="18495" y="32"/>
                  <a:pt x="18273" y="64"/>
                </a:cubicBezTo>
                <a:lnTo>
                  <a:pt x="17862" y="64"/>
                </a:lnTo>
                <a:cubicBezTo>
                  <a:pt x="17703" y="96"/>
                  <a:pt x="17545" y="96"/>
                  <a:pt x="17387" y="96"/>
                </a:cubicBezTo>
                <a:cubicBezTo>
                  <a:pt x="7601" y="1014"/>
                  <a:pt x="0" y="9691"/>
                  <a:pt x="792" y="19889"/>
                </a:cubicBezTo>
                <a:cubicBezTo>
                  <a:pt x="1521" y="28819"/>
                  <a:pt x="8804" y="36040"/>
                  <a:pt x="17735" y="36705"/>
                </a:cubicBezTo>
                <a:cubicBezTo>
                  <a:pt x="18052" y="36737"/>
                  <a:pt x="18337" y="36737"/>
                  <a:pt x="18654" y="36737"/>
                </a:cubicBezTo>
                <a:lnTo>
                  <a:pt x="19762" y="36737"/>
                </a:lnTo>
                <a:cubicBezTo>
                  <a:pt x="19952" y="36737"/>
                  <a:pt x="20142" y="36705"/>
                  <a:pt x="20332" y="36705"/>
                </a:cubicBezTo>
                <a:cubicBezTo>
                  <a:pt x="20490" y="36705"/>
                  <a:pt x="20649" y="36673"/>
                  <a:pt x="20807" y="36673"/>
                </a:cubicBezTo>
                <a:cubicBezTo>
                  <a:pt x="20934" y="36642"/>
                  <a:pt x="21060" y="36642"/>
                  <a:pt x="21187" y="36642"/>
                </a:cubicBezTo>
                <a:cubicBezTo>
                  <a:pt x="21409" y="36610"/>
                  <a:pt x="21630" y="36578"/>
                  <a:pt x="21852" y="36547"/>
                </a:cubicBezTo>
                <a:cubicBezTo>
                  <a:pt x="21947" y="36515"/>
                  <a:pt x="22010" y="36515"/>
                  <a:pt x="22074" y="36515"/>
                </a:cubicBezTo>
                <a:cubicBezTo>
                  <a:pt x="22359" y="36452"/>
                  <a:pt x="22675" y="36420"/>
                  <a:pt x="22961" y="36357"/>
                </a:cubicBezTo>
                <a:cubicBezTo>
                  <a:pt x="23277" y="36293"/>
                  <a:pt x="23594" y="36198"/>
                  <a:pt x="23911" y="36103"/>
                </a:cubicBezTo>
                <a:cubicBezTo>
                  <a:pt x="24037" y="36072"/>
                  <a:pt x="24196" y="36040"/>
                  <a:pt x="24354" y="35977"/>
                </a:cubicBezTo>
                <a:cubicBezTo>
                  <a:pt x="24481" y="35945"/>
                  <a:pt x="24639" y="35913"/>
                  <a:pt x="24766" y="35850"/>
                </a:cubicBezTo>
                <a:cubicBezTo>
                  <a:pt x="27141" y="35090"/>
                  <a:pt x="29294" y="33855"/>
                  <a:pt x="31163" y="32240"/>
                </a:cubicBezTo>
                <a:cubicBezTo>
                  <a:pt x="32649" y="30952"/>
                  <a:pt x="34520" y="30296"/>
                  <a:pt x="36418" y="30296"/>
                </a:cubicBezTo>
                <a:cubicBezTo>
                  <a:pt x="37553" y="30296"/>
                  <a:pt x="38698" y="30530"/>
                  <a:pt x="39777" y="31005"/>
                </a:cubicBezTo>
                <a:cubicBezTo>
                  <a:pt x="42690" y="32335"/>
                  <a:pt x="44527" y="35217"/>
                  <a:pt x="44622" y="38415"/>
                </a:cubicBezTo>
                <a:cubicBezTo>
                  <a:pt x="44622" y="39080"/>
                  <a:pt x="44686" y="39714"/>
                  <a:pt x="44749" y="40347"/>
                </a:cubicBezTo>
                <a:cubicBezTo>
                  <a:pt x="45794" y="48676"/>
                  <a:pt x="52539" y="55326"/>
                  <a:pt x="60868" y="56245"/>
                </a:cubicBezTo>
                <a:cubicBezTo>
                  <a:pt x="61577" y="56324"/>
                  <a:pt x="62279" y="56362"/>
                  <a:pt x="62971" y="56362"/>
                </a:cubicBezTo>
                <a:cubicBezTo>
                  <a:pt x="73088" y="56362"/>
                  <a:pt x="81327" y="48140"/>
                  <a:pt x="81327" y="38003"/>
                </a:cubicBezTo>
                <a:lnTo>
                  <a:pt x="81327" y="37972"/>
                </a:lnTo>
                <a:cubicBezTo>
                  <a:pt x="81327" y="35058"/>
                  <a:pt x="83037" y="32398"/>
                  <a:pt x="85697" y="31226"/>
                </a:cubicBezTo>
                <a:lnTo>
                  <a:pt x="86679" y="30783"/>
                </a:lnTo>
                <a:cubicBezTo>
                  <a:pt x="87640" y="30346"/>
                  <a:pt x="88669" y="30131"/>
                  <a:pt x="89692" y="30131"/>
                </a:cubicBezTo>
                <a:cubicBezTo>
                  <a:pt x="91266" y="30131"/>
                  <a:pt x="92823" y="30640"/>
                  <a:pt x="94089" y="31638"/>
                </a:cubicBezTo>
                <a:cubicBezTo>
                  <a:pt x="94216" y="31733"/>
                  <a:pt x="94343" y="31828"/>
                  <a:pt x="94469" y="31955"/>
                </a:cubicBezTo>
                <a:cubicBezTo>
                  <a:pt x="95831" y="33190"/>
                  <a:pt x="97383" y="34235"/>
                  <a:pt x="99093" y="35027"/>
                </a:cubicBezTo>
                <a:cubicBezTo>
                  <a:pt x="99125" y="35027"/>
                  <a:pt x="99125" y="35058"/>
                  <a:pt x="99156" y="35058"/>
                </a:cubicBezTo>
                <a:cubicBezTo>
                  <a:pt x="99346" y="35153"/>
                  <a:pt x="99536" y="35217"/>
                  <a:pt x="99726" y="35312"/>
                </a:cubicBezTo>
                <a:cubicBezTo>
                  <a:pt x="99790" y="35343"/>
                  <a:pt x="99853" y="35375"/>
                  <a:pt x="99916" y="35407"/>
                </a:cubicBezTo>
                <a:cubicBezTo>
                  <a:pt x="100075" y="35470"/>
                  <a:pt x="100233" y="35533"/>
                  <a:pt x="100391" y="35597"/>
                </a:cubicBezTo>
                <a:cubicBezTo>
                  <a:pt x="100518" y="35628"/>
                  <a:pt x="100613" y="35660"/>
                  <a:pt x="100740" y="35723"/>
                </a:cubicBezTo>
                <a:cubicBezTo>
                  <a:pt x="100866" y="35755"/>
                  <a:pt x="100993" y="35787"/>
                  <a:pt x="101088" y="35818"/>
                </a:cubicBezTo>
                <a:cubicBezTo>
                  <a:pt x="101246" y="35882"/>
                  <a:pt x="101405" y="35945"/>
                  <a:pt x="101563" y="35977"/>
                </a:cubicBezTo>
                <a:cubicBezTo>
                  <a:pt x="101658" y="36008"/>
                  <a:pt x="101753" y="36040"/>
                  <a:pt x="101848" y="36072"/>
                </a:cubicBezTo>
                <a:cubicBezTo>
                  <a:pt x="102038" y="36103"/>
                  <a:pt x="102228" y="36167"/>
                  <a:pt x="102418" y="36198"/>
                </a:cubicBezTo>
                <a:cubicBezTo>
                  <a:pt x="102482" y="36230"/>
                  <a:pt x="102545" y="36262"/>
                  <a:pt x="102640" y="36262"/>
                </a:cubicBezTo>
                <a:cubicBezTo>
                  <a:pt x="102830" y="36325"/>
                  <a:pt x="103052" y="36357"/>
                  <a:pt x="103242" y="36388"/>
                </a:cubicBezTo>
                <a:cubicBezTo>
                  <a:pt x="103305" y="36420"/>
                  <a:pt x="103368" y="36420"/>
                  <a:pt x="103463" y="36452"/>
                </a:cubicBezTo>
                <a:cubicBezTo>
                  <a:pt x="103653" y="36483"/>
                  <a:pt x="103875" y="36515"/>
                  <a:pt x="104097" y="36547"/>
                </a:cubicBezTo>
                <a:cubicBezTo>
                  <a:pt x="104160" y="36547"/>
                  <a:pt x="104223" y="36578"/>
                  <a:pt x="104287" y="36578"/>
                </a:cubicBezTo>
                <a:cubicBezTo>
                  <a:pt x="104508" y="36610"/>
                  <a:pt x="104698" y="36642"/>
                  <a:pt x="104920" y="36642"/>
                </a:cubicBezTo>
                <a:cubicBezTo>
                  <a:pt x="105015" y="36673"/>
                  <a:pt x="105110" y="36673"/>
                  <a:pt x="105173" y="36673"/>
                </a:cubicBezTo>
                <a:cubicBezTo>
                  <a:pt x="105268" y="36705"/>
                  <a:pt x="105363" y="36705"/>
                  <a:pt x="105427" y="36705"/>
                </a:cubicBezTo>
                <a:lnTo>
                  <a:pt x="105712" y="36705"/>
                </a:lnTo>
                <a:cubicBezTo>
                  <a:pt x="105870" y="36737"/>
                  <a:pt x="106028" y="36737"/>
                  <a:pt x="106155" y="36737"/>
                </a:cubicBezTo>
                <a:cubicBezTo>
                  <a:pt x="106314" y="36737"/>
                  <a:pt x="106472" y="36737"/>
                  <a:pt x="106599" y="36768"/>
                </a:cubicBezTo>
                <a:lnTo>
                  <a:pt x="107105" y="36768"/>
                </a:lnTo>
                <a:cubicBezTo>
                  <a:pt x="107232" y="36737"/>
                  <a:pt x="107359" y="36737"/>
                  <a:pt x="107485" y="36737"/>
                </a:cubicBezTo>
                <a:cubicBezTo>
                  <a:pt x="107644" y="36737"/>
                  <a:pt x="107802" y="36737"/>
                  <a:pt x="107992" y="36705"/>
                </a:cubicBezTo>
                <a:lnTo>
                  <a:pt x="108055" y="36705"/>
                </a:lnTo>
                <a:cubicBezTo>
                  <a:pt x="108214" y="36705"/>
                  <a:pt x="108340" y="36705"/>
                  <a:pt x="108499" y="36673"/>
                </a:cubicBezTo>
                <a:lnTo>
                  <a:pt x="108720" y="36642"/>
                </a:lnTo>
                <a:cubicBezTo>
                  <a:pt x="108815" y="36642"/>
                  <a:pt x="108910" y="36642"/>
                  <a:pt x="109005" y="36610"/>
                </a:cubicBezTo>
                <a:lnTo>
                  <a:pt x="109227" y="36610"/>
                </a:lnTo>
                <a:cubicBezTo>
                  <a:pt x="110145" y="36483"/>
                  <a:pt x="111001" y="36293"/>
                  <a:pt x="111856" y="36040"/>
                </a:cubicBezTo>
                <a:lnTo>
                  <a:pt x="111919" y="36040"/>
                </a:lnTo>
                <a:cubicBezTo>
                  <a:pt x="112172" y="35945"/>
                  <a:pt x="112457" y="35882"/>
                  <a:pt x="112711" y="35787"/>
                </a:cubicBezTo>
                <a:cubicBezTo>
                  <a:pt x="112742" y="35787"/>
                  <a:pt x="112774" y="35755"/>
                  <a:pt x="112806" y="35755"/>
                </a:cubicBezTo>
                <a:cubicBezTo>
                  <a:pt x="113059" y="35660"/>
                  <a:pt x="113281" y="35565"/>
                  <a:pt x="113534" y="35470"/>
                </a:cubicBezTo>
                <a:cubicBezTo>
                  <a:pt x="113566" y="35470"/>
                  <a:pt x="113597" y="35438"/>
                  <a:pt x="113661" y="35438"/>
                </a:cubicBezTo>
                <a:cubicBezTo>
                  <a:pt x="113882" y="35343"/>
                  <a:pt x="114104" y="35248"/>
                  <a:pt x="114357" y="35122"/>
                </a:cubicBezTo>
                <a:cubicBezTo>
                  <a:pt x="114389" y="35122"/>
                  <a:pt x="114421" y="35090"/>
                  <a:pt x="114452" y="35090"/>
                </a:cubicBezTo>
                <a:cubicBezTo>
                  <a:pt x="114674" y="34963"/>
                  <a:pt x="114927" y="34868"/>
                  <a:pt x="115149" y="34742"/>
                </a:cubicBezTo>
                <a:cubicBezTo>
                  <a:pt x="115181" y="34742"/>
                  <a:pt x="115213" y="34710"/>
                  <a:pt x="115213" y="34710"/>
                </a:cubicBezTo>
                <a:cubicBezTo>
                  <a:pt x="115466" y="34583"/>
                  <a:pt x="115719" y="34457"/>
                  <a:pt x="115973" y="34298"/>
                </a:cubicBezTo>
                <a:cubicBezTo>
                  <a:pt x="116986" y="33728"/>
                  <a:pt x="117904" y="33063"/>
                  <a:pt x="118791" y="32303"/>
                </a:cubicBezTo>
                <a:cubicBezTo>
                  <a:pt x="120314" y="30991"/>
                  <a:pt x="122218" y="30303"/>
                  <a:pt x="124157" y="30303"/>
                </a:cubicBezTo>
                <a:cubicBezTo>
                  <a:pt x="124839" y="30303"/>
                  <a:pt x="125526" y="30388"/>
                  <a:pt x="126202" y="30561"/>
                </a:cubicBezTo>
                <a:cubicBezTo>
                  <a:pt x="126645" y="30688"/>
                  <a:pt x="127057" y="30815"/>
                  <a:pt x="127468" y="31005"/>
                </a:cubicBezTo>
                <a:cubicBezTo>
                  <a:pt x="130414" y="32335"/>
                  <a:pt x="132250" y="35217"/>
                  <a:pt x="132314" y="38415"/>
                </a:cubicBezTo>
                <a:cubicBezTo>
                  <a:pt x="132314" y="39048"/>
                  <a:pt x="132377" y="39714"/>
                  <a:pt x="132440" y="40347"/>
                </a:cubicBezTo>
                <a:cubicBezTo>
                  <a:pt x="132472" y="40505"/>
                  <a:pt x="132504" y="40664"/>
                  <a:pt x="132535" y="40822"/>
                </a:cubicBezTo>
                <a:cubicBezTo>
                  <a:pt x="132567" y="41012"/>
                  <a:pt x="132599" y="41170"/>
                  <a:pt x="132631" y="41360"/>
                </a:cubicBezTo>
                <a:cubicBezTo>
                  <a:pt x="132694" y="41772"/>
                  <a:pt x="132789" y="42215"/>
                  <a:pt x="132916" y="42627"/>
                </a:cubicBezTo>
                <a:cubicBezTo>
                  <a:pt x="132916" y="42659"/>
                  <a:pt x="132916" y="42722"/>
                  <a:pt x="132947" y="42754"/>
                </a:cubicBezTo>
                <a:cubicBezTo>
                  <a:pt x="134404" y="48264"/>
                  <a:pt x="138394" y="52761"/>
                  <a:pt x="143556" y="54946"/>
                </a:cubicBezTo>
                <a:cubicBezTo>
                  <a:pt x="143588" y="54946"/>
                  <a:pt x="143620" y="54946"/>
                  <a:pt x="143651" y="54978"/>
                </a:cubicBezTo>
                <a:cubicBezTo>
                  <a:pt x="143905" y="55073"/>
                  <a:pt x="144190" y="55200"/>
                  <a:pt x="144475" y="55295"/>
                </a:cubicBezTo>
                <a:cubicBezTo>
                  <a:pt x="144728" y="55390"/>
                  <a:pt x="144950" y="55453"/>
                  <a:pt x="145203" y="55548"/>
                </a:cubicBezTo>
                <a:cubicBezTo>
                  <a:pt x="145393" y="55611"/>
                  <a:pt x="145615" y="55675"/>
                  <a:pt x="145805" y="55706"/>
                </a:cubicBezTo>
                <a:cubicBezTo>
                  <a:pt x="146122" y="55801"/>
                  <a:pt x="146470" y="55896"/>
                  <a:pt x="146818" y="55960"/>
                </a:cubicBezTo>
                <a:cubicBezTo>
                  <a:pt x="146945" y="55991"/>
                  <a:pt x="147103" y="56023"/>
                  <a:pt x="147262" y="56055"/>
                </a:cubicBezTo>
                <a:cubicBezTo>
                  <a:pt x="147642" y="56118"/>
                  <a:pt x="148053" y="56181"/>
                  <a:pt x="148465" y="56245"/>
                </a:cubicBezTo>
                <a:lnTo>
                  <a:pt x="148560" y="56245"/>
                </a:lnTo>
                <a:cubicBezTo>
                  <a:pt x="148655" y="56276"/>
                  <a:pt x="148750" y="56276"/>
                  <a:pt x="148845" y="56276"/>
                </a:cubicBezTo>
                <a:cubicBezTo>
                  <a:pt x="148940" y="56308"/>
                  <a:pt x="149067" y="56308"/>
                  <a:pt x="149193" y="56308"/>
                </a:cubicBezTo>
                <a:cubicBezTo>
                  <a:pt x="149257" y="56308"/>
                  <a:pt x="149320" y="56308"/>
                  <a:pt x="149383" y="56340"/>
                </a:cubicBezTo>
                <a:lnTo>
                  <a:pt x="149953" y="56340"/>
                </a:lnTo>
                <a:cubicBezTo>
                  <a:pt x="150112" y="56371"/>
                  <a:pt x="150270" y="56371"/>
                  <a:pt x="150429" y="56371"/>
                </a:cubicBezTo>
                <a:lnTo>
                  <a:pt x="150967" y="56371"/>
                </a:lnTo>
                <a:cubicBezTo>
                  <a:pt x="151125" y="56371"/>
                  <a:pt x="151284" y="56371"/>
                  <a:pt x="151442" y="56340"/>
                </a:cubicBezTo>
                <a:cubicBezTo>
                  <a:pt x="151632" y="56340"/>
                  <a:pt x="151790" y="56340"/>
                  <a:pt x="151949" y="56308"/>
                </a:cubicBezTo>
                <a:cubicBezTo>
                  <a:pt x="152139" y="56308"/>
                  <a:pt x="152297" y="56308"/>
                  <a:pt x="152487" y="56276"/>
                </a:cubicBezTo>
                <a:cubicBezTo>
                  <a:pt x="152614" y="56276"/>
                  <a:pt x="152772" y="56245"/>
                  <a:pt x="152930" y="56245"/>
                </a:cubicBezTo>
                <a:cubicBezTo>
                  <a:pt x="153120" y="56213"/>
                  <a:pt x="153310" y="56181"/>
                  <a:pt x="153469" y="56150"/>
                </a:cubicBezTo>
                <a:cubicBezTo>
                  <a:pt x="153595" y="56150"/>
                  <a:pt x="153754" y="56118"/>
                  <a:pt x="153880" y="56086"/>
                </a:cubicBezTo>
                <a:cubicBezTo>
                  <a:pt x="154070" y="56055"/>
                  <a:pt x="154260" y="56023"/>
                  <a:pt x="154450" y="55960"/>
                </a:cubicBezTo>
                <a:cubicBezTo>
                  <a:pt x="154577" y="55960"/>
                  <a:pt x="154704" y="55928"/>
                  <a:pt x="154799" y="55896"/>
                </a:cubicBezTo>
                <a:cubicBezTo>
                  <a:pt x="155021" y="55833"/>
                  <a:pt x="155242" y="55801"/>
                  <a:pt x="155432" y="55738"/>
                </a:cubicBezTo>
                <a:cubicBezTo>
                  <a:pt x="155527" y="55706"/>
                  <a:pt x="155622" y="55675"/>
                  <a:pt x="155717" y="55675"/>
                </a:cubicBezTo>
                <a:cubicBezTo>
                  <a:pt x="155939" y="55611"/>
                  <a:pt x="156161" y="55548"/>
                  <a:pt x="156382" y="55453"/>
                </a:cubicBezTo>
                <a:cubicBezTo>
                  <a:pt x="156446" y="55453"/>
                  <a:pt x="156509" y="55421"/>
                  <a:pt x="156604" y="55390"/>
                </a:cubicBezTo>
                <a:cubicBezTo>
                  <a:pt x="156826" y="55295"/>
                  <a:pt x="157079" y="55231"/>
                  <a:pt x="157301" y="55136"/>
                </a:cubicBezTo>
                <a:lnTo>
                  <a:pt x="157427" y="55073"/>
                </a:lnTo>
                <a:cubicBezTo>
                  <a:pt x="157681" y="54978"/>
                  <a:pt x="157934" y="54851"/>
                  <a:pt x="158187" y="54756"/>
                </a:cubicBezTo>
                <a:cubicBezTo>
                  <a:pt x="158219" y="54756"/>
                  <a:pt x="158219" y="54725"/>
                  <a:pt x="158251" y="54725"/>
                </a:cubicBezTo>
                <a:cubicBezTo>
                  <a:pt x="164616" y="51843"/>
                  <a:pt x="169050" y="45414"/>
                  <a:pt x="169018" y="37940"/>
                </a:cubicBezTo>
                <a:cubicBezTo>
                  <a:pt x="169018" y="35027"/>
                  <a:pt x="170728" y="32398"/>
                  <a:pt x="173389" y="31226"/>
                </a:cubicBezTo>
                <a:lnTo>
                  <a:pt x="174370" y="30783"/>
                </a:lnTo>
                <a:cubicBezTo>
                  <a:pt x="175335" y="30350"/>
                  <a:pt x="176372" y="30134"/>
                  <a:pt x="177401" y="30134"/>
                </a:cubicBezTo>
                <a:cubicBezTo>
                  <a:pt x="179006" y="30134"/>
                  <a:pt x="180590" y="30659"/>
                  <a:pt x="181844" y="31701"/>
                </a:cubicBezTo>
                <a:cubicBezTo>
                  <a:pt x="181939" y="31765"/>
                  <a:pt x="182066" y="31860"/>
                  <a:pt x="182129" y="31955"/>
                </a:cubicBezTo>
                <a:cubicBezTo>
                  <a:pt x="185201" y="34742"/>
                  <a:pt x="189191" y="36515"/>
                  <a:pt x="193593" y="36737"/>
                </a:cubicBezTo>
                <a:lnTo>
                  <a:pt x="195272" y="36737"/>
                </a:lnTo>
                <a:cubicBezTo>
                  <a:pt x="195462" y="36737"/>
                  <a:pt x="195652" y="36705"/>
                  <a:pt x="195810" y="36705"/>
                </a:cubicBezTo>
                <a:cubicBezTo>
                  <a:pt x="195937" y="36705"/>
                  <a:pt x="196032" y="36705"/>
                  <a:pt x="196159" y="36673"/>
                </a:cubicBezTo>
                <a:cubicBezTo>
                  <a:pt x="205976" y="35755"/>
                  <a:pt x="213577" y="27078"/>
                  <a:pt x="212785" y="16880"/>
                </a:cubicBezTo>
                <a:cubicBezTo>
                  <a:pt x="212057" y="7918"/>
                  <a:pt x="204773" y="697"/>
                  <a:pt x="195842" y="64"/>
                </a:cubicBezTo>
                <a:cubicBezTo>
                  <a:pt x="195209" y="1"/>
                  <a:pt x="194607" y="1"/>
                  <a:pt x="19400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0"/>
          <p:cNvSpPr/>
          <p:nvPr/>
        </p:nvSpPr>
        <p:spPr>
          <a:xfrm>
            <a:off x="1210162" y="2360782"/>
            <a:ext cx="818544" cy="786237"/>
          </a:xfrm>
          <a:custGeom>
            <a:rect b="b" l="l" r="r" t="t"/>
            <a:pathLst>
              <a:path extrusionOk="0" h="27135" w="28250">
                <a:moveTo>
                  <a:pt x="14124" y="0"/>
                </a:moveTo>
                <a:cubicBezTo>
                  <a:pt x="7121" y="0"/>
                  <a:pt x="1174" y="5358"/>
                  <a:pt x="602" y="12459"/>
                </a:cubicBezTo>
                <a:cubicBezTo>
                  <a:pt x="0" y="19933"/>
                  <a:pt x="5543" y="26489"/>
                  <a:pt x="13016" y="27090"/>
                </a:cubicBezTo>
                <a:cubicBezTo>
                  <a:pt x="13387" y="27120"/>
                  <a:pt x="13755" y="27135"/>
                  <a:pt x="14121" y="27135"/>
                </a:cubicBezTo>
                <a:cubicBezTo>
                  <a:pt x="21126" y="27135"/>
                  <a:pt x="27076" y="21749"/>
                  <a:pt x="27648" y="14676"/>
                </a:cubicBezTo>
                <a:cubicBezTo>
                  <a:pt x="28249" y="7202"/>
                  <a:pt x="22707" y="647"/>
                  <a:pt x="15233" y="45"/>
                </a:cubicBezTo>
                <a:cubicBezTo>
                  <a:pt x="14861" y="15"/>
                  <a:pt x="14491" y="0"/>
                  <a:pt x="14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0"/>
          <p:cNvSpPr/>
          <p:nvPr/>
        </p:nvSpPr>
        <p:spPr>
          <a:xfrm>
            <a:off x="1608390" y="3396880"/>
            <a:ext cx="22977" cy="23209"/>
          </a:xfrm>
          <a:custGeom>
            <a:rect b="b" l="l" r="r" t="t"/>
            <a:pathLst>
              <a:path extrusionOk="0" h="801" w="793">
                <a:moveTo>
                  <a:pt x="385" y="0"/>
                </a:moveTo>
                <a:cubicBezTo>
                  <a:pt x="362" y="0"/>
                  <a:pt x="340" y="3"/>
                  <a:pt x="318" y="9"/>
                </a:cubicBezTo>
                <a:cubicBezTo>
                  <a:pt x="286" y="9"/>
                  <a:pt x="254" y="9"/>
                  <a:pt x="223" y="40"/>
                </a:cubicBezTo>
                <a:cubicBezTo>
                  <a:pt x="223" y="40"/>
                  <a:pt x="191" y="40"/>
                  <a:pt x="159" y="72"/>
                </a:cubicBezTo>
                <a:cubicBezTo>
                  <a:pt x="128" y="72"/>
                  <a:pt x="128" y="104"/>
                  <a:pt x="96" y="135"/>
                </a:cubicBezTo>
                <a:cubicBezTo>
                  <a:pt x="64" y="167"/>
                  <a:pt x="33" y="199"/>
                  <a:pt x="1" y="262"/>
                </a:cubicBezTo>
                <a:cubicBezTo>
                  <a:pt x="1" y="262"/>
                  <a:pt x="1" y="294"/>
                  <a:pt x="1" y="325"/>
                </a:cubicBezTo>
                <a:cubicBezTo>
                  <a:pt x="1" y="357"/>
                  <a:pt x="1" y="389"/>
                  <a:pt x="1" y="389"/>
                </a:cubicBezTo>
                <a:cubicBezTo>
                  <a:pt x="1" y="452"/>
                  <a:pt x="1" y="484"/>
                  <a:pt x="1" y="547"/>
                </a:cubicBezTo>
                <a:cubicBezTo>
                  <a:pt x="33" y="610"/>
                  <a:pt x="64" y="642"/>
                  <a:pt x="96" y="674"/>
                </a:cubicBezTo>
                <a:cubicBezTo>
                  <a:pt x="159" y="769"/>
                  <a:pt x="286" y="800"/>
                  <a:pt x="381" y="800"/>
                </a:cubicBezTo>
                <a:cubicBezTo>
                  <a:pt x="444" y="800"/>
                  <a:pt x="476" y="800"/>
                  <a:pt x="539" y="769"/>
                </a:cubicBezTo>
                <a:cubicBezTo>
                  <a:pt x="571" y="737"/>
                  <a:pt x="634" y="705"/>
                  <a:pt x="666" y="674"/>
                </a:cubicBezTo>
                <a:cubicBezTo>
                  <a:pt x="698" y="642"/>
                  <a:pt x="729" y="610"/>
                  <a:pt x="761" y="547"/>
                </a:cubicBezTo>
                <a:cubicBezTo>
                  <a:pt x="761" y="484"/>
                  <a:pt x="793" y="452"/>
                  <a:pt x="793" y="389"/>
                </a:cubicBezTo>
                <a:cubicBezTo>
                  <a:pt x="793" y="294"/>
                  <a:pt x="729" y="199"/>
                  <a:pt x="666" y="135"/>
                </a:cubicBezTo>
                <a:cubicBezTo>
                  <a:pt x="588" y="57"/>
                  <a:pt x="488" y="0"/>
                  <a:pt x="385" y="0"/>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0"/>
          <p:cNvSpPr/>
          <p:nvPr/>
        </p:nvSpPr>
        <p:spPr>
          <a:xfrm>
            <a:off x="1608390" y="3446659"/>
            <a:ext cx="22977" cy="170721"/>
          </a:xfrm>
          <a:custGeom>
            <a:rect b="b" l="l" r="r" t="t"/>
            <a:pathLst>
              <a:path extrusionOk="0" h="5892" w="793">
                <a:moveTo>
                  <a:pt x="381" y="1"/>
                </a:moveTo>
                <a:cubicBezTo>
                  <a:pt x="159" y="1"/>
                  <a:pt x="1" y="159"/>
                  <a:pt x="1" y="381"/>
                </a:cubicBezTo>
                <a:cubicBezTo>
                  <a:pt x="1" y="602"/>
                  <a:pt x="159" y="792"/>
                  <a:pt x="381" y="792"/>
                </a:cubicBezTo>
                <a:cubicBezTo>
                  <a:pt x="603" y="792"/>
                  <a:pt x="793" y="602"/>
                  <a:pt x="793" y="381"/>
                </a:cubicBezTo>
                <a:cubicBezTo>
                  <a:pt x="793" y="159"/>
                  <a:pt x="603" y="1"/>
                  <a:pt x="381" y="1"/>
                </a:cubicBezTo>
                <a:close/>
                <a:moveTo>
                  <a:pt x="381" y="1679"/>
                </a:moveTo>
                <a:cubicBezTo>
                  <a:pt x="159" y="1679"/>
                  <a:pt x="1" y="1869"/>
                  <a:pt x="1" y="2091"/>
                </a:cubicBezTo>
                <a:cubicBezTo>
                  <a:pt x="1" y="2313"/>
                  <a:pt x="159" y="2471"/>
                  <a:pt x="381" y="2471"/>
                </a:cubicBezTo>
                <a:cubicBezTo>
                  <a:pt x="603" y="2471"/>
                  <a:pt x="793" y="2313"/>
                  <a:pt x="793" y="2091"/>
                </a:cubicBezTo>
                <a:cubicBezTo>
                  <a:pt x="793" y="1869"/>
                  <a:pt x="603" y="1679"/>
                  <a:pt x="381" y="1679"/>
                </a:cubicBezTo>
                <a:close/>
                <a:moveTo>
                  <a:pt x="381" y="3389"/>
                </a:moveTo>
                <a:cubicBezTo>
                  <a:pt x="159" y="3389"/>
                  <a:pt x="1" y="3579"/>
                  <a:pt x="1" y="3801"/>
                </a:cubicBezTo>
                <a:cubicBezTo>
                  <a:pt x="1" y="3991"/>
                  <a:pt x="159" y="4181"/>
                  <a:pt x="381" y="4181"/>
                </a:cubicBezTo>
                <a:cubicBezTo>
                  <a:pt x="603" y="4181"/>
                  <a:pt x="793" y="3991"/>
                  <a:pt x="793" y="3801"/>
                </a:cubicBezTo>
                <a:cubicBezTo>
                  <a:pt x="793" y="3579"/>
                  <a:pt x="603" y="3389"/>
                  <a:pt x="381" y="3389"/>
                </a:cubicBezTo>
                <a:close/>
                <a:moveTo>
                  <a:pt x="381" y="5099"/>
                </a:moveTo>
                <a:cubicBezTo>
                  <a:pt x="159" y="5099"/>
                  <a:pt x="1" y="5258"/>
                  <a:pt x="1" y="5479"/>
                </a:cubicBezTo>
                <a:cubicBezTo>
                  <a:pt x="1" y="5701"/>
                  <a:pt x="159" y="5891"/>
                  <a:pt x="381" y="5891"/>
                </a:cubicBezTo>
                <a:cubicBezTo>
                  <a:pt x="603" y="5891"/>
                  <a:pt x="793" y="5701"/>
                  <a:pt x="793" y="5479"/>
                </a:cubicBezTo>
                <a:cubicBezTo>
                  <a:pt x="793" y="5258"/>
                  <a:pt x="603" y="5099"/>
                  <a:pt x="381" y="5099"/>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0"/>
          <p:cNvSpPr/>
          <p:nvPr/>
        </p:nvSpPr>
        <p:spPr>
          <a:xfrm>
            <a:off x="1608390" y="3643250"/>
            <a:ext cx="22977" cy="23673"/>
          </a:xfrm>
          <a:custGeom>
            <a:rect b="b" l="l" r="r" t="t"/>
            <a:pathLst>
              <a:path extrusionOk="0" h="817" w="793">
                <a:moveTo>
                  <a:pt x="381" y="1"/>
                </a:moveTo>
                <a:cubicBezTo>
                  <a:pt x="357" y="1"/>
                  <a:pt x="333" y="9"/>
                  <a:pt x="318" y="25"/>
                </a:cubicBezTo>
                <a:cubicBezTo>
                  <a:pt x="286" y="25"/>
                  <a:pt x="254" y="25"/>
                  <a:pt x="223" y="56"/>
                </a:cubicBezTo>
                <a:cubicBezTo>
                  <a:pt x="223" y="56"/>
                  <a:pt x="191" y="56"/>
                  <a:pt x="159" y="88"/>
                </a:cubicBezTo>
                <a:cubicBezTo>
                  <a:pt x="128" y="88"/>
                  <a:pt x="128" y="120"/>
                  <a:pt x="96" y="120"/>
                </a:cubicBezTo>
                <a:cubicBezTo>
                  <a:pt x="64" y="151"/>
                  <a:pt x="33" y="215"/>
                  <a:pt x="1" y="246"/>
                </a:cubicBezTo>
                <a:cubicBezTo>
                  <a:pt x="1" y="310"/>
                  <a:pt x="1" y="341"/>
                  <a:pt x="1" y="405"/>
                </a:cubicBezTo>
                <a:cubicBezTo>
                  <a:pt x="1" y="468"/>
                  <a:pt x="1" y="500"/>
                  <a:pt x="1" y="563"/>
                </a:cubicBezTo>
                <a:cubicBezTo>
                  <a:pt x="33" y="595"/>
                  <a:pt x="64" y="658"/>
                  <a:pt x="96" y="690"/>
                </a:cubicBezTo>
                <a:cubicBezTo>
                  <a:pt x="159" y="753"/>
                  <a:pt x="286" y="816"/>
                  <a:pt x="381" y="816"/>
                </a:cubicBezTo>
                <a:cubicBezTo>
                  <a:pt x="444" y="816"/>
                  <a:pt x="476" y="785"/>
                  <a:pt x="539" y="785"/>
                </a:cubicBezTo>
                <a:cubicBezTo>
                  <a:pt x="571" y="753"/>
                  <a:pt x="634" y="721"/>
                  <a:pt x="666" y="690"/>
                </a:cubicBezTo>
                <a:cubicBezTo>
                  <a:pt x="698" y="658"/>
                  <a:pt x="729" y="595"/>
                  <a:pt x="729" y="563"/>
                </a:cubicBezTo>
                <a:cubicBezTo>
                  <a:pt x="761" y="500"/>
                  <a:pt x="793" y="468"/>
                  <a:pt x="793" y="405"/>
                </a:cubicBezTo>
                <a:cubicBezTo>
                  <a:pt x="793" y="341"/>
                  <a:pt x="761" y="310"/>
                  <a:pt x="729" y="246"/>
                </a:cubicBezTo>
                <a:cubicBezTo>
                  <a:pt x="729" y="215"/>
                  <a:pt x="698" y="151"/>
                  <a:pt x="666" y="120"/>
                </a:cubicBezTo>
                <a:cubicBezTo>
                  <a:pt x="634" y="120"/>
                  <a:pt x="634" y="88"/>
                  <a:pt x="603" y="88"/>
                </a:cubicBezTo>
                <a:cubicBezTo>
                  <a:pt x="571" y="56"/>
                  <a:pt x="571" y="56"/>
                  <a:pt x="539" y="56"/>
                </a:cubicBezTo>
                <a:cubicBezTo>
                  <a:pt x="508" y="25"/>
                  <a:pt x="476" y="25"/>
                  <a:pt x="444" y="25"/>
                </a:cubicBezTo>
                <a:cubicBezTo>
                  <a:pt x="428" y="9"/>
                  <a:pt x="405" y="1"/>
                  <a:pt x="381"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0"/>
          <p:cNvSpPr/>
          <p:nvPr/>
        </p:nvSpPr>
        <p:spPr>
          <a:xfrm>
            <a:off x="4149238" y="3396764"/>
            <a:ext cx="22977" cy="23325"/>
          </a:xfrm>
          <a:custGeom>
            <a:rect b="b" l="l" r="r" t="t"/>
            <a:pathLst>
              <a:path extrusionOk="0" h="805" w="793">
                <a:moveTo>
                  <a:pt x="417" y="1"/>
                </a:moveTo>
                <a:cubicBezTo>
                  <a:pt x="383" y="1"/>
                  <a:pt x="349" y="5"/>
                  <a:pt x="317" y="13"/>
                </a:cubicBezTo>
                <a:cubicBezTo>
                  <a:pt x="286" y="13"/>
                  <a:pt x="286" y="13"/>
                  <a:pt x="254" y="44"/>
                </a:cubicBezTo>
                <a:cubicBezTo>
                  <a:pt x="222" y="44"/>
                  <a:pt x="191" y="44"/>
                  <a:pt x="191" y="76"/>
                </a:cubicBezTo>
                <a:cubicBezTo>
                  <a:pt x="159" y="76"/>
                  <a:pt x="127" y="108"/>
                  <a:pt x="127" y="108"/>
                </a:cubicBezTo>
                <a:cubicBezTo>
                  <a:pt x="96" y="171"/>
                  <a:pt x="64" y="203"/>
                  <a:pt x="32" y="266"/>
                </a:cubicBezTo>
                <a:cubicBezTo>
                  <a:pt x="32" y="298"/>
                  <a:pt x="1" y="361"/>
                  <a:pt x="1" y="393"/>
                </a:cubicBezTo>
                <a:cubicBezTo>
                  <a:pt x="1" y="519"/>
                  <a:pt x="64" y="614"/>
                  <a:pt x="127" y="678"/>
                </a:cubicBezTo>
                <a:cubicBezTo>
                  <a:pt x="191" y="773"/>
                  <a:pt x="286" y="804"/>
                  <a:pt x="412" y="804"/>
                </a:cubicBezTo>
                <a:cubicBezTo>
                  <a:pt x="507" y="804"/>
                  <a:pt x="602" y="773"/>
                  <a:pt x="697" y="678"/>
                </a:cubicBezTo>
                <a:cubicBezTo>
                  <a:pt x="729" y="646"/>
                  <a:pt x="761" y="614"/>
                  <a:pt x="761" y="551"/>
                </a:cubicBezTo>
                <a:cubicBezTo>
                  <a:pt x="792" y="488"/>
                  <a:pt x="792" y="456"/>
                  <a:pt x="792" y="393"/>
                </a:cubicBezTo>
                <a:cubicBezTo>
                  <a:pt x="792" y="361"/>
                  <a:pt x="792" y="298"/>
                  <a:pt x="761" y="266"/>
                </a:cubicBezTo>
                <a:cubicBezTo>
                  <a:pt x="761" y="203"/>
                  <a:pt x="729" y="171"/>
                  <a:pt x="697" y="108"/>
                </a:cubicBezTo>
                <a:cubicBezTo>
                  <a:pt x="626" y="36"/>
                  <a:pt x="519" y="1"/>
                  <a:pt x="417"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0"/>
          <p:cNvSpPr/>
          <p:nvPr/>
        </p:nvSpPr>
        <p:spPr>
          <a:xfrm>
            <a:off x="4149238" y="3446659"/>
            <a:ext cx="22977" cy="170721"/>
          </a:xfrm>
          <a:custGeom>
            <a:rect b="b" l="l" r="r" t="t"/>
            <a:pathLst>
              <a:path extrusionOk="0" h="5892" w="793">
                <a:moveTo>
                  <a:pt x="412" y="1"/>
                </a:moveTo>
                <a:cubicBezTo>
                  <a:pt x="191" y="1"/>
                  <a:pt x="1" y="159"/>
                  <a:pt x="1" y="381"/>
                </a:cubicBezTo>
                <a:cubicBezTo>
                  <a:pt x="1" y="602"/>
                  <a:pt x="191" y="792"/>
                  <a:pt x="412" y="792"/>
                </a:cubicBezTo>
                <a:cubicBezTo>
                  <a:pt x="634" y="792"/>
                  <a:pt x="792" y="602"/>
                  <a:pt x="792" y="381"/>
                </a:cubicBezTo>
                <a:cubicBezTo>
                  <a:pt x="792" y="159"/>
                  <a:pt x="634" y="1"/>
                  <a:pt x="412" y="1"/>
                </a:cubicBezTo>
                <a:close/>
                <a:moveTo>
                  <a:pt x="412" y="1679"/>
                </a:moveTo>
                <a:cubicBezTo>
                  <a:pt x="191" y="1679"/>
                  <a:pt x="1" y="1869"/>
                  <a:pt x="1" y="2091"/>
                </a:cubicBezTo>
                <a:cubicBezTo>
                  <a:pt x="1" y="2313"/>
                  <a:pt x="191" y="2471"/>
                  <a:pt x="412" y="2471"/>
                </a:cubicBezTo>
                <a:cubicBezTo>
                  <a:pt x="634" y="2471"/>
                  <a:pt x="792" y="2313"/>
                  <a:pt x="792" y="2091"/>
                </a:cubicBezTo>
                <a:cubicBezTo>
                  <a:pt x="792" y="1869"/>
                  <a:pt x="634" y="1679"/>
                  <a:pt x="412" y="1679"/>
                </a:cubicBezTo>
                <a:close/>
                <a:moveTo>
                  <a:pt x="412" y="3389"/>
                </a:moveTo>
                <a:cubicBezTo>
                  <a:pt x="191" y="3389"/>
                  <a:pt x="1" y="3579"/>
                  <a:pt x="1" y="3801"/>
                </a:cubicBezTo>
                <a:cubicBezTo>
                  <a:pt x="1" y="4023"/>
                  <a:pt x="191" y="4181"/>
                  <a:pt x="412" y="4181"/>
                </a:cubicBezTo>
                <a:cubicBezTo>
                  <a:pt x="634" y="4181"/>
                  <a:pt x="792" y="4023"/>
                  <a:pt x="792" y="3801"/>
                </a:cubicBezTo>
                <a:cubicBezTo>
                  <a:pt x="792" y="3579"/>
                  <a:pt x="634" y="3389"/>
                  <a:pt x="412" y="3389"/>
                </a:cubicBezTo>
                <a:close/>
                <a:moveTo>
                  <a:pt x="412" y="5099"/>
                </a:moveTo>
                <a:cubicBezTo>
                  <a:pt x="191" y="5099"/>
                  <a:pt x="1" y="5258"/>
                  <a:pt x="1" y="5479"/>
                </a:cubicBezTo>
                <a:cubicBezTo>
                  <a:pt x="1" y="5701"/>
                  <a:pt x="191" y="5891"/>
                  <a:pt x="412" y="5891"/>
                </a:cubicBezTo>
                <a:cubicBezTo>
                  <a:pt x="634" y="5891"/>
                  <a:pt x="792" y="5701"/>
                  <a:pt x="792" y="5479"/>
                </a:cubicBezTo>
                <a:cubicBezTo>
                  <a:pt x="792" y="5258"/>
                  <a:pt x="634" y="5099"/>
                  <a:pt x="412" y="5099"/>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0"/>
          <p:cNvSpPr/>
          <p:nvPr/>
        </p:nvSpPr>
        <p:spPr>
          <a:xfrm>
            <a:off x="4149238" y="3643946"/>
            <a:ext cx="22977" cy="22977"/>
          </a:xfrm>
          <a:custGeom>
            <a:rect b="b" l="l" r="r" t="t"/>
            <a:pathLst>
              <a:path extrusionOk="0" h="793" w="793">
                <a:moveTo>
                  <a:pt x="400" y="1"/>
                </a:moveTo>
                <a:cubicBezTo>
                  <a:pt x="293" y="1"/>
                  <a:pt x="191" y="32"/>
                  <a:pt x="127" y="96"/>
                </a:cubicBezTo>
                <a:cubicBezTo>
                  <a:pt x="96" y="127"/>
                  <a:pt x="64" y="191"/>
                  <a:pt x="32" y="222"/>
                </a:cubicBezTo>
                <a:cubicBezTo>
                  <a:pt x="32" y="286"/>
                  <a:pt x="1" y="317"/>
                  <a:pt x="1" y="381"/>
                </a:cubicBezTo>
                <a:cubicBezTo>
                  <a:pt x="1" y="444"/>
                  <a:pt x="32" y="476"/>
                  <a:pt x="32" y="539"/>
                </a:cubicBezTo>
                <a:cubicBezTo>
                  <a:pt x="64" y="571"/>
                  <a:pt x="96" y="634"/>
                  <a:pt x="127" y="666"/>
                </a:cubicBezTo>
                <a:cubicBezTo>
                  <a:pt x="191" y="729"/>
                  <a:pt x="286" y="792"/>
                  <a:pt x="412" y="792"/>
                </a:cubicBezTo>
                <a:cubicBezTo>
                  <a:pt x="507" y="792"/>
                  <a:pt x="602" y="729"/>
                  <a:pt x="697" y="666"/>
                </a:cubicBezTo>
                <a:cubicBezTo>
                  <a:pt x="761" y="602"/>
                  <a:pt x="792" y="476"/>
                  <a:pt x="792" y="381"/>
                </a:cubicBezTo>
                <a:cubicBezTo>
                  <a:pt x="792" y="317"/>
                  <a:pt x="792" y="286"/>
                  <a:pt x="761" y="222"/>
                </a:cubicBezTo>
                <a:cubicBezTo>
                  <a:pt x="761" y="191"/>
                  <a:pt x="729" y="127"/>
                  <a:pt x="697" y="96"/>
                </a:cubicBezTo>
                <a:cubicBezTo>
                  <a:pt x="618" y="32"/>
                  <a:pt x="507" y="1"/>
                  <a:pt x="400"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0"/>
          <p:cNvSpPr/>
          <p:nvPr/>
        </p:nvSpPr>
        <p:spPr>
          <a:xfrm>
            <a:off x="2878350" y="2409777"/>
            <a:ext cx="22977" cy="22977"/>
          </a:xfrm>
          <a:custGeom>
            <a:rect b="b" l="l" r="r" t="t"/>
            <a:pathLst>
              <a:path extrusionOk="0" h="793" w="793">
                <a:moveTo>
                  <a:pt x="413" y="1"/>
                </a:moveTo>
                <a:cubicBezTo>
                  <a:pt x="310" y="1"/>
                  <a:pt x="207" y="33"/>
                  <a:pt x="128" y="96"/>
                </a:cubicBezTo>
                <a:cubicBezTo>
                  <a:pt x="96" y="128"/>
                  <a:pt x="64" y="191"/>
                  <a:pt x="33" y="223"/>
                </a:cubicBezTo>
                <a:cubicBezTo>
                  <a:pt x="33" y="286"/>
                  <a:pt x="1" y="349"/>
                  <a:pt x="1" y="381"/>
                </a:cubicBezTo>
                <a:cubicBezTo>
                  <a:pt x="1" y="444"/>
                  <a:pt x="33" y="476"/>
                  <a:pt x="33" y="539"/>
                </a:cubicBezTo>
                <a:cubicBezTo>
                  <a:pt x="64" y="571"/>
                  <a:pt x="96" y="634"/>
                  <a:pt x="128" y="666"/>
                </a:cubicBezTo>
                <a:cubicBezTo>
                  <a:pt x="159" y="698"/>
                  <a:pt x="223" y="729"/>
                  <a:pt x="254" y="761"/>
                </a:cubicBezTo>
                <a:cubicBezTo>
                  <a:pt x="286" y="761"/>
                  <a:pt x="349" y="793"/>
                  <a:pt x="413" y="793"/>
                </a:cubicBezTo>
                <a:cubicBezTo>
                  <a:pt x="476" y="793"/>
                  <a:pt x="508" y="761"/>
                  <a:pt x="571" y="761"/>
                </a:cubicBezTo>
                <a:cubicBezTo>
                  <a:pt x="603" y="729"/>
                  <a:pt x="666" y="698"/>
                  <a:pt x="698" y="666"/>
                </a:cubicBezTo>
                <a:cubicBezTo>
                  <a:pt x="761" y="603"/>
                  <a:pt x="793" y="476"/>
                  <a:pt x="793" y="381"/>
                </a:cubicBezTo>
                <a:cubicBezTo>
                  <a:pt x="793" y="349"/>
                  <a:pt x="793" y="286"/>
                  <a:pt x="761" y="223"/>
                </a:cubicBezTo>
                <a:cubicBezTo>
                  <a:pt x="761" y="191"/>
                  <a:pt x="729" y="128"/>
                  <a:pt x="698" y="96"/>
                </a:cubicBezTo>
                <a:cubicBezTo>
                  <a:pt x="618" y="33"/>
                  <a:pt x="515" y="1"/>
                  <a:pt x="413"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0"/>
          <p:cNvSpPr/>
          <p:nvPr/>
        </p:nvSpPr>
        <p:spPr>
          <a:xfrm>
            <a:off x="2878350" y="2458426"/>
            <a:ext cx="22977" cy="171619"/>
          </a:xfrm>
          <a:custGeom>
            <a:rect b="b" l="l" r="r" t="t"/>
            <a:pathLst>
              <a:path extrusionOk="0" h="5923" w="793">
                <a:moveTo>
                  <a:pt x="413" y="0"/>
                </a:moveTo>
                <a:cubicBezTo>
                  <a:pt x="191" y="0"/>
                  <a:pt x="1" y="190"/>
                  <a:pt x="1" y="412"/>
                </a:cubicBezTo>
                <a:cubicBezTo>
                  <a:pt x="1" y="634"/>
                  <a:pt x="191" y="792"/>
                  <a:pt x="413" y="792"/>
                </a:cubicBezTo>
                <a:cubicBezTo>
                  <a:pt x="634" y="792"/>
                  <a:pt x="793" y="634"/>
                  <a:pt x="793" y="412"/>
                </a:cubicBezTo>
                <a:cubicBezTo>
                  <a:pt x="793" y="190"/>
                  <a:pt x="634" y="0"/>
                  <a:pt x="413" y="0"/>
                </a:cubicBezTo>
                <a:close/>
                <a:moveTo>
                  <a:pt x="413" y="1710"/>
                </a:moveTo>
                <a:cubicBezTo>
                  <a:pt x="191" y="1710"/>
                  <a:pt x="1" y="1900"/>
                  <a:pt x="1" y="2122"/>
                </a:cubicBezTo>
                <a:cubicBezTo>
                  <a:pt x="1" y="2344"/>
                  <a:pt x="191" y="2502"/>
                  <a:pt x="413" y="2502"/>
                </a:cubicBezTo>
                <a:cubicBezTo>
                  <a:pt x="634" y="2502"/>
                  <a:pt x="793" y="2344"/>
                  <a:pt x="793" y="2122"/>
                </a:cubicBezTo>
                <a:cubicBezTo>
                  <a:pt x="793" y="1900"/>
                  <a:pt x="634" y="1710"/>
                  <a:pt x="413" y="1710"/>
                </a:cubicBezTo>
                <a:close/>
                <a:moveTo>
                  <a:pt x="413" y="3421"/>
                </a:moveTo>
                <a:cubicBezTo>
                  <a:pt x="191" y="3421"/>
                  <a:pt x="1" y="3579"/>
                  <a:pt x="1" y="3801"/>
                </a:cubicBezTo>
                <a:cubicBezTo>
                  <a:pt x="1" y="4022"/>
                  <a:pt x="191" y="4212"/>
                  <a:pt x="413" y="4212"/>
                </a:cubicBezTo>
                <a:cubicBezTo>
                  <a:pt x="634" y="4212"/>
                  <a:pt x="793" y="4022"/>
                  <a:pt x="793" y="3801"/>
                </a:cubicBezTo>
                <a:cubicBezTo>
                  <a:pt x="793" y="3579"/>
                  <a:pt x="634" y="3421"/>
                  <a:pt x="413" y="3421"/>
                </a:cubicBezTo>
                <a:close/>
                <a:moveTo>
                  <a:pt x="413" y="5131"/>
                </a:moveTo>
                <a:cubicBezTo>
                  <a:pt x="191" y="5131"/>
                  <a:pt x="1" y="5289"/>
                  <a:pt x="1" y="5511"/>
                </a:cubicBezTo>
                <a:cubicBezTo>
                  <a:pt x="1" y="5732"/>
                  <a:pt x="191" y="5922"/>
                  <a:pt x="413" y="5922"/>
                </a:cubicBezTo>
                <a:cubicBezTo>
                  <a:pt x="634" y="5922"/>
                  <a:pt x="793" y="5732"/>
                  <a:pt x="793" y="5511"/>
                </a:cubicBezTo>
                <a:cubicBezTo>
                  <a:pt x="793" y="5289"/>
                  <a:pt x="634" y="5131"/>
                  <a:pt x="413" y="513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0"/>
          <p:cNvSpPr/>
          <p:nvPr/>
        </p:nvSpPr>
        <p:spPr>
          <a:xfrm>
            <a:off x="2878350" y="2655887"/>
            <a:ext cx="22977" cy="22774"/>
          </a:xfrm>
          <a:custGeom>
            <a:rect b="b" l="l" r="r" t="t"/>
            <a:pathLst>
              <a:path extrusionOk="0" h="786" w="793">
                <a:moveTo>
                  <a:pt x="434" y="0"/>
                </a:moveTo>
                <a:cubicBezTo>
                  <a:pt x="314" y="0"/>
                  <a:pt x="196" y="52"/>
                  <a:pt x="128" y="121"/>
                </a:cubicBezTo>
                <a:cubicBezTo>
                  <a:pt x="96" y="152"/>
                  <a:pt x="64" y="216"/>
                  <a:pt x="33" y="247"/>
                </a:cubicBezTo>
                <a:cubicBezTo>
                  <a:pt x="33" y="311"/>
                  <a:pt x="1" y="342"/>
                  <a:pt x="1" y="406"/>
                </a:cubicBezTo>
                <a:cubicBezTo>
                  <a:pt x="1" y="469"/>
                  <a:pt x="33" y="501"/>
                  <a:pt x="33" y="564"/>
                </a:cubicBezTo>
                <a:cubicBezTo>
                  <a:pt x="64" y="596"/>
                  <a:pt x="96" y="659"/>
                  <a:pt x="128" y="691"/>
                </a:cubicBezTo>
                <a:cubicBezTo>
                  <a:pt x="159" y="723"/>
                  <a:pt x="223" y="754"/>
                  <a:pt x="254" y="754"/>
                </a:cubicBezTo>
                <a:cubicBezTo>
                  <a:pt x="286" y="786"/>
                  <a:pt x="349" y="786"/>
                  <a:pt x="413" y="786"/>
                </a:cubicBezTo>
                <a:cubicBezTo>
                  <a:pt x="476" y="786"/>
                  <a:pt x="508" y="786"/>
                  <a:pt x="571" y="754"/>
                </a:cubicBezTo>
                <a:cubicBezTo>
                  <a:pt x="603" y="754"/>
                  <a:pt x="666" y="723"/>
                  <a:pt x="698" y="691"/>
                </a:cubicBezTo>
                <a:cubicBezTo>
                  <a:pt x="729" y="659"/>
                  <a:pt x="761" y="596"/>
                  <a:pt x="761" y="564"/>
                </a:cubicBezTo>
                <a:cubicBezTo>
                  <a:pt x="793" y="501"/>
                  <a:pt x="793" y="469"/>
                  <a:pt x="793" y="406"/>
                </a:cubicBezTo>
                <a:cubicBezTo>
                  <a:pt x="793" y="342"/>
                  <a:pt x="793" y="311"/>
                  <a:pt x="761" y="247"/>
                </a:cubicBezTo>
                <a:cubicBezTo>
                  <a:pt x="761" y="216"/>
                  <a:pt x="729" y="152"/>
                  <a:pt x="698" y="121"/>
                </a:cubicBezTo>
                <a:cubicBezTo>
                  <a:pt x="666" y="89"/>
                  <a:pt x="603" y="57"/>
                  <a:pt x="571" y="26"/>
                </a:cubicBezTo>
                <a:cubicBezTo>
                  <a:pt x="527" y="8"/>
                  <a:pt x="480" y="0"/>
                  <a:pt x="434" y="0"/>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0"/>
          <p:cNvSpPr/>
          <p:nvPr/>
        </p:nvSpPr>
        <p:spPr>
          <a:xfrm>
            <a:off x="5420125" y="2409430"/>
            <a:ext cx="22948" cy="23325"/>
          </a:xfrm>
          <a:custGeom>
            <a:rect b="b" l="l" r="r" t="t"/>
            <a:pathLst>
              <a:path extrusionOk="0" h="805" w="792">
                <a:moveTo>
                  <a:pt x="381" y="1"/>
                </a:moveTo>
                <a:cubicBezTo>
                  <a:pt x="287" y="1"/>
                  <a:pt x="198" y="37"/>
                  <a:pt x="127" y="108"/>
                </a:cubicBezTo>
                <a:cubicBezTo>
                  <a:pt x="95" y="140"/>
                  <a:pt x="95" y="171"/>
                  <a:pt x="64" y="171"/>
                </a:cubicBezTo>
                <a:cubicBezTo>
                  <a:pt x="64" y="203"/>
                  <a:pt x="32" y="235"/>
                  <a:pt x="32" y="235"/>
                </a:cubicBezTo>
                <a:cubicBezTo>
                  <a:pt x="32" y="266"/>
                  <a:pt x="0" y="298"/>
                  <a:pt x="0" y="330"/>
                </a:cubicBezTo>
                <a:cubicBezTo>
                  <a:pt x="0" y="361"/>
                  <a:pt x="0" y="361"/>
                  <a:pt x="0" y="393"/>
                </a:cubicBezTo>
                <a:cubicBezTo>
                  <a:pt x="0" y="488"/>
                  <a:pt x="32" y="615"/>
                  <a:pt x="127" y="678"/>
                </a:cubicBezTo>
                <a:cubicBezTo>
                  <a:pt x="190" y="741"/>
                  <a:pt x="285" y="805"/>
                  <a:pt x="412" y="805"/>
                </a:cubicBezTo>
                <a:cubicBezTo>
                  <a:pt x="507" y="805"/>
                  <a:pt x="602" y="741"/>
                  <a:pt x="665" y="678"/>
                </a:cubicBezTo>
                <a:cubicBezTo>
                  <a:pt x="760" y="615"/>
                  <a:pt x="792" y="488"/>
                  <a:pt x="792" y="393"/>
                </a:cubicBezTo>
                <a:cubicBezTo>
                  <a:pt x="792" y="298"/>
                  <a:pt x="760" y="203"/>
                  <a:pt x="665" y="108"/>
                </a:cubicBezTo>
                <a:cubicBezTo>
                  <a:pt x="665" y="108"/>
                  <a:pt x="634" y="76"/>
                  <a:pt x="602" y="76"/>
                </a:cubicBezTo>
                <a:cubicBezTo>
                  <a:pt x="602" y="45"/>
                  <a:pt x="570" y="45"/>
                  <a:pt x="539" y="45"/>
                </a:cubicBezTo>
                <a:cubicBezTo>
                  <a:pt x="539" y="13"/>
                  <a:pt x="507" y="13"/>
                  <a:pt x="475" y="13"/>
                </a:cubicBezTo>
                <a:cubicBezTo>
                  <a:pt x="444" y="5"/>
                  <a:pt x="412" y="1"/>
                  <a:pt x="381"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0"/>
          <p:cNvSpPr/>
          <p:nvPr/>
        </p:nvSpPr>
        <p:spPr>
          <a:xfrm>
            <a:off x="5420125" y="2458426"/>
            <a:ext cx="22948" cy="171619"/>
          </a:xfrm>
          <a:custGeom>
            <a:rect b="b" l="l" r="r" t="t"/>
            <a:pathLst>
              <a:path extrusionOk="0" h="5923" w="792">
                <a:moveTo>
                  <a:pt x="412" y="0"/>
                </a:moveTo>
                <a:cubicBezTo>
                  <a:pt x="190" y="0"/>
                  <a:pt x="0" y="190"/>
                  <a:pt x="0" y="412"/>
                </a:cubicBezTo>
                <a:cubicBezTo>
                  <a:pt x="0" y="634"/>
                  <a:pt x="190" y="792"/>
                  <a:pt x="412" y="792"/>
                </a:cubicBezTo>
                <a:cubicBezTo>
                  <a:pt x="602" y="792"/>
                  <a:pt x="792" y="634"/>
                  <a:pt x="792" y="412"/>
                </a:cubicBezTo>
                <a:cubicBezTo>
                  <a:pt x="792" y="190"/>
                  <a:pt x="602" y="0"/>
                  <a:pt x="412" y="0"/>
                </a:cubicBezTo>
                <a:close/>
                <a:moveTo>
                  <a:pt x="412" y="1710"/>
                </a:moveTo>
                <a:cubicBezTo>
                  <a:pt x="190" y="1710"/>
                  <a:pt x="0" y="1900"/>
                  <a:pt x="0" y="2122"/>
                </a:cubicBezTo>
                <a:cubicBezTo>
                  <a:pt x="0" y="2344"/>
                  <a:pt x="190" y="2502"/>
                  <a:pt x="412" y="2502"/>
                </a:cubicBezTo>
                <a:cubicBezTo>
                  <a:pt x="602" y="2502"/>
                  <a:pt x="792" y="2344"/>
                  <a:pt x="792" y="2122"/>
                </a:cubicBezTo>
                <a:cubicBezTo>
                  <a:pt x="792" y="1900"/>
                  <a:pt x="602" y="1710"/>
                  <a:pt x="412" y="1710"/>
                </a:cubicBezTo>
                <a:close/>
                <a:moveTo>
                  <a:pt x="412" y="3421"/>
                </a:moveTo>
                <a:cubicBezTo>
                  <a:pt x="190" y="3421"/>
                  <a:pt x="0" y="3579"/>
                  <a:pt x="0" y="3801"/>
                </a:cubicBezTo>
                <a:cubicBezTo>
                  <a:pt x="0" y="4022"/>
                  <a:pt x="190" y="4212"/>
                  <a:pt x="412" y="4212"/>
                </a:cubicBezTo>
                <a:cubicBezTo>
                  <a:pt x="602" y="4212"/>
                  <a:pt x="792" y="4022"/>
                  <a:pt x="792" y="3801"/>
                </a:cubicBezTo>
                <a:cubicBezTo>
                  <a:pt x="792" y="3579"/>
                  <a:pt x="602" y="3421"/>
                  <a:pt x="412" y="3421"/>
                </a:cubicBezTo>
                <a:close/>
                <a:moveTo>
                  <a:pt x="412" y="5131"/>
                </a:moveTo>
                <a:cubicBezTo>
                  <a:pt x="190" y="5131"/>
                  <a:pt x="0" y="5289"/>
                  <a:pt x="0" y="5511"/>
                </a:cubicBezTo>
                <a:cubicBezTo>
                  <a:pt x="0" y="5732"/>
                  <a:pt x="190" y="5922"/>
                  <a:pt x="412" y="5922"/>
                </a:cubicBezTo>
                <a:cubicBezTo>
                  <a:pt x="602" y="5922"/>
                  <a:pt x="792" y="5732"/>
                  <a:pt x="792" y="5511"/>
                </a:cubicBezTo>
                <a:cubicBezTo>
                  <a:pt x="792" y="5289"/>
                  <a:pt x="602" y="5131"/>
                  <a:pt x="412" y="513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0"/>
          <p:cNvSpPr/>
          <p:nvPr/>
        </p:nvSpPr>
        <p:spPr>
          <a:xfrm>
            <a:off x="5420125" y="2656263"/>
            <a:ext cx="22948" cy="22398"/>
          </a:xfrm>
          <a:custGeom>
            <a:rect b="b" l="l" r="r" t="t"/>
            <a:pathLst>
              <a:path extrusionOk="0" h="773" w="792">
                <a:moveTo>
                  <a:pt x="381" y="1"/>
                </a:moveTo>
                <a:cubicBezTo>
                  <a:pt x="287" y="1"/>
                  <a:pt x="198" y="37"/>
                  <a:pt x="127" y="108"/>
                </a:cubicBezTo>
                <a:cubicBezTo>
                  <a:pt x="95" y="139"/>
                  <a:pt x="64" y="203"/>
                  <a:pt x="32" y="234"/>
                </a:cubicBezTo>
                <a:cubicBezTo>
                  <a:pt x="0" y="298"/>
                  <a:pt x="0" y="329"/>
                  <a:pt x="0" y="393"/>
                </a:cubicBezTo>
                <a:cubicBezTo>
                  <a:pt x="0" y="456"/>
                  <a:pt x="0" y="488"/>
                  <a:pt x="32" y="551"/>
                </a:cubicBezTo>
                <a:cubicBezTo>
                  <a:pt x="64" y="583"/>
                  <a:pt x="95" y="646"/>
                  <a:pt x="127" y="678"/>
                </a:cubicBezTo>
                <a:cubicBezTo>
                  <a:pt x="190" y="741"/>
                  <a:pt x="285" y="773"/>
                  <a:pt x="412" y="773"/>
                </a:cubicBezTo>
                <a:cubicBezTo>
                  <a:pt x="507" y="773"/>
                  <a:pt x="602" y="741"/>
                  <a:pt x="665" y="678"/>
                </a:cubicBezTo>
                <a:cubicBezTo>
                  <a:pt x="760" y="583"/>
                  <a:pt x="792" y="488"/>
                  <a:pt x="792" y="393"/>
                </a:cubicBezTo>
                <a:cubicBezTo>
                  <a:pt x="792" y="329"/>
                  <a:pt x="792" y="298"/>
                  <a:pt x="760" y="234"/>
                </a:cubicBezTo>
                <a:cubicBezTo>
                  <a:pt x="729" y="203"/>
                  <a:pt x="729" y="139"/>
                  <a:pt x="665" y="108"/>
                </a:cubicBezTo>
                <a:cubicBezTo>
                  <a:pt x="665" y="76"/>
                  <a:pt x="634" y="76"/>
                  <a:pt x="602" y="76"/>
                </a:cubicBezTo>
                <a:cubicBezTo>
                  <a:pt x="602" y="44"/>
                  <a:pt x="570" y="44"/>
                  <a:pt x="539" y="13"/>
                </a:cubicBezTo>
                <a:lnTo>
                  <a:pt x="475" y="13"/>
                </a:lnTo>
                <a:cubicBezTo>
                  <a:pt x="444" y="5"/>
                  <a:pt x="412" y="1"/>
                  <a:pt x="381"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0"/>
          <p:cNvSpPr/>
          <p:nvPr/>
        </p:nvSpPr>
        <p:spPr>
          <a:xfrm>
            <a:off x="6690983" y="3397344"/>
            <a:ext cx="22977" cy="22745"/>
          </a:xfrm>
          <a:custGeom>
            <a:rect b="b" l="l" r="r" t="t"/>
            <a:pathLst>
              <a:path extrusionOk="0" h="785" w="793">
                <a:moveTo>
                  <a:pt x="381" y="1"/>
                </a:moveTo>
                <a:cubicBezTo>
                  <a:pt x="325" y="1"/>
                  <a:pt x="270" y="8"/>
                  <a:pt x="223" y="24"/>
                </a:cubicBezTo>
                <a:cubicBezTo>
                  <a:pt x="191" y="24"/>
                  <a:pt x="159" y="56"/>
                  <a:pt x="96" y="88"/>
                </a:cubicBezTo>
                <a:cubicBezTo>
                  <a:pt x="33" y="183"/>
                  <a:pt x="1" y="278"/>
                  <a:pt x="1" y="373"/>
                </a:cubicBezTo>
                <a:cubicBezTo>
                  <a:pt x="1" y="436"/>
                  <a:pt x="1" y="499"/>
                  <a:pt x="33" y="531"/>
                </a:cubicBezTo>
                <a:cubicBezTo>
                  <a:pt x="33" y="594"/>
                  <a:pt x="64" y="626"/>
                  <a:pt x="128" y="658"/>
                </a:cubicBezTo>
                <a:cubicBezTo>
                  <a:pt x="159" y="689"/>
                  <a:pt x="191" y="721"/>
                  <a:pt x="254" y="753"/>
                </a:cubicBezTo>
                <a:cubicBezTo>
                  <a:pt x="286" y="753"/>
                  <a:pt x="349" y="784"/>
                  <a:pt x="381" y="784"/>
                </a:cubicBezTo>
                <a:cubicBezTo>
                  <a:pt x="444" y="784"/>
                  <a:pt x="508" y="784"/>
                  <a:pt x="539" y="753"/>
                </a:cubicBezTo>
                <a:cubicBezTo>
                  <a:pt x="603" y="721"/>
                  <a:pt x="634" y="689"/>
                  <a:pt x="666" y="658"/>
                </a:cubicBezTo>
                <a:cubicBezTo>
                  <a:pt x="698" y="626"/>
                  <a:pt x="729" y="594"/>
                  <a:pt x="761" y="531"/>
                </a:cubicBezTo>
                <a:cubicBezTo>
                  <a:pt x="761" y="499"/>
                  <a:pt x="793" y="436"/>
                  <a:pt x="793" y="373"/>
                </a:cubicBezTo>
                <a:cubicBezTo>
                  <a:pt x="793" y="341"/>
                  <a:pt x="761" y="278"/>
                  <a:pt x="761" y="246"/>
                </a:cubicBezTo>
                <a:cubicBezTo>
                  <a:pt x="729" y="183"/>
                  <a:pt x="698" y="151"/>
                  <a:pt x="666" y="88"/>
                </a:cubicBezTo>
                <a:lnTo>
                  <a:pt x="603" y="56"/>
                </a:lnTo>
                <a:cubicBezTo>
                  <a:pt x="571" y="24"/>
                  <a:pt x="571" y="24"/>
                  <a:pt x="539" y="24"/>
                </a:cubicBezTo>
                <a:cubicBezTo>
                  <a:pt x="492" y="8"/>
                  <a:pt x="436" y="1"/>
                  <a:pt x="381"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0"/>
          <p:cNvSpPr/>
          <p:nvPr/>
        </p:nvSpPr>
        <p:spPr>
          <a:xfrm>
            <a:off x="6690983" y="3446659"/>
            <a:ext cx="22977" cy="170721"/>
          </a:xfrm>
          <a:custGeom>
            <a:rect b="b" l="l" r="r" t="t"/>
            <a:pathLst>
              <a:path extrusionOk="0" h="5892" w="793">
                <a:moveTo>
                  <a:pt x="381" y="1"/>
                </a:moveTo>
                <a:cubicBezTo>
                  <a:pt x="159" y="1"/>
                  <a:pt x="1" y="159"/>
                  <a:pt x="1" y="381"/>
                </a:cubicBezTo>
                <a:cubicBezTo>
                  <a:pt x="1" y="602"/>
                  <a:pt x="159" y="792"/>
                  <a:pt x="381" y="792"/>
                </a:cubicBezTo>
                <a:cubicBezTo>
                  <a:pt x="603" y="792"/>
                  <a:pt x="793" y="602"/>
                  <a:pt x="793" y="381"/>
                </a:cubicBezTo>
                <a:cubicBezTo>
                  <a:pt x="793" y="159"/>
                  <a:pt x="603" y="1"/>
                  <a:pt x="381" y="1"/>
                </a:cubicBezTo>
                <a:close/>
                <a:moveTo>
                  <a:pt x="381" y="1679"/>
                </a:moveTo>
                <a:cubicBezTo>
                  <a:pt x="159" y="1679"/>
                  <a:pt x="1" y="1869"/>
                  <a:pt x="1" y="2091"/>
                </a:cubicBezTo>
                <a:cubicBezTo>
                  <a:pt x="1" y="2313"/>
                  <a:pt x="159" y="2471"/>
                  <a:pt x="381" y="2471"/>
                </a:cubicBezTo>
                <a:cubicBezTo>
                  <a:pt x="603" y="2471"/>
                  <a:pt x="793" y="2313"/>
                  <a:pt x="793" y="2091"/>
                </a:cubicBezTo>
                <a:cubicBezTo>
                  <a:pt x="793" y="1869"/>
                  <a:pt x="603" y="1679"/>
                  <a:pt x="381" y="1679"/>
                </a:cubicBezTo>
                <a:close/>
                <a:moveTo>
                  <a:pt x="381" y="3389"/>
                </a:moveTo>
                <a:cubicBezTo>
                  <a:pt x="159" y="3389"/>
                  <a:pt x="1" y="3579"/>
                  <a:pt x="1" y="3801"/>
                </a:cubicBezTo>
                <a:cubicBezTo>
                  <a:pt x="1" y="4023"/>
                  <a:pt x="159" y="4181"/>
                  <a:pt x="381" y="4181"/>
                </a:cubicBezTo>
                <a:cubicBezTo>
                  <a:pt x="603" y="4181"/>
                  <a:pt x="793" y="4023"/>
                  <a:pt x="793" y="3801"/>
                </a:cubicBezTo>
                <a:cubicBezTo>
                  <a:pt x="793" y="3579"/>
                  <a:pt x="603" y="3389"/>
                  <a:pt x="381" y="3389"/>
                </a:cubicBezTo>
                <a:close/>
                <a:moveTo>
                  <a:pt x="381" y="5099"/>
                </a:moveTo>
                <a:cubicBezTo>
                  <a:pt x="159" y="5099"/>
                  <a:pt x="1" y="5258"/>
                  <a:pt x="1" y="5479"/>
                </a:cubicBezTo>
                <a:cubicBezTo>
                  <a:pt x="1" y="5701"/>
                  <a:pt x="159" y="5891"/>
                  <a:pt x="381" y="5891"/>
                </a:cubicBezTo>
                <a:cubicBezTo>
                  <a:pt x="603" y="5891"/>
                  <a:pt x="793" y="5701"/>
                  <a:pt x="793" y="5479"/>
                </a:cubicBezTo>
                <a:cubicBezTo>
                  <a:pt x="793" y="5258"/>
                  <a:pt x="603" y="5099"/>
                  <a:pt x="381" y="5099"/>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0"/>
          <p:cNvSpPr/>
          <p:nvPr/>
        </p:nvSpPr>
        <p:spPr>
          <a:xfrm>
            <a:off x="6690983" y="3643482"/>
            <a:ext cx="22977" cy="23441"/>
          </a:xfrm>
          <a:custGeom>
            <a:rect b="b" l="l" r="r" t="t"/>
            <a:pathLst>
              <a:path extrusionOk="0" h="809" w="793">
                <a:moveTo>
                  <a:pt x="381" y="1"/>
                </a:moveTo>
                <a:cubicBezTo>
                  <a:pt x="325" y="1"/>
                  <a:pt x="270" y="17"/>
                  <a:pt x="223" y="48"/>
                </a:cubicBezTo>
                <a:cubicBezTo>
                  <a:pt x="191" y="48"/>
                  <a:pt x="159" y="80"/>
                  <a:pt x="96" y="112"/>
                </a:cubicBezTo>
                <a:cubicBezTo>
                  <a:pt x="33" y="207"/>
                  <a:pt x="1" y="302"/>
                  <a:pt x="1" y="397"/>
                </a:cubicBezTo>
                <a:cubicBezTo>
                  <a:pt x="1" y="460"/>
                  <a:pt x="1" y="492"/>
                  <a:pt x="33" y="555"/>
                </a:cubicBezTo>
                <a:cubicBezTo>
                  <a:pt x="33" y="587"/>
                  <a:pt x="64" y="650"/>
                  <a:pt x="128" y="682"/>
                </a:cubicBezTo>
                <a:cubicBezTo>
                  <a:pt x="159" y="713"/>
                  <a:pt x="191" y="745"/>
                  <a:pt x="254" y="777"/>
                </a:cubicBezTo>
                <a:cubicBezTo>
                  <a:pt x="286" y="777"/>
                  <a:pt x="349" y="808"/>
                  <a:pt x="381" y="808"/>
                </a:cubicBezTo>
                <a:cubicBezTo>
                  <a:pt x="444" y="808"/>
                  <a:pt x="508" y="777"/>
                  <a:pt x="539" y="777"/>
                </a:cubicBezTo>
                <a:cubicBezTo>
                  <a:pt x="603" y="745"/>
                  <a:pt x="634" y="713"/>
                  <a:pt x="666" y="682"/>
                </a:cubicBezTo>
                <a:cubicBezTo>
                  <a:pt x="698" y="650"/>
                  <a:pt x="729" y="587"/>
                  <a:pt x="761" y="555"/>
                </a:cubicBezTo>
                <a:cubicBezTo>
                  <a:pt x="761" y="492"/>
                  <a:pt x="793" y="460"/>
                  <a:pt x="793" y="397"/>
                </a:cubicBezTo>
                <a:cubicBezTo>
                  <a:pt x="793" y="333"/>
                  <a:pt x="761" y="302"/>
                  <a:pt x="761" y="238"/>
                </a:cubicBezTo>
                <a:cubicBezTo>
                  <a:pt x="729" y="207"/>
                  <a:pt x="698" y="143"/>
                  <a:pt x="666" y="112"/>
                </a:cubicBezTo>
                <a:cubicBezTo>
                  <a:pt x="634" y="112"/>
                  <a:pt x="634" y="80"/>
                  <a:pt x="603" y="80"/>
                </a:cubicBezTo>
                <a:cubicBezTo>
                  <a:pt x="571" y="48"/>
                  <a:pt x="571" y="48"/>
                  <a:pt x="539" y="48"/>
                </a:cubicBezTo>
                <a:cubicBezTo>
                  <a:pt x="492" y="17"/>
                  <a:pt x="436" y="1"/>
                  <a:pt x="381"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0"/>
          <p:cNvSpPr/>
          <p:nvPr/>
        </p:nvSpPr>
        <p:spPr>
          <a:xfrm>
            <a:off x="2496638" y="2929145"/>
            <a:ext cx="786410" cy="786410"/>
          </a:xfrm>
          <a:custGeom>
            <a:rect b="b" l="l" r="r" t="t"/>
            <a:pathLst>
              <a:path extrusionOk="0" h="27141" w="27141">
                <a:moveTo>
                  <a:pt x="13587" y="0"/>
                </a:moveTo>
                <a:cubicBezTo>
                  <a:pt x="6081" y="0"/>
                  <a:pt x="1" y="6081"/>
                  <a:pt x="1" y="13555"/>
                </a:cubicBezTo>
                <a:cubicBezTo>
                  <a:pt x="1" y="21060"/>
                  <a:pt x="6081" y="27141"/>
                  <a:pt x="13587" y="27141"/>
                </a:cubicBezTo>
                <a:cubicBezTo>
                  <a:pt x="21092" y="27141"/>
                  <a:pt x="27141" y="21060"/>
                  <a:pt x="27141" y="13555"/>
                </a:cubicBezTo>
                <a:cubicBezTo>
                  <a:pt x="27141" y="6081"/>
                  <a:pt x="21092" y="0"/>
                  <a:pt x="135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0"/>
          <p:cNvSpPr/>
          <p:nvPr/>
        </p:nvSpPr>
        <p:spPr>
          <a:xfrm>
            <a:off x="3737247" y="2360579"/>
            <a:ext cx="846968" cy="786671"/>
          </a:xfrm>
          <a:custGeom>
            <a:rect b="b" l="l" r="r" t="t"/>
            <a:pathLst>
              <a:path extrusionOk="0" h="27150" w="29231">
                <a:moveTo>
                  <a:pt x="14611" y="0"/>
                </a:moveTo>
                <a:cubicBezTo>
                  <a:pt x="8070" y="0"/>
                  <a:pt x="2318" y="4717"/>
                  <a:pt x="1235" y="11358"/>
                </a:cubicBezTo>
                <a:cubicBezTo>
                  <a:pt x="0" y="18768"/>
                  <a:pt x="5035" y="25736"/>
                  <a:pt x="12414" y="26971"/>
                </a:cubicBezTo>
                <a:cubicBezTo>
                  <a:pt x="13155" y="27091"/>
                  <a:pt x="13892" y="27149"/>
                  <a:pt x="14619" y="27149"/>
                </a:cubicBezTo>
                <a:cubicBezTo>
                  <a:pt x="21161" y="27149"/>
                  <a:pt x="26912" y="22429"/>
                  <a:pt x="27996" y="15760"/>
                </a:cubicBezTo>
                <a:cubicBezTo>
                  <a:pt x="29231" y="8381"/>
                  <a:pt x="24195" y="1382"/>
                  <a:pt x="16816" y="179"/>
                </a:cubicBezTo>
                <a:cubicBezTo>
                  <a:pt x="16075" y="58"/>
                  <a:pt x="15338" y="0"/>
                  <a:pt x="146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0"/>
          <p:cNvSpPr/>
          <p:nvPr/>
        </p:nvSpPr>
        <p:spPr>
          <a:xfrm>
            <a:off x="6278992" y="2360579"/>
            <a:ext cx="846070" cy="786671"/>
          </a:xfrm>
          <a:custGeom>
            <a:rect b="b" l="l" r="r" t="t"/>
            <a:pathLst>
              <a:path extrusionOk="0" h="27150" w="29200">
                <a:moveTo>
                  <a:pt x="14588" y="0"/>
                </a:moveTo>
                <a:cubicBezTo>
                  <a:pt x="8070" y="0"/>
                  <a:pt x="2315" y="4717"/>
                  <a:pt x="1204" y="11358"/>
                </a:cubicBezTo>
                <a:cubicBezTo>
                  <a:pt x="0" y="18768"/>
                  <a:pt x="5004" y="25736"/>
                  <a:pt x="12415" y="26971"/>
                </a:cubicBezTo>
                <a:cubicBezTo>
                  <a:pt x="13153" y="27091"/>
                  <a:pt x="13887" y="27149"/>
                  <a:pt x="14612" y="27149"/>
                </a:cubicBezTo>
                <a:cubicBezTo>
                  <a:pt x="21135" y="27149"/>
                  <a:pt x="26913" y="22429"/>
                  <a:pt x="27996" y="15760"/>
                </a:cubicBezTo>
                <a:cubicBezTo>
                  <a:pt x="29199" y="8381"/>
                  <a:pt x="24196" y="1382"/>
                  <a:pt x="16785" y="179"/>
                </a:cubicBezTo>
                <a:cubicBezTo>
                  <a:pt x="16047" y="58"/>
                  <a:pt x="15313" y="0"/>
                  <a:pt x="145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0"/>
          <p:cNvSpPr/>
          <p:nvPr/>
        </p:nvSpPr>
        <p:spPr>
          <a:xfrm>
            <a:off x="5038384" y="2929145"/>
            <a:ext cx="786439" cy="786410"/>
          </a:xfrm>
          <a:custGeom>
            <a:rect b="b" l="l" r="r" t="t"/>
            <a:pathLst>
              <a:path extrusionOk="0" h="27141" w="27142">
                <a:moveTo>
                  <a:pt x="13555" y="0"/>
                </a:moveTo>
                <a:cubicBezTo>
                  <a:pt x="6081" y="0"/>
                  <a:pt x="1" y="6081"/>
                  <a:pt x="1" y="13555"/>
                </a:cubicBezTo>
                <a:cubicBezTo>
                  <a:pt x="1" y="21060"/>
                  <a:pt x="6081" y="27141"/>
                  <a:pt x="13555" y="27141"/>
                </a:cubicBezTo>
                <a:cubicBezTo>
                  <a:pt x="21061" y="27141"/>
                  <a:pt x="27141" y="21060"/>
                  <a:pt x="27141" y="13555"/>
                </a:cubicBezTo>
                <a:cubicBezTo>
                  <a:pt x="27141" y="6081"/>
                  <a:pt x="21061" y="0"/>
                  <a:pt x="1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0"/>
          <p:cNvSpPr/>
          <p:nvPr/>
        </p:nvSpPr>
        <p:spPr>
          <a:xfrm>
            <a:off x="2775577" y="3125505"/>
            <a:ext cx="229453" cy="392756"/>
          </a:xfrm>
          <a:custGeom>
            <a:rect b="b" l="l" r="r" t="t"/>
            <a:pathLst>
              <a:path extrusionOk="0" h="13555" w="7919">
                <a:moveTo>
                  <a:pt x="3960" y="3991"/>
                </a:moveTo>
                <a:cubicBezTo>
                  <a:pt x="4181" y="3991"/>
                  <a:pt x="4340" y="4149"/>
                  <a:pt x="4340" y="4371"/>
                </a:cubicBezTo>
                <a:lnTo>
                  <a:pt x="4340" y="7158"/>
                </a:lnTo>
                <a:lnTo>
                  <a:pt x="3548" y="7158"/>
                </a:lnTo>
                <a:lnTo>
                  <a:pt x="3548" y="4371"/>
                </a:lnTo>
                <a:cubicBezTo>
                  <a:pt x="3548" y="4149"/>
                  <a:pt x="3738" y="3991"/>
                  <a:pt x="3960" y="3991"/>
                </a:cubicBezTo>
                <a:close/>
                <a:moveTo>
                  <a:pt x="6335" y="792"/>
                </a:moveTo>
                <a:cubicBezTo>
                  <a:pt x="6778" y="792"/>
                  <a:pt x="7126" y="1172"/>
                  <a:pt x="7126" y="1616"/>
                </a:cubicBezTo>
                <a:lnTo>
                  <a:pt x="7126" y="6366"/>
                </a:lnTo>
                <a:cubicBezTo>
                  <a:pt x="7126" y="6809"/>
                  <a:pt x="6778" y="7158"/>
                  <a:pt x="6335" y="7158"/>
                </a:cubicBezTo>
                <a:lnTo>
                  <a:pt x="5131" y="7158"/>
                </a:lnTo>
                <a:lnTo>
                  <a:pt x="5131" y="4371"/>
                </a:lnTo>
                <a:cubicBezTo>
                  <a:pt x="5131" y="3738"/>
                  <a:pt x="4625" y="3199"/>
                  <a:pt x="3960" y="3199"/>
                </a:cubicBezTo>
                <a:cubicBezTo>
                  <a:pt x="3295" y="3199"/>
                  <a:pt x="2756" y="3738"/>
                  <a:pt x="2756" y="4371"/>
                </a:cubicBezTo>
                <a:lnTo>
                  <a:pt x="2756" y="7158"/>
                </a:lnTo>
                <a:lnTo>
                  <a:pt x="1584" y="7158"/>
                </a:lnTo>
                <a:cubicBezTo>
                  <a:pt x="1141" y="7158"/>
                  <a:pt x="761" y="6809"/>
                  <a:pt x="761" y="6366"/>
                </a:cubicBezTo>
                <a:lnTo>
                  <a:pt x="761" y="1616"/>
                </a:lnTo>
                <a:cubicBezTo>
                  <a:pt x="761" y="1172"/>
                  <a:pt x="1141" y="792"/>
                  <a:pt x="1584" y="792"/>
                </a:cubicBezTo>
                <a:close/>
                <a:moveTo>
                  <a:pt x="4340" y="9596"/>
                </a:moveTo>
                <a:lnTo>
                  <a:pt x="4340" y="11180"/>
                </a:lnTo>
                <a:lnTo>
                  <a:pt x="3548" y="11180"/>
                </a:lnTo>
                <a:lnTo>
                  <a:pt x="3548" y="9596"/>
                </a:lnTo>
                <a:close/>
                <a:moveTo>
                  <a:pt x="4340" y="11971"/>
                </a:moveTo>
                <a:lnTo>
                  <a:pt x="4340" y="12763"/>
                </a:lnTo>
                <a:lnTo>
                  <a:pt x="3548" y="12763"/>
                </a:lnTo>
                <a:lnTo>
                  <a:pt x="3548" y="11971"/>
                </a:lnTo>
                <a:close/>
                <a:moveTo>
                  <a:pt x="1584" y="1"/>
                </a:moveTo>
                <a:cubicBezTo>
                  <a:pt x="698" y="1"/>
                  <a:pt x="1" y="729"/>
                  <a:pt x="1" y="1616"/>
                </a:cubicBezTo>
                <a:lnTo>
                  <a:pt x="1" y="6366"/>
                </a:lnTo>
                <a:cubicBezTo>
                  <a:pt x="1" y="7253"/>
                  <a:pt x="698" y="7949"/>
                  <a:pt x="1584" y="7949"/>
                </a:cubicBezTo>
                <a:lnTo>
                  <a:pt x="3548" y="7949"/>
                </a:lnTo>
                <a:lnTo>
                  <a:pt x="3548" y="8805"/>
                </a:lnTo>
                <a:lnTo>
                  <a:pt x="2756" y="8805"/>
                </a:lnTo>
                <a:lnTo>
                  <a:pt x="2756" y="13555"/>
                </a:lnTo>
                <a:lnTo>
                  <a:pt x="5131" y="13555"/>
                </a:lnTo>
                <a:lnTo>
                  <a:pt x="5131" y="8805"/>
                </a:lnTo>
                <a:lnTo>
                  <a:pt x="4340" y="8805"/>
                </a:lnTo>
                <a:lnTo>
                  <a:pt x="4340" y="7949"/>
                </a:lnTo>
                <a:lnTo>
                  <a:pt x="6335" y="7949"/>
                </a:lnTo>
                <a:cubicBezTo>
                  <a:pt x="7190" y="7949"/>
                  <a:pt x="7918" y="7221"/>
                  <a:pt x="7918" y="6366"/>
                </a:cubicBezTo>
                <a:lnTo>
                  <a:pt x="7918" y="1616"/>
                </a:lnTo>
                <a:cubicBezTo>
                  <a:pt x="7918" y="729"/>
                  <a:pt x="7221" y="1"/>
                  <a:pt x="6335"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0"/>
          <p:cNvSpPr/>
          <p:nvPr/>
        </p:nvSpPr>
        <p:spPr>
          <a:xfrm>
            <a:off x="1468935" y="2603414"/>
            <a:ext cx="300992" cy="207403"/>
          </a:xfrm>
          <a:custGeom>
            <a:rect b="b" l="l" r="r" t="t"/>
            <a:pathLst>
              <a:path extrusionOk="0" h="7158" w="10388">
                <a:moveTo>
                  <a:pt x="9596" y="792"/>
                </a:moveTo>
                <a:lnTo>
                  <a:pt x="9596" y="3199"/>
                </a:lnTo>
                <a:lnTo>
                  <a:pt x="7822" y="3199"/>
                </a:lnTo>
                <a:lnTo>
                  <a:pt x="6809" y="1615"/>
                </a:lnTo>
                <a:lnTo>
                  <a:pt x="5194" y="4117"/>
                </a:lnTo>
                <a:lnTo>
                  <a:pt x="3579" y="1615"/>
                </a:lnTo>
                <a:lnTo>
                  <a:pt x="2565" y="3199"/>
                </a:lnTo>
                <a:lnTo>
                  <a:pt x="792" y="3199"/>
                </a:lnTo>
                <a:lnTo>
                  <a:pt x="792" y="792"/>
                </a:lnTo>
                <a:close/>
                <a:moveTo>
                  <a:pt x="6809" y="3072"/>
                </a:moveTo>
                <a:lnTo>
                  <a:pt x="7379" y="3990"/>
                </a:lnTo>
                <a:lnTo>
                  <a:pt x="9596" y="3990"/>
                </a:lnTo>
                <a:lnTo>
                  <a:pt x="9596" y="6365"/>
                </a:lnTo>
                <a:lnTo>
                  <a:pt x="792" y="6365"/>
                </a:lnTo>
                <a:lnTo>
                  <a:pt x="792" y="3990"/>
                </a:lnTo>
                <a:lnTo>
                  <a:pt x="3009" y="3990"/>
                </a:lnTo>
                <a:lnTo>
                  <a:pt x="3579" y="3072"/>
                </a:lnTo>
                <a:lnTo>
                  <a:pt x="5194" y="5605"/>
                </a:lnTo>
                <a:lnTo>
                  <a:pt x="6809" y="3072"/>
                </a:lnTo>
                <a:close/>
                <a:moveTo>
                  <a:pt x="0" y="0"/>
                </a:moveTo>
                <a:lnTo>
                  <a:pt x="0" y="7157"/>
                </a:lnTo>
                <a:lnTo>
                  <a:pt x="10388" y="7157"/>
                </a:lnTo>
                <a:lnTo>
                  <a:pt x="10388" y="0"/>
                </a:ln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0"/>
          <p:cNvSpPr/>
          <p:nvPr/>
        </p:nvSpPr>
        <p:spPr>
          <a:xfrm>
            <a:off x="1423039" y="2557518"/>
            <a:ext cx="392785" cy="392756"/>
          </a:xfrm>
          <a:custGeom>
            <a:rect b="b" l="l" r="r" t="t"/>
            <a:pathLst>
              <a:path extrusionOk="0" h="13555" w="13556">
                <a:moveTo>
                  <a:pt x="12763" y="792"/>
                </a:moveTo>
                <a:lnTo>
                  <a:pt x="12763" y="9533"/>
                </a:lnTo>
                <a:lnTo>
                  <a:pt x="792" y="9533"/>
                </a:lnTo>
                <a:lnTo>
                  <a:pt x="792" y="792"/>
                </a:lnTo>
                <a:close/>
                <a:moveTo>
                  <a:pt x="12763" y="10325"/>
                </a:moveTo>
                <a:lnTo>
                  <a:pt x="12763" y="11116"/>
                </a:lnTo>
                <a:lnTo>
                  <a:pt x="792" y="11116"/>
                </a:lnTo>
                <a:lnTo>
                  <a:pt x="792" y="10325"/>
                </a:lnTo>
                <a:close/>
                <a:moveTo>
                  <a:pt x="8488" y="11908"/>
                </a:moveTo>
                <a:lnTo>
                  <a:pt x="8488" y="11971"/>
                </a:lnTo>
                <a:cubicBezTo>
                  <a:pt x="8488" y="12256"/>
                  <a:pt x="8583" y="12510"/>
                  <a:pt x="8710" y="12763"/>
                </a:cubicBezTo>
                <a:lnTo>
                  <a:pt x="4846" y="12763"/>
                </a:lnTo>
                <a:cubicBezTo>
                  <a:pt x="4973" y="12510"/>
                  <a:pt x="5068" y="12256"/>
                  <a:pt x="5068" y="11971"/>
                </a:cubicBezTo>
                <a:lnTo>
                  <a:pt x="5068" y="11908"/>
                </a:lnTo>
                <a:close/>
                <a:moveTo>
                  <a:pt x="1" y="1"/>
                </a:moveTo>
                <a:lnTo>
                  <a:pt x="1" y="11908"/>
                </a:lnTo>
                <a:lnTo>
                  <a:pt x="4244" y="11908"/>
                </a:lnTo>
                <a:lnTo>
                  <a:pt x="4244" y="11971"/>
                </a:lnTo>
                <a:cubicBezTo>
                  <a:pt x="4244" y="12383"/>
                  <a:pt x="3896" y="12763"/>
                  <a:pt x="3453" y="12763"/>
                </a:cubicBezTo>
                <a:lnTo>
                  <a:pt x="1616" y="12763"/>
                </a:lnTo>
                <a:lnTo>
                  <a:pt x="1616" y="13555"/>
                </a:lnTo>
                <a:lnTo>
                  <a:pt x="11940" y="13555"/>
                </a:lnTo>
                <a:lnTo>
                  <a:pt x="11940" y="12763"/>
                </a:lnTo>
                <a:lnTo>
                  <a:pt x="10071" y="12763"/>
                </a:lnTo>
                <a:cubicBezTo>
                  <a:pt x="9628" y="12763"/>
                  <a:pt x="9280" y="12383"/>
                  <a:pt x="9280" y="11971"/>
                </a:cubicBezTo>
                <a:lnTo>
                  <a:pt x="9280" y="11908"/>
                </a:lnTo>
                <a:lnTo>
                  <a:pt x="13555" y="11908"/>
                </a:lnTo>
                <a:lnTo>
                  <a:pt x="13555" y="1"/>
                </a:ln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0"/>
          <p:cNvSpPr/>
          <p:nvPr/>
        </p:nvSpPr>
        <p:spPr>
          <a:xfrm>
            <a:off x="6505632" y="2557518"/>
            <a:ext cx="393683" cy="392756"/>
          </a:xfrm>
          <a:custGeom>
            <a:rect b="b" l="l" r="r" t="t"/>
            <a:pathLst>
              <a:path extrusionOk="0" h="13555" w="13587">
                <a:moveTo>
                  <a:pt x="12352" y="792"/>
                </a:moveTo>
                <a:cubicBezTo>
                  <a:pt x="12415" y="792"/>
                  <a:pt x="12447" y="792"/>
                  <a:pt x="12478" y="824"/>
                </a:cubicBezTo>
                <a:cubicBezTo>
                  <a:pt x="12573" y="824"/>
                  <a:pt x="12668" y="919"/>
                  <a:pt x="12700" y="1014"/>
                </a:cubicBezTo>
                <a:cubicBezTo>
                  <a:pt x="12763" y="1077"/>
                  <a:pt x="12763" y="1204"/>
                  <a:pt x="12732" y="1299"/>
                </a:cubicBezTo>
                <a:lnTo>
                  <a:pt x="11877" y="4371"/>
                </a:lnTo>
                <a:lnTo>
                  <a:pt x="7190" y="4371"/>
                </a:lnTo>
                <a:lnTo>
                  <a:pt x="7190" y="3579"/>
                </a:lnTo>
                <a:lnTo>
                  <a:pt x="11275" y="3579"/>
                </a:lnTo>
                <a:lnTo>
                  <a:pt x="11972" y="1077"/>
                </a:lnTo>
                <a:cubicBezTo>
                  <a:pt x="12035" y="919"/>
                  <a:pt x="12193" y="792"/>
                  <a:pt x="12352" y="792"/>
                </a:cubicBezTo>
                <a:close/>
                <a:moveTo>
                  <a:pt x="11845" y="5163"/>
                </a:moveTo>
                <a:lnTo>
                  <a:pt x="12668" y="9565"/>
                </a:lnTo>
                <a:lnTo>
                  <a:pt x="11908" y="9565"/>
                </a:lnTo>
                <a:lnTo>
                  <a:pt x="11053" y="5163"/>
                </a:lnTo>
                <a:close/>
                <a:moveTo>
                  <a:pt x="6398" y="4371"/>
                </a:moveTo>
                <a:lnTo>
                  <a:pt x="6398" y="5163"/>
                </a:lnTo>
                <a:lnTo>
                  <a:pt x="10261" y="5163"/>
                </a:lnTo>
                <a:lnTo>
                  <a:pt x="11117" y="9723"/>
                </a:lnTo>
                <a:lnTo>
                  <a:pt x="9121" y="10388"/>
                </a:lnTo>
                <a:lnTo>
                  <a:pt x="3579" y="10388"/>
                </a:lnTo>
                <a:lnTo>
                  <a:pt x="3579" y="5543"/>
                </a:lnTo>
                <a:cubicBezTo>
                  <a:pt x="3579" y="4909"/>
                  <a:pt x="4118" y="4371"/>
                  <a:pt x="4783" y="4371"/>
                </a:cubicBezTo>
                <a:close/>
                <a:moveTo>
                  <a:pt x="2788" y="11180"/>
                </a:moveTo>
                <a:lnTo>
                  <a:pt x="2788" y="12763"/>
                </a:lnTo>
                <a:lnTo>
                  <a:pt x="1616" y="12763"/>
                </a:lnTo>
                <a:cubicBezTo>
                  <a:pt x="1172" y="12763"/>
                  <a:pt x="792" y="12383"/>
                  <a:pt x="792" y="11971"/>
                </a:cubicBezTo>
                <a:cubicBezTo>
                  <a:pt x="792" y="11528"/>
                  <a:pt x="1172" y="11180"/>
                  <a:pt x="1616" y="11180"/>
                </a:cubicBezTo>
                <a:close/>
                <a:moveTo>
                  <a:pt x="8805" y="11180"/>
                </a:moveTo>
                <a:lnTo>
                  <a:pt x="8805" y="12763"/>
                </a:lnTo>
                <a:lnTo>
                  <a:pt x="3579" y="12763"/>
                </a:lnTo>
                <a:lnTo>
                  <a:pt x="3579" y="11180"/>
                </a:lnTo>
                <a:close/>
                <a:moveTo>
                  <a:pt x="12763" y="10356"/>
                </a:moveTo>
                <a:lnTo>
                  <a:pt x="12763" y="12763"/>
                </a:lnTo>
                <a:lnTo>
                  <a:pt x="9596" y="12763"/>
                </a:lnTo>
                <a:lnTo>
                  <a:pt x="9596" y="11053"/>
                </a:lnTo>
                <a:lnTo>
                  <a:pt x="11655" y="10356"/>
                </a:lnTo>
                <a:close/>
                <a:moveTo>
                  <a:pt x="12383" y="1"/>
                </a:moveTo>
                <a:cubicBezTo>
                  <a:pt x="11845" y="1"/>
                  <a:pt x="11370" y="349"/>
                  <a:pt x="11212" y="856"/>
                </a:cubicBezTo>
                <a:lnTo>
                  <a:pt x="10673" y="2787"/>
                </a:lnTo>
                <a:lnTo>
                  <a:pt x="6430" y="2787"/>
                </a:lnTo>
                <a:lnTo>
                  <a:pt x="6430" y="3579"/>
                </a:lnTo>
                <a:lnTo>
                  <a:pt x="4783" y="3579"/>
                </a:lnTo>
                <a:cubicBezTo>
                  <a:pt x="3674" y="3579"/>
                  <a:pt x="2788" y="4466"/>
                  <a:pt x="2788" y="5543"/>
                </a:cubicBezTo>
                <a:lnTo>
                  <a:pt x="2788" y="10356"/>
                </a:lnTo>
                <a:lnTo>
                  <a:pt x="1616" y="10356"/>
                </a:lnTo>
                <a:cubicBezTo>
                  <a:pt x="729" y="10356"/>
                  <a:pt x="1" y="11085"/>
                  <a:pt x="1" y="11971"/>
                </a:cubicBezTo>
                <a:cubicBezTo>
                  <a:pt x="1" y="12826"/>
                  <a:pt x="729" y="13555"/>
                  <a:pt x="1616" y="13555"/>
                </a:cubicBezTo>
                <a:lnTo>
                  <a:pt x="13555" y="13555"/>
                </a:lnTo>
                <a:lnTo>
                  <a:pt x="13555" y="9945"/>
                </a:lnTo>
                <a:lnTo>
                  <a:pt x="12573" y="4783"/>
                </a:lnTo>
                <a:lnTo>
                  <a:pt x="13523" y="1521"/>
                </a:lnTo>
                <a:cubicBezTo>
                  <a:pt x="13587" y="1204"/>
                  <a:pt x="13555" y="887"/>
                  <a:pt x="13397" y="602"/>
                </a:cubicBezTo>
                <a:cubicBezTo>
                  <a:pt x="13270" y="349"/>
                  <a:pt x="13017" y="127"/>
                  <a:pt x="12700" y="32"/>
                </a:cubicBezTo>
                <a:cubicBezTo>
                  <a:pt x="12605" y="1"/>
                  <a:pt x="12478" y="1"/>
                  <a:pt x="12383" y="1"/>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0"/>
          <p:cNvSpPr/>
          <p:nvPr/>
        </p:nvSpPr>
        <p:spPr>
          <a:xfrm>
            <a:off x="4103371" y="2557518"/>
            <a:ext cx="115639" cy="392756"/>
          </a:xfrm>
          <a:custGeom>
            <a:rect b="b" l="l" r="r" t="t"/>
            <a:pathLst>
              <a:path extrusionOk="0" h="13555" w="3991">
                <a:moveTo>
                  <a:pt x="3199" y="792"/>
                </a:moveTo>
                <a:lnTo>
                  <a:pt x="3199" y="4751"/>
                </a:lnTo>
                <a:lnTo>
                  <a:pt x="2375" y="4751"/>
                </a:lnTo>
                <a:lnTo>
                  <a:pt x="2375" y="2787"/>
                </a:lnTo>
                <a:lnTo>
                  <a:pt x="1584" y="2787"/>
                </a:lnTo>
                <a:lnTo>
                  <a:pt x="1584" y="4751"/>
                </a:lnTo>
                <a:lnTo>
                  <a:pt x="792" y="4751"/>
                </a:lnTo>
                <a:lnTo>
                  <a:pt x="792" y="792"/>
                </a:lnTo>
                <a:close/>
                <a:moveTo>
                  <a:pt x="2375" y="7158"/>
                </a:moveTo>
                <a:lnTo>
                  <a:pt x="2375" y="9121"/>
                </a:lnTo>
                <a:lnTo>
                  <a:pt x="1584" y="9121"/>
                </a:lnTo>
                <a:lnTo>
                  <a:pt x="1584" y="7158"/>
                </a:lnTo>
                <a:close/>
                <a:moveTo>
                  <a:pt x="2375" y="9913"/>
                </a:moveTo>
                <a:lnTo>
                  <a:pt x="2375" y="10705"/>
                </a:lnTo>
                <a:lnTo>
                  <a:pt x="1584" y="10705"/>
                </a:lnTo>
                <a:lnTo>
                  <a:pt x="1584" y="9913"/>
                </a:lnTo>
                <a:close/>
                <a:moveTo>
                  <a:pt x="0" y="1"/>
                </a:moveTo>
                <a:lnTo>
                  <a:pt x="0" y="5543"/>
                </a:lnTo>
                <a:lnTo>
                  <a:pt x="1584" y="5543"/>
                </a:lnTo>
                <a:lnTo>
                  <a:pt x="1584" y="6366"/>
                </a:lnTo>
                <a:lnTo>
                  <a:pt x="792" y="6366"/>
                </a:lnTo>
                <a:lnTo>
                  <a:pt x="792" y="11528"/>
                </a:lnTo>
                <a:lnTo>
                  <a:pt x="1584" y="11528"/>
                </a:lnTo>
                <a:lnTo>
                  <a:pt x="1584" y="13555"/>
                </a:lnTo>
                <a:lnTo>
                  <a:pt x="2375" y="13555"/>
                </a:lnTo>
                <a:lnTo>
                  <a:pt x="2375" y="11528"/>
                </a:lnTo>
                <a:lnTo>
                  <a:pt x="3167" y="11528"/>
                </a:lnTo>
                <a:lnTo>
                  <a:pt x="3167" y="6366"/>
                </a:lnTo>
                <a:lnTo>
                  <a:pt x="2375" y="6366"/>
                </a:lnTo>
                <a:lnTo>
                  <a:pt x="2375" y="5543"/>
                </a:lnTo>
                <a:lnTo>
                  <a:pt x="3990" y="5543"/>
                </a:lnTo>
                <a:lnTo>
                  <a:pt x="3990" y="1"/>
                </a:ln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0"/>
          <p:cNvSpPr/>
          <p:nvPr/>
        </p:nvSpPr>
        <p:spPr>
          <a:xfrm>
            <a:off x="3964814" y="2557518"/>
            <a:ext cx="115639" cy="392756"/>
          </a:xfrm>
          <a:custGeom>
            <a:rect b="b" l="l" r="r" t="t"/>
            <a:pathLst>
              <a:path extrusionOk="0" h="13555" w="3991">
                <a:moveTo>
                  <a:pt x="3199" y="792"/>
                </a:moveTo>
                <a:lnTo>
                  <a:pt x="3199" y="4751"/>
                </a:lnTo>
                <a:lnTo>
                  <a:pt x="2375" y="4751"/>
                </a:lnTo>
                <a:lnTo>
                  <a:pt x="2375" y="2787"/>
                </a:lnTo>
                <a:lnTo>
                  <a:pt x="1583" y="2787"/>
                </a:lnTo>
                <a:lnTo>
                  <a:pt x="1583" y="4751"/>
                </a:lnTo>
                <a:lnTo>
                  <a:pt x="792" y="4751"/>
                </a:lnTo>
                <a:lnTo>
                  <a:pt x="792" y="792"/>
                </a:lnTo>
                <a:close/>
                <a:moveTo>
                  <a:pt x="2375" y="7158"/>
                </a:moveTo>
                <a:lnTo>
                  <a:pt x="2375" y="9121"/>
                </a:lnTo>
                <a:lnTo>
                  <a:pt x="1583" y="9121"/>
                </a:lnTo>
                <a:lnTo>
                  <a:pt x="1583" y="7158"/>
                </a:lnTo>
                <a:close/>
                <a:moveTo>
                  <a:pt x="2375" y="9913"/>
                </a:moveTo>
                <a:lnTo>
                  <a:pt x="2375" y="10705"/>
                </a:lnTo>
                <a:lnTo>
                  <a:pt x="1583" y="10705"/>
                </a:lnTo>
                <a:lnTo>
                  <a:pt x="1583" y="9913"/>
                </a:lnTo>
                <a:close/>
                <a:moveTo>
                  <a:pt x="0" y="1"/>
                </a:moveTo>
                <a:lnTo>
                  <a:pt x="0" y="5543"/>
                </a:lnTo>
                <a:lnTo>
                  <a:pt x="1583" y="5543"/>
                </a:lnTo>
                <a:lnTo>
                  <a:pt x="1583" y="6366"/>
                </a:lnTo>
                <a:lnTo>
                  <a:pt x="792" y="6366"/>
                </a:lnTo>
                <a:lnTo>
                  <a:pt x="792" y="11528"/>
                </a:lnTo>
                <a:lnTo>
                  <a:pt x="1583" y="11528"/>
                </a:lnTo>
                <a:lnTo>
                  <a:pt x="1583" y="13555"/>
                </a:lnTo>
                <a:lnTo>
                  <a:pt x="2375" y="13555"/>
                </a:lnTo>
                <a:lnTo>
                  <a:pt x="2375" y="11528"/>
                </a:lnTo>
                <a:lnTo>
                  <a:pt x="3167" y="11528"/>
                </a:lnTo>
                <a:lnTo>
                  <a:pt x="3167" y="6366"/>
                </a:lnTo>
                <a:lnTo>
                  <a:pt x="2375" y="6366"/>
                </a:lnTo>
                <a:lnTo>
                  <a:pt x="2375" y="5543"/>
                </a:lnTo>
                <a:lnTo>
                  <a:pt x="3990" y="5543"/>
                </a:lnTo>
                <a:lnTo>
                  <a:pt x="3990" y="1"/>
                </a:ln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0"/>
          <p:cNvSpPr/>
          <p:nvPr/>
        </p:nvSpPr>
        <p:spPr>
          <a:xfrm>
            <a:off x="4241928" y="2557518"/>
            <a:ext cx="115639" cy="392756"/>
          </a:xfrm>
          <a:custGeom>
            <a:rect b="b" l="l" r="r" t="t"/>
            <a:pathLst>
              <a:path extrusionOk="0" h="13555" w="3991">
                <a:moveTo>
                  <a:pt x="3199" y="792"/>
                </a:moveTo>
                <a:lnTo>
                  <a:pt x="3199" y="4751"/>
                </a:lnTo>
                <a:lnTo>
                  <a:pt x="2375" y="4751"/>
                </a:lnTo>
                <a:lnTo>
                  <a:pt x="2375" y="2787"/>
                </a:lnTo>
                <a:lnTo>
                  <a:pt x="1584" y="2787"/>
                </a:lnTo>
                <a:lnTo>
                  <a:pt x="1584" y="4751"/>
                </a:lnTo>
                <a:lnTo>
                  <a:pt x="792" y="4751"/>
                </a:lnTo>
                <a:lnTo>
                  <a:pt x="792" y="792"/>
                </a:lnTo>
                <a:close/>
                <a:moveTo>
                  <a:pt x="2375" y="7158"/>
                </a:moveTo>
                <a:lnTo>
                  <a:pt x="2375" y="9121"/>
                </a:lnTo>
                <a:lnTo>
                  <a:pt x="1584" y="9121"/>
                </a:lnTo>
                <a:lnTo>
                  <a:pt x="1584" y="7158"/>
                </a:lnTo>
                <a:close/>
                <a:moveTo>
                  <a:pt x="2375" y="9913"/>
                </a:moveTo>
                <a:lnTo>
                  <a:pt x="2375" y="10705"/>
                </a:lnTo>
                <a:lnTo>
                  <a:pt x="1584" y="10705"/>
                </a:lnTo>
                <a:lnTo>
                  <a:pt x="1584" y="9913"/>
                </a:lnTo>
                <a:close/>
                <a:moveTo>
                  <a:pt x="0" y="1"/>
                </a:moveTo>
                <a:lnTo>
                  <a:pt x="0" y="5543"/>
                </a:lnTo>
                <a:lnTo>
                  <a:pt x="1584" y="5543"/>
                </a:lnTo>
                <a:lnTo>
                  <a:pt x="1584" y="6366"/>
                </a:lnTo>
                <a:lnTo>
                  <a:pt x="792" y="6366"/>
                </a:lnTo>
                <a:lnTo>
                  <a:pt x="792" y="11528"/>
                </a:lnTo>
                <a:lnTo>
                  <a:pt x="1584" y="11528"/>
                </a:lnTo>
                <a:lnTo>
                  <a:pt x="1584" y="13555"/>
                </a:lnTo>
                <a:lnTo>
                  <a:pt x="2375" y="13555"/>
                </a:lnTo>
                <a:lnTo>
                  <a:pt x="2375" y="11528"/>
                </a:lnTo>
                <a:lnTo>
                  <a:pt x="3167" y="11528"/>
                </a:lnTo>
                <a:lnTo>
                  <a:pt x="3167" y="6366"/>
                </a:lnTo>
                <a:lnTo>
                  <a:pt x="2375" y="6366"/>
                </a:lnTo>
                <a:lnTo>
                  <a:pt x="2375" y="5543"/>
                </a:lnTo>
                <a:lnTo>
                  <a:pt x="3990" y="5543"/>
                </a:lnTo>
                <a:lnTo>
                  <a:pt x="3990" y="1"/>
                </a:ln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0"/>
          <p:cNvSpPr/>
          <p:nvPr/>
        </p:nvSpPr>
        <p:spPr>
          <a:xfrm>
            <a:off x="5281568" y="3311782"/>
            <a:ext cx="160608" cy="160608"/>
          </a:xfrm>
          <a:custGeom>
            <a:rect b="b" l="l" r="r" t="t"/>
            <a:pathLst>
              <a:path extrusionOk="0" h="5543" w="5543">
                <a:moveTo>
                  <a:pt x="2375" y="824"/>
                </a:moveTo>
                <a:lnTo>
                  <a:pt x="2375" y="2534"/>
                </a:lnTo>
                <a:lnTo>
                  <a:pt x="887" y="3389"/>
                </a:lnTo>
                <a:cubicBezTo>
                  <a:pt x="824" y="3199"/>
                  <a:pt x="792" y="2977"/>
                  <a:pt x="792" y="2756"/>
                </a:cubicBezTo>
                <a:cubicBezTo>
                  <a:pt x="792" y="1806"/>
                  <a:pt x="1457" y="1014"/>
                  <a:pt x="2375" y="824"/>
                </a:cubicBezTo>
                <a:close/>
                <a:moveTo>
                  <a:pt x="3167" y="824"/>
                </a:moveTo>
                <a:cubicBezTo>
                  <a:pt x="4085" y="1014"/>
                  <a:pt x="4751" y="1806"/>
                  <a:pt x="4751" y="2756"/>
                </a:cubicBezTo>
                <a:cubicBezTo>
                  <a:pt x="4751" y="2977"/>
                  <a:pt x="4719" y="3199"/>
                  <a:pt x="4656" y="3389"/>
                </a:cubicBezTo>
                <a:lnTo>
                  <a:pt x="3167" y="2534"/>
                </a:lnTo>
                <a:lnTo>
                  <a:pt x="3167" y="824"/>
                </a:lnTo>
                <a:close/>
                <a:moveTo>
                  <a:pt x="2755" y="3231"/>
                </a:moveTo>
                <a:lnTo>
                  <a:pt x="4244" y="4086"/>
                </a:lnTo>
                <a:cubicBezTo>
                  <a:pt x="3895" y="4497"/>
                  <a:pt x="3357" y="4751"/>
                  <a:pt x="2755" y="4751"/>
                </a:cubicBezTo>
                <a:cubicBezTo>
                  <a:pt x="2185" y="4751"/>
                  <a:pt x="1647" y="4497"/>
                  <a:pt x="1299" y="4086"/>
                </a:cubicBezTo>
                <a:lnTo>
                  <a:pt x="2755" y="3231"/>
                </a:lnTo>
                <a:close/>
                <a:moveTo>
                  <a:pt x="2755" y="0"/>
                </a:moveTo>
                <a:cubicBezTo>
                  <a:pt x="1235" y="0"/>
                  <a:pt x="0" y="1235"/>
                  <a:pt x="0" y="2756"/>
                </a:cubicBezTo>
                <a:cubicBezTo>
                  <a:pt x="0" y="4307"/>
                  <a:pt x="1235" y="5542"/>
                  <a:pt x="2755" y="5542"/>
                </a:cubicBezTo>
                <a:cubicBezTo>
                  <a:pt x="4307" y="5542"/>
                  <a:pt x="5542" y="4307"/>
                  <a:pt x="5542" y="2756"/>
                </a:cubicBezTo>
                <a:cubicBezTo>
                  <a:pt x="5542" y="1235"/>
                  <a:pt x="4307" y="0"/>
                  <a:pt x="2755" y="0"/>
                </a:cubicBez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0"/>
          <p:cNvSpPr/>
          <p:nvPr/>
        </p:nvSpPr>
        <p:spPr>
          <a:xfrm>
            <a:off x="5235672" y="3126432"/>
            <a:ext cx="391858" cy="391829"/>
          </a:xfrm>
          <a:custGeom>
            <a:rect b="b" l="l" r="r" t="t"/>
            <a:pathLst>
              <a:path extrusionOk="0" h="13523" w="13524">
                <a:moveTo>
                  <a:pt x="8520" y="3991"/>
                </a:moveTo>
                <a:cubicBezTo>
                  <a:pt x="8963" y="3991"/>
                  <a:pt x="9311" y="4371"/>
                  <a:pt x="9311" y="4782"/>
                </a:cubicBezTo>
                <a:lnTo>
                  <a:pt x="4751" y="4782"/>
                </a:lnTo>
                <a:lnTo>
                  <a:pt x="4751" y="3991"/>
                </a:lnTo>
                <a:close/>
                <a:moveTo>
                  <a:pt x="9311" y="5606"/>
                </a:moveTo>
                <a:lnTo>
                  <a:pt x="9311" y="7189"/>
                </a:lnTo>
                <a:lnTo>
                  <a:pt x="8235" y="7189"/>
                </a:lnTo>
                <a:cubicBezTo>
                  <a:pt x="7918" y="6556"/>
                  <a:pt x="7443" y="6017"/>
                  <a:pt x="6873" y="5606"/>
                </a:cubicBezTo>
                <a:close/>
                <a:moveTo>
                  <a:pt x="4339" y="5574"/>
                </a:moveTo>
                <a:cubicBezTo>
                  <a:pt x="6335" y="5574"/>
                  <a:pt x="7918" y="7189"/>
                  <a:pt x="7918" y="9153"/>
                </a:cubicBezTo>
                <a:cubicBezTo>
                  <a:pt x="7918" y="11148"/>
                  <a:pt x="6335" y="12731"/>
                  <a:pt x="4339" y="12731"/>
                </a:cubicBezTo>
                <a:cubicBezTo>
                  <a:pt x="2376" y="12731"/>
                  <a:pt x="792" y="11116"/>
                  <a:pt x="792" y="9153"/>
                </a:cubicBezTo>
                <a:cubicBezTo>
                  <a:pt x="792" y="7189"/>
                  <a:pt x="2376" y="5574"/>
                  <a:pt x="4339" y="5574"/>
                </a:cubicBezTo>
                <a:close/>
                <a:moveTo>
                  <a:pt x="10895" y="11148"/>
                </a:moveTo>
                <a:cubicBezTo>
                  <a:pt x="11338" y="11148"/>
                  <a:pt x="11687" y="11496"/>
                  <a:pt x="11687" y="11939"/>
                </a:cubicBezTo>
                <a:cubicBezTo>
                  <a:pt x="11687" y="12383"/>
                  <a:pt x="11338" y="12731"/>
                  <a:pt x="10895" y="12731"/>
                </a:cubicBezTo>
                <a:cubicBezTo>
                  <a:pt x="10451" y="12731"/>
                  <a:pt x="10103" y="12383"/>
                  <a:pt x="10103" y="11939"/>
                </a:cubicBezTo>
                <a:cubicBezTo>
                  <a:pt x="10103" y="11496"/>
                  <a:pt x="10451" y="11148"/>
                  <a:pt x="10895" y="11148"/>
                </a:cubicBezTo>
                <a:close/>
                <a:moveTo>
                  <a:pt x="1964" y="0"/>
                </a:moveTo>
                <a:lnTo>
                  <a:pt x="1964" y="792"/>
                </a:lnTo>
                <a:lnTo>
                  <a:pt x="3959" y="792"/>
                </a:lnTo>
                <a:lnTo>
                  <a:pt x="3959" y="4814"/>
                </a:lnTo>
                <a:cubicBezTo>
                  <a:pt x="1742" y="5036"/>
                  <a:pt x="1" y="6904"/>
                  <a:pt x="1" y="9184"/>
                </a:cubicBezTo>
                <a:cubicBezTo>
                  <a:pt x="1" y="11591"/>
                  <a:pt x="1933" y="13523"/>
                  <a:pt x="4339" y="13523"/>
                </a:cubicBezTo>
                <a:cubicBezTo>
                  <a:pt x="6746" y="13523"/>
                  <a:pt x="8710" y="11591"/>
                  <a:pt x="8710" y="9184"/>
                </a:cubicBezTo>
                <a:cubicBezTo>
                  <a:pt x="8710" y="8773"/>
                  <a:pt x="8646" y="8361"/>
                  <a:pt x="8551" y="7981"/>
                </a:cubicBezTo>
                <a:lnTo>
                  <a:pt x="9691" y="7981"/>
                </a:lnTo>
                <a:cubicBezTo>
                  <a:pt x="10135" y="7981"/>
                  <a:pt x="10483" y="8329"/>
                  <a:pt x="10483" y="8773"/>
                </a:cubicBezTo>
                <a:lnTo>
                  <a:pt x="10483" y="10419"/>
                </a:lnTo>
                <a:cubicBezTo>
                  <a:pt x="9818" y="10578"/>
                  <a:pt x="9311" y="11211"/>
                  <a:pt x="9311" y="11939"/>
                </a:cubicBezTo>
                <a:cubicBezTo>
                  <a:pt x="9311" y="12826"/>
                  <a:pt x="10008" y="13523"/>
                  <a:pt x="10895" y="13523"/>
                </a:cubicBezTo>
                <a:cubicBezTo>
                  <a:pt x="11623" y="13523"/>
                  <a:pt x="12257" y="13016"/>
                  <a:pt x="12415" y="12351"/>
                </a:cubicBezTo>
                <a:lnTo>
                  <a:pt x="13523" y="12351"/>
                </a:lnTo>
                <a:lnTo>
                  <a:pt x="13523" y="11559"/>
                </a:lnTo>
                <a:lnTo>
                  <a:pt x="12415" y="11559"/>
                </a:lnTo>
                <a:cubicBezTo>
                  <a:pt x="12288" y="10989"/>
                  <a:pt x="11845" y="10546"/>
                  <a:pt x="11275" y="10419"/>
                </a:cubicBezTo>
                <a:lnTo>
                  <a:pt x="11275" y="8773"/>
                </a:lnTo>
                <a:cubicBezTo>
                  <a:pt x="11275" y="8044"/>
                  <a:pt x="10768" y="7411"/>
                  <a:pt x="10103" y="7221"/>
                </a:cubicBezTo>
                <a:lnTo>
                  <a:pt x="10103" y="4814"/>
                </a:lnTo>
                <a:cubicBezTo>
                  <a:pt x="10103" y="3927"/>
                  <a:pt x="9375" y="3231"/>
                  <a:pt x="8520" y="3231"/>
                </a:cubicBezTo>
                <a:lnTo>
                  <a:pt x="4751" y="3231"/>
                </a:lnTo>
                <a:lnTo>
                  <a:pt x="4751" y="0"/>
                </a:lnTo>
                <a:close/>
              </a:path>
            </a:pathLst>
          </a:custGeom>
          <a:solidFill>
            <a:srgbClr val="173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0"/>
          <p:cNvSpPr txBox="1"/>
          <p:nvPr/>
        </p:nvSpPr>
        <p:spPr>
          <a:xfrm>
            <a:off x="713237" y="3993423"/>
            <a:ext cx="18087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Jupiter is the biggest planet of them all</a:t>
            </a:r>
            <a:endParaRPr sz="1300">
              <a:solidFill>
                <a:srgbClr val="173F5E"/>
              </a:solidFill>
              <a:latin typeface="Questrial"/>
              <a:ea typeface="Questrial"/>
              <a:cs typeface="Questrial"/>
              <a:sym typeface="Questrial"/>
            </a:endParaRPr>
          </a:p>
        </p:txBody>
      </p:sp>
      <p:sp>
        <p:nvSpPr>
          <p:cNvPr id="612" name="Google Shape;612;p50"/>
          <p:cNvSpPr txBox="1"/>
          <p:nvPr/>
        </p:nvSpPr>
        <p:spPr>
          <a:xfrm>
            <a:off x="713237" y="3692800"/>
            <a:ext cx="18087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Jupiter</a:t>
            </a:r>
            <a:endParaRPr sz="1500">
              <a:solidFill>
                <a:srgbClr val="173F5E"/>
              </a:solidFill>
              <a:latin typeface="Roboto Slab Regular"/>
              <a:ea typeface="Roboto Slab Regular"/>
              <a:cs typeface="Roboto Slab Regular"/>
              <a:sym typeface="Roboto Slab Regular"/>
            </a:endParaRPr>
          </a:p>
        </p:txBody>
      </p:sp>
      <p:sp>
        <p:nvSpPr>
          <p:cNvPr id="613" name="Google Shape;613;p50"/>
          <p:cNvSpPr txBox="1"/>
          <p:nvPr/>
        </p:nvSpPr>
        <p:spPr>
          <a:xfrm>
            <a:off x="3254550" y="3993423"/>
            <a:ext cx="18087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Venus is the closest planet to the Sun</a:t>
            </a:r>
            <a:endParaRPr sz="1300">
              <a:solidFill>
                <a:srgbClr val="173F5E"/>
              </a:solidFill>
              <a:latin typeface="Questrial"/>
              <a:ea typeface="Questrial"/>
              <a:cs typeface="Questrial"/>
              <a:sym typeface="Questrial"/>
            </a:endParaRPr>
          </a:p>
        </p:txBody>
      </p:sp>
      <p:sp>
        <p:nvSpPr>
          <p:cNvPr id="614" name="Google Shape;614;p50"/>
          <p:cNvSpPr txBox="1"/>
          <p:nvPr/>
        </p:nvSpPr>
        <p:spPr>
          <a:xfrm>
            <a:off x="3254550" y="3692800"/>
            <a:ext cx="18087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Venus</a:t>
            </a:r>
            <a:endParaRPr sz="1500">
              <a:solidFill>
                <a:srgbClr val="173F5E"/>
              </a:solidFill>
              <a:latin typeface="Roboto Slab Regular"/>
              <a:ea typeface="Roboto Slab Regular"/>
              <a:cs typeface="Roboto Slab Regular"/>
              <a:sym typeface="Roboto Slab Regular"/>
            </a:endParaRPr>
          </a:p>
        </p:txBody>
      </p:sp>
      <p:sp>
        <p:nvSpPr>
          <p:cNvPr id="615" name="Google Shape;615;p50"/>
          <p:cNvSpPr txBox="1"/>
          <p:nvPr/>
        </p:nvSpPr>
        <p:spPr>
          <a:xfrm>
            <a:off x="5795875" y="3993423"/>
            <a:ext cx="18087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Earth is the third planet from the Sun</a:t>
            </a:r>
            <a:endParaRPr sz="1300">
              <a:solidFill>
                <a:srgbClr val="173F5E"/>
              </a:solidFill>
              <a:latin typeface="Questrial"/>
              <a:ea typeface="Questrial"/>
              <a:cs typeface="Questrial"/>
              <a:sym typeface="Questrial"/>
            </a:endParaRPr>
          </a:p>
        </p:txBody>
      </p:sp>
      <p:sp>
        <p:nvSpPr>
          <p:cNvPr id="616" name="Google Shape;616;p50"/>
          <p:cNvSpPr txBox="1"/>
          <p:nvPr/>
        </p:nvSpPr>
        <p:spPr>
          <a:xfrm>
            <a:off x="5795875" y="3692800"/>
            <a:ext cx="18087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Earth</a:t>
            </a:r>
            <a:endParaRPr sz="1500">
              <a:solidFill>
                <a:srgbClr val="173F5E"/>
              </a:solidFill>
              <a:latin typeface="Roboto Slab Regular"/>
              <a:ea typeface="Roboto Slab Regular"/>
              <a:cs typeface="Roboto Slab Regular"/>
              <a:sym typeface="Roboto Slab Regular"/>
            </a:endParaRPr>
          </a:p>
        </p:txBody>
      </p:sp>
      <p:sp>
        <p:nvSpPr>
          <p:cNvPr id="617" name="Google Shape;617;p50"/>
          <p:cNvSpPr txBox="1"/>
          <p:nvPr/>
        </p:nvSpPr>
        <p:spPr>
          <a:xfrm>
            <a:off x="1988700" y="1757848"/>
            <a:ext cx="18087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It’s the farthest planet from the Sun</a:t>
            </a:r>
            <a:endParaRPr sz="1300">
              <a:solidFill>
                <a:srgbClr val="173F5E"/>
              </a:solidFill>
              <a:latin typeface="Questrial"/>
              <a:ea typeface="Questrial"/>
              <a:cs typeface="Questrial"/>
              <a:sym typeface="Questrial"/>
            </a:endParaRPr>
          </a:p>
        </p:txBody>
      </p:sp>
      <p:sp>
        <p:nvSpPr>
          <p:cNvPr id="618" name="Google Shape;618;p50"/>
          <p:cNvSpPr txBox="1"/>
          <p:nvPr/>
        </p:nvSpPr>
        <p:spPr>
          <a:xfrm>
            <a:off x="1988700" y="1457225"/>
            <a:ext cx="18087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Neptune</a:t>
            </a:r>
            <a:endParaRPr sz="1500">
              <a:solidFill>
                <a:srgbClr val="173F5E"/>
              </a:solidFill>
              <a:latin typeface="Roboto Slab Regular"/>
              <a:ea typeface="Roboto Slab Regular"/>
              <a:cs typeface="Roboto Slab Regular"/>
              <a:sym typeface="Roboto Slab Regular"/>
            </a:endParaRPr>
          </a:p>
        </p:txBody>
      </p:sp>
      <p:sp>
        <p:nvSpPr>
          <p:cNvPr id="619" name="Google Shape;619;p50"/>
          <p:cNvSpPr txBox="1"/>
          <p:nvPr/>
        </p:nvSpPr>
        <p:spPr>
          <a:xfrm>
            <a:off x="4530050" y="1757848"/>
            <a:ext cx="1808700" cy="606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rgbClr val="173F5E"/>
                </a:solidFill>
                <a:latin typeface="Questrial"/>
                <a:ea typeface="Questrial"/>
                <a:cs typeface="Questrial"/>
                <a:sym typeface="Questrial"/>
              </a:rPr>
              <a:t>It’s a gas giant and has several rings</a:t>
            </a:r>
            <a:endParaRPr sz="1300">
              <a:solidFill>
                <a:srgbClr val="173F5E"/>
              </a:solidFill>
              <a:latin typeface="Questrial"/>
              <a:ea typeface="Questrial"/>
              <a:cs typeface="Questrial"/>
              <a:sym typeface="Questrial"/>
            </a:endParaRPr>
          </a:p>
        </p:txBody>
      </p:sp>
      <p:sp>
        <p:nvSpPr>
          <p:cNvPr id="620" name="Google Shape;620;p50"/>
          <p:cNvSpPr txBox="1"/>
          <p:nvPr/>
        </p:nvSpPr>
        <p:spPr>
          <a:xfrm>
            <a:off x="4530050" y="1457225"/>
            <a:ext cx="1808700" cy="300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solidFill>
                  <a:srgbClr val="173F5E"/>
                </a:solidFill>
                <a:latin typeface="Roboto Slab Regular"/>
                <a:ea typeface="Roboto Slab Regular"/>
                <a:cs typeface="Roboto Slab Regular"/>
                <a:sym typeface="Roboto Slab Regular"/>
              </a:rPr>
              <a:t>Saturn</a:t>
            </a:r>
            <a:endParaRPr sz="1500">
              <a:solidFill>
                <a:srgbClr val="173F5E"/>
              </a:solidFill>
              <a:latin typeface="Roboto Slab Regular"/>
              <a:ea typeface="Roboto Slab Regular"/>
              <a:cs typeface="Roboto Slab Regular"/>
              <a:sym typeface="Roboto Slab Regular"/>
            </a:endParaRPr>
          </a:p>
        </p:txBody>
      </p:sp>
      <p:cxnSp>
        <p:nvCxnSpPr>
          <p:cNvPr id="621" name="Google Shape;621;p50"/>
          <p:cNvCxnSpPr/>
          <p:nvPr/>
        </p:nvCxnSpPr>
        <p:spPr>
          <a:xfrm>
            <a:off x="82427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622" name="Google Shape;622;p50"/>
          <p:cNvSpPr/>
          <p:nvPr/>
        </p:nvSpPr>
        <p:spPr>
          <a:xfrm flipH="1">
            <a:off x="5063052" y="0"/>
            <a:ext cx="4080948" cy="2265778"/>
          </a:xfrm>
          <a:custGeom>
            <a:rect b="b" l="l" r="r" t="t"/>
            <a:pathLst>
              <a:path extrusionOk="0" h="91270" w="201131">
                <a:moveTo>
                  <a:pt x="0" y="0"/>
                </a:moveTo>
                <a:lnTo>
                  <a:pt x="0" y="91270"/>
                </a:lnTo>
                <a:cubicBezTo>
                  <a:pt x="760" y="87343"/>
                  <a:pt x="2312" y="83859"/>
                  <a:pt x="4529" y="80661"/>
                </a:cubicBezTo>
                <a:cubicBezTo>
                  <a:pt x="18083" y="61343"/>
                  <a:pt x="57384" y="54502"/>
                  <a:pt x="106250" y="47788"/>
                </a:cubicBezTo>
                <a:cubicBezTo>
                  <a:pt x="128513" y="44748"/>
                  <a:pt x="147673" y="36989"/>
                  <a:pt x="162842" y="28565"/>
                </a:cubicBezTo>
                <a:cubicBezTo>
                  <a:pt x="186246" y="15581"/>
                  <a:pt x="200117" y="1077"/>
                  <a:pt x="201130" y="0"/>
                </a:cubicBezTo>
                <a:close/>
              </a:path>
            </a:pathLst>
          </a:custGeom>
          <a:solidFill>
            <a:srgbClr val="D5E7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0"/>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timeline</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27" name="Shape 627"/>
        <p:cNvGrpSpPr/>
        <p:nvPr/>
      </p:nvGrpSpPr>
      <p:grpSpPr>
        <a:xfrm>
          <a:off x="0" y="0"/>
          <a:ext cx="0" cy="0"/>
          <a:chOff x="0" y="0"/>
          <a:chExt cx="0" cy="0"/>
        </a:xfrm>
      </p:grpSpPr>
      <p:cxnSp>
        <p:nvCxnSpPr>
          <p:cNvPr id="628" name="Google Shape;628;p51"/>
          <p:cNvCxnSpPr/>
          <p:nvPr/>
        </p:nvCxnSpPr>
        <p:spPr>
          <a:xfrm>
            <a:off x="5077800" y="1692800"/>
            <a:ext cx="431700" cy="0"/>
          </a:xfrm>
          <a:prstGeom prst="straightConnector1">
            <a:avLst/>
          </a:prstGeom>
          <a:noFill/>
          <a:ln cap="flat" cmpd="sng" w="19050">
            <a:solidFill>
              <a:srgbClr val="173F5E"/>
            </a:solidFill>
            <a:prstDash val="solid"/>
            <a:round/>
            <a:headEnd len="med" w="med" type="none"/>
            <a:tailEnd len="med" w="med" type="none"/>
          </a:ln>
        </p:spPr>
      </p:cxnSp>
      <p:sp>
        <p:nvSpPr>
          <p:cNvPr id="629" name="Google Shape;629;p51"/>
          <p:cNvSpPr txBox="1"/>
          <p:nvPr>
            <p:ph type="title"/>
          </p:nvPr>
        </p:nvSpPr>
        <p:spPr>
          <a:xfrm>
            <a:off x="4973400" y="1170550"/>
            <a:ext cx="34575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630" name="Google Shape;630;p51"/>
          <p:cNvSpPr txBox="1"/>
          <p:nvPr>
            <p:ph idx="1" type="body"/>
          </p:nvPr>
        </p:nvSpPr>
        <p:spPr>
          <a:xfrm>
            <a:off x="4973375" y="2258800"/>
            <a:ext cx="3457500" cy="1714200"/>
          </a:xfrm>
          <a:prstGeom prst="rect">
            <a:avLst/>
          </a:prstGeom>
        </p:spPr>
        <p:txBody>
          <a:bodyPr anchorCtr="0" anchor="t" bIns="91425" lIns="91425" spcFirstLastPara="1" rIns="91425" wrap="square" tIns="91425">
            <a:noAutofit/>
          </a:bodyPr>
          <a:lstStyle/>
          <a:p>
            <a:pPr indent="-311150" lvl="0" marL="457200" rtl="0" algn="l">
              <a:lnSpc>
                <a:spcPct val="100000"/>
              </a:lnSpc>
              <a:spcBef>
                <a:spcPts val="0"/>
              </a:spcBef>
              <a:spcAft>
                <a:spcPts val="0"/>
              </a:spcAft>
              <a:buClr>
                <a:srgbClr val="173F5E"/>
              </a:buClr>
              <a:buSzPts val="1300"/>
              <a:buFont typeface="Questrial"/>
              <a:buChar char="●"/>
            </a:pPr>
            <a:r>
              <a:rPr lang="en"/>
              <a:t>It’s the fifth planet from the Sun and the largest in the Solar System</a:t>
            </a:r>
            <a:endParaRPr/>
          </a:p>
          <a:p>
            <a:pPr indent="-311150" lvl="0" marL="457200" rtl="0" algn="l">
              <a:lnSpc>
                <a:spcPct val="100000"/>
              </a:lnSpc>
              <a:spcBef>
                <a:spcPts val="1000"/>
              </a:spcBef>
              <a:spcAft>
                <a:spcPts val="0"/>
              </a:spcAft>
              <a:buClr>
                <a:srgbClr val="173F5E"/>
              </a:buClr>
              <a:buSzPts val="1300"/>
              <a:buFont typeface="Questrial"/>
              <a:buChar char="●"/>
            </a:pPr>
            <a:r>
              <a:rPr lang="en"/>
              <a:t>Venus has a beautiful name, but it’s terribly hot, more than Mercury</a:t>
            </a:r>
            <a:endParaRPr/>
          </a:p>
          <a:p>
            <a:pPr indent="-311150" lvl="0" marL="457200" rtl="0" algn="l">
              <a:lnSpc>
                <a:spcPct val="100000"/>
              </a:lnSpc>
              <a:spcBef>
                <a:spcPts val="1000"/>
              </a:spcBef>
              <a:spcAft>
                <a:spcPts val="1000"/>
              </a:spcAft>
              <a:buClr>
                <a:srgbClr val="173F5E"/>
              </a:buClr>
              <a:buSzPts val="1300"/>
              <a:buFont typeface="Questrial"/>
              <a:buChar char="●"/>
            </a:pPr>
            <a:r>
              <a:rPr lang="en"/>
              <a:t>It’s a gas giant with an average radius of about nine times that on Earth</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5FAAD9"/>
        </a:solidFill>
      </p:bgPr>
    </p:bg>
    <p:spTree>
      <p:nvGrpSpPr>
        <p:cNvPr id="634" name="Shape 634"/>
        <p:cNvGrpSpPr/>
        <p:nvPr/>
      </p:nvGrpSpPr>
      <p:grpSpPr>
        <a:xfrm>
          <a:off x="0" y="0"/>
          <a:ext cx="0" cy="0"/>
          <a:chOff x="0" y="0"/>
          <a:chExt cx="0" cy="0"/>
        </a:xfrm>
      </p:grpSpPr>
      <p:cxnSp>
        <p:nvCxnSpPr>
          <p:cNvPr id="635" name="Google Shape;635;p52"/>
          <p:cNvCxnSpPr/>
          <p:nvPr/>
        </p:nvCxnSpPr>
        <p:spPr>
          <a:xfrm>
            <a:off x="813625" y="1068325"/>
            <a:ext cx="509400" cy="0"/>
          </a:xfrm>
          <a:prstGeom prst="straightConnector1">
            <a:avLst/>
          </a:prstGeom>
          <a:noFill/>
          <a:ln cap="flat" cmpd="sng" w="19050">
            <a:solidFill>
              <a:srgbClr val="FFFFFF"/>
            </a:solidFill>
            <a:prstDash val="solid"/>
            <a:round/>
            <a:headEnd len="med" w="med" type="none"/>
            <a:tailEnd len="med" w="med" type="none"/>
          </a:ln>
        </p:spPr>
      </p:cxnSp>
      <p:pic>
        <p:nvPicPr>
          <p:cNvPr id="636" name="Google Shape;636;p52"/>
          <p:cNvPicPr preferRelativeResize="0"/>
          <p:nvPr/>
        </p:nvPicPr>
        <p:blipFill rotWithShape="1">
          <a:blip r:embed="rId3">
            <a:alphaModFix/>
          </a:blip>
          <a:srcRect b="18830" l="17763" r="17737" t="-9099"/>
          <a:stretch/>
        </p:blipFill>
        <p:spPr>
          <a:xfrm flipH="1" rot="5400000">
            <a:off x="4214497" y="186172"/>
            <a:ext cx="5165424" cy="4764582"/>
          </a:xfrm>
          <a:prstGeom prst="flowChartDocument">
            <a:avLst/>
          </a:prstGeom>
          <a:noFill/>
          <a:ln>
            <a:noFill/>
          </a:ln>
        </p:spPr>
      </p:pic>
      <p:sp>
        <p:nvSpPr>
          <p:cNvPr id="637" name="Google Shape;637;p52"/>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References</a:t>
            </a:r>
            <a:endParaRPr/>
          </a:p>
        </p:txBody>
      </p:sp>
      <p:sp>
        <p:nvSpPr>
          <p:cNvPr id="638" name="Google Shape;638;p52"/>
          <p:cNvSpPr txBox="1"/>
          <p:nvPr>
            <p:ph idx="1" type="body"/>
          </p:nvPr>
        </p:nvSpPr>
        <p:spPr>
          <a:xfrm>
            <a:off x="713225" y="1481200"/>
            <a:ext cx="3771900" cy="3118500"/>
          </a:xfrm>
          <a:prstGeom prst="rect">
            <a:avLst/>
          </a:prstGeom>
        </p:spPr>
        <p:txBody>
          <a:bodyPr anchorCtr="0" anchor="t" bIns="91425" lIns="91425" spcFirstLastPara="1" rIns="91425" wrap="square" tIns="91425">
            <a:noAutofit/>
          </a:bodyPr>
          <a:lstStyle/>
          <a:p>
            <a:pPr indent="-311150" lvl="0" marL="457200" rtl="0" algn="l">
              <a:spcBef>
                <a:spcPts val="0"/>
              </a:spcBef>
              <a:spcAft>
                <a:spcPts val="0"/>
              </a:spcAft>
              <a:buClr>
                <a:schemeClr val="lt1"/>
              </a:buClr>
              <a:buSzPts val="1300"/>
              <a:buFont typeface="Montserrat"/>
              <a:buAutoNum type="arabicPeriod"/>
            </a:pPr>
            <a:r>
              <a:rPr b="1" lang="en">
                <a:solidFill>
                  <a:schemeClr val="lt1"/>
                </a:solidFill>
              </a:rPr>
              <a:t>AUTOR (YEAR).</a:t>
            </a:r>
            <a:r>
              <a:rPr lang="en">
                <a:solidFill>
                  <a:schemeClr val="lt1"/>
                </a:solidFill>
              </a:rPr>
              <a:t> </a:t>
            </a:r>
            <a:r>
              <a:rPr i="1" lang="en">
                <a:solidFill>
                  <a:schemeClr val="lt1"/>
                </a:solidFill>
              </a:rPr>
              <a:t>Title of publication</a:t>
            </a:r>
            <a:r>
              <a:rPr lang="en">
                <a:solidFill>
                  <a:schemeClr val="lt1"/>
                </a:solidFill>
              </a:rPr>
              <a:t>. Publisher.</a:t>
            </a:r>
            <a:endParaRPr>
              <a:solidFill>
                <a:schemeClr val="lt1"/>
              </a:solidFill>
            </a:endParaRPr>
          </a:p>
          <a:p>
            <a:pPr indent="-311150" lvl="0" marL="457200" rtl="0" algn="l">
              <a:spcBef>
                <a:spcPts val="0"/>
              </a:spcBef>
              <a:spcAft>
                <a:spcPts val="0"/>
              </a:spcAft>
              <a:buClr>
                <a:schemeClr val="lt1"/>
              </a:buClr>
              <a:buSzPts val="1300"/>
              <a:buFont typeface="Montserrat"/>
              <a:buAutoNum type="arabicPeriod"/>
            </a:pPr>
            <a:r>
              <a:rPr b="1" lang="en">
                <a:solidFill>
                  <a:schemeClr val="lt1"/>
                </a:solidFill>
              </a:rPr>
              <a:t>AUTOR (YEAR).</a:t>
            </a:r>
            <a:r>
              <a:rPr lang="en">
                <a:solidFill>
                  <a:schemeClr val="lt1"/>
                </a:solidFill>
              </a:rPr>
              <a:t> </a:t>
            </a:r>
            <a:r>
              <a:rPr i="1" lang="en">
                <a:solidFill>
                  <a:schemeClr val="lt1"/>
                </a:solidFill>
              </a:rPr>
              <a:t>Title of publication</a:t>
            </a:r>
            <a:r>
              <a:rPr lang="en">
                <a:solidFill>
                  <a:schemeClr val="lt1"/>
                </a:solidFill>
              </a:rPr>
              <a:t>. Publisher.</a:t>
            </a:r>
            <a:endParaRPr>
              <a:solidFill>
                <a:schemeClr val="lt1"/>
              </a:solidFill>
            </a:endParaRPr>
          </a:p>
          <a:p>
            <a:pPr indent="-311150" lvl="0" marL="457200" rtl="0" algn="l">
              <a:spcBef>
                <a:spcPts val="0"/>
              </a:spcBef>
              <a:spcAft>
                <a:spcPts val="0"/>
              </a:spcAft>
              <a:buClr>
                <a:schemeClr val="lt1"/>
              </a:buClr>
              <a:buSzPts val="1300"/>
              <a:buFont typeface="Montserrat"/>
              <a:buAutoNum type="arabicPeriod"/>
            </a:pPr>
            <a:r>
              <a:rPr b="1" lang="en">
                <a:solidFill>
                  <a:schemeClr val="lt1"/>
                </a:solidFill>
              </a:rPr>
              <a:t>AUTOR (YEAR).</a:t>
            </a:r>
            <a:r>
              <a:rPr lang="en">
                <a:solidFill>
                  <a:schemeClr val="lt1"/>
                </a:solidFill>
              </a:rPr>
              <a:t> </a:t>
            </a:r>
            <a:r>
              <a:rPr i="1" lang="en">
                <a:solidFill>
                  <a:schemeClr val="lt1"/>
                </a:solidFill>
              </a:rPr>
              <a:t>Title of publication</a:t>
            </a:r>
            <a:r>
              <a:rPr lang="en">
                <a:solidFill>
                  <a:schemeClr val="lt1"/>
                </a:solidFill>
              </a:rPr>
              <a:t>. Publisher.</a:t>
            </a:r>
            <a:endParaRPr>
              <a:solidFill>
                <a:schemeClr val="lt1"/>
              </a:solidFill>
            </a:endParaRPr>
          </a:p>
          <a:p>
            <a:pPr indent="-311150" lvl="0" marL="457200" rtl="0" algn="l">
              <a:spcBef>
                <a:spcPts val="0"/>
              </a:spcBef>
              <a:spcAft>
                <a:spcPts val="0"/>
              </a:spcAft>
              <a:buClr>
                <a:schemeClr val="lt1"/>
              </a:buClr>
              <a:buSzPts val="1300"/>
              <a:buFont typeface="Montserrat"/>
              <a:buAutoNum type="arabicPeriod"/>
            </a:pPr>
            <a:r>
              <a:rPr b="1" lang="en">
                <a:solidFill>
                  <a:schemeClr val="lt1"/>
                </a:solidFill>
              </a:rPr>
              <a:t>AUTOR (YEAR).</a:t>
            </a:r>
            <a:r>
              <a:rPr lang="en">
                <a:solidFill>
                  <a:schemeClr val="lt1"/>
                </a:solidFill>
              </a:rPr>
              <a:t> </a:t>
            </a:r>
            <a:r>
              <a:rPr i="1" lang="en">
                <a:solidFill>
                  <a:schemeClr val="lt1"/>
                </a:solidFill>
              </a:rPr>
              <a:t>Title of publication</a:t>
            </a:r>
            <a:r>
              <a:rPr lang="en">
                <a:solidFill>
                  <a:schemeClr val="lt1"/>
                </a:solidFill>
              </a:rPr>
              <a:t>. Publisher.</a:t>
            </a:r>
            <a:endParaRPr>
              <a:solidFill>
                <a:schemeClr val="lt1"/>
              </a:solidFill>
            </a:endParaRPr>
          </a:p>
          <a:p>
            <a:pPr indent="-311150" lvl="0" marL="457200" rtl="0" algn="l">
              <a:spcBef>
                <a:spcPts val="0"/>
              </a:spcBef>
              <a:spcAft>
                <a:spcPts val="0"/>
              </a:spcAft>
              <a:buClr>
                <a:schemeClr val="lt1"/>
              </a:buClr>
              <a:buSzPts val="1300"/>
              <a:buFont typeface="Montserrat"/>
              <a:buAutoNum type="arabicPeriod"/>
            </a:pPr>
            <a:r>
              <a:rPr b="1" lang="en">
                <a:solidFill>
                  <a:schemeClr val="lt1"/>
                </a:solidFill>
              </a:rPr>
              <a:t>AUTOR (YEAR).</a:t>
            </a:r>
            <a:r>
              <a:rPr lang="en">
                <a:solidFill>
                  <a:schemeClr val="lt1"/>
                </a:solidFill>
              </a:rPr>
              <a:t> </a:t>
            </a:r>
            <a:r>
              <a:rPr i="1" lang="en">
                <a:solidFill>
                  <a:schemeClr val="lt1"/>
                </a:solidFill>
              </a:rPr>
              <a:t>Title of publication</a:t>
            </a:r>
            <a:r>
              <a:rPr lang="en">
                <a:solidFill>
                  <a:schemeClr val="lt1"/>
                </a:solidFill>
              </a:rPr>
              <a:t>. Publisher.</a:t>
            </a:r>
            <a:endParaRPr>
              <a:solidFill>
                <a:schemeClr val="lt1"/>
              </a:solidFill>
            </a:endParaRPr>
          </a:p>
          <a:p>
            <a:pPr indent="-311150" lvl="0" marL="457200" rtl="0" algn="l">
              <a:spcBef>
                <a:spcPts val="0"/>
              </a:spcBef>
              <a:spcAft>
                <a:spcPts val="0"/>
              </a:spcAft>
              <a:buClr>
                <a:schemeClr val="lt1"/>
              </a:buClr>
              <a:buSzPts val="1300"/>
              <a:buFont typeface="Montserrat"/>
              <a:buAutoNum type="arabicPeriod"/>
            </a:pPr>
            <a:r>
              <a:rPr b="1" lang="en">
                <a:solidFill>
                  <a:schemeClr val="lt1"/>
                </a:solidFill>
              </a:rPr>
              <a:t>AUTOR (YEAR).</a:t>
            </a:r>
            <a:r>
              <a:rPr lang="en">
                <a:solidFill>
                  <a:schemeClr val="lt1"/>
                </a:solidFill>
              </a:rPr>
              <a:t> </a:t>
            </a:r>
            <a:r>
              <a:rPr i="1" lang="en">
                <a:solidFill>
                  <a:schemeClr val="lt1"/>
                </a:solidFill>
              </a:rPr>
              <a:t>Title of publication</a:t>
            </a:r>
            <a:r>
              <a:rPr lang="en">
                <a:solidFill>
                  <a:schemeClr val="lt1"/>
                </a:solidFill>
              </a:rPr>
              <a:t>. Publisher.</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42" name="Shape 642"/>
        <p:cNvGrpSpPr/>
        <p:nvPr/>
      </p:nvGrpSpPr>
      <p:grpSpPr>
        <a:xfrm>
          <a:off x="0" y="0"/>
          <a:ext cx="0" cy="0"/>
          <a:chOff x="0" y="0"/>
          <a:chExt cx="0" cy="0"/>
        </a:xfrm>
      </p:grpSpPr>
      <p:cxnSp>
        <p:nvCxnSpPr>
          <p:cNvPr id="643" name="Google Shape;643;p53"/>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644" name="Google Shape;644;p53"/>
          <p:cNvSpPr txBox="1"/>
          <p:nvPr>
            <p:ph type="title"/>
          </p:nvPr>
        </p:nvSpPr>
        <p:spPr>
          <a:xfrm>
            <a:off x="713100" y="546075"/>
            <a:ext cx="7717800" cy="4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645" name="Google Shape;645;p53"/>
          <p:cNvSpPr txBox="1"/>
          <p:nvPr>
            <p:ph idx="1" type="subTitle"/>
          </p:nvPr>
        </p:nvSpPr>
        <p:spPr>
          <a:xfrm>
            <a:off x="726850" y="1655525"/>
            <a:ext cx="21468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John Doe</a:t>
            </a:r>
            <a:endParaRPr/>
          </a:p>
        </p:txBody>
      </p:sp>
      <p:sp>
        <p:nvSpPr>
          <p:cNvPr id="646" name="Google Shape;646;p53"/>
          <p:cNvSpPr txBox="1"/>
          <p:nvPr>
            <p:ph idx="2" type="subTitle"/>
          </p:nvPr>
        </p:nvSpPr>
        <p:spPr>
          <a:xfrm>
            <a:off x="726850" y="1956126"/>
            <a:ext cx="2146800" cy="792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You can replace the image for your own and talk a bit about this person</a:t>
            </a:r>
            <a:endParaRPr/>
          </a:p>
        </p:txBody>
      </p:sp>
      <p:sp>
        <p:nvSpPr>
          <p:cNvPr id="647" name="Google Shape;647;p53"/>
          <p:cNvSpPr txBox="1"/>
          <p:nvPr>
            <p:ph idx="3" type="subTitle"/>
          </p:nvPr>
        </p:nvSpPr>
        <p:spPr>
          <a:xfrm>
            <a:off x="726850" y="3194875"/>
            <a:ext cx="2146800" cy="300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latin typeface="Roboto Slab Regular"/>
                <a:ea typeface="Roboto Slab Regular"/>
                <a:cs typeface="Roboto Slab Regular"/>
                <a:sym typeface="Roboto Slab Regular"/>
              </a:rPr>
              <a:t>Jane Doe</a:t>
            </a:r>
            <a:endParaRPr/>
          </a:p>
        </p:txBody>
      </p:sp>
      <p:sp>
        <p:nvSpPr>
          <p:cNvPr id="648" name="Google Shape;648;p53"/>
          <p:cNvSpPr txBox="1"/>
          <p:nvPr>
            <p:ph idx="4" type="subTitle"/>
          </p:nvPr>
        </p:nvSpPr>
        <p:spPr>
          <a:xfrm>
            <a:off x="726850" y="3495476"/>
            <a:ext cx="2146800" cy="792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You can replace the image for your own and talk a bit about this person</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 name="Shape 652"/>
        <p:cNvGrpSpPr/>
        <p:nvPr/>
      </p:nvGrpSpPr>
      <p:grpSpPr>
        <a:xfrm>
          <a:off x="0" y="0"/>
          <a:ext cx="0" cy="0"/>
          <a:chOff x="0" y="0"/>
          <a:chExt cx="0" cy="0"/>
        </a:xfrm>
      </p:grpSpPr>
      <p:sp>
        <p:nvSpPr>
          <p:cNvPr id="653" name="Google Shape;653;p54"/>
          <p:cNvSpPr txBox="1"/>
          <p:nvPr>
            <p:ph type="title"/>
          </p:nvPr>
        </p:nvSpPr>
        <p:spPr>
          <a:xfrm>
            <a:off x="713250" y="1743025"/>
            <a:ext cx="7717500" cy="117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145,067,689</a:t>
            </a:r>
            <a:endParaRPr/>
          </a:p>
        </p:txBody>
      </p:sp>
      <p:sp>
        <p:nvSpPr>
          <p:cNvPr id="654" name="Google Shape;654;p54"/>
          <p:cNvSpPr txBox="1"/>
          <p:nvPr>
            <p:ph idx="1" type="subTitle"/>
          </p:nvPr>
        </p:nvSpPr>
        <p:spPr>
          <a:xfrm>
            <a:off x="2559000" y="2780675"/>
            <a:ext cx="4026000" cy="6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cxnSp>
        <p:nvCxnSpPr>
          <p:cNvPr id="659" name="Google Shape;659;p55"/>
          <p:cNvCxnSpPr/>
          <p:nvPr/>
        </p:nvCxnSpPr>
        <p:spPr>
          <a:xfrm>
            <a:off x="1658975" y="1425975"/>
            <a:ext cx="1110600" cy="0"/>
          </a:xfrm>
          <a:prstGeom prst="straightConnector1">
            <a:avLst/>
          </a:prstGeom>
          <a:noFill/>
          <a:ln cap="flat" cmpd="sng" w="28575">
            <a:solidFill>
              <a:srgbClr val="173F5E"/>
            </a:solidFill>
            <a:prstDash val="solid"/>
            <a:round/>
            <a:headEnd len="med" w="med" type="none"/>
            <a:tailEnd len="med" w="med" type="none"/>
          </a:ln>
        </p:spPr>
      </p:cxnSp>
      <p:pic>
        <p:nvPicPr>
          <p:cNvPr id="660" name="Google Shape;660;p55"/>
          <p:cNvPicPr preferRelativeResize="0"/>
          <p:nvPr/>
        </p:nvPicPr>
        <p:blipFill rotWithShape="1">
          <a:blip r:embed="rId3">
            <a:alphaModFix/>
          </a:blip>
          <a:srcRect b="44213" l="22537" r="22838" t="-33715"/>
          <a:stretch/>
        </p:blipFill>
        <p:spPr>
          <a:xfrm flipH="1" rot="5400000">
            <a:off x="4214497" y="186172"/>
            <a:ext cx="5165424" cy="4764582"/>
          </a:xfrm>
          <a:prstGeom prst="flowChartDocument">
            <a:avLst/>
          </a:prstGeom>
          <a:noFill/>
          <a:ln>
            <a:noFill/>
          </a:ln>
        </p:spPr>
      </p:pic>
      <p:sp>
        <p:nvSpPr>
          <p:cNvPr id="661" name="Google Shape;661;p55"/>
          <p:cNvSpPr/>
          <p:nvPr/>
        </p:nvSpPr>
        <p:spPr>
          <a:xfrm>
            <a:off x="1268588" y="1705488"/>
            <a:ext cx="443400" cy="4443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5"/>
          <p:cNvSpPr/>
          <p:nvPr/>
        </p:nvSpPr>
        <p:spPr>
          <a:xfrm>
            <a:off x="1992571" y="1705488"/>
            <a:ext cx="443400" cy="4443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5"/>
          <p:cNvSpPr/>
          <p:nvPr/>
        </p:nvSpPr>
        <p:spPr>
          <a:xfrm>
            <a:off x="2716555" y="1705488"/>
            <a:ext cx="443400" cy="444300"/>
          </a:xfrm>
          <a:prstGeom prst="ellipse">
            <a:avLst/>
          </a:pr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55"/>
          <p:cNvGrpSpPr/>
          <p:nvPr/>
        </p:nvGrpSpPr>
        <p:grpSpPr>
          <a:xfrm>
            <a:off x="1358900" y="1805676"/>
            <a:ext cx="247117" cy="243920"/>
            <a:chOff x="2984563" y="1520926"/>
            <a:chExt cx="247117" cy="243920"/>
          </a:xfrm>
        </p:grpSpPr>
        <p:sp>
          <p:nvSpPr>
            <p:cNvPr id="665" name="Google Shape;665;p55"/>
            <p:cNvSpPr/>
            <p:nvPr/>
          </p:nvSpPr>
          <p:spPr>
            <a:xfrm>
              <a:off x="3046853" y="1580242"/>
              <a:ext cx="125150" cy="125269"/>
            </a:xfrm>
            <a:custGeom>
              <a:rect b="b" l="l" r="r" t="t"/>
              <a:pathLst>
                <a:path extrusionOk="0" h="33697" w="33665">
                  <a:moveTo>
                    <a:pt x="16848" y="5923"/>
                  </a:moveTo>
                  <a:cubicBezTo>
                    <a:pt x="22865" y="5923"/>
                    <a:pt x="27774" y="10800"/>
                    <a:pt x="27774" y="16848"/>
                  </a:cubicBezTo>
                  <a:cubicBezTo>
                    <a:pt x="27774" y="22897"/>
                    <a:pt x="22865" y="27774"/>
                    <a:pt x="16848" y="27774"/>
                  </a:cubicBezTo>
                  <a:cubicBezTo>
                    <a:pt x="10799" y="27774"/>
                    <a:pt x="5922" y="22897"/>
                    <a:pt x="5922" y="16848"/>
                  </a:cubicBezTo>
                  <a:cubicBezTo>
                    <a:pt x="5922" y="10800"/>
                    <a:pt x="10799" y="5923"/>
                    <a:pt x="16848" y="5923"/>
                  </a:cubicBezTo>
                  <a:close/>
                  <a:moveTo>
                    <a:pt x="16848" y="0"/>
                  </a:moveTo>
                  <a:cubicBezTo>
                    <a:pt x="7537" y="0"/>
                    <a:pt x="0" y="7569"/>
                    <a:pt x="0" y="16848"/>
                  </a:cubicBezTo>
                  <a:cubicBezTo>
                    <a:pt x="0" y="26159"/>
                    <a:pt x="7537" y="33696"/>
                    <a:pt x="16848" y="33696"/>
                  </a:cubicBezTo>
                  <a:cubicBezTo>
                    <a:pt x="26159" y="33696"/>
                    <a:pt x="33664" y="26159"/>
                    <a:pt x="33664" y="16848"/>
                  </a:cubicBezTo>
                  <a:cubicBezTo>
                    <a:pt x="33664" y="7538"/>
                    <a:pt x="26127" y="0"/>
                    <a:pt x="16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5"/>
            <p:cNvSpPr/>
            <p:nvPr/>
          </p:nvSpPr>
          <p:spPr>
            <a:xfrm>
              <a:off x="2984563" y="1520926"/>
              <a:ext cx="247117" cy="243920"/>
            </a:xfrm>
            <a:custGeom>
              <a:rect b="b" l="l" r="r" t="t"/>
              <a:pathLst>
                <a:path extrusionOk="0" h="65614" w="66474">
                  <a:moveTo>
                    <a:pt x="33474" y="5819"/>
                  </a:moveTo>
                  <a:lnTo>
                    <a:pt x="33601" y="5914"/>
                  </a:lnTo>
                  <a:cubicBezTo>
                    <a:pt x="36033" y="5914"/>
                    <a:pt x="38378" y="5872"/>
                    <a:pt x="40600" y="5872"/>
                  </a:cubicBezTo>
                  <a:cubicBezTo>
                    <a:pt x="51687" y="5872"/>
                    <a:pt x="59718" y="6927"/>
                    <a:pt x="60298" y="19564"/>
                  </a:cubicBezTo>
                  <a:cubicBezTo>
                    <a:pt x="60425" y="23016"/>
                    <a:pt x="60488" y="24029"/>
                    <a:pt x="60488" y="32801"/>
                  </a:cubicBezTo>
                  <a:cubicBezTo>
                    <a:pt x="60488" y="46324"/>
                    <a:pt x="60741" y="51834"/>
                    <a:pt x="56656" y="55920"/>
                  </a:cubicBezTo>
                  <a:cubicBezTo>
                    <a:pt x="53181" y="59395"/>
                    <a:pt x="48554" y="59666"/>
                    <a:pt x="39196" y="59666"/>
                  </a:cubicBezTo>
                  <a:cubicBezTo>
                    <a:pt x="37468" y="59666"/>
                    <a:pt x="35579" y="59657"/>
                    <a:pt x="33506" y="59657"/>
                  </a:cubicBezTo>
                  <a:cubicBezTo>
                    <a:pt x="32151" y="59657"/>
                    <a:pt x="30876" y="59659"/>
                    <a:pt x="29675" y="59659"/>
                  </a:cubicBezTo>
                  <a:cubicBezTo>
                    <a:pt x="18783" y="59659"/>
                    <a:pt x="13979" y="59479"/>
                    <a:pt x="10356" y="55856"/>
                  </a:cubicBezTo>
                  <a:cubicBezTo>
                    <a:pt x="5764" y="51296"/>
                    <a:pt x="6587" y="43917"/>
                    <a:pt x="6587" y="32738"/>
                  </a:cubicBezTo>
                  <a:cubicBezTo>
                    <a:pt x="6587" y="17664"/>
                    <a:pt x="5036" y="6769"/>
                    <a:pt x="20205" y="6009"/>
                  </a:cubicBezTo>
                  <a:cubicBezTo>
                    <a:pt x="23689" y="5883"/>
                    <a:pt x="24702" y="5819"/>
                    <a:pt x="33474" y="5819"/>
                  </a:cubicBezTo>
                  <a:close/>
                  <a:moveTo>
                    <a:pt x="33601" y="0"/>
                  </a:moveTo>
                  <a:cubicBezTo>
                    <a:pt x="28352" y="0"/>
                    <a:pt x="23103" y="72"/>
                    <a:pt x="20078" y="214"/>
                  </a:cubicBezTo>
                  <a:cubicBezTo>
                    <a:pt x="14758" y="467"/>
                    <a:pt x="10103" y="1734"/>
                    <a:pt x="6302" y="5534"/>
                  </a:cubicBezTo>
                  <a:cubicBezTo>
                    <a:pt x="0" y="11837"/>
                    <a:pt x="792" y="20324"/>
                    <a:pt x="792" y="32801"/>
                  </a:cubicBezTo>
                  <a:cubicBezTo>
                    <a:pt x="792" y="45564"/>
                    <a:pt x="95" y="53861"/>
                    <a:pt x="6302" y="60068"/>
                  </a:cubicBezTo>
                  <a:cubicBezTo>
                    <a:pt x="11329" y="65095"/>
                    <a:pt x="17812" y="65614"/>
                    <a:pt x="26432" y="65614"/>
                  </a:cubicBezTo>
                  <a:cubicBezTo>
                    <a:pt x="28673" y="65614"/>
                    <a:pt x="31059" y="65579"/>
                    <a:pt x="33601" y="65579"/>
                  </a:cubicBezTo>
                  <a:cubicBezTo>
                    <a:pt x="46237" y="65579"/>
                    <a:pt x="50607" y="65579"/>
                    <a:pt x="55073" y="63869"/>
                  </a:cubicBezTo>
                  <a:cubicBezTo>
                    <a:pt x="61153" y="61493"/>
                    <a:pt x="65714" y="56078"/>
                    <a:pt x="66189" y="46292"/>
                  </a:cubicBezTo>
                  <a:cubicBezTo>
                    <a:pt x="66474" y="40275"/>
                    <a:pt x="66442" y="25327"/>
                    <a:pt x="66189" y="19279"/>
                  </a:cubicBezTo>
                  <a:cubicBezTo>
                    <a:pt x="65650" y="7783"/>
                    <a:pt x="59475" y="784"/>
                    <a:pt x="47124" y="214"/>
                  </a:cubicBezTo>
                  <a:cubicBezTo>
                    <a:pt x="44099" y="72"/>
                    <a:pt x="38850" y="0"/>
                    <a:pt x="336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5"/>
            <p:cNvSpPr/>
            <p:nvPr/>
          </p:nvSpPr>
          <p:spPr>
            <a:xfrm>
              <a:off x="3159893" y="1563168"/>
              <a:ext cx="29320" cy="29320"/>
            </a:xfrm>
            <a:custGeom>
              <a:rect b="b" l="l" r="r" t="t"/>
              <a:pathLst>
                <a:path extrusionOk="0" h="7887" w="7887">
                  <a:moveTo>
                    <a:pt x="3927" y="0"/>
                  </a:moveTo>
                  <a:cubicBezTo>
                    <a:pt x="1774" y="0"/>
                    <a:pt x="0" y="1774"/>
                    <a:pt x="0" y="3927"/>
                  </a:cubicBezTo>
                  <a:cubicBezTo>
                    <a:pt x="0" y="6113"/>
                    <a:pt x="1774" y="7886"/>
                    <a:pt x="3927" y="7886"/>
                  </a:cubicBezTo>
                  <a:cubicBezTo>
                    <a:pt x="6113" y="7886"/>
                    <a:pt x="7886" y="6113"/>
                    <a:pt x="7886" y="3927"/>
                  </a:cubicBezTo>
                  <a:cubicBezTo>
                    <a:pt x="7886" y="1774"/>
                    <a:pt x="6113" y="0"/>
                    <a:pt x="39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 name="Google Shape;668;p55"/>
          <p:cNvSpPr/>
          <p:nvPr/>
        </p:nvSpPr>
        <p:spPr>
          <a:xfrm>
            <a:off x="2153367" y="1804166"/>
            <a:ext cx="123448" cy="246935"/>
          </a:xfrm>
          <a:custGeom>
            <a:rect b="b" l="l" r="r" t="t"/>
            <a:pathLst>
              <a:path extrusionOk="0" h="65587" w="32810">
                <a:moveTo>
                  <a:pt x="24069" y="1"/>
                </a:moveTo>
                <a:cubicBezTo>
                  <a:pt x="15455" y="1"/>
                  <a:pt x="9533" y="5416"/>
                  <a:pt x="9533" y="15392"/>
                </a:cubicBezTo>
                <a:lnTo>
                  <a:pt x="9533" y="24576"/>
                </a:lnTo>
                <a:lnTo>
                  <a:pt x="1" y="24576"/>
                </a:lnTo>
                <a:lnTo>
                  <a:pt x="1" y="36262"/>
                </a:lnTo>
                <a:lnTo>
                  <a:pt x="9533" y="36262"/>
                </a:lnTo>
                <a:lnTo>
                  <a:pt x="9533" y="65587"/>
                </a:lnTo>
                <a:lnTo>
                  <a:pt x="21219" y="65587"/>
                </a:lnTo>
                <a:lnTo>
                  <a:pt x="21219" y="36262"/>
                </a:lnTo>
                <a:lnTo>
                  <a:pt x="30371" y="36262"/>
                </a:lnTo>
                <a:lnTo>
                  <a:pt x="31797" y="24607"/>
                </a:lnTo>
                <a:lnTo>
                  <a:pt x="21219" y="24607"/>
                </a:lnTo>
                <a:lnTo>
                  <a:pt x="21219" y="16563"/>
                </a:lnTo>
                <a:cubicBezTo>
                  <a:pt x="21219" y="13175"/>
                  <a:pt x="22106" y="10895"/>
                  <a:pt x="26824" y="10895"/>
                </a:cubicBezTo>
                <a:lnTo>
                  <a:pt x="32810" y="10895"/>
                </a:lnTo>
                <a:lnTo>
                  <a:pt x="32810" y="444"/>
                </a:lnTo>
                <a:cubicBezTo>
                  <a:pt x="31765" y="317"/>
                  <a:pt x="28218" y="1"/>
                  <a:pt x="24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5"/>
          <p:cNvSpPr/>
          <p:nvPr/>
        </p:nvSpPr>
        <p:spPr>
          <a:xfrm>
            <a:off x="2845674" y="1804175"/>
            <a:ext cx="185171" cy="246935"/>
          </a:xfrm>
          <a:custGeom>
            <a:rect b="b" l="l" r="r" t="t"/>
            <a:pathLst>
              <a:path extrusionOk="0" h="65587" w="49215">
                <a:moveTo>
                  <a:pt x="8203" y="1"/>
                </a:moveTo>
                <a:cubicBezTo>
                  <a:pt x="3674" y="1"/>
                  <a:pt x="1" y="3674"/>
                  <a:pt x="1" y="8203"/>
                </a:cubicBezTo>
                <a:lnTo>
                  <a:pt x="1" y="40980"/>
                </a:lnTo>
                <a:cubicBezTo>
                  <a:pt x="1" y="54566"/>
                  <a:pt x="11022" y="65587"/>
                  <a:pt x="24608" y="65587"/>
                </a:cubicBezTo>
                <a:lnTo>
                  <a:pt x="41012" y="65587"/>
                </a:lnTo>
                <a:cubicBezTo>
                  <a:pt x="45541" y="65587"/>
                  <a:pt x="49214" y="61913"/>
                  <a:pt x="49214" y="57385"/>
                </a:cubicBezTo>
                <a:cubicBezTo>
                  <a:pt x="49214" y="52856"/>
                  <a:pt x="45541" y="49182"/>
                  <a:pt x="41012" y="49182"/>
                </a:cubicBezTo>
                <a:lnTo>
                  <a:pt x="24608" y="49182"/>
                </a:lnTo>
                <a:cubicBezTo>
                  <a:pt x="20079" y="49182"/>
                  <a:pt x="16405" y="45509"/>
                  <a:pt x="16405" y="40980"/>
                </a:cubicBezTo>
                <a:lnTo>
                  <a:pt x="16405" y="36895"/>
                </a:lnTo>
                <a:lnTo>
                  <a:pt x="41012" y="36895"/>
                </a:lnTo>
                <a:cubicBezTo>
                  <a:pt x="45541" y="36895"/>
                  <a:pt x="49214" y="33221"/>
                  <a:pt x="49214" y="28693"/>
                </a:cubicBezTo>
                <a:cubicBezTo>
                  <a:pt x="49214" y="24164"/>
                  <a:pt x="45541" y="20490"/>
                  <a:pt x="41012" y="20490"/>
                </a:cubicBezTo>
                <a:lnTo>
                  <a:pt x="16405" y="20490"/>
                </a:lnTo>
                <a:lnTo>
                  <a:pt x="16405" y="8203"/>
                </a:lnTo>
                <a:cubicBezTo>
                  <a:pt x="16405" y="3674"/>
                  <a:pt x="12732" y="1"/>
                  <a:pt x="8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5"/>
          <p:cNvSpPr txBox="1"/>
          <p:nvPr>
            <p:ph type="title"/>
          </p:nvPr>
        </p:nvSpPr>
        <p:spPr>
          <a:xfrm>
            <a:off x="358025" y="250875"/>
            <a:ext cx="3924600" cy="117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71" name="Google Shape;671;p55"/>
          <p:cNvSpPr txBox="1"/>
          <p:nvPr>
            <p:ph idx="1" type="subTitle"/>
          </p:nvPr>
        </p:nvSpPr>
        <p:spPr>
          <a:xfrm>
            <a:off x="491675" y="4356725"/>
            <a:ext cx="3445200" cy="24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Please keep this slide for attribution.</a:t>
            </a:r>
            <a:endParaRPr/>
          </a:p>
        </p:txBody>
      </p:sp>
      <p:sp>
        <p:nvSpPr>
          <p:cNvPr id="672" name="Google Shape;672;p55"/>
          <p:cNvSpPr txBox="1"/>
          <p:nvPr>
            <p:ph idx="2" type="subTitle"/>
          </p:nvPr>
        </p:nvSpPr>
        <p:spPr>
          <a:xfrm>
            <a:off x="664625" y="2273050"/>
            <a:ext cx="3445200" cy="87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yourcompany.com</a:t>
            </a:r>
            <a:endParaRPr/>
          </a:p>
          <a:p>
            <a:pPr indent="0" lvl="0" marL="0" rtl="0" algn="ctr">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 name="Shape 676"/>
        <p:cNvGrpSpPr/>
        <p:nvPr/>
      </p:nvGrpSpPr>
      <p:grpSpPr>
        <a:xfrm>
          <a:off x="0" y="0"/>
          <a:ext cx="0" cy="0"/>
          <a:chOff x="0" y="0"/>
          <a:chExt cx="0" cy="0"/>
        </a:xfrm>
      </p:grpSpPr>
      <p:sp>
        <p:nvSpPr>
          <p:cNvPr id="677" name="Google Shape;677;p56"/>
          <p:cNvSpPr txBox="1"/>
          <p:nvPr/>
        </p:nvSpPr>
        <p:spPr>
          <a:xfrm>
            <a:off x="713225" y="546075"/>
            <a:ext cx="7717800" cy="41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800">
                <a:solidFill>
                  <a:srgbClr val="173F5E"/>
                </a:solidFill>
                <a:latin typeface="Roboto Slab Regular"/>
                <a:ea typeface="Roboto Slab Regular"/>
                <a:cs typeface="Roboto Slab Regular"/>
                <a:sym typeface="Roboto Slab Regular"/>
              </a:rPr>
              <a:t>Alternative r</a:t>
            </a:r>
            <a:r>
              <a:rPr lang="en" sz="2800">
                <a:solidFill>
                  <a:srgbClr val="173F5E"/>
                </a:solidFill>
                <a:latin typeface="Roboto Slab Regular"/>
                <a:ea typeface="Roboto Slab Regular"/>
                <a:cs typeface="Roboto Slab Regular"/>
                <a:sym typeface="Roboto Slab Regular"/>
              </a:rPr>
              <a:t>esources</a:t>
            </a:r>
            <a:endParaRPr sz="2800">
              <a:solidFill>
                <a:srgbClr val="173F5E"/>
              </a:solidFill>
              <a:latin typeface="Roboto Slab Regular"/>
              <a:ea typeface="Roboto Slab Regular"/>
              <a:cs typeface="Roboto Slab Regular"/>
              <a:sym typeface="Roboto Slab Regular"/>
            </a:endParaRPr>
          </a:p>
        </p:txBody>
      </p:sp>
      <p:cxnSp>
        <p:nvCxnSpPr>
          <p:cNvPr id="678" name="Google Shape;678;p56"/>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679" name="Google Shape;679;p56"/>
          <p:cNvSpPr/>
          <p:nvPr/>
        </p:nvSpPr>
        <p:spPr>
          <a:xfrm rot="10800000">
            <a:off x="6752675" y="0"/>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6"/>
          <p:cNvSpPr txBox="1"/>
          <p:nvPr/>
        </p:nvSpPr>
        <p:spPr>
          <a:xfrm>
            <a:off x="713225" y="1340075"/>
            <a:ext cx="7717800" cy="32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rgbClr val="173F5E"/>
                </a:solidFill>
                <a:latin typeface="Questrial"/>
                <a:ea typeface="Questrial"/>
                <a:cs typeface="Questrial"/>
                <a:sym typeface="Questrial"/>
              </a:rPr>
              <a:t>You can use this resources if you like it</a:t>
            </a:r>
            <a:endParaRPr sz="1300">
              <a:solidFill>
                <a:srgbClr val="173F5E"/>
              </a:solidFill>
              <a:latin typeface="Questrial"/>
              <a:ea typeface="Questrial"/>
              <a:cs typeface="Questrial"/>
              <a:sym typeface="Questrial"/>
            </a:endParaRPr>
          </a:p>
          <a:p>
            <a:pPr indent="0" lvl="0" marL="0" rtl="0" algn="l">
              <a:spcBef>
                <a:spcPts val="0"/>
              </a:spcBef>
              <a:spcAft>
                <a:spcPts val="0"/>
              </a:spcAft>
              <a:buNone/>
            </a:pPr>
            <a:r>
              <a:t/>
            </a:r>
            <a:endParaRPr sz="1300">
              <a:solidFill>
                <a:srgbClr val="173F5E"/>
              </a:solidFill>
              <a:latin typeface="Questrial"/>
              <a:ea typeface="Questrial"/>
              <a:cs typeface="Questrial"/>
              <a:sym typeface="Questrial"/>
            </a:endParaRPr>
          </a:p>
          <a:p>
            <a:pPr indent="0" lvl="0" marL="0" marR="50800" rtl="0" algn="l">
              <a:spcBef>
                <a:spcPts val="0"/>
              </a:spcBef>
              <a:spcAft>
                <a:spcPts val="0"/>
              </a:spcAft>
              <a:buNone/>
            </a:pPr>
            <a:r>
              <a:rPr b="1" lang="en" sz="1300">
                <a:solidFill>
                  <a:srgbClr val="173F5E"/>
                </a:solidFill>
                <a:latin typeface="Questrial"/>
                <a:ea typeface="Questrial"/>
                <a:cs typeface="Questrial"/>
                <a:sym typeface="Questrial"/>
              </a:rPr>
              <a:t>VECTORS:</a:t>
            </a:r>
            <a:endParaRPr b="1"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3">
                  <a:extLst>
                    <a:ext uri="{A12FA001-AC4F-418D-AE19-62706E023703}">
                      <ahyp:hlinkClr val="tx"/>
                    </a:ext>
                  </a:extLst>
                </a:hlinkClick>
              </a:rPr>
              <a:t>Timeline infographic template</a:t>
            </a:r>
            <a:endParaRPr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4">
                  <a:extLst>
                    <a:ext uri="{A12FA001-AC4F-418D-AE19-62706E023703}">
                      <ahyp:hlinkClr val="tx"/>
                    </a:ext>
                  </a:extLst>
                </a:hlinkClick>
              </a:rPr>
              <a:t>Comparison chart infographic</a:t>
            </a:r>
            <a:endParaRPr sz="1300">
              <a:solidFill>
                <a:srgbClr val="173F5E"/>
              </a:solidFill>
              <a:latin typeface="Questrial"/>
              <a:ea typeface="Questrial"/>
              <a:cs typeface="Questrial"/>
              <a:sym typeface="Questrial"/>
            </a:endParaRPr>
          </a:p>
          <a:p>
            <a:pPr indent="0" lvl="0" marL="0" rtl="0" algn="l">
              <a:spcBef>
                <a:spcPts val="1000"/>
              </a:spcBef>
              <a:spcAft>
                <a:spcPts val="0"/>
              </a:spcAft>
              <a:buNone/>
            </a:pPr>
            <a:r>
              <a:rPr b="1" lang="en" sz="1300">
                <a:solidFill>
                  <a:srgbClr val="173F5E"/>
                </a:solidFill>
                <a:latin typeface="Questrial"/>
                <a:ea typeface="Questrial"/>
                <a:cs typeface="Questrial"/>
                <a:sym typeface="Questrial"/>
              </a:rPr>
              <a:t>PHOTOS:</a:t>
            </a:r>
            <a:endParaRPr b="1" sz="1300">
              <a:solidFill>
                <a:srgbClr val="173F5E"/>
              </a:solidFill>
              <a:latin typeface="Questrial"/>
              <a:ea typeface="Questrial"/>
              <a:cs typeface="Questrial"/>
              <a:sym typeface="Questrial"/>
            </a:endParaRPr>
          </a:p>
          <a:p>
            <a:pPr indent="-304800" lvl="0" marL="4572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5">
                  <a:extLst>
                    <a:ext uri="{A12FA001-AC4F-418D-AE19-62706E023703}">
                      <ahyp:hlinkClr val="tx"/>
                    </a:ext>
                  </a:extLst>
                </a:hlinkClick>
              </a:rPr>
              <a:t>Medium shot doctor wearing mask</a:t>
            </a:r>
            <a:endParaRPr sz="1300">
              <a:solidFill>
                <a:srgbClr val="173F5E"/>
              </a:solidFill>
              <a:latin typeface="Questrial"/>
              <a:ea typeface="Questrial"/>
              <a:cs typeface="Questrial"/>
              <a:sym typeface="Questrial"/>
            </a:endParaRPr>
          </a:p>
          <a:p>
            <a:pPr indent="-304800" lvl="0" marL="4572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6">
                  <a:extLst>
                    <a:ext uri="{A12FA001-AC4F-418D-AE19-62706E023703}">
                      <ahyp:hlinkClr val="tx"/>
                    </a:ext>
                  </a:extLst>
                </a:hlinkClick>
              </a:rPr>
              <a:t>Close-up doctor with copy-space</a:t>
            </a:r>
            <a:endParaRPr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7">
                  <a:extLst>
                    <a:ext uri="{A12FA001-AC4F-418D-AE19-62706E023703}">
                      <ahyp:hlinkClr val="tx"/>
                    </a:ext>
                  </a:extLst>
                </a:hlinkClick>
              </a:rPr>
              <a:t>Coronavirus sample procedure</a:t>
            </a:r>
            <a:endParaRPr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8">
                  <a:extLst>
                    <a:ext uri="{A12FA001-AC4F-418D-AE19-62706E023703}">
                      <ahyp:hlinkClr val="tx"/>
                    </a:ext>
                  </a:extLst>
                </a:hlinkClick>
              </a:rPr>
              <a:t>Male physiotherapist checking woman's shoulder with copy space</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9">
                  <a:extLst>
                    <a:ext uri="{A12FA001-AC4F-418D-AE19-62706E023703}">
                      <ahyp:hlinkClr val="tx"/>
                    </a:ext>
                  </a:extLst>
                </a:hlinkClick>
              </a:rPr>
              <a:t>Close-up woman with syringe and serum</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0">
                  <a:extLst>
                    <a:ext uri="{A12FA001-AC4F-418D-AE19-62706E023703}">
                      <ahyp:hlinkClr val="tx"/>
                    </a:ext>
                  </a:extLst>
                </a:hlinkClick>
              </a:rPr>
              <a:t>Medium shot doctor looking at radiography</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1">
                  <a:extLst>
                    <a:ext uri="{A12FA001-AC4F-418D-AE19-62706E023703}">
                      <ahyp:hlinkClr val="tx"/>
                    </a:ext>
                  </a:extLst>
                </a:hlinkClick>
              </a:rPr>
              <a:t>Close-up of man being vaccinating by a doctor</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2">
                  <a:extLst>
                    <a:ext uri="{A12FA001-AC4F-418D-AE19-62706E023703}">
                      <ahyp:hlinkClr val="tx"/>
                    </a:ext>
                  </a:extLst>
                </a:hlinkClick>
              </a:rPr>
              <a:t>Woman in kitchen looking at the camera</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3">
                  <a:extLst>
                    <a:ext uri="{A12FA001-AC4F-418D-AE19-62706E023703}">
                      <ahyp:hlinkClr val="tx"/>
                    </a:ext>
                  </a:extLst>
                </a:hlinkClick>
              </a:rPr>
              <a:t>Close-up senior man with grey hair</a:t>
            </a:r>
            <a:endParaRPr sz="1300">
              <a:solidFill>
                <a:srgbClr val="173F5E"/>
              </a:solidFill>
              <a:latin typeface="Questrial"/>
              <a:ea typeface="Questrial"/>
              <a:cs typeface="Questrial"/>
              <a:sym typeface="Questrial"/>
            </a:endParaRPr>
          </a:p>
          <a:p>
            <a:pPr indent="0" lvl="0" marL="0" rtl="0" algn="l">
              <a:spcBef>
                <a:spcPts val="0"/>
              </a:spcBef>
              <a:spcAft>
                <a:spcPts val="1600"/>
              </a:spcAft>
              <a:buNone/>
            </a:pPr>
            <a:r>
              <a:t/>
            </a:r>
            <a:endParaRPr sz="1300">
              <a:solidFill>
                <a:srgbClr val="173F5E"/>
              </a:solidFill>
              <a:latin typeface="Questrial"/>
              <a:ea typeface="Questrial"/>
              <a:cs typeface="Questrial"/>
              <a:sym typeface="Quest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Google Shape;685;p57"/>
          <p:cNvSpPr txBox="1"/>
          <p:nvPr/>
        </p:nvSpPr>
        <p:spPr>
          <a:xfrm>
            <a:off x="720000" y="1372925"/>
            <a:ext cx="7710900" cy="322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rgbClr val="173F5E"/>
                </a:solidFill>
                <a:latin typeface="Questrial"/>
                <a:ea typeface="Questrial"/>
                <a:cs typeface="Questrial"/>
                <a:sym typeface="Questrial"/>
              </a:rPr>
              <a:t>Find more illustration like these on </a:t>
            </a:r>
            <a:r>
              <a:rPr b="1" lang="en" sz="1300">
                <a:solidFill>
                  <a:srgbClr val="173F5E"/>
                </a:solidFill>
                <a:uFill>
                  <a:noFill/>
                </a:uFill>
                <a:latin typeface="Questrial"/>
                <a:ea typeface="Questrial"/>
                <a:cs typeface="Questrial"/>
                <a:sym typeface="Questrial"/>
                <a:hlinkClick r:id="rId3">
                  <a:extLst>
                    <a:ext uri="{A12FA001-AC4F-418D-AE19-62706E023703}">
                      <ahyp:hlinkClr val="tx"/>
                    </a:ext>
                  </a:extLst>
                </a:hlinkClick>
              </a:rPr>
              <a:t>Freepik</a:t>
            </a:r>
            <a:endParaRPr sz="1300">
              <a:solidFill>
                <a:srgbClr val="173F5E"/>
              </a:solidFill>
              <a:latin typeface="Questrial"/>
              <a:ea typeface="Questrial"/>
              <a:cs typeface="Questrial"/>
              <a:sym typeface="Questrial"/>
            </a:endParaRPr>
          </a:p>
          <a:p>
            <a:pPr indent="0" lvl="0" marL="0" rtl="0" algn="l">
              <a:spcBef>
                <a:spcPts val="0"/>
              </a:spcBef>
              <a:spcAft>
                <a:spcPts val="0"/>
              </a:spcAft>
              <a:buNone/>
            </a:pPr>
            <a:r>
              <a:t/>
            </a:r>
            <a:endParaRPr sz="1300">
              <a:solidFill>
                <a:srgbClr val="173F5E"/>
              </a:solidFill>
              <a:latin typeface="Questrial"/>
              <a:ea typeface="Questrial"/>
              <a:cs typeface="Questrial"/>
              <a:sym typeface="Questrial"/>
            </a:endParaRPr>
          </a:p>
          <a:p>
            <a:pPr indent="0" lvl="0" marL="0" marR="50800" rtl="0" algn="l">
              <a:spcBef>
                <a:spcPts val="0"/>
              </a:spcBef>
              <a:spcAft>
                <a:spcPts val="0"/>
              </a:spcAft>
              <a:buNone/>
            </a:pPr>
            <a:r>
              <a:rPr b="1" lang="en" sz="1300">
                <a:solidFill>
                  <a:srgbClr val="173F5E"/>
                </a:solidFill>
                <a:latin typeface="Questrial"/>
                <a:ea typeface="Questrial"/>
                <a:cs typeface="Questrial"/>
                <a:sym typeface="Questrial"/>
              </a:rPr>
              <a:t>VECTORS:</a:t>
            </a:r>
            <a:endParaRPr b="1"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4">
                  <a:extLst>
                    <a:ext uri="{A12FA001-AC4F-418D-AE19-62706E023703}">
                      <ahyp:hlinkClr val="tx"/>
                    </a:ext>
                  </a:extLst>
                </a:hlinkClick>
              </a:rPr>
              <a:t>Timeline infographic with yellow elements</a:t>
            </a:r>
            <a:endParaRPr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5">
                  <a:extLst>
                    <a:ext uri="{A12FA001-AC4F-418D-AE19-62706E023703}">
                      <ahyp:hlinkClr val="tx"/>
                    </a:ext>
                  </a:extLst>
                </a:hlinkClick>
              </a:rPr>
              <a:t>Colorful comparison chart infographic</a:t>
            </a:r>
            <a:endParaRPr sz="1300">
              <a:solidFill>
                <a:srgbClr val="173F5E"/>
              </a:solidFill>
              <a:latin typeface="Questrial"/>
              <a:ea typeface="Questrial"/>
              <a:cs typeface="Questrial"/>
              <a:sym typeface="Questrial"/>
            </a:endParaRPr>
          </a:p>
          <a:p>
            <a:pPr indent="0" lvl="0" marL="0" rtl="0" algn="l">
              <a:spcBef>
                <a:spcPts val="1000"/>
              </a:spcBef>
              <a:spcAft>
                <a:spcPts val="0"/>
              </a:spcAft>
              <a:buNone/>
            </a:pPr>
            <a:r>
              <a:rPr b="1" lang="en" sz="1300">
                <a:solidFill>
                  <a:srgbClr val="173F5E"/>
                </a:solidFill>
                <a:latin typeface="Questrial"/>
                <a:ea typeface="Questrial"/>
                <a:cs typeface="Questrial"/>
                <a:sym typeface="Questrial"/>
              </a:rPr>
              <a:t>PHOTOS:</a:t>
            </a:r>
            <a:endParaRPr b="1" sz="1300">
              <a:solidFill>
                <a:srgbClr val="173F5E"/>
              </a:solidFill>
              <a:latin typeface="Questrial"/>
              <a:ea typeface="Questrial"/>
              <a:cs typeface="Questrial"/>
              <a:sym typeface="Questrial"/>
            </a:endParaRPr>
          </a:p>
          <a:p>
            <a:pPr indent="-304800" lvl="0" marL="4572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6">
                  <a:extLst>
                    <a:ext uri="{A12FA001-AC4F-418D-AE19-62706E023703}">
                      <ahyp:hlinkClr val="tx"/>
                    </a:ext>
                  </a:extLst>
                </a:hlinkClick>
              </a:rPr>
              <a:t>Portrait of young man in grey t-shirt looking at camera standing against white wall</a:t>
            </a:r>
            <a:endParaRPr sz="1300">
              <a:solidFill>
                <a:srgbClr val="173F5E"/>
              </a:solidFill>
              <a:latin typeface="Questrial"/>
              <a:ea typeface="Questrial"/>
              <a:cs typeface="Questrial"/>
              <a:sym typeface="Questrial"/>
            </a:endParaRPr>
          </a:p>
          <a:p>
            <a:pPr indent="-304800" lvl="0" marL="4572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7">
                  <a:extLst>
                    <a:ext uri="{A12FA001-AC4F-418D-AE19-62706E023703}">
                      <ahyp:hlinkClr val="tx"/>
                    </a:ext>
                  </a:extLst>
                </a:hlinkClick>
              </a:rPr>
              <a:t>An elevated view of stethoscope over blue background</a:t>
            </a:r>
            <a:endParaRPr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8">
                  <a:extLst>
                    <a:ext uri="{A12FA001-AC4F-418D-AE19-62706E023703}">
                      <ahyp:hlinkClr val="tx"/>
                    </a:ext>
                  </a:extLst>
                </a:hlinkClick>
              </a:rPr>
              <a:t>Doctor examining chest of patient</a:t>
            </a:r>
            <a:endParaRPr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9">
                  <a:extLst>
                    <a:ext uri="{A12FA001-AC4F-418D-AE19-62706E023703}">
                      <ahyp:hlinkClr val="tx"/>
                    </a:ext>
                  </a:extLst>
                </a:hlinkClick>
              </a:rPr>
              <a:t>Medical team posing</a:t>
            </a:r>
            <a:endParaRPr sz="1300">
              <a:solidFill>
                <a:srgbClr val="173F5E"/>
              </a:solidFill>
              <a:latin typeface="Questrial"/>
              <a:ea typeface="Questrial"/>
              <a:cs typeface="Questrial"/>
              <a:sym typeface="Questrial"/>
            </a:endParaRPr>
          </a:p>
          <a:p>
            <a:pPr indent="-304800" lvl="0" marL="457200" marR="50800" rtl="0" algn="l">
              <a:spcBef>
                <a:spcPts val="0"/>
              </a:spcBef>
              <a:spcAft>
                <a:spcPts val="0"/>
              </a:spcAft>
              <a:buClr>
                <a:srgbClr val="173F5E"/>
              </a:buClr>
              <a:buSzPts val="1200"/>
              <a:buFont typeface="Questrial"/>
              <a:buChar char="●"/>
            </a:pPr>
            <a:r>
              <a:rPr lang="en" sz="1300">
                <a:solidFill>
                  <a:srgbClr val="173F5E"/>
                </a:solidFill>
                <a:uFill>
                  <a:noFill/>
                </a:uFill>
                <a:latin typeface="Questrial"/>
                <a:ea typeface="Questrial"/>
                <a:cs typeface="Questrial"/>
                <a:sym typeface="Questrial"/>
                <a:hlinkClick r:id="rId10">
                  <a:extLst>
                    <a:ext uri="{A12FA001-AC4F-418D-AE19-62706E023703}">
                      <ahyp:hlinkClr val="tx"/>
                    </a:ext>
                  </a:extLst>
                </a:hlinkClick>
              </a:rPr>
              <a:t>Medium shot health worker with copy-space</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1">
                  <a:extLst>
                    <a:ext uri="{A12FA001-AC4F-418D-AE19-62706E023703}">
                      <ahyp:hlinkClr val="tx"/>
                    </a:ext>
                  </a:extLst>
                </a:hlinkClick>
              </a:rPr>
              <a:t>Doctor putting a vaccine in a syringe</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2">
                  <a:extLst>
                    <a:ext uri="{A12FA001-AC4F-418D-AE19-62706E023703}">
                      <ahyp:hlinkClr val="tx"/>
                    </a:ext>
                  </a:extLst>
                </a:hlinkClick>
              </a:rPr>
              <a:t>Hand holding stethoscope</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3">
                  <a:extLst>
                    <a:ext uri="{A12FA001-AC4F-418D-AE19-62706E023703}">
                      <ahyp:hlinkClr val="tx"/>
                    </a:ext>
                  </a:extLst>
                </a:hlinkClick>
              </a:rPr>
              <a:t>Doctor vaccinating patient</a:t>
            </a:r>
            <a:endParaRPr sz="1300">
              <a:solidFill>
                <a:srgbClr val="173F5E"/>
              </a:solidFill>
              <a:latin typeface="Questrial"/>
              <a:ea typeface="Questrial"/>
              <a:cs typeface="Questrial"/>
              <a:sym typeface="Questrial"/>
            </a:endParaRPr>
          </a:p>
        </p:txBody>
      </p:sp>
      <p:sp>
        <p:nvSpPr>
          <p:cNvPr id="686" name="Google Shape;686;p57"/>
          <p:cNvSpPr txBox="1"/>
          <p:nvPr/>
        </p:nvSpPr>
        <p:spPr>
          <a:xfrm>
            <a:off x="713225" y="546075"/>
            <a:ext cx="7717800" cy="41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800">
                <a:solidFill>
                  <a:srgbClr val="173F5E"/>
                </a:solidFill>
                <a:latin typeface="Roboto Slab Regular"/>
                <a:ea typeface="Roboto Slab Regular"/>
                <a:cs typeface="Roboto Slab Regular"/>
                <a:sym typeface="Roboto Slab Regular"/>
              </a:rPr>
              <a:t>Resources</a:t>
            </a:r>
            <a:endParaRPr sz="2800">
              <a:solidFill>
                <a:srgbClr val="173F5E"/>
              </a:solidFill>
              <a:latin typeface="Roboto Slab Regular"/>
              <a:ea typeface="Roboto Slab Regular"/>
              <a:cs typeface="Roboto Slab Regular"/>
              <a:sym typeface="Roboto Slab Regular"/>
            </a:endParaRPr>
          </a:p>
        </p:txBody>
      </p:sp>
      <p:cxnSp>
        <p:nvCxnSpPr>
          <p:cNvPr id="687" name="Google Shape;687;p57"/>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
        <p:nvSpPr>
          <p:cNvPr id="688" name="Google Shape;688;p57"/>
          <p:cNvSpPr/>
          <p:nvPr/>
        </p:nvSpPr>
        <p:spPr>
          <a:xfrm rot="10800000">
            <a:off x="6752675" y="0"/>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8"/>
          <p:cNvSpPr/>
          <p:nvPr/>
        </p:nvSpPr>
        <p:spPr>
          <a:xfrm rot="10800000">
            <a:off x="6752675" y="0"/>
            <a:ext cx="2391335" cy="887358"/>
          </a:xfrm>
          <a:custGeom>
            <a:rect b="b" l="l" r="r" t="t"/>
            <a:pathLst>
              <a:path extrusionOk="0" h="33539" w="90384">
                <a:moveTo>
                  <a:pt x="17925" y="1"/>
                </a:moveTo>
                <a:cubicBezTo>
                  <a:pt x="11718" y="1"/>
                  <a:pt x="5732" y="634"/>
                  <a:pt x="0" y="1806"/>
                </a:cubicBezTo>
                <a:lnTo>
                  <a:pt x="0" y="33538"/>
                </a:lnTo>
                <a:lnTo>
                  <a:pt x="90384" y="33538"/>
                </a:lnTo>
                <a:cubicBezTo>
                  <a:pt x="72142" y="5543"/>
                  <a:pt x="40410" y="1"/>
                  <a:pt x="17925" y="1"/>
                </a:cubicBezTo>
                <a:close/>
              </a:path>
            </a:pathLst>
          </a:custGeom>
          <a:solidFill>
            <a:srgbClr val="94C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8"/>
          <p:cNvSpPr txBox="1"/>
          <p:nvPr/>
        </p:nvSpPr>
        <p:spPr>
          <a:xfrm>
            <a:off x="720000" y="1399200"/>
            <a:ext cx="7717800" cy="32004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0"/>
              </a:spcAft>
              <a:buNone/>
            </a:pPr>
            <a:r>
              <a:rPr b="1" lang="en" sz="1300">
                <a:solidFill>
                  <a:srgbClr val="173F5E"/>
                </a:solidFill>
                <a:latin typeface="Questrial"/>
                <a:ea typeface="Questrial"/>
                <a:cs typeface="Questrial"/>
                <a:sym typeface="Questrial"/>
              </a:rPr>
              <a:t>PHOTOS:</a:t>
            </a:r>
            <a:endParaRPr b="1"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3">
                  <a:extLst>
                    <a:ext uri="{A12FA001-AC4F-418D-AE19-62706E023703}">
                      <ahyp:hlinkClr val="tx"/>
                    </a:ext>
                  </a:extLst>
                </a:hlinkClick>
              </a:rPr>
              <a:t>Doctor holding clipboard looking at camera</a:t>
            </a:r>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4">
                  <a:extLst>
                    <a:ext uri="{A12FA001-AC4F-418D-AE19-62706E023703}">
                      <ahyp:hlinkClr val="tx"/>
                    </a:ext>
                  </a:extLst>
                </a:hlinkClick>
              </a:rPr>
              <a:t>Medical team in a doctor's office</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5">
                  <a:extLst>
                    <a:ext uri="{A12FA001-AC4F-418D-AE19-62706E023703}">
                      <ahyp:hlinkClr val="tx"/>
                    </a:ext>
                  </a:extLst>
                </a:hlinkClick>
              </a:rPr>
              <a:t>Close-up of a doctor's hand showing thermometer</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6">
                  <a:extLst>
                    <a:ext uri="{A12FA001-AC4F-418D-AE19-62706E023703}">
                      <ahyp:hlinkClr val="tx"/>
                    </a:ext>
                  </a:extLst>
                </a:hlinkClick>
              </a:rPr>
              <a:t>Human hand holding zip lock plastic bag with stethoscope</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7">
                  <a:extLst>
                    <a:ext uri="{A12FA001-AC4F-418D-AE19-62706E023703}">
                      <ahyp:hlinkClr val="tx"/>
                    </a:ext>
                  </a:extLst>
                </a:hlinkClick>
              </a:rPr>
              <a:t>Doctor holding syringe with vaccine</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8">
                  <a:extLst>
                    <a:ext uri="{A12FA001-AC4F-418D-AE19-62706E023703}">
                      <ahyp:hlinkClr val="tx"/>
                    </a:ext>
                  </a:extLst>
                </a:hlinkClick>
              </a:rPr>
              <a:t>Smiley female doctor</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9">
                  <a:extLst>
                    <a:ext uri="{A12FA001-AC4F-418D-AE19-62706E023703}">
                      <ahyp:hlinkClr val="tx"/>
                    </a:ext>
                  </a:extLst>
                </a:hlinkClick>
              </a:rPr>
              <a:t>Medium shot woman wearing gloves</a:t>
            </a:r>
            <a:endParaRPr sz="1300">
              <a:solidFill>
                <a:srgbClr val="173F5E"/>
              </a:solidFill>
              <a:latin typeface="Questrial"/>
              <a:ea typeface="Questrial"/>
              <a:cs typeface="Questrial"/>
              <a:sym typeface="Questrial"/>
            </a:endParaRPr>
          </a:p>
          <a:p>
            <a:pPr indent="-311150" lvl="0" marL="457200" marR="50800" rtl="0" algn="l">
              <a:spcBef>
                <a:spcPts val="0"/>
              </a:spcBef>
              <a:spcAft>
                <a:spcPts val="0"/>
              </a:spcAft>
              <a:buClr>
                <a:srgbClr val="173F5E"/>
              </a:buClr>
              <a:buSzPts val="1300"/>
              <a:buFont typeface="Questrial"/>
              <a:buChar char="●"/>
            </a:pPr>
            <a:r>
              <a:rPr lang="en" sz="1300">
                <a:solidFill>
                  <a:srgbClr val="173F5E"/>
                </a:solidFill>
                <a:uFill>
                  <a:noFill/>
                </a:uFill>
                <a:latin typeface="Questrial"/>
                <a:ea typeface="Questrial"/>
                <a:cs typeface="Questrial"/>
                <a:sym typeface="Questrial"/>
                <a:hlinkClick r:id="rId10">
                  <a:extLst>
                    <a:ext uri="{A12FA001-AC4F-418D-AE19-62706E023703}">
                      <ahyp:hlinkClr val="tx"/>
                    </a:ext>
                  </a:extLst>
                </a:hlinkClick>
              </a:rPr>
              <a:t>Ethnic young woman holding cup on white background</a:t>
            </a:r>
            <a:endParaRPr sz="1300">
              <a:solidFill>
                <a:srgbClr val="173F5E"/>
              </a:solidFill>
              <a:latin typeface="Questrial"/>
              <a:ea typeface="Questrial"/>
              <a:cs typeface="Questrial"/>
              <a:sym typeface="Questrial"/>
            </a:endParaRPr>
          </a:p>
          <a:p>
            <a:pPr indent="0" lvl="0" marL="0" rtl="0" algn="l">
              <a:spcBef>
                <a:spcPts val="0"/>
              </a:spcBef>
              <a:spcAft>
                <a:spcPts val="0"/>
              </a:spcAft>
              <a:buNone/>
            </a:pPr>
            <a:r>
              <a:t/>
            </a:r>
            <a:endParaRPr sz="1300">
              <a:solidFill>
                <a:srgbClr val="173F5E"/>
              </a:solidFill>
              <a:latin typeface="Questrial"/>
              <a:ea typeface="Questrial"/>
              <a:cs typeface="Questrial"/>
              <a:sym typeface="Questrial"/>
            </a:endParaRPr>
          </a:p>
          <a:p>
            <a:pPr indent="0" lvl="0" marL="0" rtl="0" algn="l">
              <a:spcBef>
                <a:spcPts val="1600"/>
              </a:spcBef>
              <a:spcAft>
                <a:spcPts val="1600"/>
              </a:spcAft>
              <a:buNone/>
            </a:pPr>
            <a:r>
              <a:t/>
            </a:r>
            <a:endParaRPr sz="1300">
              <a:solidFill>
                <a:srgbClr val="173F5E"/>
              </a:solidFill>
              <a:latin typeface="Questrial"/>
              <a:ea typeface="Questrial"/>
              <a:cs typeface="Questrial"/>
              <a:sym typeface="Questrial"/>
            </a:endParaRPr>
          </a:p>
        </p:txBody>
      </p:sp>
      <p:sp>
        <p:nvSpPr>
          <p:cNvPr id="695" name="Google Shape;695;p58"/>
          <p:cNvSpPr txBox="1"/>
          <p:nvPr/>
        </p:nvSpPr>
        <p:spPr>
          <a:xfrm>
            <a:off x="713225" y="546075"/>
            <a:ext cx="7717800" cy="41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800">
                <a:solidFill>
                  <a:srgbClr val="173F5E"/>
                </a:solidFill>
                <a:latin typeface="Roboto Slab Regular"/>
                <a:ea typeface="Roboto Slab Regular"/>
                <a:cs typeface="Roboto Slab Regular"/>
                <a:sym typeface="Roboto Slab Regular"/>
              </a:rPr>
              <a:t>Resources</a:t>
            </a:r>
            <a:endParaRPr sz="2800">
              <a:solidFill>
                <a:srgbClr val="173F5E"/>
              </a:solidFill>
              <a:latin typeface="Roboto Slab Regular"/>
              <a:ea typeface="Roboto Slab Regular"/>
              <a:cs typeface="Roboto Slab Regular"/>
              <a:sym typeface="Roboto Slab Regular"/>
            </a:endParaRPr>
          </a:p>
        </p:txBody>
      </p:sp>
      <p:cxnSp>
        <p:nvCxnSpPr>
          <p:cNvPr id="696" name="Google Shape;696;p58"/>
          <p:cNvCxnSpPr/>
          <p:nvPr/>
        </p:nvCxnSpPr>
        <p:spPr>
          <a:xfrm>
            <a:off x="813625" y="1068325"/>
            <a:ext cx="509400" cy="0"/>
          </a:xfrm>
          <a:prstGeom prst="straightConnector1">
            <a:avLst/>
          </a:prstGeom>
          <a:noFill/>
          <a:ln cap="flat" cmpd="sng" w="19050">
            <a:solidFill>
              <a:srgbClr val="173F5E"/>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0" name="Shape 700"/>
        <p:cNvGrpSpPr/>
        <p:nvPr/>
      </p:nvGrpSpPr>
      <p:grpSpPr>
        <a:xfrm>
          <a:off x="0" y="0"/>
          <a:ext cx="0" cy="0"/>
          <a:chOff x="0" y="0"/>
          <a:chExt cx="0" cy="0"/>
        </a:xfrm>
      </p:grpSpPr>
      <p:sp>
        <p:nvSpPr>
          <p:cNvPr id="701" name="Google Shape;701;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702" name="Google Shape;702;p5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u="sng">
                <a:solidFill>
                  <a:srgbClr val="869FB2"/>
                </a:solid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869FB2"/>
                </a:solidFill>
                <a:latin typeface="Arial"/>
                <a:ea typeface="Arial"/>
                <a:cs typeface="Arial"/>
                <a:sym typeface="Arial"/>
              </a:rPr>
              <a:t> </a:t>
            </a:r>
            <a:r>
              <a:rPr lang="en" sz="1200">
                <a:solidFill>
                  <a:srgbClr val="FFFFFF"/>
                </a:solidFill>
                <a:latin typeface="Arial"/>
                <a:ea typeface="Arial"/>
                <a:cs typeface="Arial"/>
                <a:sym typeface="Arial"/>
              </a:rPr>
              <a:t>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03" name="Google Shape;703;p5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7" name="Shape 707"/>
        <p:cNvGrpSpPr/>
        <p:nvPr/>
      </p:nvGrpSpPr>
      <p:grpSpPr>
        <a:xfrm>
          <a:off x="0" y="0"/>
          <a:ext cx="0" cy="0"/>
          <a:chOff x="0" y="0"/>
          <a:chExt cx="0" cy="0"/>
        </a:xfrm>
      </p:grpSpPr>
      <p:sp>
        <p:nvSpPr>
          <p:cNvPr id="708" name="Google Shape;708;p6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09" name="Google Shape;709;p6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10" name="Google Shape;710;p6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Roboto Slab</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https://fonts.google.com/specimen/Roboto+Slab</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https://fonts.google.com/specimen/Questrial)</a:t>
            </a:r>
            <a:endParaRPr>
              <a:solidFill>
                <a:srgbClr val="FFFFFF"/>
              </a:solidFill>
              <a:latin typeface="Arial"/>
              <a:ea typeface="Arial"/>
              <a:cs typeface="Arial"/>
              <a:sym typeface="Arial"/>
            </a:endParaRPr>
          </a:p>
        </p:txBody>
      </p:sp>
      <p:sp>
        <p:nvSpPr>
          <p:cNvPr id="711" name="Google Shape;711;p60"/>
          <p:cNvSpPr/>
          <p:nvPr/>
        </p:nvSpPr>
        <p:spPr>
          <a:xfrm>
            <a:off x="3114463" y="3498875"/>
            <a:ext cx="791400" cy="754200"/>
          </a:xfrm>
          <a:prstGeom prst="roundRect">
            <a:avLst>
              <a:gd fmla="val 16667" name="adj"/>
            </a:avLst>
          </a:prstGeom>
          <a:solidFill>
            <a:srgbClr val="94CEF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0"/>
          <p:cNvSpPr/>
          <p:nvPr/>
        </p:nvSpPr>
        <p:spPr>
          <a:xfrm>
            <a:off x="4176282" y="3498875"/>
            <a:ext cx="791400" cy="754200"/>
          </a:xfrm>
          <a:prstGeom prst="roundRect">
            <a:avLst>
              <a:gd fmla="val 16667" name="adj"/>
            </a:avLst>
          </a:prstGeom>
          <a:solidFill>
            <a:srgbClr val="5FAA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0"/>
          <p:cNvSpPr/>
          <p:nvPr/>
        </p:nvSpPr>
        <p:spPr>
          <a:xfrm>
            <a:off x="5238102" y="3498875"/>
            <a:ext cx="791400" cy="754200"/>
          </a:xfrm>
          <a:prstGeom prst="roundRect">
            <a:avLst>
              <a:gd fmla="val 16667" name="adj"/>
            </a:avLst>
          </a:prstGeom>
          <a:solidFill>
            <a:srgbClr val="559B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0"/>
          <p:cNvSpPr/>
          <p:nvPr/>
        </p:nvSpPr>
        <p:spPr>
          <a:xfrm>
            <a:off x="2052638" y="3498875"/>
            <a:ext cx="791400" cy="754200"/>
          </a:xfrm>
          <a:prstGeom prst="roundRect">
            <a:avLst>
              <a:gd fmla="val 16667" name="adj"/>
            </a:avLst>
          </a:prstGeom>
          <a:solidFill>
            <a:srgbClr val="D5E7F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0"/>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94cef2</a:t>
            </a:r>
            <a:endParaRPr sz="1000">
              <a:solidFill>
                <a:srgbClr val="FFFFFF"/>
              </a:solidFill>
            </a:endParaRPr>
          </a:p>
        </p:txBody>
      </p:sp>
      <p:sp>
        <p:nvSpPr>
          <p:cNvPr id="716" name="Google Shape;716;p60"/>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5faad9</a:t>
            </a:r>
            <a:endParaRPr sz="1000">
              <a:solidFill>
                <a:srgbClr val="FFFFFF"/>
              </a:solidFill>
            </a:endParaRPr>
          </a:p>
        </p:txBody>
      </p:sp>
      <p:sp>
        <p:nvSpPr>
          <p:cNvPr id="717" name="Google Shape;717;p60"/>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559bd9</a:t>
            </a:r>
            <a:endParaRPr sz="1000">
              <a:solidFill>
                <a:srgbClr val="FFFFFF"/>
              </a:solidFill>
            </a:endParaRPr>
          </a:p>
        </p:txBody>
      </p:sp>
      <p:sp>
        <p:nvSpPr>
          <p:cNvPr id="718" name="Google Shape;718;p60"/>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t>
            </a:r>
            <a:r>
              <a:rPr lang="en" sz="1000"/>
              <a:t>d5e7f2</a:t>
            </a:r>
            <a:endParaRPr sz="1000"/>
          </a:p>
        </p:txBody>
      </p:sp>
      <p:sp>
        <p:nvSpPr>
          <p:cNvPr id="719" name="Google Shape;719;p60"/>
          <p:cNvSpPr/>
          <p:nvPr/>
        </p:nvSpPr>
        <p:spPr>
          <a:xfrm>
            <a:off x="6299927" y="3498875"/>
            <a:ext cx="791400" cy="754200"/>
          </a:xfrm>
          <a:prstGeom prst="roundRect">
            <a:avLst>
              <a:gd fmla="val 16667" name="adj"/>
            </a:avLst>
          </a:prstGeom>
          <a:solidFill>
            <a:srgbClr val="173F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0"/>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173f5e</a:t>
            </a:r>
            <a:endParaRPr sz="1000">
              <a:solidFill>
                <a:srgbClr val="FFFFFF"/>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4" name="Shape 724"/>
        <p:cNvGrpSpPr/>
        <p:nvPr/>
      </p:nvGrpSpPr>
      <p:grpSpPr>
        <a:xfrm>
          <a:off x="0" y="0"/>
          <a:ext cx="0" cy="0"/>
          <a:chOff x="0" y="0"/>
          <a:chExt cx="0" cy="0"/>
        </a:xfrm>
      </p:grpSpPr>
      <p:sp>
        <p:nvSpPr>
          <p:cNvPr id="725" name="Google Shape;725;p61"/>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726" name="Google Shape;726;p61"/>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727" name="Google Shape;727;p6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728" name="Google Shape;728;p61"/>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729" name="Google Shape;729;p61"/>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730" name="Google Shape;730;p61"/>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731" name="Google Shape;731;p61"/>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732" name="Google Shape;732;p61"/>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733" name="Google Shape;733;p61"/>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734" name="Google Shape;734;p61"/>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735" name="Google Shape;735;p61"/>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736" name="Google Shape;736;p61"/>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0" name="Shape 740"/>
        <p:cNvGrpSpPr/>
        <p:nvPr/>
      </p:nvGrpSpPr>
      <p:grpSpPr>
        <a:xfrm>
          <a:off x="0" y="0"/>
          <a:ext cx="0" cy="0"/>
          <a:chOff x="0" y="0"/>
          <a:chExt cx="0" cy="0"/>
        </a:xfrm>
      </p:grpSpPr>
      <p:sp>
        <p:nvSpPr>
          <p:cNvPr id="741" name="Google Shape;741;p62"/>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742" name="Google Shape;742;p62"/>
          <p:cNvGrpSpPr/>
          <p:nvPr/>
        </p:nvGrpSpPr>
        <p:grpSpPr>
          <a:xfrm>
            <a:off x="5156078" y="3085736"/>
            <a:ext cx="474294" cy="551291"/>
            <a:chOff x="4727025" y="1332775"/>
            <a:chExt cx="59900" cy="69625"/>
          </a:xfrm>
        </p:grpSpPr>
        <p:sp>
          <p:nvSpPr>
            <p:cNvPr id="743" name="Google Shape;743;p6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 name="Google Shape;745;p62"/>
          <p:cNvGrpSpPr/>
          <p:nvPr/>
        </p:nvGrpSpPr>
        <p:grpSpPr>
          <a:xfrm>
            <a:off x="5769734" y="2314340"/>
            <a:ext cx="555653" cy="557031"/>
            <a:chOff x="4820425" y="1329900"/>
            <a:chExt cx="70175" cy="70350"/>
          </a:xfrm>
        </p:grpSpPr>
        <p:sp>
          <p:nvSpPr>
            <p:cNvPr id="746" name="Google Shape;746;p6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6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6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62"/>
          <p:cNvGrpSpPr/>
          <p:nvPr/>
        </p:nvGrpSpPr>
        <p:grpSpPr>
          <a:xfrm>
            <a:off x="6396103" y="2318845"/>
            <a:ext cx="582574" cy="533871"/>
            <a:chOff x="4903200" y="1331525"/>
            <a:chExt cx="73575" cy="67425"/>
          </a:xfrm>
        </p:grpSpPr>
        <p:sp>
          <p:nvSpPr>
            <p:cNvPr id="751" name="Google Shape;751;p6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62"/>
          <p:cNvGrpSpPr/>
          <p:nvPr/>
        </p:nvGrpSpPr>
        <p:grpSpPr>
          <a:xfrm>
            <a:off x="5755581" y="3078709"/>
            <a:ext cx="583960" cy="565345"/>
            <a:chOff x="4815575" y="1416800"/>
            <a:chExt cx="73750" cy="71400"/>
          </a:xfrm>
        </p:grpSpPr>
        <p:sp>
          <p:nvSpPr>
            <p:cNvPr id="754" name="Google Shape;754;p6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6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62"/>
          <p:cNvGrpSpPr/>
          <p:nvPr/>
        </p:nvGrpSpPr>
        <p:grpSpPr>
          <a:xfrm>
            <a:off x="6390362" y="3108896"/>
            <a:ext cx="589898" cy="504970"/>
            <a:chOff x="4902475" y="1418875"/>
            <a:chExt cx="74500" cy="63775"/>
          </a:xfrm>
        </p:grpSpPr>
        <p:sp>
          <p:nvSpPr>
            <p:cNvPr id="758" name="Google Shape;758;p6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6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62"/>
          <p:cNvGrpSpPr/>
          <p:nvPr/>
        </p:nvGrpSpPr>
        <p:grpSpPr>
          <a:xfrm>
            <a:off x="5765577" y="3826000"/>
            <a:ext cx="563967" cy="567127"/>
            <a:chOff x="4818100" y="1507675"/>
            <a:chExt cx="71225" cy="71625"/>
          </a:xfrm>
        </p:grpSpPr>
        <p:sp>
          <p:nvSpPr>
            <p:cNvPr id="761" name="Google Shape;761;p6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6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6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62"/>
          <p:cNvGrpSpPr/>
          <p:nvPr/>
        </p:nvGrpSpPr>
        <p:grpSpPr>
          <a:xfrm>
            <a:off x="5079075" y="3829461"/>
            <a:ext cx="628301" cy="588505"/>
            <a:chOff x="4721450" y="1509475"/>
            <a:chExt cx="79350" cy="74325"/>
          </a:xfrm>
        </p:grpSpPr>
        <p:sp>
          <p:nvSpPr>
            <p:cNvPr id="766" name="Google Shape;766;p6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6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62"/>
          <p:cNvGrpSpPr/>
          <p:nvPr/>
        </p:nvGrpSpPr>
        <p:grpSpPr>
          <a:xfrm>
            <a:off x="6424608" y="3814027"/>
            <a:ext cx="557038" cy="562772"/>
            <a:chOff x="4906800" y="1507500"/>
            <a:chExt cx="70350" cy="71075"/>
          </a:xfrm>
        </p:grpSpPr>
        <p:sp>
          <p:nvSpPr>
            <p:cNvPr id="771" name="Google Shape;771;p6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6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62"/>
          <p:cNvGrpSpPr/>
          <p:nvPr/>
        </p:nvGrpSpPr>
        <p:grpSpPr>
          <a:xfrm>
            <a:off x="4462216" y="2340963"/>
            <a:ext cx="517934" cy="517934"/>
            <a:chOff x="3736598" y="2170606"/>
            <a:chExt cx="404889" cy="404889"/>
          </a:xfrm>
        </p:grpSpPr>
        <p:sp>
          <p:nvSpPr>
            <p:cNvPr id="777" name="Google Shape;777;p6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62"/>
          <p:cNvGrpSpPr/>
          <p:nvPr/>
        </p:nvGrpSpPr>
        <p:grpSpPr>
          <a:xfrm>
            <a:off x="3729277" y="2341061"/>
            <a:ext cx="586986" cy="517740"/>
            <a:chOff x="3161917" y="2170682"/>
            <a:chExt cx="458870" cy="404737"/>
          </a:xfrm>
        </p:grpSpPr>
        <p:sp>
          <p:nvSpPr>
            <p:cNvPr id="782" name="Google Shape;782;p6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 name="Google Shape;785;p62"/>
          <p:cNvGrpSpPr/>
          <p:nvPr/>
        </p:nvGrpSpPr>
        <p:grpSpPr>
          <a:xfrm>
            <a:off x="3752299" y="3102400"/>
            <a:ext cx="540943" cy="517963"/>
            <a:chOff x="3179914" y="2889488"/>
            <a:chExt cx="422876" cy="404911"/>
          </a:xfrm>
        </p:grpSpPr>
        <p:sp>
          <p:nvSpPr>
            <p:cNvPr id="786" name="Google Shape;786;p6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 name="Google Shape;792;p62"/>
          <p:cNvGrpSpPr/>
          <p:nvPr/>
        </p:nvGrpSpPr>
        <p:grpSpPr>
          <a:xfrm>
            <a:off x="4453093" y="3102358"/>
            <a:ext cx="536180" cy="518047"/>
            <a:chOff x="3729467" y="2889422"/>
            <a:chExt cx="419153" cy="404977"/>
          </a:xfrm>
        </p:grpSpPr>
        <p:sp>
          <p:nvSpPr>
            <p:cNvPr id="793" name="Google Shape;793;p6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62"/>
          <p:cNvGrpSpPr/>
          <p:nvPr/>
        </p:nvGrpSpPr>
        <p:grpSpPr>
          <a:xfrm>
            <a:off x="1990126" y="3445787"/>
            <a:ext cx="965351" cy="134611"/>
            <a:chOff x="4411970" y="2962952"/>
            <a:chExt cx="706544" cy="104212"/>
          </a:xfrm>
        </p:grpSpPr>
        <p:sp>
          <p:nvSpPr>
            <p:cNvPr id="801" name="Google Shape;801;p6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62"/>
          <p:cNvGrpSpPr/>
          <p:nvPr/>
        </p:nvGrpSpPr>
        <p:grpSpPr>
          <a:xfrm>
            <a:off x="1990126" y="3041077"/>
            <a:ext cx="960158" cy="289172"/>
            <a:chOff x="4411970" y="2726085"/>
            <a:chExt cx="643107" cy="193659"/>
          </a:xfrm>
        </p:grpSpPr>
        <p:sp>
          <p:nvSpPr>
            <p:cNvPr id="806" name="Google Shape;806;p6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62"/>
          <p:cNvGrpSpPr/>
          <p:nvPr/>
        </p:nvGrpSpPr>
        <p:grpSpPr>
          <a:xfrm>
            <a:off x="998624" y="3295400"/>
            <a:ext cx="811503" cy="252584"/>
            <a:chOff x="4411970" y="4340222"/>
            <a:chExt cx="779467" cy="242683"/>
          </a:xfrm>
        </p:grpSpPr>
        <p:sp>
          <p:nvSpPr>
            <p:cNvPr id="810" name="Google Shape;810;p6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62"/>
          <p:cNvGrpSpPr/>
          <p:nvPr/>
        </p:nvGrpSpPr>
        <p:grpSpPr>
          <a:xfrm>
            <a:off x="1990126" y="2709308"/>
            <a:ext cx="965160" cy="216230"/>
            <a:chOff x="4411970" y="2468674"/>
            <a:chExt cx="747317" cy="167425"/>
          </a:xfrm>
        </p:grpSpPr>
        <p:sp>
          <p:nvSpPr>
            <p:cNvPr id="814" name="Google Shape;814;p6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 name="Google Shape;816;p6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 name="Google Shape;817;p62"/>
          <p:cNvGrpSpPr/>
          <p:nvPr/>
        </p:nvGrpSpPr>
        <p:grpSpPr>
          <a:xfrm>
            <a:off x="997692" y="2334687"/>
            <a:ext cx="1959041" cy="208784"/>
            <a:chOff x="6336019" y="3733725"/>
            <a:chExt cx="2566206" cy="351310"/>
          </a:xfrm>
        </p:grpSpPr>
        <p:sp>
          <p:nvSpPr>
            <p:cNvPr id="818" name="Google Shape;818;p6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62"/>
          <p:cNvGrpSpPr/>
          <p:nvPr/>
        </p:nvGrpSpPr>
        <p:grpSpPr>
          <a:xfrm>
            <a:off x="1990126" y="3950602"/>
            <a:ext cx="946551" cy="153200"/>
            <a:chOff x="4404545" y="3301592"/>
            <a:chExt cx="782403" cy="129272"/>
          </a:xfrm>
        </p:grpSpPr>
        <p:sp>
          <p:nvSpPr>
            <p:cNvPr id="823" name="Google Shape;823;p6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62"/>
          <p:cNvGrpSpPr/>
          <p:nvPr/>
        </p:nvGrpSpPr>
        <p:grpSpPr>
          <a:xfrm>
            <a:off x="1990126" y="3695937"/>
            <a:ext cx="962257" cy="139127"/>
            <a:chOff x="4411970" y="3131459"/>
            <a:chExt cx="710520" cy="117397"/>
          </a:xfrm>
        </p:grpSpPr>
        <p:sp>
          <p:nvSpPr>
            <p:cNvPr id="826" name="Google Shape;826;p6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28" name="Google Shape;828;p6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 name="Google Shape;829;p62"/>
          <p:cNvGrpSpPr/>
          <p:nvPr/>
        </p:nvGrpSpPr>
        <p:grpSpPr>
          <a:xfrm>
            <a:off x="990271" y="3621603"/>
            <a:ext cx="823838" cy="458988"/>
            <a:chOff x="4411970" y="1801825"/>
            <a:chExt cx="734586" cy="409262"/>
          </a:xfrm>
        </p:grpSpPr>
        <p:sp>
          <p:nvSpPr>
            <p:cNvPr id="830" name="Google Shape;830;p6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62"/>
          <p:cNvGrpSpPr/>
          <p:nvPr/>
        </p:nvGrpSpPr>
        <p:grpSpPr>
          <a:xfrm>
            <a:off x="3095243" y="2339173"/>
            <a:ext cx="521514" cy="521514"/>
            <a:chOff x="5681300" y="2527788"/>
            <a:chExt cx="805800" cy="805800"/>
          </a:xfrm>
        </p:grpSpPr>
        <p:sp>
          <p:nvSpPr>
            <p:cNvPr id="833" name="Google Shape;833;p6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62"/>
          <p:cNvGrpSpPr/>
          <p:nvPr/>
        </p:nvGrpSpPr>
        <p:grpSpPr>
          <a:xfrm>
            <a:off x="3089483" y="3094865"/>
            <a:ext cx="533033" cy="533033"/>
            <a:chOff x="4049800" y="640400"/>
            <a:chExt cx="858900" cy="858900"/>
          </a:xfrm>
        </p:grpSpPr>
        <p:sp>
          <p:nvSpPr>
            <p:cNvPr id="836" name="Google Shape;836;p6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62"/>
          <p:cNvGrpSpPr/>
          <p:nvPr/>
        </p:nvGrpSpPr>
        <p:grpSpPr>
          <a:xfrm>
            <a:off x="3014966" y="3772543"/>
            <a:ext cx="682068" cy="682068"/>
            <a:chOff x="5080188" y="927900"/>
            <a:chExt cx="961200" cy="961200"/>
          </a:xfrm>
        </p:grpSpPr>
        <p:sp>
          <p:nvSpPr>
            <p:cNvPr id="839" name="Google Shape;839;p6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62"/>
          <p:cNvGrpSpPr/>
          <p:nvPr/>
        </p:nvGrpSpPr>
        <p:grpSpPr>
          <a:xfrm>
            <a:off x="4478465" y="3869234"/>
            <a:ext cx="505650" cy="504006"/>
            <a:chOff x="6039282" y="1042577"/>
            <a:chExt cx="734315" cy="731929"/>
          </a:xfrm>
        </p:grpSpPr>
        <p:sp>
          <p:nvSpPr>
            <p:cNvPr id="848" name="Google Shape;848;p6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62"/>
          <p:cNvGrpSpPr/>
          <p:nvPr/>
        </p:nvGrpSpPr>
        <p:grpSpPr>
          <a:xfrm>
            <a:off x="5091067" y="2298862"/>
            <a:ext cx="567744" cy="602136"/>
            <a:chOff x="1825800" y="1651625"/>
            <a:chExt cx="539989" cy="571775"/>
          </a:xfrm>
        </p:grpSpPr>
        <p:sp>
          <p:nvSpPr>
            <p:cNvPr id="870" name="Google Shape;870;p6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2"/>
          <p:cNvGrpSpPr/>
          <p:nvPr/>
        </p:nvGrpSpPr>
        <p:grpSpPr>
          <a:xfrm>
            <a:off x="3765995" y="3855579"/>
            <a:ext cx="508123" cy="507955"/>
            <a:chOff x="1897577" y="2802432"/>
            <a:chExt cx="492176" cy="492014"/>
          </a:xfrm>
        </p:grpSpPr>
        <p:sp>
          <p:nvSpPr>
            <p:cNvPr id="875" name="Google Shape;875;p6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62"/>
          <p:cNvGrpSpPr/>
          <p:nvPr/>
        </p:nvGrpSpPr>
        <p:grpSpPr>
          <a:xfrm>
            <a:off x="997525" y="4169123"/>
            <a:ext cx="809227" cy="200842"/>
            <a:chOff x="2013045" y="4813233"/>
            <a:chExt cx="921986" cy="228854"/>
          </a:xfrm>
        </p:grpSpPr>
        <p:sp>
          <p:nvSpPr>
            <p:cNvPr id="888" name="Google Shape;888;p6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62"/>
          <p:cNvGrpSpPr/>
          <p:nvPr/>
        </p:nvGrpSpPr>
        <p:grpSpPr>
          <a:xfrm>
            <a:off x="1005985" y="2656004"/>
            <a:ext cx="792421" cy="269941"/>
            <a:chOff x="1046767" y="4756633"/>
            <a:chExt cx="859646" cy="292841"/>
          </a:xfrm>
        </p:grpSpPr>
        <p:sp>
          <p:nvSpPr>
            <p:cNvPr id="891" name="Google Shape;891;p6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 name="Google Shape;894;p6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 name="Google Shape;898;p62"/>
          <p:cNvGrpSpPr/>
          <p:nvPr/>
        </p:nvGrpSpPr>
        <p:grpSpPr>
          <a:xfrm>
            <a:off x="7141841" y="2550562"/>
            <a:ext cx="166473" cy="141497"/>
            <a:chOff x="4660325" y="1866850"/>
            <a:chExt cx="68350" cy="58100"/>
          </a:xfrm>
        </p:grpSpPr>
        <p:sp>
          <p:nvSpPr>
            <p:cNvPr id="899" name="Google Shape;899;p6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62"/>
          <p:cNvGrpSpPr/>
          <p:nvPr/>
        </p:nvGrpSpPr>
        <p:grpSpPr>
          <a:xfrm>
            <a:off x="7451186" y="2576286"/>
            <a:ext cx="162515" cy="90049"/>
            <a:chOff x="4791775" y="1877500"/>
            <a:chExt cx="66725" cy="36975"/>
          </a:xfrm>
        </p:grpSpPr>
        <p:sp>
          <p:nvSpPr>
            <p:cNvPr id="902" name="Google Shape;902;p6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62"/>
          <p:cNvGrpSpPr/>
          <p:nvPr/>
        </p:nvGrpSpPr>
        <p:grpSpPr>
          <a:xfrm>
            <a:off x="7772899" y="2576286"/>
            <a:ext cx="144979" cy="90049"/>
            <a:chOff x="4923925" y="1877500"/>
            <a:chExt cx="59525" cy="36975"/>
          </a:xfrm>
        </p:grpSpPr>
        <p:sp>
          <p:nvSpPr>
            <p:cNvPr id="905" name="Google Shape;905;p6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62"/>
          <p:cNvGrpSpPr/>
          <p:nvPr/>
        </p:nvGrpSpPr>
        <p:grpSpPr>
          <a:xfrm>
            <a:off x="8067390" y="2558477"/>
            <a:ext cx="141447" cy="125667"/>
            <a:chOff x="5058450" y="1870100"/>
            <a:chExt cx="58075" cy="51600"/>
          </a:xfrm>
        </p:grpSpPr>
        <p:sp>
          <p:nvSpPr>
            <p:cNvPr id="908" name="Google Shape;908;p6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62"/>
          <p:cNvGrpSpPr/>
          <p:nvPr/>
        </p:nvGrpSpPr>
        <p:grpSpPr>
          <a:xfrm>
            <a:off x="7481905" y="2980885"/>
            <a:ext cx="101077" cy="107645"/>
            <a:chOff x="4811425" y="2065025"/>
            <a:chExt cx="41500" cy="44200"/>
          </a:xfrm>
        </p:grpSpPr>
        <p:sp>
          <p:nvSpPr>
            <p:cNvPr id="911" name="Google Shape;911;p6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62"/>
          <p:cNvGrpSpPr/>
          <p:nvPr/>
        </p:nvGrpSpPr>
        <p:grpSpPr>
          <a:xfrm>
            <a:off x="7774342" y="2981098"/>
            <a:ext cx="120867" cy="107218"/>
            <a:chOff x="4929875" y="2065025"/>
            <a:chExt cx="49625" cy="44025"/>
          </a:xfrm>
        </p:grpSpPr>
        <p:sp>
          <p:nvSpPr>
            <p:cNvPr id="914" name="Google Shape;914;p6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 name="Google Shape;916;p62"/>
          <p:cNvGrpSpPr/>
          <p:nvPr/>
        </p:nvGrpSpPr>
        <p:grpSpPr>
          <a:xfrm>
            <a:off x="8103011" y="2984112"/>
            <a:ext cx="70206" cy="101191"/>
            <a:chOff x="5083925" y="2066350"/>
            <a:chExt cx="28825" cy="41550"/>
          </a:xfrm>
        </p:grpSpPr>
        <p:sp>
          <p:nvSpPr>
            <p:cNvPr id="917" name="Google Shape;917;p6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62"/>
          <p:cNvGrpSpPr/>
          <p:nvPr/>
        </p:nvGrpSpPr>
        <p:grpSpPr>
          <a:xfrm>
            <a:off x="7134565" y="2999759"/>
            <a:ext cx="181026" cy="69896"/>
            <a:chOff x="4659775" y="2072775"/>
            <a:chExt cx="74325" cy="28700"/>
          </a:xfrm>
        </p:grpSpPr>
        <p:sp>
          <p:nvSpPr>
            <p:cNvPr id="920" name="Google Shape;920;p6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62"/>
          <p:cNvGrpSpPr/>
          <p:nvPr/>
        </p:nvGrpSpPr>
        <p:grpSpPr>
          <a:xfrm>
            <a:off x="8054421" y="2790324"/>
            <a:ext cx="167387" cy="89197"/>
            <a:chOff x="4662475" y="1976500"/>
            <a:chExt cx="68725" cy="36625"/>
          </a:xfrm>
        </p:grpSpPr>
        <p:sp>
          <p:nvSpPr>
            <p:cNvPr id="924" name="Google Shape;924;p6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62"/>
          <p:cNvGrpSpPr/>
          <p:nvPr/>
        </p:nvGrpSpPr>
        <p:grpSpPr>
          <a:xfrm>
            <a:off x="7751326" y="2793764"/>
            <a:ext cx="166899" cy="82317"/>
            <a:chOff x="4920150" y="1977875"/>
            <a:chExt cx="68525" cy="33800"/>
          </a:xfrm>
        </p:grpSpPr>
        <p:sp>
          <p:nvSpPr>
            <p:cNvPr id="928" name="Google Shape;928;p6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62"/>
          <p:cNvGrpSpPr/>
          <p:nvPr/>
        </p:nvGrpSpPr>
        <p:grpSpPr>
          <a:xfrm>
            <a:off x="7162483" y="3197682"/>
            <a:ext cx="125190" cy="127859"/>
            <a:chOff x="4676550" y="2160575"/>
            <a:chExt cx="51400" cy="52500"/>
          </a:xfrm>
        </p:grpSpPr>
        <p:sp>
          <p:nvSpPr>
            <p:cNvPr id="932" name="Google Shape;932;p6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62"/>
          <p:cNvGrpSpPr/>
          <p:nvPr/>
        </p:nvGrpSpPr>
        <p:grpSpPr>
          <a:xfrm>
            <a:off x="7459741" y="3204714"/>
            <a:ext cx="145405" cy="113794"/>
            <a:chOff x="4768325" y="2163475"/>
            <a:chExt cx="59700" cy="46725"/>
          </a:xfrm>
        </p:grpSpPr>
        <p:sp>
          <p:nvSpPr>
            <p:cNvPr id="936" name="Google Shape;936;p6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 name="Google Shape;938;p6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62"/>
          <p:cNvGrpSpPr/>
          <p:nvPr/>
        </p:nvGrpSpPr>
        <p:grpSpPr>
          <a:xfrm>
            <a:off x="7476059" y="3459808"/>
            <a:ext cx="112768" cy="106853"/>
            <a:chOff x="4768575" y="2253950"/>
            <a:chExt cx="46300" cy="43875"/>
          </a:xfrm>
        </p:grpSpPr>
        <p:sp>
          <p:nvSpPr>
            <p:cNvPr id="945" name="Google Shape;945;p6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62"/>
          <p:cNvGrpSpPr/>
          <p:nvPr/>
        </p:nvGrpSpPr>
        <p:grpSpPr>
          <a:xfrm>
            <a:off x="7775682" y="3948834"/>
            <a:ext cx="118187" cy="146246"/>
            <a:chOff x="4960900" y="2433225"/>
            <a:chExt cx="48525" cy="60050"/>
          </a:xfrm>
        </p:grpSpPr>
        <p:sp>
          <p:nvSpPr>
            <p:cNvPr id="948" name="Google Shape;948;p6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 name="Google Shape;950;p62"/>
          <p:cNvGrpSpPr/>
          <p:nvPr/>
        </p:nvGrpSpPr>
        <p:grpSpPr>
          <a:xfrm>
            <a:off x="7464247" y="4212895"/>
            <a:ext cx="136394" cy="143810"/>
            <a:chOff x="4854075" y="2527625"/>
            <a:chExt cx="56000" cy="59050"/>
          </a:xfrm>
        </p:grpSpPr>
        <p:sp>
          <p:nvSpPr>
            <p:cNvPr id="951" name="Google Shape;951;p6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 name="Google Shape;953;p6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62"/>
          <p:cNvGrpSpPr/>
          <p:nvPr/>
        </p:nvGrpSpPr>
        <p:grpSpPr>
          <a:xfrm>
            <a:off x="8088458" y="3676639"/>
            <a:ext cx="99312" cy="160797"/>
            <a:chOff x="5059700" y="2334775"/>
            <a:chExt cx="40775" cy="66025"/>
          </a:xfrm>
        </p:grpSpPr>
        <p:sp>
          <p:nvSpPr>
            <p:cNvPr id="957" name="Google Shape;957;p6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62"/>
          <p:cNvGrpSpPr/>
          <p:nvPr/>
        </p:nvGrpSpPr>
        <p:grpSpPr>
          <a:xfrm>
            <a:off x="8045622" y="3941771"/>
            <a:ext cx="184984" cy="160371"/>
            <a:chOff x="5037700" y="2430325"/>
            <a:chExt cx="75950" cy="65850"/>
          </a:xfrm>
        </p:grpSpPr>
        <p:sp>
          <p:nvSpPr>
            <p:cNvPr id="967" name="Google Shape;967;p6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62"/>
          <p:cNvGrpSpPr/>
          <p:nvPr/>
        </p:nvGrpSpPr>
        <p:grpSpPr>
          <a:xfrm>
            <a:off x="7465128" y="3708223"/>
            <a:ext cx="173014" cy="97629"/>
            <a:chOff x="4756975" y="2341800"/>
            <a:chExt cx="91975" cy="51925"/>
          </a:xfrm>
        </p:grpSpPr>
        <p:sp>
          <p:nvSpPr>
            <p:cNvPr id="970" name="Google Shape;970;p6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62"/>
          <p:cNvGrpSpPr/>
          <p:nvPr/>
        </p:nvGrpSpPr>
        <p:grpSpPr>
          <a:xfrm>
            <a:off x="7732065" y="4196920"/>
            <a:ext cx="212497" cy="175761"/>
            <a:chOff x="4943575" y="2516350"/>
            <a:chExt cx="98675" cy="81700"/>
          </a:xfrm>
        </p:grpSpPr>
        <p:sp>
          <p:nvSpPr>
            <p:cNvPr id="991" name="Google Shape;991;p6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 name="Google Shape;1069;p6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 name="Shape 1077"/>
        <p:cNvGrpSpPr/>
        <p:nvPr/>
      </p:nvGrpSpPr>
      <p:grpSpPr>
        <a:xfrm>
          <a:off x="0" y="0"/>
          <a:ext cx="0" cy="0"/>
          <a:chOff x="0" y="0"/>
          <a:chExt cx="0" cy="0"/>
        </a:xfrm>
      </p:grpSpPr>
      <p:grpSp>
        <p:nvGrpSpPr>
          <p:cNvPr id="1078" name="Google Shape;1078;p63"/>
          <p:cNvGrpSpPr/>
          <p:nvPr/>
        </p:nvGrpSpPr>
        <p:grpSpPr>
          <a:xfrm>
            <a:off x="745571" y="1168666"/>
            <a:ext cx="2492868" cy="1379876"/>
            <a:chOff x="2654821" y="2311071"/>
            <a:chExt cx="2279715" cy="1262120"/>
          </a:xfrm>
        </p:grpSpPr>
        <p:grpSp>
          <p:nvGrpSpPr>
            <p:cNvPr id="1079" name="Google Shape;1079;p63"/>
            <p:cNvGrpSpPr/>
            <p:nvPr/>
          </p:nvGrpSpPr>
          <p:grpSpPr>
            <a:xfrm>
              <a:off x="4034269" y="2840745"/>
              <a:ext cx="40212" cy="36437"/>
              <a:chOff x="4293400" y="2574725"/>
              <a:chExt cx="84425" cy="80100"/>
            </a:xfrm>
          </p:grpSpPr>
          <p:sp>
            <p:nvSpPr>
              <p:cNvPr id="1080" name="Google Shape;1080;p6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081" name="Google Shape;1081;p6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63"/>
            <p:cNvGrpSpPr/>
            <p:nvPr/>
          </p:nvGrpSpPr>
          <p:grpSpPr>
            <a:xfrm>
              <a:off x="3894606" y="2334874"/>
              <a:ext cx="913198" cy="518984"/>
              <a:chOff x="4000175" y="1462675"/>
              <a:chExt cx="1917275" cy="1140875"/>
            </a:xfrm>
          </p:grpSpPr>
          <p:sp>
            <p:nvSpPr>
              <p:cNvPr id="1083" name="Google Shape;1083;p6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084" name="Google Shape;1084;p63"/>
              <p:cNvGrpSpPr/>
              <p:nvPr/>
            </p:nvGrpSpPr>
            <p:grpSpPr>
              <a:xfrm>
                <a:off x="4000175" y="1462675"/>
                <a:ext cx="1917275" cy="1140875"/>
                <a:chOff x="4000175" y="1462675"/>
                <a:chExt cx="1917275" cy="1140875"/>
              </a:xfrm>
            </p:grpSpPr>
            <p:sp>
              <p:nvSpPr>
                <p:cNvPr id="1085" name="Google Shape;1085;p6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086" name="Google Shape;1086;p6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90" name="Google Shape;1090;p6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1" name="Google Shape;1091;p63"/>
            <p:cNvGrpSpPr/>
            <p:nvPr/>
          </p:nvGrpSpPr>
          <p:grpSpPr>
            <a:xfrm>
              <a:off x="3875768" y="2846704"/>
              <a:ext cx="44796" cy="47366"/>
              <a:chOff x="3960625" y="2587825"/>
              <a:chExt cx="94050" cy="104125"/>
            </a:xfrm>
          </p:grpSpPr>
          <p:sp>
            <p:nvSpPr>
              <p:cNvPr id="1092" name="Google Shape;1092;p6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093" name="Google Shape;1093;p6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63"/>
            <p:cNvGrpSpPr/>
            <p:nvPr/>
          </p:nvGrpSpPr>
          <p:grpSpPr>
            <a:xfrm>
              <a:off x="3782759" y="2807162"/>
              <a:ext cx="82686" cy="85487"/>
              <a:chOff x="3765350" y="2500900"/>
              <a:chExt cx="173600" cy="187925"/>
            </a:xfrm>
          </p:grpSpPr>
          <p:sp>
            <p:nvSpPr>
              <p:cNvPr id="1095" name="Google Shape;1095;p6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096" name="Google Shape;1096;p6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63"/>
            <p:cNvGrpSpPr/>
            <p:nvPr/>
          </p:nvGrpSpPr>
          <p:grpSpPr>
            <a:xfrm>
              <a:off x="3775674" y="2798496"/>
              <a:ext cx="40545" cy="23564"/>
              <a:chOff x="3750475" y="2481850"/>
              <a:chExt cx="85125" cy="51800"/>
            </a:xfrm>
          </p:grpSpPr>
          <p:sp>
            <p:nvSpPr>
              <p:cNvPr id="1102" name="Google Shape;1102;p6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04" name="Google Shape;1104;p63"/>
            <p:cNvGrpSpPr/>
            <p:nvPr/>
          </p:nvGrpSpPr>
          <p:grpSpPr>
            <a:xfrm>
              <a:off x="3716946" y="2776024"/>
              <a:ext cx="81971" cy="76912"/>
              <a:chOff x="3627175" y="2432450"/>
              <a:chExt cx="172100" cy="169075"/>
            </a:xfrm>
          </p:grpSpPr>
          <p:sp>
            <p:nvSpPr>
              <p:cNvPr id="1105" name="Google Shape;1105;p6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07" name="Google Shape;1107;p6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08" name="Google Shape;1108;p63"/>
            <p:cNvGrpSpPr/>
            <p:nvPr/>
          </p:nvGrpSpPr>
          <p:grpSpPr>
            <a:xfrm>
              <a:off x="3685682" y="2845624"/>
              <a:ext cx="29311" cy="45055"/>
              <a:chOff x="3561536" y="2585450"/>
              <a:chExt cx="61539" cy="99045"/>
            </a:xfrm>
          </p:grpSpPr>
          <p:sp>
            <p:nvSpPr>
              <p:cNvPr id="1109" name="Google Shape;1109;p6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11" name="Google Shape;1111;p63"/>
            <p:cNvGrpSpPr/>
            <p:nvPr/>
          </p:nvGrpSpPr>
          <p:grpSpPr>
            <a:xfrm>
              <a:off x="3849905" y="2572252"/>
              <a:ext cx="74339" cy="119559"/>
              <a:chOff x="3906325" y="1984500"/>
              <a:chExt cx="156075" cy="262825"/>
            </a:xfrm>
          </p:grpSpPr>
          <p:sp>
            <p:nvSpPr>
              <p:cNvPr id="1112" name="Google Shape;1112;p6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13" name="Google Shape;1113;p6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63"/>
            <p:cNvGrpSpPr/>
            <p:nvPr/>
          </p:nvGrpSpPr>
          <p:grpSpPr>
            <a:xfrm>
              <a:off x="2654821" y="2414345"/>
              <a:ext cx="667570" cy="558731"/>
              <a:chOff x="1397225" y="1637375"/>
              <a:chExt cx="1401575" cy="1228250"/>
            </a:xfrm>
          </p:grpSpPr>
          <p:sp>
            <p:nvSpPr>
              <p:cNvPr id="1115" name="Google Shape;1115;p6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16" name="Google Shape;1116;p63"/>
              <p:cNvGrpSpPr/>
              <p:nvPr/>
            </p:nvGrpSpPr>
            <p:grpSpPr>
              <a:xfrm>
                <a:off x="1397225" y="1637375"/>
                <a:ext cx="1398775" cy="1228250"/>
                <a:chOff x="1397225" y="1637375"/>
                <a:chExt cx="1398775" cy="1228250"/>
              </a:xfrm>
            </p:grpSpPr>
            <p:sp>
              <p:nvSpPr>
                <p:cNvPr id="1117" name="Google Shape;1117;p6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9" name="Google Shape;1119;p63"/>
            <p:cNvGrpSpPr/>
            <p:nvPr/>
          </p:nvGrpSpPr>
          <p:grpSpPr>
            <a:xfrm>
              <a:off x="3230417" y="3103734"/>
              <a:ext cx="282982" cy="280332"/>
              <a:chOff x="2605700" y="3152850"/>
              <a:chExt cx="594125" cy="616250"/>
            </a:xfrm>
          </p:grpSpPr>
          <p:sp>
            <p:nvSpPr>
              <p:cNvPr id="1120" name="Google Shape;1120;p6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21" name="Google Shape;1121;p6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22" name="Google Shape;1122;p63"/>
            <p:cNvGrpSpPr/>
            <p:nvPr/>
          </p:nvGrpSpPr>
          <p:grpSpPr>
            <a:xfrm>
              <a:off x="3265985" y="3226989"/>
              <a:ext cx="87151" cy="346202"/>
              <a:chOff x="2680375" y="3423800"/>
              <a:chExt cx="182975" cy="761050"/>
            </a:xfrm>
          </p:grpSpPr>
          <p:sp>
            <p:nvSpPr>
              <p:cNvPr id="1123" name="Google Shape;1123;p6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24" name="Google Shape;1124;p6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63"/>
            <p:cNvGrpSpPr/>
            <p:nvPr/>
          </p:nvGrpSpPr>
          <p:grpSpPr>
            <a:xfrm>
              <a:off x="3855466" y="3289811"/>
              <a:ext cx="112514" cy="94210"/>
              <a:chOff x="3918000" y="3561900"/>
              <a:chExt cx="236225" cy="207100"/>
            </a:xfrm>
          </p:grpSpPr>
          <p:sp>
            <p:nvSpPr>
              <p:cNvPr id="1126" name="Google Shape;1126;p6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27" name="Google Shape;1127;p6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 name="Google Shape;1128;p6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31" name="Google Shape;1131;p63"/>
            <p:cNvGrpSpPr/>
            <p:nvPr/>
          </p:nvGrpSpPr>
          <p:grpSpPr>
            <a:xfrm>
              <a:off x="2905224" y="2311071"/>
              <a:ext cx="596721" cy="528992"/>
              <a:chOff x="1922950" y="1410350"/>
              <a:chExt cx="1252825" cy="1162875"/>
            </a:xfrm>
          </p:grpSpPr>
          <p:sp>
            <p:nvSpPr>
              <p:cNvPr id="1132" name="Google Shape;1132;p6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48" name="Google Shape;1148;p6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68" name="Google Shape;1168;p6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69" name="Google Shape;1169;p6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 name="Google Shape;1170;p63"/>
            <p:cNvGrpSpPr/>
            <p:nvPr/>
          </p:nvGrpSpPr>
          <p:grpSpPr>
            <a:xfrm>
              <a:off x="3280929" y="3294542"/>
              <a:ext cx="109894" cy="272224"/>
              <a:chOff x="2711750" y="3572300"/>
              <a:chExt cx="230725" cy="598425"/>
            </a:xfrm>
          </p:grpSpPr>
          <p:sp>
            <p:nvSpPr>
              <p:cNvPr id="1171" name="Google Shape;1171;p6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 name="Google Shape;1173;p6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 name="Google Shape;1174;p63"/>
            <p:cNvGrpSpPr/>
            <p:nvPr/>
          </p:nvGrpSpPr>
          <p:grpSpPr>
            <a:xfrm>
              <a:off x="3790439" y="2408636"/>
              <a:ext cx="73017" cy="75684"/>
              <a:chOff x="3781475" y="1624825"/>
              <a:chExt cx="153300" cy="166375"/>
            </a:xfrm>
          </p:grpSpPr>
          <p:sp>
            <p:nvSpPr>
              <p:cNvPr id="1175" name="Google Shape;1175;p6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 name="Google Shape;1179;p6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 name="Google Shape;1186;p63"/>
            <p:cNvGrpSpPr/>
            <p:nvPr/>
          </p:nvGrpSpPr>
          <p:grpSpPr>
            <a:xfrm>
              <a:off x="4403342" y="3107749"/>
              <a:ext cx="316680" cy="101374"/>
              <a:chOff x="5068275" y="3161675"/>
              <a:chExt cx="664875" cy="222850"/>
            </a:xfrm>
          </p:grpSpPr>
          <p:sp>
            <p:nvSpPr>
              <p:cNvPr id="1187" name="Google Shape;1187;p6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6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 name="Google Shape;1220;p63"/>
            <p:cNvGrpSpPr/>
            <p:nvPr/>
          </p:nvGrpSpPr>
          <p:grpSpPr>
            <a:xfrm>
              <a:off x="3697513" y="2707266"/>
              <a:ext cx="59549" cy="79733"/>
              <a:chOff x="3586375" y="2281300"/>
              <a:chExt cx="125025" cy="175275"/>
            </a:xfrm>
          </p:grpSpPr>
          <p:sp>
            <p:nvSpPr>
              <p:cNvPr id="1221" name="Google Shape;1221;p6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 name="Google Shape;1223;p6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 name="Google Shape;1224;p63"/>
            <p:cNvGrpSpPr/>
            <p:nvPr/>
          </p:nvGrpSpPr>
          <p:grpSpPr>
            <a:xfrm>
              <a:off x="4513224" y="3221724"/>
              <a:ext cx="274563" cy="280321"/>
              <a:chOff x="5298975" y="3412225"/>
              <a:chExt cx="576450" cy="616225"/>
            </a:xfrm>
          </p:grpSpPr>
          <p:sp>
            <p:nvSpPr>
              <p:cNvPr id="1225" name="Google Shape;1225;p6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26" name="Google Shape;1226;p6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63"/>
            <p:cNvGrpSpPr/>
            <p:nvPr/>
          </p:nvGrpSpPr>
          <p:grpSpPr>
            <a:xfrm>
              <a:off x="4824403" y="3421846"/>
              <a:ext cx="110132" cy="130647"/>
              <a:chOff x="5952300" y="3852150"/>
              <a:chExt cx="231225" cy="287200"/>
            </a:xfrm>
          </p:grpSpPr>
          <p:sp>
            <p:nvSpPr>
              <p:cNvPr id="1228" name="Google Shape;1228;p6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 name="Google Shape;1230;p6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 name="Google Shape;1238;p63"/>
            <p:cNvGrpSpPr/>
            <p:nvPr/>
          </p:nvGrpSpPr>
          <p:grpSpPr>
            <a:xfrm>
              <a:off x="4295710" y="3079670"/>
              <a:ext cx="14968" cy="27135"/>
              <a:chOff x="4842300" y="3099950"/>
              <a:chExt cx="31425" cy="59650"/>
            </a:xfrm>
          </p:grpSpPr>
          <p:sp>
            <p:nvSpPr>
              <p:cNvPr id="1239" name="Google Shape;1239;p6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 name="Google Shape;1243;p6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 name="Google Shape;1251;p63"/>
            <p:cNvGrpSpPr/>
            <p:nvPr/>
          </p:nvGrpSpPr>
          <p:grpSpPr>
            <a:xfrm>
              <a:off x="3831056" y="2816010"/>
              <a:ext cx="37378" cy="27612"/>
              <a:chOff x="3866750" y="2520350"/>
              <a:chExt cx="78475" cy="60700"/>
            </a:xfrm>
          </p:grpSpPr>
          <p:sp>
            <p:nvSpPr>
              <p:cNvPr id="1252" name="Google Shape;1252;p6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 name="Google Shape;1256;p6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3" name="Google Shape;1273;p6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85" name="Google Shape;1285;p6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 name="Google Shape;1298;p63"/>
            <p:cNvGrpSpPr/>
            <p:nvPr/>
          </p:nvGrpSpPr>
          <p:grpSpPr>
            <a:xfrm>
              <a:off x="3632736" y="3051591"/>
              <a:ext cx="63288" cy="45217"/>
              <a:chOff x="3450375" y="3038225"/>
              <a:chExt cx="132875" cy="99400"/>
            </a:xfrm>
          </p:grpSpPr>
          <p:sp>
            <p:nvSpPr>
              <p:cNvPr id="1299" name="Google Shape;1299;p6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 name="Google Shape;1301;p6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10" name="Google Shape;1310;p6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20" name="Google Shape;1320;p6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26" name="Google Shape;1326;p6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 name="Google Shape;1336;p63"/>
          <p:cNvGrpSpPr/>
          <p:nvPr/>
        </p:nvGrpSpPr>
        <p:grpSpPr>
          <a:xfrm>
            <a:off x="3554131" y="1233340"/>
            <a:ext cx="2078182" cy="1366558"/>
            <a:chOff x="235800" y="830650"/>
            <a:chExt cx="6978450" cy="4588844"/>
          </a:xfrm>
        </p:grpSpPr>
        <p:sp>
          <p:nvSpPr>
            <p:cNvPr id="1337" name="Google Shape;1337;p6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63"/>
          <p:cNvGrpSpPr/>
          <p:nvPr/>
        </p:nvGrpSpPr>
        <p:grpSpPr>
          <a:xfrm>
            <a:off x="742628" y="3064442"/>
            <a:ext cx="2622876" cy="1333540"/>
            <a:chOff x="238125" y="1038125"/>
            <a:chExt cx="7146800" cy="3633625"/>
          </a:xfrm>
        </p:grpSpPr>
        <p:sp>
          <p:nvSpPr>
            <p:cNvPr id="1344" name="Google Shape;1344;p6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63"/>
          <p:cNvGrpSpPr/>
          <p:nvPr/>
        </p:nvGrpSpPr>
        <p:grpSpPr>
          <a:xfrm>
            <a:off x="5857556" y="1206552"/>
            <a:ext cx="2590840" cy="1380235"/>
            <a:chOff x="233350" y="949250"/>
            <a:chExt cx="7137300" cy="3802300"/>
          </a:xfrm>
        </p:grpSpPr>
        <p:sp>
          <p:nvSpPr>
            <p:cNvPr id="2917" name="Google Shape;2917;p6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8" name="Google Shape;2968;p63"/>
          <p:cNvGrpSpPr/>
          <p:nvPr/>
        </p:nvGrpSpPr>
        <p:grpSpPr>
          <a:xfrm>
            <a:off x="7671985" y="3251325"/>
            <a:ext cx="104231" cy="320340"/>
            <a:chOff x="7564426" y="3224343"/>
            <a:chExt cx="119985" cy="368801"/>
          </a:xfrm>
        </p:grpSpPr>
        <p:sp>
          <p:nvSpPr>
            <p:cNvPr id="2969" name="Google Shape;2969;p6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63"/>
          <p:cNvGrpSpPr/>
          <p:nvPr/>
        </p:nvGrpSpPr>
        <p:grpSpPr>
          <a:xfrm>
            <a:off x="7371473" y="3245427"/>
            <a:ext cx="189489" cy="332132"/>
            <a:chOff x="8370831" y="3202002"/>
            <a:chExt cx="218129" cy="382376"/>
          </a:xfrm>
        </p:grpSpPr>
        <p:sp>
          <p:nvSpPr>
            <p:cNvPr id="2972" name="Google Shape;2972;p6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63"/>
          <p:cNvGrpSpPr/>
          <p:nvPr/>
        </p:nvGrpSpPr>
        <p:grpSpPr>
          <a:xfrm>
            <a:off x="8094863" y="3656559"/>
            <a:ext cx="309429" cy="267000"/>
            <a:chOff x="6742064" y="3750480"/>
            <a:chExt cx="399315" cy="344560"/>
          </a:xfrm>
        </p:grpSpPr>
        <p:sp>
          <p:nvSpPr>
            <p:cNvPr id="2975" name="Google Shape;2975;p6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7" name="Google Shape;2977;p63"/>
          <p:cNvGrpSpPr/>
          <p:nvPr/>
        </p:nvGrpSpPr>
        <p:grpSpPr>
          <a:xfrm>
            <a:off x="7633882" y="4007606"/>
            <a:ext cx="180437" cy="281608"/>
            <a:chOff x="7248525" y="3739696"/>
            <a:chExt cx="230531" cy="359790"/>
          </a:xfrm>
        </p:grpSpPr>
        <p:sp>
          <p:nvSpPr>
            <p:cNvPr id="2978" name="Google Shape;2978;p6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0" name="Google Shape;2980;p63"/>
          <p:cNvGrpSpPr/>
          <p:nvPr/>
        </p:nvGrpSpPr>
        <p:grpSpPr>
          <a:xfrm>
            <a:off x="7879801" y="3650830"/>
            <a:ext cx="162896" cy="278710"/>
            <a:chOff x="7601242" y="3729267"/>
            <a:chExt cx="222566" cy="380803"/>
          </a:xfrm>
        </p:grpSpPr>
        <p:sp>
          <p:nvSpPr>
            <p:cNvPr id="2981" name="Google Shape;2981;p6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3" name="Google Shape;2983;p63"/>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4" name="Google Shape;2984;p63"/>
          <p:cNvGrpSpPr/>
          <p:nvPr/>
        </p:nvGrpSpPr>
        <p:grpSpPr>
          <a:xfrm>
            <a:off x="7369446" y="3651971"/>
            <a:ext cx="193543" cy="275990"/>
            <a:chOff x="8304647" y="3738687"/>
            <a:chExt cx="225076" cy="320956"/>
          </a:xfrm>
        </p:grpSpPr>
        <p:sp>
          <p:nvSpPr>
            <p:cNvPr id="2985" name="Google Shape;2985;p6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63"/>
          <p:cNvGrpSpPr/>
          <p:nvPr/>
        </p:nvGrpSpPr>
        <p:grpSpPr>
          <a:xfrm>
            <a:off x="7641939" y="3651971"/>
            <a:ext cx="178492" cy="275990"/>
            <a:chOff x="8615101" y="3738687"/>
            <a:chExt cx="207573" cy="320956"/>
          </a:xfrm>
        </p:grpSpPr>
        <p:sp>
          <p:nvSpPr>
            <p:cNvPr id="2989" name="Google Shape;2989;p6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2" name="Google Shape;2992;p63"/>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3" name="Google Shape;2993;p63"/>
          <p:cNvGrpSpPr/>
          <p:nvPr/>
        </p:nvGrpSpPr>
        <p:grpSpPr>
          <a:xfrm>
            <a:off x="6036644" y="3773459"/>
            <a:ext cx="557670" cy="511283"/>
            <a:chOff x="6015419" y="3716859"/>
            <a:chExt cx="557671" cy="511283"/>
          </a:xfrm>
        </p:grpSpPr>
        <p:sp>
          <p:nvSpPr>
            <p:cNvPr id="2994" name="Google Shape;2994;p6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5" name="Google Shape;2995;p63"/>
            <p:cNvGrpSpPr/>
            <p:nvPr/>
          </p:nvGrpSpPr>
          <p:grpSpPr>
            <a:xfrm>
              <a:off x="6036094" y="3716980"/>
              <a:ext cx="529860" cy="510468"/>
              <a:chOff x="6036094" y="3716980"/>
              <a:chExt cx="529860" cy="510468"/>
            </a:xfrm>
          </p:grpSpPr>
          <p:sp>
            <p:nvSpPr>
              <p:cNvPr id="2996" name="Google Shape;2996;p6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06" name="Google Shape;3006;p63"/>
          <p:cNvGrpSpPr/>
          <p:nvPr/>
        </p:nvGrpSpPr>
        <p:grpSpPr>
          <a:xfrm>
            <a:off x="6665529" y="3130228"/>
            <a:ext cx="576302" cy="511871"/>
            <a:chOff x="6644304" y="3073628"/>
            <a:chExt cx="576302" cy="511871"/>
          </a:xfrm>
        </p:grpSpPr>
        <p:sp>
          <p:nvSpPr>
            <p:cNvPr id="3007" name="Google Shape;3007;p6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8" name="Google Shape;3008;p63"/>
            <p:cNvGrpSpPr/>
            <p:nvPr/>
          </p:nvGrpSpPr>
          <p:grpSpPr>
            <a:xfrm>
              <a:off x="6712169" y="3085440"/>
              <a:ext cx="481622" cy="494913"/>
              <a:chOff x="6712169" y="3085440"/>
              <a:chExt cx="481622" cy="494913"/>
            </a:xfrm>
          </p:grpSpPr>
          <p:sp>
            <p:nvSpPr>
              <p:cNvPr id="3009" name="Google Shape;3009;p6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4" name="Google Shape;3014;p6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7" name="Google Shape;3017;p63"/>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8" name="Google Shape;3018;p63"/>
          <p:cNvGrpSpPr/>
          <p:nvPr/>
        </p:nvGrpSpPr>
        <p:grpSpPr>
          <a:xfrm>
            <a:off x="6673379" y="3773223"/>
            <a:ext cx="560631" cy="511352"/>
            <a:chOff x="6652154" y="3716623"/>
            <a:chExt cx="560631" cy="511352"/>
          </a:xfrm>
        </p:grpSpPr>
        <p:sp>
          <p:nvSpPr>
            <p:cNvPr id="3019" name="Google Shape;3019;p6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0" name="Google Shape;3020;p63"/>
            <p:cNvGrpSpPr/>
            <p:nvPr/>
          </p:nvGrpSpPr>
          <p:grpSpPr>
            <a:xfrm>
              <a:off x="6669657" y="3716715"/>
              <a:ext cx="466779" cy="464290"/>
              <a:chOff x="6669657" y="3716715"/>
              <a:chExt cx="466779" cy="464290"/>
            </a:xfrm>
          </p:grpSpPr>
          <p:sp>
            <p:nvSpPr>
              <p:cNvPr id="3021" name="Google Shape;3021;p6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34" name="Google Shape;3034;p63"/>
          <p:cNvGrpSpPr/>
          <p:nvPr/>
        </p:nvGrpSpPr>
        <p:grpSpPr>
          <a:xfrm>
            <a:off x="7867470" y="4054631"/>
            <a:ext cx="187557" cy="187557"/>
            <a:chOff x="8565775" y="671075"/>
            <a:chExt cx="441000" cy="441000"/>
          </a:xfrm>
        </p:grpSpPr>
        <p:sp>
          <p:nvSpPr>
            <p:cNvPr id="3035" name="Google Shape;3035;p6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7" name="Google Shape;3037;p63"/>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3"/>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9" name="Google Shape;3039;p63"/>
          <p:cNvGrpSpPr/>
          <p:nvPr/>
        </p:nvGrpSpPr>
        <p:grpSpPr>
          <a:xfrm>
            <a:off x="6021325" y="3132850"/>
            <a:ext cx="587871" cy="512373"/>
            <a:chOff x="6000100" y="3076250"/>
            <a:chExt cx="587871" cy="512373"/>
          </a:xfrm>
        </p:grpSpPr>
        <p:sp>
          <p:nvSpPr>
            <p:cNvPr id="3040" name="Google Shape;3040;p6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1" name="Google Shape;3041;p63"/>
            <p:cNvGrpSpPr/>
            <p:nvPr/>
          </p:nvGrpSpPr>
          <p:grpSpPr>
            <a:xfrm>
              <a:off x="6031360" y="3076713"/>
              <a:ext cx="539107" cy="480965"/>
              <a:chOff x="6031360" y="3076713"/>
              <a:chExt cx="539107" cy="480965"/>
            </a:xfrm>
          </p:grpSpPr>
          <p:sp>
            <p:nvSpPr>
              <p:cNvPr id="3042" name="Google Shape;3042;p6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49" name="Google Shape;3049;p63"/>
          <p:cNvGrpSpPr/>
          <p:nvPr/>
        </p:nvGrpSpPr>
        <p:grpSpPr>
          <a:xfrm>
            <a:off x="3597785" y="3065882"/>
            <a:ext cx="2241344" cy="1330656"/>
            <a:chOff x="3597785" y="3065882"/>
            <a:chExt cx="2241344" cy="1330656"/>
          </a:xfrm>
        </p:grpSpPr>
        <p:grpSp>
          <p:nvGrpSpPr>
            <p:cNvPr id="3050" name="Google Shape;3050;p63"/>
            <p:cNvGrpSpPr/>
            <p:nvPr/>
          </p:nvGrpSpPr>
          <p:grpSpPr>
            <a:xfrm>
              <a:off x="5296908" y="3937355"/>
              <a:ext cx="143198" cy="32380"/>
              <a:chOff x="5296908" y="3937355"/>
              <a:chExt cx="143198" cy="32380"/>
            </a:xfrm>
          </p:grpSpPr>
          <p:sp>
            <p:nvSpPr>
              <p:cNvPr id="3051" name="Google Shape;3051;p6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2" name="Google Shape;3052;p63"/>
              <p:cNvGrpSpPr/>
              <p:nvPr/>
            </p:nvGrpSpPr>
            <p:grpSpPr>
              <a:xfrm>
                <a:off x="5402331" y="3937355"/>
                <a:ext cx="37776" cy="32380"/>
                <a:chOff x="5402331" y="3937355"/>
                <a:chExt cx="37776" cy="32380"/>
              </a:xfrm>
            </p:grpSpPr>
            <p:sp>
              <p:nvSpPr>
                <p:cNvPr id="3053" name="Google Shape;3053;p6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63"/>
              <p:cNvGrpSpPr/>
              <p:nvPr/>
            </p:nvGrpSpPr>
            <p:grpSpPr>
              <a:xfrm>
                <a:off x="5296908" y="3937355"/>
                <a:ext cx="37783" cy="32380"/>
                <a:chOff x="5296908" y="3937355"/>
                <a:chExt cx="37783" cy="32380"/>
              </a:xfrm>
            </p:grpSpPr>
            <p:sp>
              <p:nvSpPr>
                <p:cNvPr id="3056" name="Google Shape;3056;p6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8" name="Google Shape;3058;p63"/>
            <p:cNvGrpSpPr/>
            <p:nvPr/>
          </p:nvGrpSpPr>
          <p:grpSpPr>
            <a:xfrm>
              <a:off x="4724163" y="3119631"/>
              <a:ext cx="120838" cy="84218"/>
              <a:chOff x="4724163" y="3119631"/>
              <a:chExt cx="120838" cy="84218"/>
            </a:xfrm>
          </p:grpSpPr>
          <p:grpSp>
            <p:nvGrpSpPr>
              <p:cNvPr id="3059" name="Google Shape;3059;p63"/>
              <p:cNvGrpSpPr/>
              <p:nvPr/>
            </p:nvGrpSpPr>
            <p:grpSpPr>
              <a:xfrm>
                <a:off x="4746712" y="3132773"/>
                <a:ext cx="86869" cy="56424"/>
                <a:chOff x="4746712" y="3132773"/>
                <a:chExt cx="86869" cy="56424"/>
              </a:xfrm>
            </p:grpSpPr>
            <p:sp>
              <p:nvSpPr>
                <p:cNvPr id="3060" name="Google Shape;3060;p6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2" name="Google Shape;3062;p63"/>
              <p:cNvGrpSpPr/>
              <p:nvPr/>
            </p:nvGrpSpPr>
            <p:grpSpPr>
              <a:xfrm>
                <a:off x="4773634" y="3143336"/>
                <a:ext cx="37776" cy="32451"/>
                <a:chOff x="4773634" y="3143336"/>
                <a:chExt cx="37776" cy="32451"/>
              </a:xfrm>
            </p:grpSpPr>
            <p:sp>
              <p:nvSpPr>
                <p:cNvPr id="3063" name="Google Shape;3063;p6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63"/>
              <p:cNvGrpSpPr/>
              <p:nvPr/>
            </p:nvGrpSpPr>
            <p:grpSpPr>
              <a:xfrm>
                <a:off x="4724163" y="3131248"/>
                <a:ext cx="37776" cy="32459"/>
                <a:chOff x="4724163" y="3131248"/>
                <a:chExt cx="37776" cy="32459"/>
              </a:xfrm>
            </p:grpSpPr>
            <p:sp>
              <p:nvSpPr>
                <p:cNvPr id="3066" name="Google Shape;3066;p6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63"/>
              <p:cNvGrpSpPr/>
              <p:nvPr/>
            </p:nvGrpSpPr>
            <p:grpSpPr>
              <a:xfrm>
                <a:off x="4755081" y="3176054"/>
                <a:ext cx="32357" cy="27795"/>
                <a:chOff x="4755081" y="3176054"/>
                <a:chExt cx="32357" cy="27795"/>
              </a:xfrm>
            </p:grpSpPr>
            <p:sp>
              <p:nvSpPr>
                <p:cNvPr id="3069" name="Google Shape;3069;p6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63"/>
              <p:cNvGrpSpPr/>
              <p:nvPr/>
            </p:nvGrpSpPr>
            <p:grpSpPr>
              <a:xfrm>
                <a:off x="4812550" y="3119631"/>
                <a:ext cx="32451" cy="27803"/>
                <a:chOff x="4812550" y="3119631"/>
                <a:chExt cx="32451" cy="27803"/>
              </a:xfrm>
            </p:grpSpPr>
            <p:sp>
              <p:nvSpPr>
                <p:cNvPr id="3072" name="Google Shape;3072;p6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74" name="Google Shape;3074;p63"/>
            <p:cNvGrpSpPr/>
            <p:nvPr/>
          </p:nvGrpSpPr>
          <p:grpSpPr>
            <a:xfrm>
              <a:off x="5382826" y="4027197"/>
              <a:ext cx="268967" cy="250422"/>
              <a:chOff x="5382826" y="4027197"/>
              <a:chExt cx="268967" cy="250422"/>
            </a:xfrm>
          </p:grpSpPr>
          <p:grpSp>
            <p:nvGrpSpPr>
              <p:cNvPr id="3075" name="Google Shape;3075;p63"/>
              <p:cNvGrpSpPr/>
              <p:nvPr/>
            </p:nvGrpSpPr>
            <p:grpSpPr>
              <a:xfrm>
                <a:off x="5405280" y="4042510"/>
                <a:ext cx="237570" cy="218647"/>
                <a:chOff x="5405280" y="4042510"/>
                <a:chExt cx="237570" cy="218647"/>
              </a:xfrm>
            </p:grpSpPr>
            <p:sp>
              <p:nvSpPr>
                <p:cNvPr id="3076" name="Google Shape;3076;p6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2" name="Google Shape;3082;p63"/>
              <p:cNvGrpSpPr/>
              <p:nvPr/>
            </p:nvGrpSpPr>
            <p:grpSpPr>
              <a:xfrm>
                <a:off x="5382826" y="4125549"/>
                <a:ext cx="37776" cy="32380"/>
                <a:chOff x="5382826" y="4125549"/>
                <a:chExt cx="37776" cy="32380"/>
              </a:xfrm>
            </p:grpSpPr>
            <p:sp>
              <p:nvSpPr>
                <p:cNvPr id="3083" name="Google Shape;3083;p6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5" name="Google Shape;3085;p63"/>
              <p:cNvGrpSpPr/>
              <p:nvPr/>
            </p:nvGrpSpPr>
            <p:grpSpPr>
              <a:xfrm>
                <a:off x="5475680" y="4195587"/>
                <a:ext cx="37783" cy="32364"/>
                <a:chOff x="5475680" y="4195587"/>
                <a:chExt cx="37783" cy="32364"/>
              </a:xfrm>
            </p:grpSpPr>
            <p:sp>
              <p:nvSpPr>
                <p:cNvPr id="3086" name="Google Shape;3086;p6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63"/>
              <p:cNvGrpSpPr/>
              <p:nvPr/>
            </p:nvGrpSpPr>
            <p:grpSpPr>
              <a:xfrm>
                <a:off x="5532575" y="4027197"/>
                <a:ext cx="33308" cy="32262"/>
                <a:chOff x="5532575" y="4027197"/>
                <a:chExt cx="33308" cy="32262"/>
              </a:xfrm>
            </p:grpSpPr>
            <p:sp>
              <p:nvSpPr>
                <p:cNvPr id="3089" name="Google Shape;3089;p6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63"/>
              <p:cNvGrpSpPr/>
              <p:nvPr/>
            </p:nvGrpSpPr>
            <p:grpSpPr>
              <a:xfrm>
                <a:off x="5590706" y="4245348"/>
                <a:ext cx="33497" cy="32270"/>
                <a:chOff x="5590706" y="4245348"/>
                <a:chExt cx="33497" cy="32270"/>
              </a:xfrm>
            </p:grpSpPr>
            <p:sp>
              <p:nvSpPr>
                <p:cNvPr id="3092" name="Google Shape;3092;p6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63"/>
              <p:cNvGrpSpPr/>
              <p:nvPr/>
            </p:nvGrpSpPr>
            <p:grpSpPr>
              <a:xfrm>
                <a:off x="5618681" y="4109677"/>
                <a:ext cx="33112" cy="32357"/>
                <a:chOff x="5618681" y="4109677"/>
                <a:chExt cx="33112" cy="32357"/>
              </a:xfrm>
            </p:grpSpPr>
            <p:sp>
              <p:nvSpPr>
                <p:cNvPr id="3095" name="Google Shape;3095;p6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63"/>
              <p:cNvGrpSpPr/>
              <p:nvPr/>
            </p:nvGrpSpPr>
            <p:grpSpPr>
              <a:xfrm>
                <a:off x="5479298" y="4128262"/>
                <a:ext cx="31405" cy="26906"/>
                <a:chOff x="5479298" y="4128262"/>
                <a:chExt cx="31405" cy="26906"/>
              </a:xfrm>
            </p:grpSpPr>
            <p:sp>
              <p:nvSpPr>
                <p:cNvPr id="3098" name="Google Shape;3098;p6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63"/>
              <p:cNvGrpSpPr/>
              <p:nvPr/>
            </p:nvGrpSpPr>
            <p:grpSpPr>
              <a:xfrm>
                <a:off x="5582903" y="4180116"/>
                <a:ext cx="31499" cy="26898"/>
                <a:chOff x="5582903" y="4180116"/>
                <a:chExt cx="31499" cy="26898"/>
              </a:xfrm>
            </p:grpSpPr>
            <p:sp>
              <p:nvSpPr>
                <p:cNvPr id="3101" name="Google Shape;3101;p6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3" name="Google Shape;3103;p63"/>
            <p:cNvGrpSpPr/>
            <p:nvPr/>
          </p:nvGrpSpPr>
          <p:grpSpPr>
            <a:xfrm>
              <a:off x="3977681" y="3230323"/>
              <a:ext cx="94584" cy="84085"/>
              <a:chOff x="3977681" y="3230323"/>
              <a:chExt cx="94584" cy="84085"/>
            </a:xfrm>
          </p:grpSpPr>
          <p:grpSp>
            <p:nvGrpSpPr>
              <p:cNvPr id="3104" name="Google Shape;3104;p63"/>
              <p:cNvGrpSpPr/>
              <p:nvPr/>
            </p:nvGrpSpPr>
            <p:grpSpPr>
              <a:xfrm>
                <a:off x="4000135" y="3243041"/>
                <a:ext cx="59570" cy="57186"/>
                <a:chOff x="4000135" y="3243041"/>
                <a:chExt cx="59570" cy="57186"/>
              </a:xfrm>
            </p:grpSpPr>
            <p:sp>
              <p:nvSpPr>
                <p:cNvPr id="3105" name="Google Shape;3105;p6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8" name="Google Shape;3108;p63"/>
              <p:cNvGrpSpPr/>
              <p:nvPr/>
            </p:nvGrpSpPr>
            <p:grpSpPr>
              <a:xfrm>
                <a:off x="3977681" y="3245872"/>
                <a:ext cx="37783" cy="32380"/>
                <a:chOff x="3977681" y="3245872"/>
                <a:chExt cx="37783" cy="32380"/>
              </a:xfrm>
            </p:grpSpPr>
            <p:sp>
              <p:nvSpPr>
                <p:cNvPr id="3109" name="Google Shape;3109;p6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63"/>
              <p:cNvGrpSpPr/>
              <p:nvPr/>
            </p:nvGrpSpPr>
            <p:grpSpPr>
              <a:xfrm>
                <a:off x="4040860" y="3262672"/>
                <a:ext cx="31405" cy="27001"/>
                <a:chOff x="4040860" y="3262672"/>
                <a:chExt cx="31405" cy="27001"/>
              </a:xfrm>
            </p:grpSpPr>
            <p:sp>
              <p:nvSpPr>
                <p:cNvPr id="3112" name="Google Shape;3112;p6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63"/>
              <p:cNvGrpSpPr/>
              <p:nvPr/>
            </p:nvGrpSpPr>
            <p:grpSpPr>
              <a:xfrm>
                <a:off x="4021072" y="3230323"/>
                <a:ext cx="31397" cy="26906"/>
                <a:chOff x="4021072" y="3230323"/>
                <a:chExt cx="31397" cy="26906"/>
              </a:xfrm>
            </p:grpSpPr>
            <p:sp>
              <p:nvSpPr>
                <p:cNvPr id="3115" name="Google Shape;3115;p6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63"/>
              <p:cNvGrpSpPr/>
              <p:nvPr/>
            </p:nvGrpSpPr>
            <p:grpSpPr>
              <a:xfrm>
                <a:off x="4001472" y="3287462"/>
                <a:ext cx="31499" cy="26945"/>
                <a:chOff x="4001472" y="3287462"/>
                <a:chExt cx="31499" cy="26945"/>
              </a:xfrm>
            </p:grpSpPr>
            <p:sp>
              <p:nvSpPr>
                <p:cNvPr id="3118" name="Google Shape;3118;p6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20" name="Google Shape;3120;p63"/>
            <p:cNvGrpSpPr/>
            <p:nvPr/>
          </p:nvGrpSpPr>
          <p:grpSpPr>
            <a:xfrm>
              <a:off x="4084715" y="3258865"/>
              <a:ext cx="184961" cy="137268"/>
              <a:chOff x="4084715" y="3258865"/>
              <a:chExt cx="184961" cy="137268"/>
            </a:xfrm>
          </p:grpSpPr>
          <p:grpSp>
            <p:nvGrpSpPr>
              <p:cNvPr id="3121" name="Google Shape;3121;p63"/>
              <p:cNvGrpSpPr/>
              <p:nvPr/>
            </p:nvGrpSpPr>
            <p:grpSpPr>
              <a:xfrm>
                <a:off x="4107453" y="3271583"/>
                <a:ext cx="153470" cy="110275"/>
                <a:chOff x="4107453" y="3271583"/>
                <a:chExt cx="153470" cy="110275"/>
              </a:xfrm>
            </p:grpSpPr>
            <p:sp>
              <p:nvSpPr>
                <p:cNvPr id="3122" name="Google Shape;3122;p6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63"/>
              <p:cNvGrpSpPr/>
              <p:nvPr/>
            </p:nvGrpSpPr>
            <p:grpSpPr>
              <a:xfrm>
                <a:off x="4136947" y="3258865"/>
                <a:ext cx="31499" cy="27001"/>
                <a:chOff x="4136947" y="3258865"/>
                <a:chExt cx="31499" cy="27001"/>
              </a:xfrm>
            </p:grpSpPr>
            <p:sp>
              <p:nvSpPr>
                <p:cNvPr id="3127" name="Google Shape;3127;p6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9" name="Google Shape;3129;p63"/>
              <p:cNvGrpSpPr/>
              <p:nvPr/>
            </p:nvGrpSpPr>
            <p:grpSpPr>
              <a:xfrm>
                <a:off x="4084715" y="3266478"/>
                <a:ext cx="31468" cy="26898"/>
                <a:chOff x="4084715" y="3266478"/>
                <a:chExt cx="31468" cy="26898"/>
              </a:xfrm>
            </p:grpSpPr>
            <p:sp>
              <p:nvSpPr>
                <p:cNvPr id="3130" name="Google Shape;3130;p6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63"/>
              <p:cNvGrpSpPr/>
              <p:nvPr/>
            </p:nvGrpSpPr>
            <p:grpSpPr>
              <a:xfrm>
                <a:off x="4159213" y="3279849"/>
                <a:ext cx="31405" cy="26945"/>
                <a:chOff x="4159213" y="3279849"/>
                <a:chExt cx="31405" cy="26945"/>
              </a:xfrm>
            </p:grpSpPr>
            <p:sp>
              <p:nvSpPr>
                <p:cNvPr id="3133" name="Google Shape;3133;p6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63"/>
              <p:cNvGrpSpPr/>
              <p:nvPr/>
            </p:nvGrpSpPr>
            <p:grpSpPr>
              <a:xfrm>
                <a:off x="4201550" y="3266502"/>
                <a:ext cx="31405" cy="26883"/>
                <a:chOff x="4201550" y="3266502"/>
                <a:chExt cx="31405" cy="26883"/>
              </a:xfrm>
            </p:grpSpPr>
            <p:sp>
              <p:nvSpPr>
                <p:cNvPr id="3136" name="Google Shape;3136;p6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63"/>
              <p:cNvGrpSpPr/>
              <p:nvPr/>
            </p:nvGrpSpPr>
            <p:grpSpPr>
              <a:xfrm>
                <a:off x="4201550" y="3338278"/>
                <a:ext cx="31405" cy="26930"/>
                <a:chOff x="4201550" y="3338278"/>
                <a:chExt cx="31405" cy="26930"/>
              </a:xfrm>
            </p:grpSpPr>
            <p:sp>
              <p:nvSpPr>
                <p:cNvPr id="3139" name="Google Shape;3139;p6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63"/>
              <p:cNvGrpSpPr/>
              <p:nvPr/>
            </p:nvGrpSpPr>
            <p:grpSpPr>
              <a:xfrm>
                <a:off x="4238272" y="3369132"/>
                <a:ext cx="31405" cy="27001"/>
                <a:chOff x="4238272" y="3369132"/>
                <a:chExt cx="31405" cy="27001"/>
              </a:xfrm>
            </p:grpSpPr>
            <p:sp>
              <p:nvSpPr>
                <p:cNvPr id="3142" name="Google Shape;3142;p6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4" name="Google Shape;3144;p63"/>
            <p:cNvGrpSpPr/>
            <p:nvPr/>
          </p:nvGrpSpPr>
          <p:grpSpPr>
            <a:xfrm>
              <a:off x="4068639" y="3200169"/>
              <a:ext cx="77643" cy="37272"/>
              <a:chOff x="4068639" y="3200169"/>
              <a:chExt cx="77643" cy="37272"/>
            </a:xfrm>
          </p:grpSpPr>
          <p:sp>
            <p:nvSpPr>
              <p:cNvPr id="3145" name="Google Shape;3145;p6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6" name="Google Shape;3146;p63"/>
              <p:cNvGrpSpPr/>
              <p:nvPr/>
            </p:nvGrpSpPr>
            <p:grpSpPr>
              <a:xfrm>
                <a:off x="4114878" y="3200169"/>
                <a:ext cx="31405" cy="26993"/>
                <a:chOff x="4114878" y="3200169"/>
                <a:chExt cx="31405" cy="26993"/>
              </a:xfrm>
            </p:grpSpPr>
            <p:sp>
              <p:nvSpPr>
                <p:cNvPr id="3147" name="Google Shape;3147;p6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63"/>
              <p:cNvGrpSpPr/>
              <p:nvPr/>
            </p:nvGrpSpPr>
            <p:grpSpPr>
              <a:xfrm>
                <a:off x="4068639" y="3210535"/>
                <a:ext cx="31499" cy="26906"/>
                <a:chOff x="4068639" y="3210535"/>
                <a:chExt cx="31499" cy="26906"/>
              </a:xfrm>
            </p:grpSpPr>
            <p:sp>
              <p:nvSpPr>
                <p:cNvPr id="3150" name="Google Shape;3150;p6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2" name="Google Shape;3152;p63"/>
            <p:cNvGrpSpPr/>
            <p:nvPr/>
          </p:nvGrpSpPr>
          <p:grpSpPr>
            <a:xfrm>
              <a:off x="3869702" y="3066935"/>
              <a:ext cx="382664" cy="190294"/>
              <a:chOff x="3869702" y="3066935"/>
              <a:chExt cx="382664" cy="190294"/>
            </a:xfrm>
          </p:grpSpPr>
          <p:grpSp>
            <p:nvGrpSpPr>
              <p:cNvPr id="3153" name="Google Shape;3153;p63"/>
              <p:cNvGrpSpPr/>
              <p:nvPr/>
            </p:nvGrpSpPr>
            <p:grpSpPr>
              <a:xfrm>
                <a:off x="3888633" y="3082351"/>
                <a:ext cx="351172" cy="160698"/>
                <a:chOff x="3888633" y="3082351"/>
                <a:chExt cx="351172" cy="160698"/>
              </a:xfrm>
            </p:grpSpPr>
            <p:sp>
              <p:nvSpPr>
                <p:cNvPr id="3154" name="Google Shape;3154;p6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63"/>
              <p:cNvGrpSpPr/>
              <p:nvPr/>
            </p:nvGrpSpPr>
            <p:grpSpPr>
              <a:xfrm>
                <a:off x="4143703" y="3066935"/>
                <a:ext cx="37783" cy="32357"/>
                <a:chOff x="4143703" y="3066935"/>
                <a:chExt cx="37783" cy="32357"/>
              </a:xfrm>
            </p:grpSpPr>
            <p:sp>
              <p:nvSpPr>
                <p:cNvPr id="3161" name="Google Shape;3161;p6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63"/>
              <p:cNvGrpSpPr/>
              <p:nvPr/>
            </p:nvGrpSpPr>
            <p:grpSpPr>
              <a:xfrm>
                <a:off x="4044565" y="3103563"/>
                <a:ext cx="37783" cy="32451"/>
                <a:chOff x="4044565" y="3103563"/>
                <a:chExt cx="37783" cy="32451"/>
              </a:xfrm>
            </p:grpSpPr>
            <p:sp>
              <p:nvSpPr>
                <p:cNvPr id="3164" name="Google Shape;3164;p6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63"/>
              <p:cNvGrpSpPr/>
              <p:nvPr/>
            </p:nvGrpSpPr>
            <p:grpSpPr>
              <a:xfrm>
                <a:off x="4017454" y="3188237"/>
                <a:ext cx="37776" cy="32357"/>
                <a:chOff x="4017454" y="3188237"/>
                <a:chExt cx="37776" cy="32357"/>
              </a:xfrm>
            </p:grpSpPr>
            <p:sp>
              <p:nvSpPr>
                <p:cNvPr id="3167" name="Google Shape;3167;p6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63"/>
              <p:cNvGrpSpPr/>
              <p:nvPr/>
            </p:nvGrpSpPr>
            <p:grpSpPr>
              <a:xfrm>
                <a:off x="3921548" y="3157509"/>
                <a:ext cx="37783" cy="32357"/>
                <a:chOff x="3921548" y="3157509"/>
                <a:chExt cx="37783" cy="32357"/>
              </a:xfrm>
            </p:grpSpPr>
            <p:sp>
              <p:nvSpPr>
                <p:cNvPr id="3170" name="Google Shape;3170;p6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63"/>
              <p:cNvGrpSpPr/>
              <p:nvPr/>
            </p:nvGrpSpPr>
            <p:grpSpPr>
              <a:xfrm>
                <a:off x="3939056" y="3211620"/>
                <a:ext cx="37783" cy="32380"/>
                <a:chOff x="3939056" y="3211620"/>
                <a:chExt cx="37783" cy="32380"/>
              </a:xfrm>
            </p:grpSpPr>
            <p:sp>
              <p:nvSpPr>
                <p:cNvPr id="3173" name="Google Shape;3173;p6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63"/>
              <p:cNvGrpSpPr/>
              <p:nvPr/>
            </p:nvGrpSpPr>
            <p:grpSpPr>
              <a:xfrm>
                <a:off x="4176240" y="3136965"/>
                <a:ext cx="31405" cy="26930"/>
                <a:chOff x="4176240" y="3136965"/>
                <a:chExt cx="31405" cy="26930"/>
              </a:xfrm>
            </p:grpSpPr>
            <p:sp>
              <p:nvSpPr>
                <p:cNvPr id="3176" name="Google Shape;3176;p6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8" name="Google Shape;3178;p63"/>
              <p:cNvGrpSpPr/>
              <p:nvPr/>
            </p:nvGrpSpPr>
            <p:grpSpPr>
              <a:xfrm>
                <a:off x="4133148" y="3152593"/>
                <a:ext cx="31499" cy="27001"/>
                <a:chOff x="4133148" y="3152593"/>
                <a:chExt cx="31499" cy="27001"/>
              </a:xfrm>
            </p:grpSpPr>
            <p:sp>
              <p:nvSpPr>
                <p:cNvPr id="3179" name="Google Shape;3179;p6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63"/>
              <p:cNvGrpSpPr/>
              <p:nvPr/>
            </p:nvGrpSpPr>
            <p:grpSpPr>
              <a:xfrm>
                <a:off x="4220866" y="3073534"/>
                <a:ext cx="31499" cy="26898"/>
                <a:chOff x="4220866" y="3073534"/>
                <a:chExt cx="31499" cy="26898"/>
              </a:xfrm>
            </p:grpSpPr>
            <p:sp>
              <p:nvSpPr>
                <p:cNvPr id="3182" name="Google Shape;3182;p6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4" name="Google Shape;3184;p63"/>
              <p:cNvGrpSpPr/>
              <p:nvPr/>
            </p:nvGrpSpPr>
            <p:grpSpPr>
              <a:xfrm>
                <a:off x="3869702" y="3230323"/>
                <a:ext cx="31499" cy="26906"/>
                <a:chOff x="3869702" y="3230323"/>
                <a:chExt cx="31499" cy="26906"/>
              </a:xfrm>
            </p:grpSpPr>
            <p:sp>
              <p:nvSpPr>
                <p:cNvPr id="3185" name="Google Shape;3185;p6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7" name="Google Shape;3187;p63"/>
            <p:cNvGrpSpPr/>
            <p:nvPr/>
          </p:nvGrpSpPr>
          <p:grpSpPr>
            <a:xfrm>
              <a:off x="4271383" y="3065882"/>
              <a:ext cx="304556" cy="341663"/>
              <a:chOff x="4271383" y="3065882"/>
              <a:chExt cx="304556" cy="341663"/>
            </a:xfrm>
          </p:grpSpPr>
          <p:grpSp>
            <p:nvGrpSpPr>
              <p:cNvPr id="3188" name="Google Shape;3188;p63"/>
              <p:cNvGrpSpPr/>
              <p:nvPr/>
            </p:nvGrpSpPr>
            <p:grpSpPr>
              <a:xfrm>
                <a:off x="4293838" y="3078639"/>
                <a:ext cx="269353" cy="311973"/>
                <a:chOff x="4293838" y="3078639"/>
                <a:chExt cx="269353" cy="311973"/>
              </a:xfrm>
            </p:grpSpPr>
            <p:sp>
              <p:nvSpPr>
                <p:cNvPr id="3189" name="Google Shape;3189;p6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63"/>
              <p:cNvGrpSpPr/>
              <p:nvPr/>
            </p:nvGrpSpPr>
            <p:grpSpPr>
              <a:xfrm>
                <a:off x="4538164" y="3342061"/>
                <a:ext cx="37776" cy="32380"/>
                <a:chOff x="4538164" y="3342061"/>
                <a:chExt cx="37776" cy="32380"/>
              </a:xfrm>
            </p:grpSpPr>
            <p:sp>
              <p:nvSpPr>
                <p:cNvPr id="3207" name="Google Shape;3207;p6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63"/>
              <p:cNvGrpSpPr/>
              <p:nvPr/>
            </p:nvGrpSpPr>
            <p:grpSpPr>
              <a:xfrm>
                <a:off x="4271383" y="3194742"/>
                <a:ext cx="37783" cy="32420"/>
                <a:chOff x="4271383" y="3194742"/>
                <a:chExt cx="37783" cy="32420"/>
              </a:xfrm>
            </p:grpSpPr>
            <p:sp>
              <p:nvSpPr>
                <p:cNvPr id="3210" name="Google Shape;3210;p6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63"/>
              <p:cNvGrpSpPr/>
              <p:nvPr/>
            </p:nvGrpSpPr>
            <p:grpSpPr>
              <a:xfrm>
                <a:off x="4284416" y="3084058"/>
                <a:ext cx="37783" cy="32357"/>
                <a:chOff x="4284416" y="3084058"/>
                <a:chExt cx="37783" cy="32357"/>
              </a:xfrm>
            </p:grpSpPr>
            <p:sp>
              <p:nvSpPr>
                <p:cNvPr id="3213" name="Google Shape;3213;p6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5" name="Google Shape;3215;p63"/>
              <p:cNvGrpSpPr/>
              <p:nvPr/>
            </p:nvGrpSpPr>
            <p:grpSpPr>
              <a:xfrm>
                <a:off x="4478697" y="3297561"/>
                <a:ext cx="37776" cy="32451"/>
                <a:chOff x="4478697" y="3297561"/>
                <a:chExt cx="37776" cy="32451"/>
              </a:xfrm>
            </p:grpSpPr>
            <p:sp>
              <p:nvSpPr>
                <p:cNvPr id="3216" name="Google Shape;3216;p6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8" name="Google Shape;3218;p63"/>
              <p:cNvGrpSpPr/>
              <p:nvPr/>
            </p:nvGrpSpPr>
            <p:grpSpPr>
              <a:xfrm>
                <a:off x="4411813" y="3331711"/>
                <a:ext cx="37776" cy="32451"/>
                <a:chOff x="4411813" y="3331711"/>
                <a:chExt cx="37776" cy="32451"/>
              </a:xfrm>
            </p:grpSpPr>
            <p:sp>
              <p:nvSpPr>
                <p:cNvPr id="3219" name="Google Shape;3219;p6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63"/>
              <p:cNvGrpSpPr/>
              <p:nvPr/>
            </p:nvGrpSpPr>
            <p:grpSpPr>
              <a:xfrm>
                <a:off x="4337984" y="3375188"/>
                <a:ext cx="37776" cy="32357"/>
                <a:chOff x="4337984" y="3375188"/>
                <a:chExt cx="37776" cy="32357"/>
              </a:xfrm>
            </p:grpSpPr>
            <p:sp>
              <p:nvSpPr>
                <p:cNvPr id="3222" name="Google Shape;3222;p6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63"/>
              <p:cNvGrpSpPr/>
              <p:nvPr/>
            </p:nvGrpSpPr>
            <p:grpSpPr>
              <a:xfrm>
                <a:off x="4494867" y="3090530"/>
                <a:ext cx="37878" cy="32451"/>
                <a:chOff x="4494867" y="3090530"/>
                <a:chExt cx="37878" cy="32451"/>
              </a:xfrm>
            </p:grpSpPr>
            <p:sp>
              <p:nvSpPr>
                <p:cNvPr id="3225" name="Google Shape;3225;p6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63"/>
              <p:cNvGrpSpPr/>
              <p:nvPr/>
            </p:nvGrpSpPr>
            <p:grpSpPr>
              <a:xfrm>
                <a:off x="4525124" y="3207774"/>
                <a:ext cx="37783" cy="32420"/>
                <a:chOff x="4525124" y="3207774"/>
                <a:chExt cx="37783" cy="32420"/>
              </a:xfrm>
            </p:grpSpPr>
            <p:sp>
              <p:nvSpPr>
                <p:cNvPr id="3228" name="Google Shape;3228;p6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63"/>
              <p:cNvGrpSpPr/>
              <p:nvPr/>
            </p:nvGrpSpPr>
            <p:grpSpPr>
              <a:xfrm>
                <a:off x="4440544" y="3176479"/>
                <a:ext cx="31499" cy="26898"/>
                <a:chOff x="4440544" y="3176479"/>
                <a:chExt cx="31499" cy="26898"/>
              </a:xfrm>
            </p:grpSpPr>
            <p:sp>
              <p:nvSpPr>
                <p:cNvPr id="3231" name="Google Shape;3231;p6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63"/>
              <p:cNvGrpSpPr/>
              <p:nvPr/>
            </p:nvGrpSpPr>
            <p:grpSpPr>
              <a:xfrm>
                <a:off x="4350545" y="3156400"/>
                <a:ext cx="31405" cy="27001"/>
                <a:chOff x="4350545" y="3156400"/>
                <a:chExt cx="31405" cy="27001"/>
              </a:xfrm>
            </p:grpSpPr>
            <p:sp>
              <p:nvSpPr>
                <p:cNvPr id="3234" name="Google Shape;3234;p6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63"/>
              <p:cNvGrpSpPr/>
              <p:nvPr/>
            </p:nvGrpSpPr>
            <p:grpSpPr>
              <a:xfrm>
                <a:off x="4376703" y="3255058"/>
                <a:ext cx="31405" cy="27001"/>
                <a:chOff x="4376703" y="3255058"/>
                <a:chExt cx="31405" cy="27001"/>
              </a:xfrm>
            </p:grpSpPr>
            <p:sp>
              <p:nvSpPr>
                <p:cNvPr id="3237" name="Google Shape;3237;p6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63"/>
              <p:cNvGrpSpPr/>
              <p:nvPr/>
            </p:nvGrpSpPr>
            <p:grpSpPr>
              <a:xfrm>
                <a:off x="4331322" y="3283656"/>
                <a:ext cx="31405" cy="26945"/>
                <a:chOff x="4331322" y="3283656"/>
                <a:chExt cx="31405" cy="26945"/>
              </a:xfrm>
            </p:grpSpPr>
            <p:sp>
              <p:nvSpPr>
                <p:cNvPr id="3240" name="Google Shape;3240;p6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63"/>
              <p:cNvGrpSpPr/>
              <p:nvPr/>
            </p:nvGrpSpPr>
            <p:grpSpPr>
              <a:xfrm>
                <a:off x="4380510" y="3065882"/>
                <a:ext cx="31405" cy="26938"/>
                <a:chOff x="4380510" y="3065882"/>
                <a:chExt cx="31405" cy="26938"/>
              </a:xfrm>
            </p:grpSpPr>
            <p:sp>
              <p:nvSpPr>
                <p:cNvPr id="3243" name="Google Shape;3243;p6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45" name="Google Shape;3245;p63"/>
            <p:cNvGrpSpPr/>
            <p:nvPr/>
          </p:nvGrpSpPr>
          <p:grpSpPr>
            <a:xfrm>
              <a:off x="4558998" y="3188237"/>
              <a:ext cx="1280131" cy="1052746"/>
              <a:chOff x="4558998" y="3188237"/>
              <a:chExt cx="1280131" cy="1052746"/>
            </a:xfrm>
          </p:grpSpPr>
          <p:sp>
            <p:nvSpPr>
              <p:cNvPr id="3246" name="Google Shape;3246;p6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7" name="Google Shape;3247;p63"/>
              <p:cNvGrpSpPr/>
              <p:nvPr/>
            </p:nvGrpSpPr>
            <p:grpSpPr>
              <a:xfrm>
                <a:off x="4579164" y="3203653"/>
                <a:ext cx="1244833" cy="1020397"/>
                <a:chOff x="4579164" y="3203653"/>
                <a:chExt cx="1244833" cy="1020397"/>
              </a:xfrm>
            </p:grpSpPr>
            <p:sp>
              <p:nvSpPr>
                <p:cNvPr id="3248" name="Google Shape;3248;p6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0" name="Google Shape;3250;p63"/>
                <p:cNvGrpSpPr/>
                <p:nvPr/>
              </p:nvGrpSpPr>
              <p:grpSpPr>
                <a:xfrm>
                  <a:off x="4579164" y="3203653"/>
                  <a:ext cx="1244833" cy="1020397"/>
                  <a:chOff x="4579164" y="3203653"/>
                  <a:chExt cx="1244833" cy="1020397"/>
                </a:xfrm>
              </p:grpSpPr>
              <p:sp>
                <p:nvSpPr>
                  <p:cNvPr id="3251" name="Google Shape;3251;p6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3" name="Google Shape;3253;p63"/>
                  <p:cNvGrpSpPr/>
                  <p:nvPr/>
                </p:nvGrpSpPr>
                <p:grpSpPr>
                  <a:xfrm>
                    <a:off x="4579164" y="3203653"/>
                    <a:ext cx="1244833" cy="1020397"/>
                    <a:chOff x="4579164" y="3203653"/>
                    <a:chExt cx="1244833" cy="1020397"/>
                  </a:xfrm>
                </p:grpSpPr>
                <p:sp>
                  <p:nvSpPr>
                    <p:cNvPr id="3254" name="Google Shape;3254;p6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2" name="Google Shape;3262;p63"/>
                    <p:cNvGrpSpPr/>
                    <p:nvPr/>
                  </p:nvGrpSpPr>
                  <p:grpSpPr>
                    <a:xfrm>
                      <a:off x="4579164" y="3203653"/>
                      <a:ext cx="1244833" cy="1020397"/>
                      <a:chOff x="4579164" y="3203653"/>
                      <a:chExt cx="1244833" cy="1020397"/>
                    </a:xfrm>
                  </p:grpSpPr>
                  <p:sp>
                    <p:nvSpPr>
                      <p:cNvPr id="3263" name="Google Shape;3263;p6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7" name="Google Shape;3277;p63"/>
                      <p:cNvGrpSpPr/>
                      <p:nvPr/>
                    </p:nvGrpSpPr>
                    <p:grpSpPr>
                      <a:xfrm>
                        <a:off x="4579164" y="3203653"/>
                        <a:ext cx="1244833" cy="1020397"/>
                        <a:chOff x="4579164" y="3203653"/>
                        <a:chExt cx="1244833" cy="1020397"/>
                      </a:xfrm>
                    </p:grpSpPr>
                    <p:sp>
                      <p:nvSpPr>
                        <p:cNvPr id="3278" name="Google Shape;3278;p6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2" name="Google Shape;3302;p63"/>
                        <p:cNvGrpSpPr/>
                        <p:nvPr/>
                      </p:nvGrpSpPr>
                      <p:grpSpPr>
                        <a:xfrm>
                          <a:off x="4579164" y="3203653"/>
                          <a:ext cx="1244833" cy="1020397"/>
                          <a:chOff x="4579164" y="3203653"/>
                          <a:chExt cx="1244833" cy="1020397"/>
                        </a:xfrm>
                      </p:grpSpPr>
                      <p:sp>
                        <p:nvSpPr>
                          <p:cNvPr id="3303" name="Google Shape;3303;p6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4" name="Google Shape;3304;p63"/>
                          <p:cNvGrpSpPr/>
                          <p:nvPr/>
                        </p:nvGrpSpPr>
                        <p:grpSpPr>
                          <a:xfrm>
                            <a:off x="4579164" y="3203653"/>
                            <a:ext cx="1244833" cy="1020397"/>
                            <a:chOff x="4579164" y="3203653"/>
                            <a:chExt cx="1244833" cy="1020397"/>
                          </a:xfrm>
                        </p:grpSpPr>
                        <p:sp>
                          <p:nvSpPr>
                            <p:cNvPr id="3305" name="Google Shape;3305;p6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2" name="Google Shape;3312;p63"/>
                            <p:cNvGrpSpPr/>
                            <p:nvPr/>
                          </p:nvGrpSpPr>
                          <p:grpSpPr>
                            <a:xfrm>
                              <a:off x="4579164" y="3203653"/>
                              <a:ext cx="1244833" cy="1020397"/>
                              <a:chOff x="4579164" y="3203653"/>
                              <a:chExt cx="1244833" cy="1020397"/>
                            </a:xfrm>
                          </p:grpSpPr>
                          <p:sp>
                            <p:nvSpPr>
                              <p:cNvPr id="3313" name="Google Shape;3313;p6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6" name="Google Shape;3326;p63"/>
                              <p:cNvGrpSpPr/>
                              <p:nvPr/>
                            </p:nvGrpSpPr>
                            <p:grpSpPr>
                              <a:xfrm>
                                <a:off x="4579164" y="3203653"/>
                                <a:ext cx="1244833" cy="1020397"/>
                                <a:chOff x="4579164" y="3203653"/>
                                <a:chExt cx="1244833" cy="1020397"/>
                              </a:xfrm>
                            </p:grpSpPr>
                            <p:sp>
                              <p:nvSpPr>
                                <p:cNvPr id="3327" name="Google Shape;3327;p6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4" name="Google Shape;3334;p63"/>
                                <p:cNvGrpSpPr/>
                                <p:nvPr/>
                              </p:nvGrpSpPr>
                              <p:grpSpPr>
                                <a:xfrm>
                                  <a:off x="4579164" y="3203653"/>
                                  <a:ext cx="1244833" cy="1020397"/>
                                  <a:chOff x="4579164" y="3203653"/>
                                  <a:chExt cx="1244833" cy="1020397"/>
                                </a:xfrm>
                              </p:grpSpPr>
                              <p:sp>
                                <p:nvSpPr>
                                  <p:cNvPr id="3335" name="Google Shape;3335;p6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0" name="Google Shape;3340;p63"/>
                                  <p:cNvGrpSpPr/>
                                  <p:nvPr/>
                                </p:nvGrpSpPr>
                                <p:grpSpPr>
                                  <a:xfrm>
                                    <a:off x="4579164" y="3203653"/>
                                    <a:ext cx="1244833" cy="1020397"/>
                                    <a:chOff x="4579164" y="3203653"/>
                                    <a:chExt cx="1244833" cy="1020397"/>
                                  </a:xfrm>
                                </p:grpSpPr>
                                <p:sp>
                                  <p:nvSpPr>
                                    <p:cNvPr id="3341" name="Google Shape;3341;p6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345" name="Google Shape;3345;p6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48" name="Google Shape;3348;p6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349" name="Google Shape;3349;p63"/>
              <p:cNvGrpSpPr/>
              <p:nvPr/>
            </p:nvGrpSpPr>
            <p:grpSpPr>
              <a:xfrm>
                <a:off x="4595437" y="3598775"/>
                <a:ext cx="37776" cy="32451"/>
                <a:chOff x="4595437" y="3598775"/>
                <a:chExt cx="37776" cy="32451"/>
              </a:xfrm>
            </p:grpSpPr>
            <p:sp>
              <p:nvSpPr>
                <p:cNvPr id="3350" name="Google Shape;3350;p6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63"/>
              <p:cNvGrpSpPr/>
              <p:nvPr/>
            </p:nvGrpSpPr>
            <p:grpSpPr>
              <a:xfrm>
                <a:off x="4641864" y="3524443"/>
                <a:ext cx="37776" cy="32380"/>
                <a:chOff x="4641864" y="3524443"/>
                <a:chExt cx="37776" cy="32380"/>
              </a:xfrm>
            </p:grpSpPr>
            <p:sp>
              <p:nvSpPr>
                <p:cNvPr id="3353" name="Google Shape;3353;p6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63"/>
              <p:cNvGrpSpPr/>
              <p:nvPr/>
            </p:nvGrpSpPr>
            <p:grpSpPr>
              <a:xfrm>
                <a:off x="4648431" y="3893901"/>
                <a:ext cx="37776" cy="32357"/>
                <a:chOff x="4648431" y="3893901"/>
                <a:chExt cx="37776" cy="32357"/>
              </a:xfrm>
            </p:grpSpPr>
            <p:sp>
              <p:nvSpPr>
                <p:cNvPr id="3356" name="Google Shape;3356;p6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63"/>
              <p:cNvGrpSpPr/>
              <p:nvPr/>
            </p:nvGrpSpPr>
            <p:grpSpPr>
              <a:xfrm>
                <a:off x="4567752" y="3722908"/>
                <a:ext cx="37870" cy="32380"/>
                <a:chOff x="4567752" y="3722908"/>
                <a:chExt cx="37870" cy="32380"/>
              </a:xfrm>
            </p:grpSpPr>
            <p:sp>
              <p:nvSpPr>
                <p:cNvPr id="3359" name="Google Shape;3359;p6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63"/>
              <p:cNvGrpSpPr/>
              <p:nvPr/>
            </p:nvGrpSpPr>
            <p:grpSpPr>
              <a:xfrm>
                <a:off x="4617506" y="3652052"/>
                <a:ext cx="37783" cy="32357"/>
                <a:chOff x="4617506" y="3652052"/>
                <a:chExt cx="37783" cy="32357"/>
              </a:xfrm>
            </p:grpSpPr>
            <p:sp>
              <p:nvSpPr>
                <p:cNvPr id="3362" name="Google Shape;3362;p6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4" name="Google Shape;3364;p63"/>
              <p:cNvGrpSpPr/>
              <p:nvPr/>
            </p:nvGrpSpPr>
            <p:grpSpPr>
              <a:xfrm>
                <a:off x="4739005" y="3554149"/>
                <a:ext cx="37870" cy="32357"/>
                <a:chOff x="4739005" y="3554149"/>
                <a:chExt cx="37870" cy="32357"/>
              </a:xfrm>
            </p:grpSpPr>
            <p:sp>
              <p:nvSpPr>
                <p:cNvPr id="3365" name="Google Shape;3365;p6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7" name="Google Shape;3367;p63"/>
              <p:cNvGrpSpPr/>
              <p:nvPr/>
            </p:nvGrpSpPr>
            <p:grpSpPr>
              <a:xfrm>
                <a:off x="4806557" y="3630258"/>
                <a:ext cx="37776" cy="32364"/>
                <a:chOff x="4806557" y="3630258"/>
                <a:chExt cx="37776" cy="32364"/>
              </a:xfrm>
            </p:grpSpPr>
            <p:sp>
              <p:nvSpPr>
                <p:cNvPr id="3368" name="Google Shape;3368;p6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0" name="Google Shape;3370;p63"/>
              <p:cNvGrpSpPr/>
              <p:nvPr/>
            </p:nvGrpSpPr>
            <p:grpSpPr>
              <a:xfrm>
                <a:off x="4737007" y="4004357"/>
                <a:ext cx="37870" cy="32357"/>
                <a:chOff x="4737007" y="4004357"/>
                <a:chExt cx="37870" cy="32357"/>
              </a:xfrm>
            </p:grpSpPr>
            <p:sp>
              <p:nvSpPr>
                <p:cNvPr id="3371" name="Google Shape;3371;p6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63"/>
              <p:cNvGrpSpPr/>
              <p:nvPr/>
            </p:nvGrpSpPr>
            <p:grpSpPr>
              <a:xfrm>
                <a:off x="4773634" y="4208627"/>
                <a:ext cx="37776" cy="32357"/>
                <a:chOff x="4773634" y="4208627"/>
                <a:chExt cx="37776" cy="32357"/>
              </a:xfrm>
            </p:grpSpPr>
            <p:sp>
              <p:nvSpPr>
                <p:cNvPr id="3374" name="Google Shape;3374;p6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6" name="Google Shape;3376;p63"/>
              <p:cNvGrpSpPr/>
              <p:nvPr/>
            </p:nvGrpSpPr>
            <p:grpSpPr>
              <a:xfrm>
                <a:off x="4888282" y="4074764"/>
                <a:ext cx="37776" cy="32451"/>
                <a:chOff x="4888282" y="4074764"/>
                <a:chExt cx="37776" cy="32451"/>
              </a:xfrm>
            </p:grpSpPr>
            <p:sp>
              <p:nvSpPr>
                <p:cNvPr id="3377" name="Google Shape;3377;p6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63"/>
              <p:cNvGrpSpPr/>
              <p:nvPr/>
            </p:nvGrpSpPr>
            <p:grpSpPr>
              <a:xfrm>
                <a:off x="4901315" y="3804271"/>
                <a:ext cx="37776" cy="32364"/>
                <a:chOff x="4901315" y="3804271"/>
                <a:chExt cx="37776" cy="32364"/>
              </a:xfrm>
            </p:grpSpPr>
            <p:sp>
              <p:nvSpPr>
                <p:cNvPr id="3380" name="Google Shape;3380;p6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2" name="Google Shape;3382;p63"/>
              <p:cNvGrpSpPr/>
              <p:nvPr/>
            </p:nvGrpSpPr>
            <p:grpSpPr>
              <a:xfrm>
                <a:off x="4866394" y="3715035"/>
                <a:ext cx="37846" cy="32357"/>
                <a:chOff x="4866394" y="3715035"/>
                <a:chExt cx="37846" cy="32357"/>
              </a:xfrm>
            </p:grpSpPr>
            <p:sp>
              <p:nvSpPr>
                <p:cNvPr id="3383" name="Google Shape;3383;p6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63"/>
              <p:cNvGrpSpPr/>
              <p:nvPr/>
            </p:nvGrpSpPr>
            <p:grpSpPr>
              <a:xfrm>
                <a:off x="4979233" y="3839798"/>
                <a:ext cx="37878" cy="32420"/>
                <a:chOff x="4979233" y="3839798"/>
                <a:chExt cx="37878" cy="32420"/>
              </a:xfrm>
            </p:grpSpPr>
            <p:sp>
              <p:nvSpPr>
                <p:cNvPr id="3386" name="Google Shape;3386;p6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63"/>
              <p:cNvGrpSpPr/>
              <p:nvPr/>
            </p:nvGrpSpPr>
            <p:grpSpPr>
              <a:xfrm>
                <a:off x="4790662" y="3679147"/>
                <a:ext cx="37783" cy="32380"/>
                <a:chOff x="4790662" y="3679147"/>
                <a:chExt cx="37783" cy="32380"/>
              </a:xfrm>
            </p:grpSpPr>
            <p:sp>
              <p:nvSpPr>
                <p:cNvPr id="3389" name="Google Shape;3389;p6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1" name="Google Shape;3391;p63"/>
              <p:cNvGrpSpPr/>
              <p:nvPr/>
            </p:nvGrpSpPr>
            <p:grpSpPr>
              <a:xfrm>
                <a:off x="4857263" y="3557861"/>
                <a:ext cx="37776" cy="32357"/>
                <a:chOff x="4857263" y="3557861"/>
                <a:chExt cx="37776" cy="32357"/>
              </a:xfrm>
            </p:grpSpPr>
            <p:sp>
              <p:nvSpPr>
                <p:cNvPr id="3392" name="Google Shape;3392;p6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63"/>
              <p:cNvGrpSpPr/>
              <p:nvPr/>
            </p:nvGrpSpPr>
            <p:grpSpPr>
              <a:xfrm>
                <a:off x="4883902" y="3648033"/>
                <a:ext cx="37783" cy="32380"/>
                <a:chOff x="4883902" y="3648033"/>
                <a:chExt cx="37783" cy="32380"/>
              </a:xfrm>
            </p:grpSpPr>
            <p:sp>
              <p:nvSpPr>
                <p:cNvPr id="3395" name="Google Shape;3395;p6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7" name="Google Shape;3397;p63"/>
              <p:cNvGrpSpPr/>
              <p:nvPr/>
            </p:nvGrpSpPr>
            <p:grpSpPr>
              <a:xfrm>
                <a:off x="4907780" y="3347220"/>
                <a:ext cx="37878" cy="32357"/>
                <a:chOff x="4907780" y="3347220"/>
                <a:chExt cx="37878" cy="32357"/>
              </a:xfrm>
            </p:grpSpPr>
            <p:sp>
              <p:nvSpPr>
                <p:cNvPr id="3398" name="Google Shape;3398;p6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0" name="Google Shape;3400;p63"/>
              <p:cNvGrpSpPr/>
              <p:nvPr/>
            </p:nvGrpSpPr>
            <p:grpSpPr>
              <a:xfrm>
                <a:off x="5065048" y="3738150"/>
                <a:ext cx="37783" cy="32364"/>
                <a:chOff x="5065048" y="3738150"/>
                <a:chExt cx="37783" cy="32364"/>
              </a:xfrm>
            </p:grpSpPr>
            <p:sp>
              <p:nvSpPr>
                <p:cNvPr id="3401" name="Google Shape;3401;p6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3" name="Google Shape;3403;p63"/>
              <p:cNvGrpSpPr/>
              <p:nvPr/>
            </p:nvGrpSpPr>
            <p:grpSpPr>
              <a:xfrm>
                <a:off x="5071616" y="3284615"/>
                <a:ext cx="37783" cy="32357"/>
                <a:chOff x="5071616" y="3284615"/>
                <a:chExt cx="37783" cy="32357"/>
              </a:xfrm>
            </p:grpSpPr>
            <p:sp>
              <p:nvSpPr>
                <p:cNvPr id="3404" name="Google Shape;3404;p6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63"/>
              <p:cNvGrpSpPr/>
              <p:nvPr/>
            </p:nvGrpSpPr>
            <p:grpSpPr>
              <a:xfrm>
                <a:off x="5389291" y="3759921"/>
                <a:ext cx="37783" cy="32380"/>
                <a:chOff x="5389291" y="3759921"/>
                <a:chExt cx="37783" cy="32380"/>
              </a:xfrm>
            </p:grpSpPr>
            <p:sp>
              <p:nvSpPr>
                <p:cNvPr id="3407" name="Google Shape;3407;p6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63"/>
              <p:cNvGrpSpPr/>
              <p:nvPr/>
            </p:nvGrpSpPr>
            <p:grpSpPr>
              <a:xfrm>
                <a:off x="5431534" y="3632932"/>
                <a:ext cx="37878" cy="32451"/>
                <a:chOff x="5431534" y="3632932"/>
                <a:chExt cx="37878" cy="32451"/>
              </a:xfrm>
            </p:grpSpPr>
            <p:sp>
              <p:nvSpPr>
                <p:cNvPr id="3410" name="Google Shape;3410;p6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63"/>
              <p:cNvGrpSpPr/>
              <p:nvPr/>
            </p:nvGrpSpPr>
            <p:grpSpPr>
              <a:xfrm>
                <a:off x="5540755" y="3544829"/>
                <a:ext cx="37783" cy="32357"/>
                <a:chOff x="5540755" y="3544829"/>
                <a:chExt cx="37783" cy="32357"/>
              </a:xfrm>
            </p:grpSpPr>
            <p:sp>
              <p:nvSpPr>
                <p:cNvPr id="3413" name="Google Shape;3413;p6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5" name="Google Shape;3415;p63"/>
              <p:cNvGrpSpPr/>
              <p:nvPr/>
            </p:nvGrpSpPr>
            <p:grpSpPr>
              <a:xfrm>
                <a:off x="5579293" y="3412107"/>
                <a:ext cx="37776" cy="32357"/>
                <a:chOff x="5579293" y="3412107"/>
                <a:chExt cx="37776" cy="32357"/>
              </a:xfrm>
            </p:grpSpPr>
            <p:sp>
              <p:nvSpPr>
                <p:cNvPr id="3416" name="Google Shape;3416;p6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63"/>
              <p:cNvGrpSpPr/>
              <p:nvPr/>
            </p:nvGrpSpPr>
            <p:grpSpPr>
              <a:xfrm>
                <a:off x="5801346" y="3284615"/>
                <a:ext cx="37783" cy="32357"/>
                <a:chOff x="5801346" y="3284615"/>
                <a:chExt cx="37783" cy="32357"/>
              </a:xfrm>
            </p:grpSpPr>
            <p:sp>
              <p:nvSpPr>
                <p:cNvPr id="3419" name="Google Shape;3419;p6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63"/>
              <p:cNvGrpSpPr/>
              <p:nvPr/>
            </p:nvGrpSpPr>
            <p:grpSpPr>
              <a:xfrm>
                <a:off x="5763578" y="3399067"/>
                <a:ext cx="37776" cy="32364"/>
                <a:chOff x="5763578" y="3399067"/>
                <a:chExt cx="37776" cy="32364"/>
              </a:xfrm>
            </p:grpSpPr>
            <p:sp>
              <p:nvSpPr>
                <p:cNvPr id="3422" name="Google Shape;3422;p6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4" name="Google Shape;3424;p63"/>
              <p:cNvGrpSpPr/>
              <p:nvPr/>
            </p:nvGrpSpPr>
            <p:grpSpPr>
              <a:xfrm>
                <a:off x="5395858" y="3230952"/>
                <a:ext cx="37776" cy="32364"/>
                <a:chOff x="5395858" y="3230952"/>
                <a:chExt cx="37776" cy="32364"/>
              </a:xfrm>
            </p:grpSpPr>
            <p:sp>
              <p:nvSpPr>
                <p:cNvPr id="3425" name="Google Shape;3425;p6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7" name="Google Shape;3427;p63"/>
              <p:cNvGrpSpPr/>
              <p:nvPr/>
            </p:nvGrpSpPr>
            <p:grpSpPr>
              <a:xfrm>
                <a:off x="5264088" y="3188237"/>
                <a:ext cx="37776" cy="32357"/>
                <a:chOff x="5264088" y="3188237"/>
                <a:chExt cx="37776" cy="32357"/>
              </a:xfrm>
            </p:grpSpPr>
            <p:sp>
              <p:nvSpPr>
                <p:cNvPr id="3428" name="Google Shape;3428;p6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63"/>
              <p:cNvGrpSpPr/>
              <p:nvPr/>
            </p:nvGrpSpPr>
            <p:grpSpPr>
              <a:xfrm>
                <a:off x="5585758" y="3237425"/>
                <a:ext cx="37878" cy="32357"/>
                <a:chOff x="5585758" y="3237425"/>
                <a:chExt cx="37878" cy="32357"/>
              </a:xfrm>
            </p:grpSpPr>
            <p:sp>
              <p:nvSpPr>
                <p:cNvPr id="3431" name="Google Shape;3431;p6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63"/>
              <p:cNvGrpSpPr/>
              <p:nvPr/>
            </p:nvGrpSpPr>
            <p:grpSpPr>
              <a:xfrm>
                <a:off x="4874196" y="3291088"/>
                <a:ext cx="37878" cy="32451"/>
                <a:chOff x="4874196" y="3291088"/>
                <a:chExt cx="37878" cy="32451"/>
              </a:xfrm>
            </p:grpSpPr>
            <p:sp>
              <p:nvSpPr>
                <p:cNvPr id="3434" name="Google Shape;3434;p6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63"/>
              <p:cNvGrpSpPr/>
              <p:nvPr/>
            </p:nvGrpSpPr>
            <p:grpSpPr>
              <a:xfrm>
                <a:off x="5197770" y="3785466"/>
                <a:ext cx="37783" cy="32427"/>
                <a:chOff x="5197770" y="3785466"/>
                <a:chExt cx="37783" cy="32427"/>
              </a:xfrm>
            </p:grpSpPr>
            <p:sp>
              <p:nvSpPr>
                <p:cNvPr id="3437" name="Google Shape;3437;p6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9" name="Google Shape;3439;p63"/>
              <p:cNvGrpSpPr/>
              <p:nvPr/>
            </p:nvGrpSpPr>
            <p:grpSpPr>
              <a:xfrm>
                <a:off x="5177699" y="3492117"/>
                <a:ext cx="37776" cy="32357"/>
                <a:chOff x="5177699" y="3492117"/>
                <a:chExt cx="37776" cy="32357"/>
              </a:xfrm>
            </p:grpSpPr>
            <p:sp>
              <p:nvSpPr>
                <p:cNvPr id="3440" name="Google Shape;3440;p6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2" name="Google Shape;3442;p63"/>
              <p:cNvGrpSpPr/>
              <p:nvPr/>
            </p:nvGrpSpPr>
            <p:grpSpPr>
              <a:xfrm>
                <a:off x="5349431" y="3622346"/>
                <a:ext cx="37870" cy="32380"/>
                <a:chOff x="5349431" y="3622346"/>
                <a:chExt cx="37870" cy="32380"/>
              </a:xfrm>
            </p:grpSpPr>
            <p:sp>
              <p:nvSpPr>
                <p:cNvPr id="3443" name="Google Shape;3443;p6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63"/>
              <p:cNvGrpSpPr/>
              <p:nvPr/>
            </p:nvGrpSpPr>
            <p:grpSpPr>
              <a:xfrm>
                <a:off x="5068855" y="3563980"/>
                <a:ext cx="53954" cy="46223"/>
                <a:chOff x="5068855" y="3563980"/>
                <a:chExt cx="53954" cy="46223"/>
              </a:xfrm>
            </p:grpSpPr>
            <p:sp>
              <p:nvSpPr>
                <p:cNvPr id="3446" name="Google Shape;3446;p6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63"/>
              <p:cNvGrpSpPr/>
              <p:nvPr/>
            </p:nvGrpSpPr>
            <p:grpSpPr>
              <a:xfrm>
                <a:off x="5037654" y="3392507"/>
                <a:ext cx="37870" cy="32451"/>
                <a:chOff x="5037654" y="3392507"/>
                <a:chExt cx="37870" cy="32451"/>
              </a:xfrm>
            </p:grpSpPr>
            <p:sp>
              <p:nvSpPr>
                <p:cNvPr id="3449" name="Google Shape;3449;p6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63"/>
              <p:cNvGrpSpPr/>
              <p:nvPr/>
            </p:nvGrpSpPr>
            <p:grpSpPr>
              <a:xfrm>
                <a:off x="5456560" y="3368629"/>
                <a:ext cx="37870" cy="32451"/>
                <a:chOff x="5456560" y="3368629"/>
                <a:chExt cx="37870" cy="32451"/>
              </a:xfrm>
            </p:grpSpPr>
            <p:sp>
              <p:nvSpPr>
                <p:cNvPr id="3452" name="Google Shape;3452;p6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63"/>
              <p:cNvGrpSpPr/>
              <p:nvPr/>
            </p:nvGrpSpPr>
            <p:grpSpPr>
              <a:xfrm>
                <a:off x="4755749" y="3501516"/>
                <a:ext cx="46246" cy="39608"/>
                <a:chOff x="4755749" y="3501516"/>
                <a:chExt cx="46246" cy="39608"/>
              </a:xfrm>
            </p:grpSpPr>
            <p:sp>
              <p:nvSpPr>
                <p:cNvPr id="3455" name="Google Shape;3455;p6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63"/>
              <p:cNvGrpSpPr/>
              <p:nvPr/>
            </p:nvGrpSpPr>
            <p:grpSpPr>
              <a:xfrm>
                <a:off x="4681346" y="3485582"/>
                <a:ext cx="37783" cy="32427"/>
                <a:chOff x="4681346" y="3485582"/>
                <a:chExt cx="37783" cy="32427"/>
              </a:xfrm>
            </p:grpSpPr>
            <p:sp>
              <p:nvSpPr>
                <p:cNvPr id="3458" name="Google Shape;3458;p6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0" name="Google Shape;3460;p63"/>
              <p:cNvGrpSpPr/>
              <p:nvPr/>
            </p:nvGrpSpPr>
            <p:grpSpPr>
              <a:xfrm>
                <a:off x="4767067" y="3291088"/>
                <a:ext cx="37878" cy="32451"/>
                <a:chOff x="4767067" y="3291088"/>
                <a:chExt cx="37878" cy="32451"/>
              </a:xfrm>
            </p:grpSpPr>
            <p:sp>
              <p:nvSpPr>
                <p:cNvPr id="3461" name="Google Shape;3461;p6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63"/>
              <p:cNvGrpSpPr/>
              <p:nvPr/>
            </p:nvGrpSpPr>
            <p:grpSpPr>
              <a:xfrm>
                <a:off x="4687819" y="3405539"/>
                <a:ext cx="37776" cy="32451"/>
                <a:chOff x="4687819" y="3405539"/>
                <a:chExt cx="37776" cy="32451"/>
              </a:xfrm>
            </p:grpSpPr>
            <p:sp>
              <p:nvSpPr>
                <p:cNvPr id="3464" name="Google Shape;3464;p6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6" name="Google Shape;3466;p63"/>
              <p:cNvGrpSpPr/>
              <p:nvPr/>
            </p:nvGrpSpPr>
            <p:grpSpPr>
              <a:xfrm>
                <a:off x="4923101" y="3444809"/>
                <a:ext cx="52813" cy="45318"/>
                <a:chOff x="4923101" y="3444809"/>
                <a:chExt cx="52813" cy="45318"/>
              </a:xfrm>
            </p:grpSpPr>
            <p:sp>
              <p:nvSpPr>
                <p:cNvPr id="3467" name="Google Shape;3467;p6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9" name="Google Shape;3469;p63"/>
              <p:cNvGrpSpPr/>
              <p:nvPr/>
            </p:nvGrpSpPr>
            <p:grpSpPr>
              <a:xfrm>
                <a:off x="4846040" y="3654750"/>
                <a:ext cx="31405" cy="26993"/>
                <a:chOff x="4846040" y="3654750"/>
                <a:chExt cx="31405" cy="26993"/>
              </a:xfrm>
            </p:grpSpPr>
            <p:sp>
              <p:nvSpPr>
                <p:cNvPr id="3470" name="Google Shape;3470;p6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2" name="Google Shape;3472;p63"/>
              <p:cNvGrpSpPr/>
              <p:nvPr/>
            </p:nvGrpSpPr>
            <p:grpSpPr>
              <a:xfrm>
                <a:off x="4925673" y="3691700"/>
                <a:ext cx="40253" cy="34472"/>
                <a:chOff x="4925673" y="3691700"/>
                <a:chExt cx="40253" cy="34472"/>
              </a:xfrm>
            </p:grpSpPr>
            <p:sp>
              <p:nvSpPr>
                <p:cNvPr id="3473" name="Google Shape;3473;p6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5" name="Google Shape;3475;p63"/>
              <p:cNvGrpSpPr/>
              <p:nvPr/>
            </p:nvGrpSpPr>
            <p:grpSpPr>
              <a:xfrm>
                <a:off x="4894653" y="3740848"/>
                <a:ext cx="31405" cy="26906"/>
                <a:chOff x="4894653" y="3740848"/>
                <a:chExt cx="31405" cy="26906"/>
              </a:xfrm>
            </p:grpSpPr>
            <p:sp>
              <p:nvSpPr>
                <p:cNvPr id="3476" name="Google Shape;3476;p6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8" name="Google Shape;3478;p63"/>
              <p:cNvGrpSpPr/>
              <p:nvPr/>
            </p:nvGrpSpPr>
            <p:grpSpPr>
              <a:xfrm>
                <a:off x="4962300" y="3696348"/>
                <a:ext cx="38255" cy="32773"/>
                <a:chOff x="4962300" y="3696348"/>
                <a:chExt cx="38255" cy="32773"/>
              </a:xfrm>
            </p:grpSpPr>
            <p:sp>
              <p:nvSpPr>
                <p:cNvPr id="3479" name="Google Shape;3479;p6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63"/>
              <p:cNvGrpSpPr/>
              <p:nvPr/>
            </p:nvGrpSpPr>
            <p:grpSpPr>
              <a:xfrm>
                <a:off x="4980185" y="3743349"/>
                <a:ext cx="31499" cy="26969"/>
                <a:chOff x="4980185" y="3743349"/>
                <a:chExt cx="31499" cy="26969"/>
              </a:xfrm>
            </p:grpSpPr>
            <p:sp>
              <p:nvSpPr>
                <p:cNvPr id="3482" name="Google Shape;3482;p6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4" name="Google Shape;3484;p63"/>
              <p:cNvGrpSpPr/>
              <p:nvPr/>
            </p:nvGrpSpPr>
            <p:grpSpPr>
              <a:xfrm>
                <a:off x="5013768" y="3734312"/>
                <a:ext cx="31499" cy="26969"/>
                <a:chOff x="5013768" y="3734312"/>
                <a:chExt cx="31499" cy="26969"/>
              </a:xfrm>
            </p:grpSpPr>
            <p:sp>
              <p:nvSpPr>
                <p:cNvPr id="3485" name="Google Shape;3485;p6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63"/>
              <p:cNvGrpSpPr/>
              <p:nvPr/>
            </p:nvGrpSpPr>
            <p:grpSpPr>
              <a:xfrm>
                <a:off x="5036703" y="3764545"/>
                <a:ext cx="31499" cy="26898"/>
                <a:chOff x="5036703" y="3764545"/>
                <a:chExt cx="31499" cy="26898"/>
              </a:xfrm>
            </p:grpSpPr>
            <p:sp>
              <p:nvSpPr>
                <p:cNvPr id="3488" name="Google Shape;3488;p6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63"/>
              <p:cNvGrpSpPr/>
              <p:nvPr/>
            </p:nvGrpSpPr>
            <p:grpSpPr>
              <a:xfrm>
                <a:off x="4953546" y="3768352"/>
                <a:ext cx="31405" cy="26898"/>
                <a:chOff x="4953546" y="3768352"/>
                <a:chExt cx="31405" cy="26898"/>
              </a:xfrm>
            </p:grpSpPr>
            <p:sp>
              <p:nvSpPr>
                <p:cNvPr id="3491" name="Google Shape;3491;p6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3" name="Google Shape;3493;p63"/>
              <p:cNvGrpSpPr/>
              <p:nvPr/>
            </p:nvGrpSpPr>
            <p:grpSpPr>
              <a:xfrm>
                <a:off x="4964770" y="3814016"/>
                <a:ext cx="31499" cy="26993"/>
                <a:chOff x="4964770" y="3814016"/>
                <a:chExt cx="31499" cy="26993"/>
              </a:xfrm>
            </p:grpSpPr>
            <p:sp>
              <p:nvSpPr>
                <p:cNvPr id="3494" name="Google Shape;3494;p6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63"/>
              <p:cNvGrpSpPr/>
              <p:nvPr/>
            </p:nvGrpSpPr>
            <p:grpSpPr>
              <a:xfrm>
                <a:off x="4923290" y="3800504"/>
                <a:ext cx="31468" cy="26898"/>
                <a:chOff x="4923290" y="3800504"/>
                <a:chExt cx="31468" cy="26898"/>
              </a:xfrm>
            </p:grpSpPr>
            <p:sp>
              <p:nvSpPr>
                <p:cNvPr id="3497" name="Google Shape;3497;p6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9" name="Google Shape;3499;p63"/>
              <p:cNvGrpSpPr/>
              <p:nvPr/>
            </p:nvGrpSpPr>
            <p:grpSpPr>
              <a:xfrm>
                <a:off x="5108534" y="3650943"/>
                <a:ext cx="31405" cy="26993"/>
                <a:chOff x="5108534" y="3650943"/>
                <a:chExt cx="31405" cy="26993"/>
              </a:xfrm>
            </p:grpSpPr>
            <p:sp>
              <p:nvSpPr>
                <p:cNvPr id="3500" name="Google Shape;3500;p6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63"/>
              <p:cNvGrpSpPr/>
              <p:nvPr/>
            </p:nvGrpSpPr>
            <p:grpSpPr>
              <a:xfrm>
                <a:off x="5119380" y="3760739"/>
                <a:ext cx="31499" cy="26993"/>
                <a:chOff x="5119380" y="3760739"/>
                <a:chExt cx="31499" cy="26993"/>
              </a:xfrm>
            </p:grpSpPr>
            <p:sp>
              <p:nvSpPr>
                <p:cNvPr id="3503" name="Google Shape;3503;p6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5" name="Google Shape;3505;p63"/>
              <p:cNvGrpSpPr/>
              <p:nvPr/>
            </p:nvGrpSpPr>
            <p:grpSpPr>
              <a:xfrm>
                <a:off x="5119380" y="3788235"/>
                <a:ext cx="31499" cy="26993"/>
                <a:chOff x="5119380" y="3788235"/>
                <a:chExt cx="31499" cy="26993"/>
              </a:xfrm>
            </p:grpSpPr>
            <p:sp>
              <p:nvSpPr>
                <p:cNvPr id="3506" name="Google Shape;3506;p6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8" name="Google Shape;3508;p63"/>
              <p:cNvGrpSpPr/>
              <p:nvPr/>
            </p:nvGrpSpPr>
            <p:grpSpPr>
              <a:xfrm>
                <a:off x="5158005" y="3875284"/>
                <a:ext cx="31405" cy="27001"/>
                <a:chOff x="5158005" y="3875284"/>
                <a:chExt cx="31405" cy="27001"/>
              </a:xfrm>
            </p:grpSpPr>
            <p:sp>
              <p:nvSpPr>
                <p:cNvPr id="3509" name="Google Shape;3509;p6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63"/>
              <p:cNvGrpSpPr/>
              <p:nvPr/>
            </p:nvGrpSpPr>
            <p:grpSpPr>
              <a:xfrm>
                <a:off x="5233163" y="3764545"/>
                <a:ext cx="31499" cy="26898"/>
                <a:chOff x="5233163" y="3764545"/>
                <a:chExt cx="31499" cy="26898"/>
              </a:xfrm>
            </p:grpSpPr>
            <p:sp>
              <p:nvSpPr>
                <p:cNvPr id="3512" name="Google Shape;3512;p6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4" name="Google Shape;3514;p63"/>
              <p:cNvGrpSpPr/>
              <p:nvPr/>
            </p:nvGrpSpPr>
            <p:grpSpPr>
              <a:xfrm>
                <a:off x="5276168" y="3805545"/>
                <a:ext cx="31499" cy="26906"/>
                <a:chOff x="5276168" y="3805545"/>
                <a:chExt cx="31499" cy="26906"/>
              </a:xfrm>
            </p:grpSpPr>
            <p:sp>
              <p:nvSpPr>
                <p:cNvPr id="3515" name="Google Shape;3515;p6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7" name="Google Shape;3517;p63"/>
              <p:cNvGrpSpPr/>
              <p:nvPr/>
            </p:nvGrpSpPr>
            <p:grpSpPr>
              <a:xfrm>
                <a:off x="5294053" y="3851933"/>
                <a:ext cx="31405" cy="26945"/>
                <a:chOff x="5294053" y="3851933"/>
                <a:chExt cx="31405" cy="26945"/>
              </a:xfrm>
            </p:grpSpPr>
            <p:sp>
              <p:nvSpPr>
                <p:cNvPr id="3518" name="Google Shape;3518;p6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63"/>
              <p:cNvGrpSpPr/>
              <p:nvPr/>
            </p:nvGrpSpPr>
            <p:grpSpPr>
              <a:xfrm>
                <a:off x="5341723" y="3851902"/>
                <a:ext cx="31405" cy="26977"/>
                <a:chOff x="5341723" y="3851902"/>
                <a:chExt cx="31405" cy="26977"/>
              </a:xfrm>
            </p:grpSpPr>
            <p:sp>
              <p:nvSpPr>
                <p:cNvPr id="3521" name="Google Shape;3521;p6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3" name="Google Shape;3523;p63"/>
              <p:cNvGrpSpPr/>
              <p:nvPr/>
            </p:nvGrpSpPr>
            <p:grpSpPr>
              <a:xfrm>
                <a:off x="5054871" y="3507855"/>
                <a:ext cx="31405" cy="26993"/>
                <a:chOff x="5054871" y="3507855"/>
                <a:chExt cx="31405" cy="26993"/>
              </a:xfrm>
            </p:grpSpPr>
            <p:sp>
              <p:nvSpPr>
                <p:cNvPr id="3524" name="Google Shape;3524;p6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6" name="Google Shape;3526;p63"/>
              <p:cNvGrpSpPr/>
              <p:nvPr/>
            </p:nvGrpSpPr>
            <p:grpSpPr>
              <a:xfrm>
                <a:off x="4876579" y="3675325"/>
                <a:ext cx="31405" cy="26969"/>
                <a:chOff x="4876579" y="3675325"/>
                <a:chExt cx="31405" cy="26969"/>
              </a:xfrm>
            </p:grpSpPr>
            <p:sp>
              <p:nvSpPr>
                <p:cNvPr id="3527" name="Google Shape;3527;p6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9" name="Google Shape;3529;p63"/>
              <p:cNvGrpSpPr/>
              <p:nvPr/>
            </p:nvGrpSpPr>
            <p:grpSpPr>
              <a:xfrm>
                <a:off x="4842233" y="3688333"/>
                <a:ext cx="31405" cy="26993"/>
                <a:chOff x="4842233" y="3688333"/>
                <a:chExt cx="31405" cy="26993"/>
              </a:xfrm>
            </p:grpSpPr>
            <p:sp>
              <p:nvSpPr>
                <p:cNvPr id="3530" name="Google Shape;3530;p6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63"/>
              <p:cNvGrpSpPr/>
              <p:nvPr/>
            </p:nvGrpSpPr>
            <p:grpSpPr>
              <a:xfrm>
                <a:off x="5187876" y="3608032"/>
                <a:ext cx="31405" cy="27001"/>
                <a:chOff x="5187876" y="3608032"/>
                <a:chExt cx="31405" cy="27001"/>
              </a:xfrm>
            </p:grpSpPr>
            <p:sp>
              <p:nvSpPr>
                <p:cNvPr id="3533" name="Google Shape;3533;p6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5" name="Google Shape;3535;p6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7" name="Google Shape;3537;p63"/>
              <p:cNvGrpSpPr/>
              <p:nvPr/>
            </p:nvGrpSpPr>
            <p:grpSpPr>
              <a:xfrm>
                <a:off x="5269224" y="3304167"/>
                <a:ext cx="40253" cy="34402"/>
                <a:chOff x="5269224" y="3304167"/>
                <a:chExt cx="40253" cy="34402"/>
              </a:xfrm>
            </p:grpSpPr>
            <p:sp>
              <p:nvSpPr>
                <p:cNvPr id="3538" name="Google Shape;3538;p6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63"/>
              <p:cNvGrpSpPr/>
              <p:nvPr/>
            </p:nvGrpSpPr>
            <p:grpSpPr>
              <a:xfrm>
                <a:off x="5327354" y="3476615"/>
                <a:ext cx="49864" cy="42723"/>
                <a:chOff x="5327354" y="3476615"/>
                <a:chExt cx="49864" cy="42723"/>
              </a:xfrm>
            </p:grpSpPr>
            <p:sp>
              <p:nvSpPr>
                <p:cNvPr id="3541" name="Google Shape;3541;p6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3" name="Google Shape;3543;p6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5" name="Google Shape;3545;p63"/>
              <p:cNvGrpSpPr/>
              <p:nvPr/>
            </p:nvGrpSpPr>
            <p:grpSpPr>
              <a:xfrm>
                <a:off x="5341723" y="3775957"/>
                <a:ext cx="31405" cy="26898"/>
                <a:chOff x="5341723" y="3775957"/>
                <a:chExt cx="31405" cy="26898"/>
              </a:xfrm>
            </p:grpSpPr>
            <p:sp>
              <p:nvSpPr>
                <p:cNvPr id="3546" name="Google Shape;3546;p6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63"/>
              <p:cNvGrpSpPr/>
              <p:nvPr/>
            </p:nvGrpSpPr>
            <p:grpSpPr>
              <a:xfrm>
                <a:off x="5439053" y="3699274"/>
                <a:ext cx="31405" cy="26898"/>
                <a:chOff x="5439053" y="3699274"/>
                <a:chExt cx="31405" cy="26898"/>
              </a:xfrm>
            </p:grpSpPr>
            <p:sp>
              <p:nvSpPr>
                <p:cNvPr id="3549" name="Google Shape;3549;p6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63"/>
              <p:cNvGrpSpPr/>
              <p:nvPr/>
            </p:nvGrpSpPr>
            <p:grpSpPr>
              <a:xfrm>
                <a:off x="5412414" y="3622307"/>
                <a:ext cx="31499" cy="26993"/>
                <a:chOff x="5412414" y="3622307"/>
                <a:chExt cx="31499" cy="26993"/>
              </a:xfrm>
            </p:grpSpPr>
            <p:sp>
              <p:nvSpPr>
                <p:cNvPr id="3552" name="Google Shape;3552;p6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63"/>
              <p:cNvGrpSpPr/>
              <p:nvPr/>
            </p:nvGrpSpPr>
            <p:grpSpPr>
              <a:xfrm>
                <a:off x="5476254" y="3473949"/>
                <a:ext cx="26835" cy="26930"/>
                <a:chOff x="5476254" y="3473949"/>
                <a:chExt cx="26835" cy="26930"/>
              </a:xfrm>
            </p:grpSpPr>
            <p:sp>
              <p:nvSpPr>
                <p:cNvPr id="3555" name="Google Shape;3555;p6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7" name="Google Shape;3557;p63"/>
              <p:cNvGrpSpPr/>
              <p:nvPr/>
            </p:nvGrpSpPr>
            <p:grpSpPr>
              <a:xfrm>
                <a:off x="5564547" y="3481594"/>
                <a:ext cx="31397" cy="26898"/>
                <a:chOff x="5564547" y="3481594"/>
                <a:chExt cx="31397" cy="26898"/>
              </a:xfrm>
            </p:grpSpPr>
            <p:sp>
              <p:nvSpPr>
                <p:cNvPr id="3558" name="Google Shape;3558;p6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63"/>
              <p:cNvGrpSpPr/>
              <p:nvPr/>
            </p:nvGrpSpPr>
            <p:grpSpPr>
              <a:xfrm>
                <a:off x="5534101" y="3470174"/>
                <a:ext cx="31397" cy="26906"/>
                <a:chOff x="5534101" y="3470174"/>
                <a:chExt cx="31397" cy="26906"/>
              </a:xfrm>
            </p:grpSpPr>
            <p:sp>
              <p:nvSpPr>
                <p:cNvPr id="3561" name="Google Shape;3561;p6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63"/>
              <p:cNvGrpSpPr/>
              <p:nvPr/>
            </p:nvGrpSpPr>
            <p:grpSpPr>
              <a:xfrm>
                <a:off x="5610879" y="3314486"/>
                <a:ext cx="31499" cy="26938"/>
                <a:chOff x="5610879" y="3314486"/>
                <a:chExt cx="31499" cy="26938"/>
              </a:xfrm>
            </p:grpSpPr>
            <p:sp>
              <p:nvSpPr>
                <p:cNvPr id="3564" name="Google Shape;3564;p6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63"/>
              <p:cNvGrpSpPr/>
              <p:nvPr/>
            </p:nvGrpSpPr>
            <p:grpSpPr>
              <a:xfrm>
                <a:off x="4834525" y="3501382"/>
                <a:ext cx="31499" cy="26898"/>
                <a:chOff x="4834525" y="3501382"/>
                <a:chExt cx="31499" cy="26898"/>
              </a:xfrm>
            </p:grpSpPr>
            <p:sp>
              <p:nvSpPr>
                <p:cNvPr id="3567" name="Google Shape;3567;p6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63"/>
              <p:cNvGrpSpPr/>
              <p:nvPr/>
            </p:nvGrpSpPr>
            <p:grpSpPr>
              <a:xfrm>
                <a:off x="4898460" y="3580158"/>
                <a:ext cx="31405" cy="26898"/>
                <a:chOff x="4898460" y="3580158"/>
                <a:chExt cx="31405" cy="26898"/>
              </a:xfrm>
            </p:grpSpPr>
            <p:sp>
              <p:nvSpPr>
                <p:cNvPr id="3570" name="Google Shape;3570;p6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63"/>
              <p:cNvGrpSpPr/>
              <p:nvPr/>
            </p:nvGrpSpPr>
            <p:grpSpPr>
              <a:xfrm>
                <a:off x="4882667" y="3608032"/>
                <a:ext cx="31499" cy="27001"/>
                <a:chOff x="4882667" y="3608032"/>
                <a:chExt cx="31499" cy="27001"/>
              </a:xfrm>
            </p:grpSpPr>
            <p:sp>
              <p:nvSpPr>
                <p:cNvPr id="3573" name="Google Shape;3573;p6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63"/>
              <p:cNvGrpSpPr/>
              <p:nvPr/>
            </p:nvGrpSpPr>
            <p:grpSpPr>
              <a:xfrm>
                <a:off x="4843373" y="3631407"/>
                <a:ext cx="16273" cy="16186"/>
                <a:chOff x="4843373" y="3631407"/>
                <a:chExt cx="16273" cy="16186"/>
              </a:xfrm>
            </p:grpSpPr>
            <p:sp>
              <p:nvSpPr>
                <p:cNvPr id="3576" name="Google Shape;3576;p6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63"/>
              <p:cNvGrpSpPr/>
              <p:nvPr/>
            </p:nvGrpSpPr>
            <p:grpSpPr>
              <a:xfrm>
                <a:off x="4727773" y="3591578"/>
                <a:ext cx="31499" cy="26898"/>
                <a:chOff x="4727773" y="3591578"/>
                <a:chExt cx="31499" cy="26898"/>
              </a:xfrm>
            </p:grpSpPr>
            <p:sp>
              <p:nvSpPr>
                <p:cNvPr id="3579" name="Google Shape;3579;p6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1" name="Google Shape;3581;p6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3" name="Google Shape;3583;p63"/>
              <p:cNvGrpSpPr/>
              <p:nvPr/>
            </p:nvGrpSpPr>
            <p:grpSpPr>
              <a:xfrm>
                <a:off x="4609421" y="3577398"/>
                <a:ext cx="31499" cy="27001"/>
                <a:chOff x="4609421" y="3577398"/>
                <a:chExt cx="31499" cy="27001"/>
              </a:xfrm>
            </p:grpSpPr>
            <p:sp>
              <p:nvSpPr>
                <p:cNvPr id="3584" name="Google Shape;3584;p6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63"/>
              <p:cNvGrpSpPr/>
              <p:nvPr/>
            </p:nvGrpSpPr>
            <p:grpSpPr>
              <a:xfrm>
                <a:off x="4649289" y="3577398"/>
                <a:ext cx="31499" cy="27001"/>
                <a:chOff x="4649289" y="3577398"/>
                <a:chExt cx="31499" cy="27001"/>
              </a:xfrm>
            </p:grpSpPr>
            <p:sp>
              <p:nvSpPr>
                <p:cNvPr id="3587" name="Google Shape;3587;p6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63"/>
              <p:cNvGrpSpPr/>
              <p:nvPr/>
            </p:nvGrpSpPr>
            <p:grpSpPr>
              <a:xfrm>
                <a:off x="4605614" y="3639523"/>
                <a:ext cx="31499" cy="26906"/>
                <a:chOff x="4605614" y="3639523"/>
                <a:chExt cx="31499" cy="26906"/>
              </a:xfrm>
            </p:grpSpPr>
            <p:sp>
              <p:nvSpPr>
                <p:cNvPr id="3590" name="Google Shape;3590;p6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63"/>
              <p:cNvGrpSpPr/>
              <p:nvPr/>
            </p:nvGrpSpPr>
            <p:grpSpPr>
              <a:xfrm>
                <a:off x="4785149" y="3618846"/>
                <a:ext cx="26930" cy="26843"/>
                <a:chOff x="4785149" y="3618846"/>
                <a:chExt cx="26930" cy="26843"/>
              </a:xfrm>
            </p:grpSpPr>
            <p:sp>
              <p:nvSpPr>
                <p:cNvPr id="3593" name="Google Shape;3593;p6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5" name="Google Shape;3595;p63"/>
              <p:cNvGrpSpPr/>
              <p:nvPr/>
            </p:nvGrpSpPr>
            <p:grpSpPr>
              <a:xfrm>
                <a:off x="4810167" y="3601567"/>
                <a:ext cx="31405" cy="26898"/>
                <a:chOff x="4810167" y="3601567"/>
                <a:chExt cx="31405" cy="26898"/>
              </a:xfrm>
            </p:grpSpPr>
            <p:sp>
              <p:nvSpPr>
                <p:cNvPr id="3596" name="Google Shape;3596;p6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63"/>
              <p:cNvGrpSpPr/>
              <p:nvPr/>
            </p:nvGrpSpPr>
            <p:grpSpPr>
              <a:xfrm>
                <a:off x="4831002" y="3373230"/>
                <a:ext cx="31405" cy="26898"/>
                <a:chOff x="4831002" y="3373230"/>
                <a:chExt cx="31405" cy="26898"/>
              </a:xfrm>
            </p:grpSpPr>
            <p:sp>
              <p:nvSpPr>
                <p:cNvPr id="3599" name="Google Shape;3599;p6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63"/>
              <p:cNvGrpSpPr/>
              <p:nvPr/>
            </p:nvGrpSpPr>
            <p:grpSpPr>
              <a:xfrm>
                <a:off x="4719311" y="3355054"/>
                <a:ext cx="31499" cy="27001"/>
                <a:chOff x="4719311" y="3355054"/>
                <a:chExt cx="31499" cy="27001"/>
              </a:xfrm>
            </p:grpSpPr>
            <p:sp>
              <p:nvSpPr>
                <p:cNvPr id="3602" name="Google Shape;3602;p6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63"/>
              <p:cNvGrpSpPr/>
              <p:nvPr/>
            </p:nvGrpSpPr>
            <p:grpSpPr>
              <a:xfrm>
                <a:off x="4798755" y="3450260"/>
                <a:ext cx="26930" cy="26930"/>
                <a:chOff x="4798755" y="3450260"/>
                <a:chExt cx="26930" cy="26930"/>
              </a:xfrm>
            </p:grpSpPr>
            <p:sp>
              <p:nvSpPr>
                <p:cNvPr id="3605" name="Google Shape;3605;p6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63"/>
              <p:cNvGrpSpPr/>
              <p:nvPr/>
            </p:nvGrpSpPr>
            <p:grpSpPr>
              <a:xfrm>
                <a:off x="4645576" y="3467555"/>
                <a:ext cx="31405" cy="26953"/>
                <a:chOff x="4645576" y="3467555"/>
                <a:chExt cx="31405" cy="26953"/>
              </a:xfrm>
            </p:grpSpPr>
            <p:sp>
              <p:nvSpPr>
                <p:cNvPr id="3608" name="Google Shape;3608;p6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63"/>
              <p:cNvGrpSpPr/>
              <p:nvPr/>
            </p:nvGrpSpPr>
            <p:grpSpPr>
              <a:xfrm>
                <a:off x="4687631" y="3583965"/>
                <a:ext cx="31499" cy="26898"/>
                <a:chOff x="4687631" y="3583965"/>
                <a:chExt cx="31499" cy="26898"/>
              </a:xfrm>
            </p:grpSpPr>
            <p:sp>
              <p:nvSpPr>
                <p:cNvPr id="3611" name="Google Shape;3611;p6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63"/>
              <p:cNvGrpSpPr/>
              <p:nvPr/>
            </p:nvGrpSpPr>
            <p:grpSpPr>
              <a:xfrm>
                <a:off x="4719311" y="3471314"/>
                <a:ext cx="31499" cy="27001"/>
                <a:chOff x="4719311" y="3471314"/>
                <a:chExt cx="31499" cy="27001"/>
              </a:xfrm>
            </p:grpSpPr>
            <p:sp>
              <p:nvSpPr>
                <p:cNvPr id="3614" name="Google Shape;3614;p6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6" name="Google Shape;3616;p63"/>
              <p:cNvGrpSpPr/>
              <p:nvPr/>
            </p:nvGrpSpPr>
            <p:grpSpPr>
              <a:xfrm>
                <a:off x="4719311" y="3434404"/>
                <a:ext cx="31499" cy="26898"/>
                <a:chOff x="4719311" y="3434404"/>
                <a:chExt cx="31499" cy="26898"/>
              </a:xfrm>
            </p:grpSpPr>
            <p:sp>
              <p:nvSpPr>
                <p:cNvPr id="3617" name="Google Shape;3617;p6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63"/>
              <p:cNvGrpSpPr/>
              <p:nvPr/>
            </p:nvGrpSpPr>
            <p:grpSpPr>
              <a:xfrm>
                <a:off x="4768876" y="3401772"/>
                <a:ext cx="31499" cy="26898"/>
                <a:chOff x="4768876" y="3401772"/>
                <a:chExt cx="31499" cy="26898"/>
              </a:xfrm>
            </p:grpSpPr>
            <p:sp>
              <p:nvSpPr>
                <p:cNvPr id="3620" name="Google Shape;3620;p6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63"/>
              <p:cNvGrpSpPr/>
              <p:nvPr/>
            </p:nvGrpSpPr>
            <p:grpSpPr>
              <a:xfrm>
                <a:off x="4762214" y="3471377"/>
                <a:ext cx="26938" cy="26938"/>
                <a:chOff x="4762214" y="3471377"/>
                <a:chExt cx="26938" cy="26938"/>
              </a:xfrm>
            </p:grpSpPr>
            <p:sp>
              <p:nvSpPr>
                <p:cNvPr id="3623" name="Google Shape;3623;p6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63"/>
              <p:cNvGrpSpPr/>
              <p:nvPr/>
            </p:nvGrpSpPr>
            <p:grpSpPr>
              <a:xfrm>
                <a:off x="4790473" y="3344782"/>
                <a:ext cx="31405" cy="26898"/>
                <a:chOff x="4790473" y="3344782"/>
                <a:chExt cx="31405" cy="26898"/>
              </a:xfrm>
            </p:grpSpPr>
            <p:sp>
              <p:nvSpPr>
                <p:cNvPr id="3626" name="Google Shape;3626;p6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63"/>
              <p:cNvGrpSpPr/>
              <p:nvPr/>
            </p:nvGrpSpPr>
            <p:grpSpPr>
              <a:xfrm>
                <a:off x="4823774" y="3950733"/>
                <a:ext cx="37398" cy="32034"/>
                <a:chOff x="4823774" y="3950733"/>
                <a:chExt cx="37398" cy="32034"/>
              </a:xfrm>
            </p:grpSpPr>
            <p:sp>
              <p:nvSpPr>
                <p:cNvPr id="3629" name="Google Shape;3629;p6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63"/>
              <p:cNvGrpSpPr/>
              <p:nvPr/>
            </p:nvGrpSpPr>
            <p:grpSpPr>
              <a:xfrm>
                <a:off x="4823396" y="4110566"/>
                <a:ext cx="31405" cy="26906"/>
                <a:chOff x="4823396" y="4110566"/>
                <a:chExt cx="31405" cy="26906"/>
              </a:xfrm>
            </p:grpSpPr>
            <p:sp>
              <p:nvSpPr>
                <p:cNvPr id="3632" name="Google Shape;3632;p6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63"/>
              <p:cNvGrpSpPr/>
              <p:nvPr/>
            </p:nvGrpSpPr>
            <p:grpSpPr>
              <a:xfrm>
                <a:off x="4838332" y="3821150"/>
                <a:ext cx="31499" cy="26898"/>
                <a:chOff x="4838332" y="3821150"/>
                <a:chExt cx="31499" cy="26898"/>
              </a:xfrm>
            </p:grpSpPr>
            <p:sp>
              <p:nvSpPr>
                <p:cNvPr id="3635" name="Google Shape;3635;p6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63"/>
              <p:cNvGrpSpPr/>
              <p:nvPr/>
            </p:nvGrpSpPr>
            <p:grpSpPr>
              <a:xfrm>
                <a:off x="4661275" y="3815007"/>
                <a:ext cx="36824" cy="31523"/>
                <a:chOff x="4661275" y="3815007"/>
                <a:chExt cx="36824" cy="31523"/>
              </a:xfrm>
            </p:grpSpPr>
            <p:sp>
              <p:nvSpPr>
                <p:cNvPr id="3638" name="Google Shape;3638;p6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63"/>
              <p:cNvGrpSpPr/>
              <p:nvPr/>
            </p:nvGrpSpPr>
            <p:grpSpPr>
              <a:xfrm>
                <a:off x="4558998" y="3851037"/>
                <a:ext cx="33591" cy="28699"/>
                <a:chOff x="4558998" y="3851037"/>
                <a:chExt cx="33591" cy="28699"/>
              </a:xfrm>
            </p:grpSpPr>
            <p:sp>
              <p:nvSpPr>
                <p:cNvPr id="3641" name="Google Shape;3641;p6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63"/>
              <p:cNvGrpSpPr/>
              <p:nvPr/>
            </p:nvGrpSpPr>
            <p:grpSpPr>
              <a:xfrm>
                <a:off x="4696762" y="3638587"/>
                <a:ext cx="33591" cy="28794"/>
                <a:chOff x="4696762" y="3638587"/>
                <a:chExt cx="33591" cy="28794"/>
              </a:xfrm>
            </p:grpSpPr>
            <p:sp>
              <p:nvSpPr>
                <p:cNvPr id="3644" name="Google Shape;3644;p6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63"/>
              <p:cNvGrpSpPr/>
              <p:nvPr/>
            </p:nvGrpSpPr>
            <p:grpSpPr>
              <a:xfrm>
                <a:off x="4929479" y="3939140"/>
                <a:ext cx="33497" cy="28692"/>
                <a:chOff x="4929479" y="3939140"/>
                <a:chExt cx="33497" cy="28692"/>
              </a:xfrm>
            </p:grpSpPr>
            <p:sp>
              <p:nvSpPr>
                <p:cNvPr id="3647" name="Google Shape;3647;p6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63"/>
              <p:cNvGrpSpPr/>
              <p:nvPr/>
            </p:nvGrpSpPr>
            <p:grpSpPr>
              <a:xfrm>
                <a:off x="4907119" y="3986039"/>
                <a:ext cx="33497" cy="28699"/>
                <a:chOff x="4907119" y="3986039"/>
                <a:chExt cx="33497" cy="28699"/>
              </a:xfrm>
            </p:grpSpPr>
            <p:sp>
              <p:nvSpPr>
                <p:cNvPr id="3650" name="Google Shape;3650;p6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63"/>
              <p:cNvGrpSpPr/>
              <p:nvPr/>
            </p:nvGrpSpPr>
            <p:grpSpPr>
              <a:xfrm>
                <a:off x="4911783" y="4048102"/>
                <a:ext cx="33591" cy="28762"/>
                <a:chOff x="4911783" y="4048102"/>
                <a:chExt cx="33591" cy="28762"/>
              </a:xfrm>
            </p:grpSpPr>
            <p:sp>
              <p:nvSpPr>
                <p:cNvPr id="3653" name="Google Shape;3653;p6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5" name="Google Shape;3655;p6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7" name="Google Shape;3657;p63"/>
              <p:cNvGrpSpPr/>
              <p:nvPr/>
            </p:nvGrpSpPr>
            <p:grpSpPr>
              <a:xfrm>
                <a:off x="4762623" y="3837847"/>
                <a:ext cx="42416" cy="36273"/>
                <a:chOff x="4762623" y="3837847"/>
                <a:chExt cx="42416" cy="36273"/>
              </a:xfrm>
            </p:grpSpPr>
            <p:sp>
              <p:nvSpPr>
                <p:cNvPr id="3658" name="Google Shape;3658;p6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0" name="Google Shape;3660;p63"/>
              <p:cNvGrpSpPr/>
              <p:nvPr/>
            </p:nvGrpSpPr>
            <p:grpSpPr>
              <a:xfrm>
                <a:off x="4746044" y="4104966"/>
                <a:ext cx="33497" cy="28699"/>
                <a:chOff x="4746044" y="4104966"/>
                <a:chExt cx="33497" cy="28699"/>
              </a:xfrm>
            </p:grpSpPr>
            <p:sp>
              <p:nvSpPr>
                <p:cNvPr id="3661" name="Google Shape;3661;p6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3" name="Google Shape;3663;p63"/>
              <p:cNvGrpSpPr/>
              <p:nvPr/>
            </p:nvGrpSpPr>
            <p:grpSpPr>
              <a:xfrm>
                <a:off x="4859646" y="4162554"/>
                <a:ext cx="33591" cy="28762"/>
                <a:chOff x="4859646" y="4162554"/>
                <a:chExt cx="33591" cy="28762"/>
              </a:xfrm>
            </p:grpSpPr>
            <p:sp>
              <p:nvSpPr>
                <p:cNvPr id="3664" name="Google Shape;3664;p6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6" name="Google Shape;3666;p63"/>
            <p:cNvGrpSpPr/>
            <p:nvPr/>
          </p:nvGrpSpPr>
          <p:grpSpPr>
            <a:xfrm>
              <a:off x="3597785" y="3274438"/>
              <a:ext cx="855610" cy="1122100"/>
              <a:chOff x="3597785" y="3274438"/>
              <a:chExt cx="855610" cy="1122100"/>
            </a:xfrm>
          </p:grpSpPr>
          <p:grpSp>
            <p:nvGrpSpPr>
              <p:cNvPr id="3667" name="Google Shape;3667;p63"/>
              <p:cNvGrpSpPr/>
              <p:nvPr/>
            </p:nvGrpSpPr>
            <p:grpSpPr>
              <a:xfrm>
                <a:off x="3617857" y="3284717"/>
                <a:ext cx="826785" cy="1099165"/>
                <a:chOff x="3617857" y="3284717"/>
                <a:chExt cx="826785" cy="1099165"/>
              </a:xfrm>
            </p:grpSpPr>
            <p:sp>
              <p:nvSpPr>
                <p:cNvPr id="3668" name="Google Shape;3668;p6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63"/>
              <p:cNvGrpSpPr/>
              <p:nvPr/>
            </p:nvGrpSpPr>
            <p:grpSpPr>
              <a:xfrm>
                <a:off x="4180904" y="4251758"/>
                <a:ext cx="37783" cy="32420"/>
                <a:chOff x="4180904" y="4251758"/>
                <a:chExt cx="37783" cy="32420"/>
              </a:xfrm>
            </p:grpSpPr>
            <p:sp>
              <p:nvSpPr>
                <p:cNvPr id="3725" name="Google Shape;3725;p6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63"/>
              <p:cNvGrpSpPr/>
              <p:nvPr/>
            </p:nvGrpSpPr>
            <p:grpSpPr>
              <a:xfrm>
                <a:off x="4201644" y="4081324"/>
                <a:ext cx="37783" cy="32364"/>
                <a:chOff x="4201644" y="4081324"/>
                <a:chExt cx="37783" cy="32364"/>
              </a:xfrm>
            </p:grpSpPr>
            <p:sp>
              <p:nvSpPr>
                <p:cNvPr id="3728" name="Google Shape;3728;p6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63"/>
              <p:cNvGrpSpPr/>
              <p:nvPr/>
            </p:nvGrpSpPr>
            <p:grpSpPr>
              <a:xfrm>
                <a:off x="4284416" y="3887428"/>
                <a:ext cx="37783" cy="32451"/>
                <a:chOff x="4284416" y="3887428"/>
                <a:chExt cx="37783" cy="32451"/>
              </a:xfrm>
            </p:grpSpPr>
            <p:sp>
              <p:nvSpPr>
                <p:cNvPr id="3731" name="Google Shape;3731;p6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63"/>
              <p:cNvGrpSpPr/>
              <p:nvPr/>
            </p:nvGrpSpPr>
            <p:grpSpPr>
              <a:xfrm>
                <a:off x="4223721" y="3860404"/>
                <a:ext cx="37870" cy="32364"/>
                <a:chOff x="4223721" y="3860404"/>
                <a:chExt cx="37870" cy="32364"/>
              </a:xfrm>
            </p:grpSpPr>
            <p:sp>
              <p:nvSpPr>
                <p:cNvPr id="3734" name="Google Shape;3734;p6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63"/>
              <p:cNvGrpSpPr/>
              <p:nvPr/>
            </p:nvGrpSpPr>
            <p:grpSpPr>
              <a:xfrm>
                <a:off x="4104889" y="3699242"/>
                <a:ext cx="37776" cy="32357"/>
                <a:chOff x="4104889" y="3699242"/>
                <a:chExt cx="37776" cy="32357"/>
              </a:xfrm>
            </p:grpSpPr>
            <p:sp>
              <p:nvSpPr>
                <p:cNvPr id="3737" name="Google Shape;3737;p6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63"/>
              <p:cNvGrpSpPr/>
              <p:nvPr/>
            </p:nvGrpSpPr>
            <p:grpSpPr>
              <a:xfrm>
                <a:off x="4143608" y="3475121"/>
                <a:ext cx="37878" cy="32420"/>
                <a:chOff x="4143608" y="3475121"/>
                <a:chExt cx="37878" cy="32420"/>
              </a:xfrm>
            </p:grpSpPr>
            <p:sp>
              <p:nvSpPr>
                <p:cNvPr id="3740" name="Google Shape;3740;p6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63"/>
              <p:cNvGrpSpPr/>
              <p:nvPr/>
            </p:nvGrpSpPr>
            <p:grpSpPr>
              <a:xfrm>
                <a:off x="4217248" y="3570893"/>
                <a:ext cx="37776" cy="32364"/>
                <a:chOff x="4217248" y="3570893"/>
                <a:chExt cx="37776" cy="32364"/>
              </a:xfrm>
            </p:grpSpPr>
            <p:sp>
              <p:nvSpPr>
                <p:cNvPr id="3743" name="Google Shape;3743;p6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63"/>
              <p:cNvGrpSpPr/>
              <p:nvPr/>
            </p:nvGrpSpPr>
            <p:grpSpPr>
              <a:xfrm>
                <a:off x="4255307" y="3431612"/>
                <a:ext cx="37776" cy="32451"/>
                <a:chOff x="4255307" y="3431612"/>
                <a:chExt cx="37776" cy="32451"/>
              </a:xfrm>
            </p:grpSpPr>
            <p:sp>
              <p:nvSpPr>
                <p:cNvPr id="3746" name="Google Shape;3746;p6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63"/>
              <p:cNvGrpSpPr/>
              <p:nvPr/>
            </p:nvGrpSpPr>
            <p:grpSpPr>
              <a:xfrm>
                <a:off x="3853052" y="3577398"/>
                <a:ext cx="37776" cy="32420"/>
                <a:chOff x="3853052" y="3577398"/>
                <a:chExt cx="37776" cy="32420"/>
              </a:xfrm>
            </p:grpSpPr>
            <p:sp>
              <p:nvSpPr>
                <p:cNvPr id="3749" name="Google Shape;3749;p6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1" name="Google Shape;3751;p63"/>
              <p:cNvGrpSpPr/>
              <p:nvPr/>
            </p:nvGrpSpPr>
            <p:grpSpPr>
              <a:xfrm>
                <a:off x="4039908" y="3412107"/>
                <a:ext cx="37776" cy="32357"/>
                <a:chOff x="4039908" y="3412107"/>
                <a:chExt cx="37776" cy="32357"/>
              </a:xfrm>
            </p:grpSpPr>
            <p:sp>
              <p:nvSpPr>
                <p:cNvPr id="3752" name="Google Shape;3752;p6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63"/>
              <p:cNvGrpSpPr/>
              <p:nvPr/>
            </p:nvGrpSpPr>
            <p:grpSpPr>
              <a:xfrm>
                <a:off x="4017360" y="3342061"/>
                <a:ext cx="37870" cy="32380"/>
                <a:chOff x="4017360" y="3342061"/>
                <a:chExt cx="37870" cy="32380"/>
              </a:xfrm>
            </p:grpSpPr>
            <p:sp>
              <p:nvSpPr>
                <p:cNvPr id="3755" name="Google Shape;3755;p6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7" name="Google Shape;3757;p6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9" name="Google Shape;3759;p63"/>
              <p:cNvGrpSpPr/>
              <p:nvPr/>
            </p:nvGrpSpPr>
            <p:grpSpPr>
              <a:xfrm>
                <a:off x="3750870" y="3418650"/>
                <a:ext cx="37776" cy="32380"/>
                <a:chOff x="3750870" y="3418650"/>
                <a:chExt cx="37776" cy="32380"/>
              </a:xfrm>
            </p:grpSpPr>
            <p:sp>
              <p:nvSpPr>
                <p:cNvPr id="3760" name="Google Shape;3760;p6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63"/>
              <p:cNvGrpSpPr/>
              <p:nvPr/>
            </p:nvGrpSpPr>
            <p:grpSpPr>
              <a:xfrm>
                <a:off x="3632509" y="3274438"/>
                <a:ext cx="37783" cy="32357"/>
                <a:chOff x="3632509" y="3274438"/>
                <a:chExt cx="37783" cy="32357"/>
              </a:xfrm>
            </p:grpSpPr>
            <p:sp>
              <p:nvSpPr>
                <p:cNvPr id="3763" name="Google Shape;3763;p6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63"/>
              <p:cNvGrpSpPr/>
              <p:nvPr/>
            </p:nvGrpSpPr>
            <p:grpSpPr>
              <a:xfrm>
                <a:off x="3906424" y="3297561"/>
                <a:ext cx="37776" cy="32451"/>
                <a:chOff x="3906424" y="3297561"/>
                <a:chExt cx="37776" cy="32451"/>
              </a:xfrm>
            </p:grpSpPr>
            <p:sp>
              <p:nvSpPr>
                <p:cNvPr id="3766" name="Google Shape;3766;p6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63"/>
              <p:cNvGrpSpPr/>
              <p:nvPr/>
            </p:nvGrpSpPr>
            <p:grpSpPr>
              <a:xfrm>
                <a:off x="3866084" y="3412107"/>
                <a:ext cx="37776" cy="32357"/>
                <a:chOff x="3866084" y="3412107"/>
                <a:chExt cx="37776" cy="32357"/>
              </a:xfrm>
            </p:grpSpPr>
            <p:sp>
              <p:nvSpPr>
                <p:cNvPr id="3769" name="Google Shape;3769;p6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63"/>
              <p:cNvGrpSpPr/>
              <p:nvPr/>
            </p:nvGrpSpPr>
            <p:grpSpPr>
              <a:xfrm>
                <a:off x="4023919" y="3766409"/>
                <a:ext cx="37783" cy="32357"/>
                <a:chOff x="4023919" y="3766409"/>
                <a:chExt cx="37783" cy="32357"/>
              </a:xfrm>
            </p:grpSpPr>
            <p:sp>
              <p:nvSpPr>
                <p:cNvPr id="3772" name="Google Shape;3772;p6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63"/>
              <p:cNvGrpSpPr/>
              <p:nvPr/>
            </p:nvGrpSpPr>
            <p:grpSpPr>
              <a:xfrm>
                <a:off x="3973882" y="3779449"/>
                <a:ext cx="37776" cy="32357"/>
                <a:chOff x="3973882" y="3779449"/>
                <a:chExt cx="37776" cy="32357"/>
              </a:xfrm>
            </p:grpSpPr>
            <p:sp>
              <p:nvSpPr>
                <p:cNvPr id="3775" name="Google Shape;3775;p6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7" name="Google Shape;3777;p63"/>
              <p:cNvGrpSpPr/>
              <p:nvPr/>
            </p:nvGrpSpPr>
            <p:grpSpPr>
              <a:xfrm>
                <a:off x="4073398" y="3838028"/>
                <a:ext cx="37776" cy="32380"/>
                <a:chOff x="4073398" y="3838028"/>
                <a:chExt cx="37776" cy="32380"/>
              </a:xfrm>
            </p:grpSpPr>
            <p:sp>
              <p:nvSpPr>
                <p:cNvPr id="3778" name="Google Shape;3778;p6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63"/>
              <p:cNvGrpSpPr/>
              <p:nvPr/>
            </p:nvGrpSpPr>
            <p:grpSpPr>
              <a:xfrm>
                <a:off x="4342672" y="4144496"/>
                <a:ext cx="37752" cy="32364"/>
                <a:chOff x="4342672" y="4144496"/>
                <a:chExt cx="37752" cy="32364"/>
              </a:xfrm>
            </p:grpSpPr>
            <p:sp>
              <p:nvSpPr>
                <p:cNvPr id="3781" name="Google Shape;3781;p6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63"/>
              <p:cNvGrpSpPr/>
              <p:nvPr/>
            </p:nvGrpSpPr>
            <p:grpSpPr>
              <a:xfrm>
                <a:off x="4406386" y="4056872"/>
                <a:ext cx="37783" cy="32364"/>
                <a:chOff x="4406386" y="4056872"/>
                <a:chExt cx="37783" cy="32364"/>
              </a:xfrm>
            </p:grpSpPr>
            <p:sp>
              <p:nvSpPr>
                <p:cNvPr id="3784" name="Google Shape;3784;p6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63"/>
              <p:cNvGrpSpPr/>
              <p:nvPr/>
            </p:nvGrpSpPr>
            <p:grpSpPr>
              <a:xfrm>
                <a:off x="4284416" y="4245254"/>
                <a:ext cx="37783" cy="32357"/>
                <a:chOff x="4284416" y="4245254"/>
                <a:chExt cx="37783" cy="32357"/>
              </a:xfrm>
            </p:grpSpPr>
            <p:sp>
              <p:nvSpPr>
                <p:cNvPr id="3787" name="Google Shape;3787;p6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63"/>
              <p:cNvGrpSpPr/>
              <p:nvPr/>
            </p:nvGrpSpPr>
            <p:grpSpPr>
              <a:xfrm>
                <a:off x="4219057" y="4331258"/>
                <a:ext cx="37776" cy="32364"/>
                <a:chOff x="4219057" y="4331258"/>
                <a:chExt cx="37776" cy="32364"/>
              </a:xfrm>
            </p:grpSpPr>
            <p:sp>
              <p:nvSpPr>
                <p:cNvPr id="3790" name="Google Shape;3790;p6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63"/>
              <p:cNvGrpSpPr/>
              <p:nvPr/>
            </p:nvGrpSpPr>
            <p:grpSpPr>
              <a:xfrm>
                <a:off x="4204122" y="4141688"/>
                <a:ext cx="33497" cy="28699"/>
                <a:chOff x="4204122" y="4141688"/>
                <a:chExt cx="33497" cy="28699"/>
              </a:xfrm>
            </p:grpSpPr>
            <p:sp>
              <p:nvSpPr>
                <p:cNvPr id="3793" name="Google Shape;3793;p6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63"/>
              <p:cNvGrpSpPr/>
              <p:nvPr/>
            </p:nvGrpSpPr>
            <p:grpSpPr>
              <a:xfrm>
                <a:off x="4301546" y="4003869"/>
                <a:ext cx="38916" cy="33324"/>
                <a:chOff x="4301546" y="4003869"/>
                <a:chExt cx="38916" cy="33324"/>
              </a:xfrm>
            </p:grpSpPr>
            <p:sp>
              <p:nvSpPr>
                <p:cNvPr id="3796" name="Google Shape;3796;p6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63"/>
              <p:cNvGrpSpPr/>
              <p:nvPr/>
            </p:nvGrpSpPr>
            <p:grpSpPr>
              <a:xfrm>
                <a:off x="4210681" y="3924669"/>
                <a:ext cx="36549" cy="31366"/>
                <a:chOff x="4210681" y="3924669"/>
                <a:chExt cx="36549" cy="31366"/>
              </a:xfrm>
            </p:grpSpPr>
            <p:sp>
              <p:nvSpPr>
                <p:cNvPr id="3799" name="Google Shape;3799;p6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63"/>
              <p:cNvGrpSpPr/>
              <p:nvPr/>
            </p:nvGrpSpPr>
            <p:grpSpPr>
              <a:xfrm>
                <a:off x="3987771" y="3628874"/>
                <a:ext cx="31499" cy="26993"/>
                <a:chOff x="3987771" y="3628874"/>
                <a:chExt cx="31499" cy="26993"/>
              </a:xfrm>
            </p:grpSpPr>
            <p:sp>
              <p:nvSpPr>
                <p:cNvPr id="3802" name="Google Shape;3802;p6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4" name="Google Shape;3804;p63"/>
              <p:cNvGrpSpPr/>
              <p:nvPr/>
            </p:nvGrpSpPr>
            <p:grpSpPr>
              <a:xfrm>
                <a:off x="4087382" y="3775674"/>
                <a:ext cx="31405" cy="26898"/>
                <a:chOff x="4087382" y="3775674"/>
                <a:chExt cx="31405" cy="26898"/>
              </a:xfrm>
            </p:grpSpPr>
            <p:sp>
              <p:nvSpPr>
                <p:cNvPr id="3805" name="Google Shape;3805;p6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63"/>
              <p:cNvGrpSpPr/>
              <p:nvPr/>
            </p:nvGrpSpPr>
            <p:grpSpPr>
              <a:xfrm>
                <a:off x="4118873" y="3856637"/>
                <a:ext cx="31405" cy="26906"/>
                <a:chOff x="4118873" y="3856637"/>
                <a:chExt cx="31405" cy="26906"/>
              </a:xfrm>
            </p:grpSpPr>
            <p:sp>
              <p:nvSpPr>
                <p:cNvPr id="3808" name="Google Shape;3808;p6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0" name="Google Shape;3810;p63"/>
              <p:cNvGrpSpPr/>
              <p:nvPr/>
            </p:nvGrpSpPr>
            <p:grpSpPr>
              <a:xfrm>
                <a:off x="4168541" y="3639523"/>
                <a:ext cx="31499" cy="26906"/>
                <a:chOff x="4168541" y="3639523"/>
                <a:chExt cx="31499" cy="26906"/>
              </a:xfrm>
            </p:grpSpPr>
            <p:sp>
              <p:nvSpPr>
                <p:cNvPr id="3811" name="Google Shape;3811;p6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3" name="Google Shape;3813;p63"/>
              <p:cNvGrpSpPr/>
              <p:nvPr/>
            </p:nvGrpSpPr>
            <p:grpSpPr>
              <a:xfrm>
                <a:off x="3965789" y="3393545"/>
                <a:ext cx="31405" cy="26945"/>
                <a:chOff x="3965789" y="3393545"/>
                <a:chExt cx="31405" cy="26945"/>
              </a:xfrm>
            </p:grpSpPr>
            <p:sp>
              <p:nvSpPr>
                <p:cNvPr id="3814" name="Google Shape;3814;p6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63"/>
              <p:cNvGrpSpPr/>
              <p:nvPr/>
            </p:nvGrpSpPr>
            <p:grpSpPr>
              <a:xfrm>
                <a:off x="3925166" y="3491008"/>
                <a:ext cx="31405" cy="27001"/>
                <a:chOff x="3925166" y="3491008"/>
                <a:chExt cx="31405" cy="27001"/>
              </a:xfrm>
            </p:grpSpPr>
            <p:sp>
              <p:nvSpPr>
                <p:cNvPr id="3817" name="Google Shape;3817;p6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63"/>
              <p:cNvGrpSpPr/>
              <p:nvPr/>
            </p:nvGrpSpPr>
            <p:grpSpPr>
              <a:xfrm>
                <a:off x="3682845" y="3340976"/>
                <a:ext cx="31397" cy="26898"/>
                <a:chOff x="3682845" y="3340976"/>
                <a:chExt cx="31397" cy="26898"/>
              </a:xfrm>
            </p:grpSpPr>
            <p:sp>
              <p:nvSpPr>
                <p:cNvPr id="3820" name="Google Shape;3820;p6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63"/>
              <p:cNvGrpSpPr/>
              <p:nvPr/>
            </p:nvGrpSpPr>
            <p:grpSpPr>
              <a:xfrm>
                <a:off x="3795393" y="3353725"/>
                <a:ext cx="31499" cy="26993"/>
                <a:chOff x="3795393" y="3353725"/>
                <a:chExt cx="31499" cy="26993"/>
              </a:xfrm>
            </p:grpSpPr>
            <p:sp>
              <p:nvSpPr>
                <p:cNvPr id="3823" name="Google Shape;3823;p6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63"/>
              <p:cNvGrpSpPr/>
              <p:nvPr/>
            </p:nvGrpSpPr>
            <p:grpSpPr>
              <a:xfrm>
                <a:off x="4176909" y="4363221"/>
                <a:ext cx="38924" cy="33316"/>
                <a:chOff x="4176909" y="4363221"/>
                <a:chExt cx="38924" cy="33316"/>
              </a:xfrm>
            </p:grpSpPr>
            <p:sp>
              <p:nvSpPr>
                <p:cNvPr id="3826" name="Google Shape;3826;p6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63"/>
              <p:cNvGrpSpPr/>
              <p:nvPr/>
            </p:nvGrpSpPr>
            <p:grpSpPr>
              <a:xfrm>
                <a:off x="4226191" y="4007660"/>
                <a:ext cx="33560" cy="28770"/>
                <a:chOff x="4226191" y="4007660"/>
                <a:chExt cx="33560" cy="28770"/>
              </a:xfrm>
            </p:grpSpPr>
            <p:sp>
              <p:nvSpPr>
                <p:cNvPr id="3829" name="Google Shape;3829;p6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63"/>
              <p:cNvGrpSpPr/>
              <p:nvPr/>
            </p:nvGrpSpPr>
            <p:grpSpPr>
              <a:xfrm>
                <a:off x="3597785" y="3377045"/>
                <a:ext cx="33591" cy="28699"/>
                <a:chOff x="3597785" y="3377045"/>
                <a:chExt cx="33591" cy="28699"/>
              </a:xfrm>
            </p:grpSpPr>
            <p:sp>
              <p:nvSpPr>
                <p:cNvPr id="3832" name="Google Shape;3832;p6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63"/>
              <p:cNvGrpSpPr/>
              <p:nvPr/>
            </p:nvGrpSpPr>
            <p:grpSpPr>
              <a:xfrm>
                <a:off x="3887870" y="3669796"/>
                <a:ext cx="33591" cy="28692"/>
                <a:chOff x="3887870" y="3669796"/>
                <a:chExt cx="33591" cy="28692"/>
              </a:xfrm>
            </p:grpSpPr>
            <p:sp>
              <p:nvSpPr>
                <p:cNvPr id="3835" name="Google Shape;3835;p6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63"/>
              <p:cNvGrpSpPr/>
              <p:nvPr/>
            </p:nvGrpSpPr>
            <p:grpSpPr>
              <a:xfrm>
                <a:off x="3818320" y="3481625"/>
                <a:ext cx="33497" cy="28770"/>
                <a:chOff x="3818320" y="3481625"/>
                <a:chExt cx="33497" cy="28770"/>
              </a:xfrm>
            </p:grpSpPr>
            <p:sp>
              <p:nvSpPr>
                <p:cNvPr id="3838" name="Google Shape;3838;p6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63"/>
              <p:cNvGrpSpPr/>
              <p:nvPr/>
            </p:nvGrpSpPr>
            <p:grpSpPr>
              <a:xfrm>
                <a:off x="4278139" y="4120948"/>
                <a:ext cx="37492" cy="32129"/>
                <a:chOff x="4278139" y="4120948"/>
                <a:chExt cx="37492" cy="32129"/>
              </a:xfrm>
            </p:grpSpPr>
            <p:sp>
              <p:nvSpPr>
                <p:cNvPr id="3841" name="Google Shape;3841;p6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63"/>
              <p:cNvGrpSpPr/>
              <p:nvPr/>
            </p:nvGrpSpPr>
            <p:grpSpPr>
              <a:xfrm>
                <a:off x="4419898" y="3977388"/>
                <a:ext cx="33497" cy="28692"/>
                <a:chOff x="4419898" y="3977388"/>
                <a:chExt cx="33497" cy="28692"/>
              </a:xfrm>
            </p:grpSpPr>
            <p:sp>
              <p:nvSpPr>
                <p:cNvPr id="3844" name="Google Shape;3844;p6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63"/>
              <p:cNvGrpSpPr/>
              <p:nvPr/>
            </p:nvGrpSpPr>
            <p:grpSpPr>
              <a:xfrm>
                <a:off x="4158930" y="4034684"/>
                <a:ext cx="33497" cy="28762"/>
                <a:chOff x="4158930" y="4034684"/>
                <a:chExt cx="33497" cy="28762"/>
              </a:xfrm>
            </p:grpSpPr>
            <p:sp>
              <p:nvSpPr>
                <p:cNvPr id="3847" name="Google Shape;3847;p6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63"/>
              <p:cNvGrpSpPr/>
              <p:nvPr/>
            </p:nvGrpSpPr>
            <p:grpSpPr>
              <a:xfrm>
                <a:off x="4134949" y="3957049"/>
                <a:ext cx="33497" cy="28770"/>
                <a:chOff x="4134949" y="3957049"/>
                <a:chExt cx="33497" cy="28770"/>
              </a:xfrm>
            </p:grpSpPr>
            <p:sp>
              <p:nvSpPr>
                <p:cNvPr id="3850" name="Google Shape;3850;p6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2" name="Google Shape;3852;p63"/>
              <p:cNvGrpSpPr/>
              <p:nvPr/>
            </p:nvGrpSpPr>
            <p:grpSpPr>
              <a:xfrm>
                <a:off x="4193653" y="4184403"/>
                <a:ext cx="43580" cy="37264"/>
                <a:chOff x="4193653" y="4184403"/>
                <a:chExt cx="43580" cy="37264"/>
              </a:xfrm>
            </p:grpSpPr>
            <p:sp>
              <p:nvSpPr>
                <p:cNvPr id="3853" name="Google Shape;3853;p6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63"/>
              <p:cNvGrpSpPr/>
              <p:nvPr/>
            </p:nvGrpSpPr>
            <p:grpSpPr>
              <a:xfrm>
                <a:off x="4343600" y="3943844"/>
                <a:ext cx="43580" cy="37312"/>
                <a:chOff x="4343600" y="3943844"/>
                <a:chExt cx="43580" cy="37312"/>
              </a:xfrm>
            </p:grpSpPr>
            <p:sp>
              <p:nvSpPr>
                <p:cNvPr id="3856" name="Google Shape;3856;p6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63"/>
              <p:cNvGrpSpPr/>
              <p:nvPr/>
            </p:nvGrpSpPr>
            <p:grpSpPr>
              <a:xfrm>
                <a:off x="4172339" y="3381693"/>
                <a:ext cx="31499" cy="27001"/>
                <a:chOff x="4172339" y="3381693"/>
                <a:chExt cx="31499" cy="27001"/>
              </a:xfrm>
            </p:grpSpPr>
            <p:sp>
              <p:nvSpPr>
                <p:cNvPr id="3859" name="Google Shape;3859;p6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64" name="Shape 3864"/>
        <p:cNvGrpSpPr/>
        <p:nvPr/>
      </p:nvGrpSpPr>
      <p:grpSpPr>
        <a:xfrm>
          <a:off x="0" y="0"/>
          <a:ext cx="0" cy="0"/>
          <a:chOff x="0" y="0"/>
          <a:chExt cx="0" cy="0"/>
        </a:xfrm>
      </p:grpSpPr>
      <p:grpSp>
        <p:nvGrpSpPr>
          <p:cNvPr id="3865" name="Google Shape;3865;p64"/>
          <p:cNvGrpSpPr/>
          <p:nvPr/>
        </p:nvGrpSpPr>
        <p:grpSpPr>
          <a:xfrm>
            <a:off x="729274" y="1175734"/>
            <a:ext cx="2507799" cy="206239"/>
            <a:chOff x="106648" y="895722"/>
            <a:chExt cx="4481413" cy="374300"/>
          </a:xfrm>
        </p:grpSpPr>
        <p:grpSp>
          <p:nvGrpSpPr>
            <p:cNvPr id="3866" name="Google Shape;3866;p64"/>
            <p:cNvGrpSpPr/>
            <p:nvPr/>
          </p:nvGrpSpPr>
          <p:grpSpPr>
            <a:xfrm>
              <a:off x="2233276" y="895722"/>
              <a:ext cx="1082667" cy="223591"/>
              <a:chOff x="4808316" y="2800065"/>
              <a:chExt cx="1999386" cy="412910"/>
            </a:xfrm>
          </p:grpSpPr>
          <p:sp>
            <p:nvSpPr>
              <p:cNvPr id="3867" name="Google Shape;3867;p6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8" name="Google Shape;3868;p64"/>
              <p:cNvGrpSpPr/>
              <p:nvPr/>
            </p:nvGrpSpPr>
            <p:grpSpPr>
              <a:xfrm>
                <a:off x="4808316" y="2800065"/>
                <a:ext cx="92400" cy="411825"/>
                <a:chOff x="845575" y="2563700"/>
                <a:chExt cx="92400" cy="411825"/>
              </a:xfrm>
            </p:grpSpPr>
            <p:cxnSp>
              <p:nvCxnSpPr>
                <p:cNvPr id="3869" name="Google Shape;3869;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70" name="Google Shape;3870;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1" name="Google Shape;3871;p64"/>
            <p:cNvGrpSpPr/>
            <p:nvPr/>
          </p:nvGrpSpPr>
          <p:grpSpPr>
            <a:xfrm>
              <a:off x="106648" y="895722"/>
              <a:ext cx="1088401" cy="223591"/>
              <a:chOff x="881025" y="2800065"/>
              <a:chExt cx="2009975" cy="412910"/>
            </a:xfrm>
          </p:grpSpPr>
          <p:sp>
            <p:nvSpPr>
              <p:cNvPr id="3872" name="Google Shape;3872;p6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3" name="Google Shape;3873;p64"/>
              <p:cNvGrpSpPr/>
              <p:nvPr/>
            </p:nvGrpSpPr>
            <p:grpSpPr>
              <a:xfrm>
                <a:off x="881025" y="2800065"/>
                <a:ext cx="92400" cy="411825"/>
                <a:chOff x="845575" y="2563700"/>
                <a:chExt cx="92400" cy="411825"/>
              </a:xfrm>
            </p:grpSpPr>
            <p:cxnSp>
              <p:nvCxnSpPr>
                <p:cNvPr id="3874" name="Google Shape;3874;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75" name="Google Shape;3875;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6" name="Google Shape;3876;p64"/>
            <p:cNvGrpSpPr/>
            <p:nvPr/>
          </p:nvGrpSpPr>
          <p:grpSpPr>
            <a:xfrm>
              <a:off x="1172346" y="1047018"/>
              <a:ext cx="1083151" cy="223003"/>
              <a:chOff x="2849073" y="3079467"/>
              <a:chExt cx="2000279" cy="411825"/>
            </a:xfrm>
          </p:grpSpPr>
          <p:sp>
            <p:nvSpPr>
              <p:cNvPr id="3877" name="Google Shape;3877;p6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8" name="Google Shape;3878;p64"/>
              <p:cNvGrpSpPr/>
              <p:nvPr/>
            </p:nvGrpSpPr>
            <p:grpSpPr>
              <a:xfrm rot="10800000">
                <a:off x="2849073" y="3079467"/>
                <a:ext cx="92400" cy="411825"/>
                <a:chOff x="2070100" y="2563700"/>
                <a:chExt cx="92400" cy="411825"/>
              </a:xfrm>
            </p:grpSpPr>
            <p:cxnSp>
              <p:nvCxnSpPr>
                <p:cNvPr id="3879" name="Google Shape;3879;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80" name="Google Shape;3880;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1" name="Google Shape;3881;p64"/>
            <p:cNvGrpSpPr/>
            <p:nvPr/>
          </p:nvGrpSpPr>
          <p:grpSpPr>
            <a:xfrm>
              <a:off x="3290132" y="1047018"/>
              <a:ext cx="1297929" cy="223003"/>
              <a:chOff x="6760035" y="3079467"/>
              <a:chExt cx="2396914" cy="411825"/>
            </a:xfrm>
          </p:grpSpPr>
          <p:sp>
            <p:nvSpPr>
              <p:cNvPr id="3882" name="Google Shape;3882;p6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3" name="Google Shape;3883;p64"/>
              <p:cNvGrpSpPr/>
              <p:nvPr/>
            </p:nvGrpSpPr>
            <p:grpSpPr>
              <a:xfrm rot="10800000">
                <a:off x="6760035" y="3079467"/>
                <a:ext cx="92400" cy="411825"/>
                <a:chOff x="2070100" y="2563700"/>
                <a:chExt cx="92400" cy="411825"/>
              </a:xfrm>
            </p:grpSpPr>
            <p:cxnSp>
              <p:nvCxnSpPr>
                <p:cNvPr id="3884" name="Google Shape;3884;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85" name="Google Shape;3885;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86" name="Google Shape;3886;p64"/>
          <p:cNvGrpSpPr/>
          <p:nvPr/>
        </p:nvGrpSpPr>
        <p:grpSpPr>
          <a:xfrm>
            <a:off x="2147036" y="3575105"/>
            <a:ext cx="1086701" cy="799429"/>
            <a:chOff x="2183288" y="3555572"/>
            <a:chExt cx="1136241" cy="835873"/>
          </a:xfrm>
        </p:grpSpPr>
        <p:sp>
          <p:nvSpPr>
            <p:cNvPr id="3887" name="Google Shape;3887;p6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8" name="Google Shape;3888;p64"/>
            <p:cNvGrpSpPr/>
            <p:nvPr/>
          </p:nvGrpSpPr>
          <p:grpSpPr>
            <a:xfrm>
              <a:off x="2205895" y="3637269"/>
              <a:ext cx="1089848" cy="724993"/>
              <a:chOff x="2205895" y="3637269"/>
              <a:chExt cx="1089848" cy="724993"/>
            </a:xfrm>
          </p:grpSpPr>
          <p:sp>
            <p:nvSpPr>
              <p:cNvPr id="3889" name="Google Shape;3889;p6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5" name="Google Shape;3895;p6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96" name="Google Shape;3896;p6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897" name="Google Shape;3897;p64"/>
            <p:cNvGrpSpPr/>
            <p:nvPr/>
          </p:nvGrpSpPr>
          <p:grpSpPr>
            <a:xfrm>
              <a:off x="3173850" y="3779426"/>
              <a:ext cx="145679" cy="70048"/>
              <a:chOff x="3173850" y="3779426"/>
              <a:chExt cx="145679" cy="70048"/>
            </a:xfrm>
          </p:grpSpPr>
          <p:cxnSp>
            <p:nvCxnSpPr>
              <p:cNvPr id="3898" name="Google Shape;3898;p6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899" name="Google Shape;3899;p6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64"/>
            <p:cNvGrpSpPr/>
            <p:nvPr/>
          </p:nvGrpSpPr>
          <p:grpSpPr>
            <a:xfrm>
              <a:off x="2183288" y="4139483"/>
              <a:ext cx="145133" cy="70048"/>
              <a:chOff x="2183288" y="4139483"/>
              <a:chExt cx="145133" cy="70048"/>
            </a:xfrm>
          </p:grpSpPr>
          <p:cxnSp>
            <p:nvCxnSpPr>
              <p:cNvPr id="3901" name="Google Shape;3901;p6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902" name="Google Shape;3902;p6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3" name="Google Shape;3903;p6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04" name="Google Shape;3904;p6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905" name="Google Shape;3905;p64"/>
            <p:cNvGrpSpPr/>
            <p:nvPr/>
          </p:nvGrpSpPr>
          <p:grpSpPr>
            <a:xfrm>
              <a:off x="2943836" y="4268886"/>
              <a:ext cx="60717" cy="122559"/>
              <a:chOff x="2943836" y="4268886"/>
              <a:chExt cx="60717" cy="122559"/>
            </a:xfrm>
          </p:grpSpPr>
          <p:sp>
            <p:nvSpPr>
              <p:cNvPr id="3906" name="Google Shape;3906;p6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07" name="Google Shape;3907;p6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908" name="Google Shape;3908;p64"/>
          <p:cNvGrpSpPr/>
          <p:nvPr/>
        </p:nvGrpSpPr>
        <p:grpSpPr>
          <a:xfrm>
            <a:off x="3409981" y="1496104"/>
            <a:ext cx="1675870" cy="758251"/>
            <a:chOff x="3530532" y="1496185"/>
            <a:chExt cx="1562000" cy="706730"/>
          </a:xfrm>
        </p:grpSpPr>
        <p:cxnSp>
          <p:nvCxnSpPr>
            <p:cNvPr id="3909" name="Google Shape;3909;p6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910" name="Google Shape;3910;p64"/>
            <p:cNvGrpSpPr/>
            <p:nvPr/>
          </p:nvGrpSpPr>
          <p:grpSpPr>
            <a:xfrm>
              <a:off x="3530532" y="1496185"/>
              <a:ext cx="323430" cy="463587"/>
              <a:chOff x="3530532" y="1496185"/>
              <a:chExt cx="323430" cy="463587"/>
            </a:xfrm>
          </p:grpSpPr>
          <p:grpSp>
            <p:nvGrpSpPr>
              <p:cNvPr id="3911" name="Google Shape;3911;p64"/>
              <p:cNvGrpSpPr/>
              <p:nvPr/>
            </p:nvGrpSpPr>
            <p:grpSpPr>
              <a:xfrm>
                <a:off x="3567462" y="1496185"/>
                <a:ext cx="286500" cy="361376"/>
                <a:chOff x="3567462" y="1496185"/>
                <a:chExt cx="286500" cy="361376"/>
              </a:xfrm>
            </p:grpSpPr>
            <p:cxnSp>
              <p:nvCxnSpPr>
                <p:cNvPr id="3912" name="Google Shape;3912;p6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913" name="Google Shape;3913;p6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4" name="Google Shape;3914;p6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64"/>
            <p:cNvGrpSpPr/>
            <p:nvPr/>
          </p:nvGrpSpPr>
          <p:grpSpPr>
            <a:xfrm>
              <a:off x="3891569" y="1779209"/>
              <a:ext cx="323945" cy="423706"/>
              <a:chOff x="3891569" y="1779209"/>
              <a:chExt cx="323945" cy="423706"/>
            </a:xfrm>
          </p:grpSpPr>
          <p:grpSp>
            <p:nvGrpSpPr>
              <p:cNvPr id="3916" name="Google Shape;3916;p64"/>
              <p:cNvGrpSpPr/>
              <p:nvPr/>
            </p:nvGrpSpPr>
            <p:grpSpPr>
              <a:xfrm>
                <a:off x="3929014" y="1881638"/>
                <a:ext cx="286500" cy="321278"/>
                <a:chOff x="3929014" y="1881638"/>
                <a:chExt cx="286500" cy="321278"/>
              </a:xfrm>
            </p:grpSpPr>
            <p:cxnSp>
              <p:nvCxnSpPr>
                <p:cNvPr id="3917" name="Google Shape;3917;p6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918" name="Google Shape;3918;p6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9" name="Google Shape;3919;p6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64"/>
            <p:cNvGrpSpPr/>
            <p:nvPr/>
          </p:nvGrpSpPr>
          <p:grpSpPr>
            <a:xfrm>
              <a:off x="4252606" y="1496185"/>
              <a:ext cx="324721" cy="463587"/>
              <a:chOff x="4252606" y="1496185"/>
              <a:chExt cx="324721" cy="463587"/>
            </a:xfrm>
          </p:grpSpPr>
          <p:grpSp>
            <p:nvGrpSpPr>
              <p:cNvPr id="3921" name="Google Shape;3921;p64"/>
              <p:cNvGrpSpPr/>
              <p:nvPr/>
            </p:nvGrpSpPr>
            <p:grpSpPr>
              <a:xfrm>
                <a:off x="4290828" y="1496185"/>
                <a:ext cx="286500" cy="361376"/>
                <a:chOff x="4290828" y="1496185"/>
                <a:chExt cx="286500" cy="361376"/>
              </a:xfrm>
            </p:grpSpPr>
            <p:cxnSp>
              <p:nvCxnSpPr>
                <p:cNvPr id="3922" name="Google Shape;3922;p6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923" name="Google Shape;3923;p6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4" name="Google Shape;3924;p6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64"/>
            <p:cNvGrpSpPr/>
            <p:nvPr/>
          </p:nvGrpSpPr>
          <p:grpSpPr>
            <a:xfrm>
              <a:off x="4613643" y="1763716"/>
              <a:ext cx="325308" cy="439200"/>
              <a:chOff x="4613643" y="1763716"/>
              <a:chExt cx="325308" cy="439200"/>
            </a:xfrm>
          </p:grpSpPr>
          <p:grpSp>
            <p:nvGrpSpPr>
              <p:cNvPr id="3926" name="Google Shape;3926;p64"/>
              <p:cNvGrpSpPr/>
              <p:nvPr/>
            </p:nvGrpSpPr>
            <p:grpSpPr>
              <a:xfrm>
                <a:off x="4652451" y="1879538"/>
                <a:ext cx="286500" cy="323378"/>
                <a:chOff x="4652451" y="1879538"/>
                <a:chExt cx="286500" cy="323378"/>
              </a:xfrm>
            </p:grpSpPr>
            <p:cxnSp>
              <p:nvCxnSpPr>
                <p:cNvPr id="3927" name="Google Shape;3927;p6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928" name="Google Shape;3928;p6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9" name="Google Shape;3929;p6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0" name="Google Shape;3930;p64"/>
          <p:cNvGrpSpPr/>
          <p:nvPr/>
        </p:nvGrpSpPr>
        <p:grpSpPr>
          <a:xfrm>
            <a:off x="3421841" y="2349730"/>
            <a:ext cx="1652173" cy="391517"/>
            <a:chOff x="3512551" y="2358270"/>
            <a:chExt cx="1597383" cy="378533"/>
          </a:xfrm>
        </p:grpSpPr>
        <p:cxnSp>
          <p:nvCxnSpPr>
            <p:cNvPr id="3931" name="Google Shape;3931;p64"/>
            <p:cNvCxnSpPr>
              <a:stCxn id="3932" idx="6"/>
              <a:endCxn id="393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934" name="Google Shape;3934;p64"/>
            <p:cNvGrpSpPr/>
            <p:nvPr/>
          </p:nvGrpSpPr>
          <p:grpSpPr>
            <a:xfrm>
              <a:off x="3512551" y="2358270"/>
              <a:ext cx="225647" cy="307714"/>
              <a:chOff x="2182679" y="2004714"/>
              <a:chExt cx="792300" cy="1080458"/>
            </a:xfrm>
          </p:grpSpPr>
          <p:cxnSp>
            <p:nvCxnSpPr>
              <p:cNvPr id="3935" name="Google Shape;3935;p64"/>
              <p:cNvCxnSpPr>
                <a:stCxn id="393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932" name="Google Shape;3932;p6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7" name="Google Shape;3937;p64"/>
            <p:cNvGrpSpPr/>
            <p:nvPr/>
          </p:nvGrpSpPr>
          <p:grpSpPr>
            <a:xfrm>
              <a:off x="3969644" y="2440153"/>
              <a:ext cx="225853" cy="296651"/>
              <a:chOff x="3775710" y="1729289"/>
              <a:chExt cx="136500" cy="179289"/>
            </a:xfrm>
          </p:grpSpPr>
          <p:cxnSp>
            <p:nvCxnSpPr>
              <p:cNvPr id="3938" name="Google Shape;3938;p6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939" name="Google Shape;3939;p6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64"/>
            <p:cNvGrpSpPr/>
            <p:nvPr/>
          </p:nvGrpSpPr>
          <p:grpSpPr>
            <a:xfrm>
              <a:off x="4427051" y="2358270"/>
              <a:ext cx="225647" cy="307714"/>
              <a:chOff x="5393704" y="2004714"/>
              <a:chExt cx="792300" cy="1080458"/>
            </a:xfrm>
          </p:grpSpPr>
          <p:cxnSp>
            <p:nvCxnSpPr>
              <p:cNvPr id="3942" name="Google Shape;3942;p64"/>
              <p:cNvCxnSpPr>
                <a:stCxn id="394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944" name="Google Shape;3944;p6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64"/>
            <p:cNvGrpSpPr/>
            <p:nvPr/>
          </p:nvGrpSpPr>
          <p:grpSpPr>
            <a:xfrm>
              <a:off x="4884287" y="2440252"/>
              <a:ext cx="225647" cy="296532"/>
              <a:chOff x="6999166" y="2292572"/>
              <a:chExt cx="792300" cy="1041192"/>
            </a:xfrm>
          </p:grpSpPr>
          <p:cxnSp>
            <p:nvCxnSpPr>
              <p:cNvPr id="3946" name="Google Shape;3946;p6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933" name="Google Shape;3933;p6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8" name="Google Shape;3948;p64"/>
          <p:cNvGrpSpPr/>
          <p:nvPr/>
        </p:nvGrpSpPr>
        <p:grpSpPr>
          <a:xfrm>
            <a:off x="6842649" y="1185930"/>
            <a:ext cx="1581844" cy="732818"/>
            <a:chOff x="634175" y="2986275"/>
            <a:chExt cx="3147949" cy="1458344"/>
          </a:xfrm>
        </p:grpSpPr>
        <p:cxnSp>
          <p:nvCxnSpPr>
            <p:cNvPr id="3949" name="Google Shape;3949;p64"/>
            <p:cNvCxnSpPr>
              <a:stCxn id="3950" idx="4"/>
              <a:endCxn id="395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952" name="Google Shape;3952;p64"/>
            <p:cNvCxnSpPr>
              <a:stCxn id="3951" idx="0"/>
              <a:endCxn id="395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954" name="Google Shape;3954;p64"/>
            <p:cNvCxnSpPr>
              <a:stCxn id="3953" idx="4"/>
              <a:endCxn id="395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956" name="Google Shape;3956;p64"/>
            <p:cNvCxnSpPr>
              <a:stCxn id="3955" idx="0"/>
              <a:endCxn id="395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957" name="Google Shape;3957;p6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953" name="Google Shape;3953;p6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950" name="Google Shape;3950;p6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955" name="Google Shape;3955;p6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951" name="Google Shape;3951;p6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958" name="Google Shape;3958;p64"/>
          <p:cNvGrpSpPr/>
          <p:nvPr/>
        </p:nvGrpSpPr>
        <p:grpSpPr>
          <a:xfrm>
            <a:off x="3410364" y="2880240"/>
            <a:ext cx="1675128" cy="313674"/>
            <a:chOff x="998425" y="1182125"/>
            <a:chExt cx="1065400" cy="199500"/>
          </a:xfrm>
        </p:grpSpPr>
        <p:sp>
          <p:nvSpPr>
            <p:cNvPr id="3959" name="Google Shape;3959;p6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64"/>
          <p:cNvGrpSpPr/>
          <p:nvPr/>
        </p:nvGrpSpPr>
        <p:grpSpPr>
          <a:xfrm>
            <a:off x="3410363" y="3836206"/>
            <a:ext cx="1675129" cy="525345"/>
            <a:chOff x="5194708" y="3484366"/>
            <a:chExt cx="3148148" cy="987304"/>
          </a:xfrm>
        </p:grpSpPr>
        <p:grpSp>
          <p:nvGrpSpPr>
            <p:cNvPr id="3965" name="Google Shape;3965;p64"/>
            <p:cNvGrpSpPr/>
            <p:nvPr/>
          </p:nvGrpSpPr>
          <p:grpSpPr>
            <a:xfrm>
              <a:off x="7531521" y="3484366"/>
              <a:ext cx="811335" cy="987304"/>
              <a:chOff x="3379425" y="1617275"/>
              <a:chExt cx="1090650" cy="1327200"/>
            </a:xfrm>
          </p:grpSpPr>
          <p:sp>
            <p:nvSpPr>
              <p:cNvPr id="3966" name="Google Shape;3966;p6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64"/>
            <p:cNvGrpSpPr/>
            <p:nvPr/>
          </p:nvGrpSpPr>
          <p:grpSpPr>
            <a:xfrm>
              <a:off x="6752546" y="3484366"/>
              <a:ext cx="811428" cy="987304"/>
              <a:chOff x="2332275" y="1617275"/>
              <a:chExt cx="1090775" cy="1327200"/>
            </a:xfrm>
          </p:grpSpPr>
          <p:sp>
            <p:nvSpPr>
              <p:cNvPr id="3970" name="Google Shape;3970;p6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64"/>
            <p:cNvGrpSpPr/>
            <p:nvPr/>
          </p:nvGrpSpPr>
          <p:grpSpPr>
            <a:xfrm>
              <a:off x="5973664" y="3484366"/>
              <a:ext cx="811335" cy="987304"/>
              <a:chOff x="1285250" y="1617275"/>
              <a:chExt cx="1090650" cy="1327200"/>
            </a:xfrm>
          </p:grpSpPr>
          <p:sp>
            <p:nvSpPr>
              <p:cNvPr id="3974" name="Google Shape;3974;p6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64"/>
            <p:cNvGrpSpPr/>
            <p:nvPr/>
          </p:nvGrpSpPr>
          <p:grpSpPr>
            <a:xfrm>
              <a:off x="5194708" y="3484366"/>
              <a:ext cx="811409" cy="987304"/>
              <a:chOff x="238125" y="1617275"/>
              <a:chExt cx="1090750" cy="1327200"/>
            </a:xfrm>
          </p:grpSpPr>
          <p:sp>
            <p:nvSpPr>
              <p:cNvPr id="3978" name="Google Shape;3978;p6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1" name="Google Shape;3981;p64"/>
          <p:cNvGrpSpPr/>
          <p:nvPr/>
        </p:nvGrpSpPr>
        <p:grpSpPr>
          <a:xfrm>
            <a:off x="6844048" y="2482095"/>
            <a:ext cx="1579046" cy="522230"/>
            <a:chOff x="6853641" y="2534077"/>
            <a:chExt cx="1515545" cy="501229"/>
          </a:xfrm>
        </p:grpSpPr>
        <p:grpSp>
          <p:nvGrpSpPr>
            <p:cNvPr id="3982" name="Google Shape;3982;p64"/>
            <p:cNvGrpSpPr/>
            <p:nvPr/>
          </p:nvGrpSpPr>
          <p:grpSpPr>
            <a:xfrm>
              <a:off x="6853641" y="2618923"/>
              <a:ext cx="1515545" cy="324556"/>
              <a:chOff x="6853641" y="2618923"/>
              <a:chExt cx="1515545" cy="324556"/>
            </a:xfrm>
          </p:grpSpPr>
          <p:sp>
            <p:nvSpPr>
              <p:cNvPr id="3983" name="Google Shape;3983;p6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8" name="Google Shape;3988;p6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64"/>
          <p:cNvGrpSpPr/>
          <p:nvPr/>
        </p:nvGrpSpPr>
        <p:grpSpPr>
          <a:xfrm>
            <a:off x="3438940" y="3357136"/>
            <a:ext cx="1617976" cy="346616"/>
            <a:chOff x="1808063" y="4294338"/>
            <a:chExt cx="3370782" cy="721817"/>
          </a:xfrm>
        </p:grpSpPr>
        <p:sp>
          <p:nvSpPr>
            <p:cNvPr id="3994" name="Google Shape;3994;p6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64"/>
          <p:cNvGrpSpPr/>
          <p:nvPr/>
        </p:nvGrpSpPr>
        <p:grpSpPr>
          <a:xfrm>
            <a:off x="5264936" y="4023886"/>
            <a:ext cx="1417067" cy="350605"/>
            <a:chOff x="4234950" y="2101012"/>
            <a:chExt cx="4219974" cy="1044090"/>
          </a:xfrm>
        </p:grpSpPr>
        <p:sp>
          <p:nvSpPr>
            <p:cNvPr id="4005" name="Google Shape;4005;p6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64"/>
          <p:cNvGrpSpPr/>
          <p:nvPr/>
        </p:nvGrpSpPr>
        <p:grpSpPr>
          <a:xfrm>
            <a:off x="6840408" y="2014643"/>
            <a:ext cx="1586327" cy="371557"/>
            <a:chOff x="1247650" y="2075423"/>
            <a:chExt cx="6648477" cy="1557238"/>
          </a:xfrm>
        </p:grpSpPr>
        <p:sp>
          <p:nvSpPr>
            <p:cNvPr id="4022" name="Google Shape;4022;p6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64"/>
          <p:cNvGrpSpPr/>
          <p:nvPr/>
        </p:nvGrpSpPr>
        <p:grpSpPr>
          <a:xfrm>
            <a:off x="5271678" y="1167833"/>
            <a:ext cx="1415601" cy="1648533"/>
            <a:chOff x="1839112" y="2209163"/>
            <a:chExt cx="1918159" cy="2233784"/>
          </a:xfrm>
        </p:grpSpPr>
        <p:sp>
          <p:nvSpPr>
            <p:cNvPr id="4029" name="Google Shape;4029;p6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32" name="Google Shape;4032;p64"/>
            <p:cNvCxnSpPr>
              <a:stCxn id="4029" idx="6"/>
              <a:endCxn id="403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033" name="Google Shape;4033;p64"/>
            <p:cNvCxnSpPr>
              <a:stCxn id="4030" idx="4"/>
              <a:endCxn id="403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035" name="Google Shape;4035;p64"/>
            <p:cNvCxnSpPr>
              <a:stCxn id="4034" idx="6"/>
              <a:endCxn id="403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036" name="Google Shape;4036;p64"/>
            <p:cNvCxnSpPr>
              <a:stCxn id="4031" idx="4"/>
              <a:endCxn id="403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034" name="Google Shape;4034;p6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39" name="Google Shape;4039;p64"/>
            <p:cNvCxnSpPr>
              <a:endCxn id="403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040" name="Google Shape;4040;p64"/>
          <p:cNvGrpSpPr/>
          <p:nvPr/>
        </p:nvGrpSpPr>
        <p:grpSpPr>
          <a:xfrm>
            <a:off x="3428944" y="1185917"/>
            <a:ext cx="1637968" cy="154942"/>
            <a:chOff x="238125" y="2506075"/>
            <a:chExt cx="7115411" cy="673075"/>
          </a:xfrm>
        </p:grpSpPr>
        <p:sp>
          <p:nvSpPr>
            <p:cNvPr id="4041" name="Google Shape;4041;p6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64"/>
          <p:cNvGrpSpPr/>
          <p:nvPr/>
        </p:nvGrpSpPr>
        <p:grpSpPr>
          <a:xfrm>
            <a:off x="1969680" y="1500635"/>
            <a:ext cx="1262932" cy="785408"/>
            <a:chOff x="548861" y="389676"/>
            <a:chExt cx="3843371" cy="2390163"/>
          </a:xfrm>
        </p:grpSpPr>
        <p:cxnSp>
          <p:nvCxnSpPr>
            <p:cNvPr id="4047" name="Google Shape;4047;p6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048" name="Google Shape;4048;p6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049" name="Google Shape;4049;p6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050" name="Google Shape;4050;p6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051" name="Google Shape;4051;p6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052" name="Google Shape;4052;p6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53" name="Google Shape;4053;p6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054" name="Google Shape;4054;p6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0" name="Google Shape;4060;p64"/>
          <p:cNvGrpSpPr/>
          <p:nvPr/>
        </p:nvGrpSpPr>
        <p:grpSpPr>
          <a:xfrm>
            <a:off x="757812" y="2607512"/>
            <a:ext cx="1412054" cy="633562"/>
            <a:chOff x="1187400" y="2529299"/>
            <a:chExt cx="6769193" cy="2241903"/>
          </a:xfrm>
        </p:grpSpPr>
        <p:sp>
          <p:nvSpPr>
            <p:cNvPr id="4061" name="Google Shape;4061;p6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062" name="Google Shape;4062;p6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063" name="Google Shape;4063;p6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064" name="Google Shape;4064;p6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065" name="Google Shape;4065;p6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066" name="Google Shape;4066;p6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067" name="Google Shape;4067;p6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068" name="Google Shape;4068;p64"/>
            <p:cNvCxnSpPr>
              <a:stCxn id="4061" idx="2"/>
              <a:endCxn id="406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069" name="Google Shape;4069;p64"/>
            <p:cNvCxnSpPr>
              <a:stCxn id="4063" idx="0"/>
              <a:endCxn id="406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070" name="Google Shape;4070;p64"/>
            <p:cNvCxnSpPr>
              <a:stCxn id="4063" idx="2"/>
              <a:endCxn id="406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071" name="Google Shape;4071;p64"/>
            <p:cNvCxnSpPr>
              <a:stCxn id="4064" idx="0"/>
              <a:endCxn id="406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072" name="Google Shape;4072;p64"/>
            <p:cNvCxnSpPr>
              <a:stCxn id="4062" idx="2"/>
              <a:endCxn id="406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073" name="Google Shape;4073;p64"/>
            <p:cNvCxnSpPr>
              <a:stCxn id="4066" idx="0"/>
              <a:endCxn id="406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074" name="Google Shape;4074;p64"/>
          <p:cNvGrpSpPr/>
          <p:nvPr/>
        </p:nvGrpSpPr>
        <p:grpSpPr>
          <a:xfrm>
            <a:off x="6844058" y="3100221"/>
            <a:ext cx="1579035" cy="540873"/>
            <a:chOff x="6895650" y="3126697"/>
            <a:chExt cx="1436662" cy="492105"/>
          </a:xfrm>
        </p:grpSpPr>
        <p:sp>
          <p:nvSpPr>
            <p:cNvPr id="4075" name="Google Shape;4075;p6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0" name="Google Shape;4080;p64"/>
            <p:cNvGrpSpPr/>
            <p:nvPr/>
          </p:nvGrpSpPr>
          <p:grpSpPr>
            <a:xfrm>
              <a:off x="6995957" y="3335810"/>
              <a:ext cx="1230393" cy="71754"/>
              <a:chOff x="6995957" y="3287964"/>
              <a:chExt cx="1230393" cy="71754"/>
            </a:xfrm>
          </p:grpSpPr>
          <p:sp>
            <p:nvSpPr>
              <p:cNvPr id="4081" name="Google Shape;4081;p6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6" name="Google Shape;4086;p64"/>
          <p:cNvGrpSpPr/>
          <p:nvPr/>
        </p:nvGrpSpPr>
        <p:grpSpPr>
          <a:xfrm>
            <a:off x="6842640" y="3736984"/>
            <a:ext cx="1581862" cy="650625"/>
            <a:chOff x="6777990" y="3710194"/>
            <a:chExt cx="1646915" cy="677382"/>
          </a:xfrm>
        </p:grpSpPr>
        <p:grpSp>
          <p:nvGrpSpPr>
            <p:cNvPr id="4087" name="Google Shape;4087;p64"/>
            <p:cNvGrpSpPr/>
            <p:nvPr/>
          </p:nvGrpSpPr>
          <p:grpSpPr>
            <a:xfrm>
              <a:off x="6777990" y="3874492"/>
              <a:ext cx="411129" cy="513083"/>
              <a:chOff x="6777990" y="3874492"/>
              <a:chExt cx="411129" cy="513083"/>
            </a:xfrm>
          </p:grpSpPr>
          <p:cxnSp>
            <p:nvCxnSpPr>
              <p:cNvPr id="4088" name="Google Shape;4088;p6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089" name="Google Shape;4089;p6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0" name="Google Shape;4090;p64"/>
            <p:cNvGrpSpPr/>
            <p:nvPr/>
          </p:nvGrpSpPr>
          <p:grpSpPr>
            <a:xfrm>
              <a:off x="7188425" y="3710194"/>
              <a:ext cx="411123" cy="520535"/>
              <a:chOff x="7188425" y="3710194"/>
              <a:chExt cx="411123" cy="520535"/>
            </a:xfrm>
          </p:grpSpPr>
          <p:cxnSp>
            <p:nvCxnSpPr>
              <p:cNvPr id="4091" name="Google Shape;4091;p6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092" name="Google Shape;4092;p6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3" name="Google Shape;4093;p64"/>
            <p:cNvGrpSpPr/>
            <p:nvPr/>
          </p:nvGrpSpPr>
          <p:grpSpPr>
            <a:xfrm>
              <a:off x="7603341" y="3874492"/>
              <a:ext cx="411474" cy="513083"/>
              <a:chOff x="7603341" y="3874492"/>
              <a:chExt cx="411474" cy="513083"/>
            </a:xfrm>
          </p:grpSpPr>
          <p:cxnSp>
            <p:nvCxnSpPr>
              <p:cNvPr id="4094" name="Google Shape;4094;p6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095" name="Google Shape;4095;p6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64"/>
            <p:cNvGrpSpPr/>
            <p:nvPr/>
          </p:nvGrpSpPr>
          <p:grpSpPr>
            <a:xfrm>
              <a:off x="8013776" y="3722847"/>
              <a:ext cx="411129" cy="507881"/>
              <a:chOff x="8013776" y="3722847"/>
              <a:chExt cx="411129" cy="507881"/>
            </a:xfrm>
          </p:grpSpPr>
          <p:cxnSp>
            <p:nvCxnSpPr>
              <p:cNvPr id="4097" name="Google Shape;4097;p6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098" name="Google Shape;4098;p6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9" name="Google Shape;4099;p64"/>
          <p:cNvGrpSpPr/>
          <p:nvPr/>
        </p:nvGrpSpPr>
        <p:grpSpPr>
          <a:xfrm>
            <a:off x="5262155" y="2909824"/>
            <a:ext cx="1421889" cy="1020603"/>
            <a:chOff x="5190863" y="2824811"/>
            <a:chExt cx="1544860" cy="1108869"/>
          </a:xfrm>
        </p:grpSpPr>
        <p:grpSp>
          <p:nvGrpSpPr>
            <p:cNvPr id="4100" name="Google Shape;4100;p64"/>
            <p:cNvGrpSpPr/>
            <p:nvPr/>
          </p:nvGrpSpPr>
          <p:grpSpPr>
            <a:xfrm>
              <a:off x="5938695" y="3176919"/>
              <a:ext cx="685761" cy="404739"/>
              <a:chOff x="5938695" y="3176919"/>
              <a:chExt cx="685761" cy="404739"/>
            </a:xfrm>
          </p:grpSpPr>
          <p:grpSp>
            <p:nvGrpSpPr>
              <p:cNvPr id="4101" name="Google Shape;4101;p64"/>
              <p:cNvGrpSpPr/>
              <p:nvPr/>
            </p:nvGrpSpPr>
            <p:grpSpPr>
              <a:xfrm>
                <a:off x="5938695" y="3176919"/>
                <a:ext cx="685761" cy="404739"/>
                <a:chOff x="5938695" y="3176919"/>
                <a:chExt cx="685761" cy="404739"/>
              </a:xfrm>
            </p:grpSpPr>
            <p:sp>
              <p:nvSpPr>
                <p:cNvPr id="4102" name="Google Shape;4102;p6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4" name="Google Shape;4104;p6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64"/>
            <p:cNvGrpSpPr/>
            <p:nvPr/>
          </p:nvGrpSpPr>
          <p:grpSpPr>
            <a:xfrm>
              <a:off x="5305233" y="3176835"/>
              <a:ext cx="685971" cy="404655"/>
              <a:chOff x="5305233" y="3176835"/>
              <a:chExt cx="685971" cy="404655"/>
            </a:xfrm>
          </p:grpSpPr>
          <p:grpSp>
            <p:nvGrpSpPr>
              <p:cNvPr id="4106" name="Google Shape;4106;p64"/>
              <p:cNvGrpSpPr/>
              <p:nvPr/>
            </p:nvGrpSpPr>
            <p:grpSpPr>
              <a:xfrm>
                <a:off x="5305233" y="3176835"/>
                <a:ext cx="685971" cy="404655"/>
                <a:chOff x="5305233" y="3176835"/>
                <a:chExt cx="685971" cy="404655"/>
              </a:xfrm>
            </p:grpSpPr>
            <p:sp>
              <p:nvSpPr>
                <p:cNvPr id="4107" name="Google Shape;4107;p6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9" name="Google Shape;4109;p6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0" name="Google Shape;4110;p6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1" name="Google Shape;4111;p64"/>
            <p:cNvGrpSpPr/>
            <p:nvPr/>
          </p:nvGrpSpPr>
          <p:grpSpPr>
            <a:xfrm>
              <a:off x="5657361" y="2824811"/>
              <a:ext cx="1078361" cy="404655"/>
              <a:chOff x="5657361" y="2824811"/>
              <a:chExt cx="1078361" cy="404655"/>
            </a:xfrm>
          </p:grpSpPr>
          <p:grpSp>
            <p:nvGrpSpPr>
              <p:cNvPr id="4112" name="Google Shape;4112;p64"/>
              <p:cNvGrpSpPr/>
              <p:nvPr/>
            </p:nvGrpSpPr>
            <p:grpSpPr>
              <a:xfrm>
                <a:off x="5657361" y="2824811"/>
                <a:ext cx="1078361" cy="404655"/>
                <a:chOff x="5657361" y="2824811"/>
                <a:chExt cx="1078361" cy="404655"/>
              </a:xfrm>
            </p:grpSpPr>
            <p:grpSp>
              <p:nvGrpSpPr>
                <p:cNvPr id="4113" name="Google Shape;4113;p64"/>
                <p:cNvGrpSpPr/>
                <p:nvPr/>
              </p:nvGrpSpPr>
              <p:grpSpPr>
                <a:xfrm>
                  <a:off x="5938485" y="2824811"/>
                  <a:ext cx="797237" cy="404655"/>
                  <a:chOff x="5938485" y="2824811"/>
                  <a:chExt cx="797237" cy="404655"/>
                </a:xfrm>
              </p:grpSpPr>
              <p:sp>
                <p:nvSpPr>
                  <p:cNvPr id="4114" name="Google Shape;4114;p6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6" name="Google Shape;4116;p6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7" name="Google Shape;4117;p6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64"/>
            <p:cNvGrpSpPr/>
            <p:nvPr/>
          </p:nvGrpSpPr>
          <p:grpSpPr>
            <a:xfrm>
              <a:off x="5190863" y="3528942"/>
              <a:ext cx="1078026" cy="404739"/>
              <a:chOff x="5190863" y="3528942"/>
              <a:chExt cx="1078026" cy="404739"/>
            </a:xfrm>
          </p:grpSpPr>
          <p:sp>
            <p:nvSpPr>
              <p:cNvPr id="4119" name="Google Shape;4119;p6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0" name="Google Shape;4120;p64"/>
              <p:cNvGrpSpPr/>
              <p:nvPr/>
            </p:nvGrpSpPr>
            <p:grpSpPr>
              <a:xfrm>
                <a:off x="5190863" y="3528942"/>
                <a:ext cx="1078026" cy="404739"/>
                <a:chOff x="5190863" y="3528942"/>
                <a:chExt cx="1078026" cy="404739"/>
              </a:xfrm>
            </p:grpSpPr>
            <p:sp>
              <p:nvSpPr>
                <p:cNvPr id="4121" name="Google Shape;4121;p6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23" name="Google Shape;4123;p64"/>
          <p:cNvGrpSpPr/>
          <p:nvPr/>
        </p:nvGrpSpPr>
        <p:grpSpPr>
          <a:xfrm>
            <a:off x="728162" y="1474292"/>
            <a:ext cx="1086719" cy="879487"/>
            <a:chOff x="803162" y="1474292"/>
            <a:chExt cx="1086719" cy="879487"/>
          </a:xfrm>
        </p:grpSpPr>
        <p:grpSp>
          <p:nvGrpSpPr>
            <p:cNvPr id="4124" name="Google Shape;4124;p64"/>
            <p:cNvGrpSpPr/>
            <p:nvPr/>
          </p:nvGrpSpPr>
          <p:grpSpPr>
            <a:xfrm>
              <a:off x="803162" y="1625948"/>
              <a:ext cx="445856" cy="576579"/>
              <a:chOff x="803162" y="1625948"/>
              <a:chExt cx="445856" cy="576579"/>
            </a:xfrm>
          </p:grpSpPr>
          <p:sp>
            <p:nvSpPr>
              <p:cNvPr id="4125" name="Google Shape;4125;p6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6" name="Google Shape;4126;p64"/>
              <p:cNvGrpSpPr/>
              <p:nvPr/>
            </p:nvGrpSpPr>
            <p:grpSpPr>
              <a:xfrm>
                <a:off x="1056023" y="1625948"/>
                <a:ext cx="192995" cy="576579"/>
                <a:chOff x="1056023" y="1625948"/>
                <a:chExt cx="192995" cy="576579"/>
              </a:xfrm>
            </p:grpSpPr>
            <p:sp>
              <p:nvSpPr>
                <p:cNvPr id="4127" name="Google Shape;4127;p6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2" name="Google Shape;4132;p64"/>
            <p:cNvGrpSpPr/>
            <p:nvPr/>
          </p:nvGrpSpPr>
          <p:grpSpPr>
            <a:xfrm>
              <a:off x="1371406" y="1474292"/>
              <a:ext cx="518475" cy="879487"/>
              <a:chOff x="1398231" y="1474292"/>
              <a:chExt cx="518475" cy="879487"/>
            </a:xfrm>
          </p:grpSpPr>
          <p:grpSp>
            <p:nvGrpSpPr>
              <p:cNvPr id="4133" name="Google Shape;4133;p64"/>
              <p:cNvGrpSpPr/>
              <p:nvPr/>
            </p:nvGrpSpPr>
            <p:grpSpPr>
              <a:xfrm>
                <a:off x="1398231" y="1474292"/>
                <a:ext cx="518475" cy="341643"/>
                <a:chOff x="1398231" y="1474292"/>
                <a:chExt cx="518475" cy="341643"/>
              </a:xfrm>
            </p:grpSpPr>
            <p:sp>
              <p:nvSpPr>
                <p:cNvPr id="4134" name="Google Shape;4134;p6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5" name="Google Shape;4135;p64"/>
                <p:cNvGrpSpPr/>
                <p:nvPr/>
              </p:nvGrpSpPr>
              <p:grpSpPr>
                <a:xfrm>
                  <a:off x="1616453" y="1474292"/>
                  <a:ext cx="300253" cy="341643"/>
                  <a:chOff x="1616453" y="1475379"/>
                  <a:chExt cx="300253" cy="341643"/>
                </a:xfrm>
              </p:grpSpPr>
              <p:sp>
                <p:nvSpPr>
                  <p:cNvPr id="4136" name="Google Shape;4136;p6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3" name="Google Shape;4143;p64"/>
                  <p:cNvGrpSpPr/>
                  <p:nvPr/>
                </p:nvGrpSpPr>
                <p:grpSpPr>
                  <a:xfrm>
                    <a:off x="1839639" y="1475379"/>
                    <a:ext cx="77067" cy="341643"/>
                    <a:chOff x="1839639" y="1475379"/>
                    <a:chExt cx="77067" cy="341643"/>
                  </a:xfrm>
                </p:grpSpPr>
                <p:sp>
                  <p:nvSpPr>
                    <p:cNvPr id="4144" name="Google Shape;4144;p6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46" name="Google Shape;4146;p64"/>
              <p:cNvGrpSpPr/>
              <p:nvPr/>
            </p:nvGrpSpPr>
            <p:grpSpPr>
              <a:xfrm>
                <a:off x="1398451" y="2012951"/>
                <a:ext cx="518255" cy="340828"/>
                <a:chOff x="1398451" y="2012951"/>
                <a:chExt cx="518255" cy="340828"/>
              </a:xfrm>
            </p:grpSpPr>
            <p:sp>
              <p:nvSpPr>
                <p:cNvPr id="4147" name="Google Shape;4147;p6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8" name="Google Shape;4148;p64"/>
                <p:cNvGrpSpPr/>
                <p:nvPr/>
              </p:nvGrpSpPr>
              <p:grpSpPr>
                <a:xfrm>
                  <a:off x="1616453" y="2012951"/>
                  <a:ext cx="300253" cy="340828"/>
                  <a:chOff x="1616453" y="2013538"/>
                  <a:chExt cx="300253" cy="340828"/>
                </a:xfrm>
              </p:grpSpPr>
              <p:sp>
                <p:nvSpPr>
                  <p:cNvPr id="4149" name="Google Shape;4149;p6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6" name="Google Shape;4156;p64"/>
                  <p:cNvGrpSpPr/>
                  <p:nvPr/>
                </p:nvGrpSpPr>
                <p:grpSpPr>
                  <a:xfrm>
                    <a:off x="1839639" y="2013538"/>
                    <a:ext cx="77067" cy="340828"/>
                    <a:chOff x="1839639" y="2013538"/>
                    <a:chExt cx="77067" cy="340828"/>
                  </a:xfrm>
                </p:grpSpPr>
                <p:sp>
                  <p:nvSpPr>
                    <p:cNvPr id="4157" name="Google Shape;4157;p6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159" name="Google Shape;4159;p64"/>
          <p:cNvGrpSpPr/>
          <p:nvPr/>
        </p:nvGrpSpPr>
        <p:grpSpPr>
          <a:xfrm>
            <a:off x="724986" y="3605478"/>
            <a:ext cx="1368681" cy="682918"/>
            <a:chOff x="724986" y="3605478"/>
            <a:chExt cx="1368681" cy="682918"/>
          </a:xfrm>
        </p:grpSpPr>
        <p:grpSp>
          <p:nvGrpSpPr>
            <p:cNvPr id="4160" name="Google Shape;4160;p64"/>
            <p:cNvGrpSpPr/>
            <p:nvPr/>
          </p:nvGrpSpPr>
          <p:grpSpPr>
            <a:xfrm>
              <a:off x="1289102" y="3823629"/>
              <a:ext cx="240442" cy="250435"/>
              <a:chOff x="-165066" y="3843615"/>
              <a:chExt cx="221259" cy="230455"/>
            </a:xfrm>
          </p:grpSpPr>
          <p:sp>
            <p:nvSpPr>
              <p:cNvPr id="4161" name="Google Shape;4161;p6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64"/>
            <p:cNvGrpSpPr/>
            <p:nvPr/>
          </p:nvGrpSpPr>
          <p:grpSpPr>
            <a:xfrm>
              <a:off x="724986" y="3605478"/>
              <a:ext cx="1368681" cy="682918"/>
              <a:chOff x="724986" y="3605478"/>
              <a:chExt cx="1368681" cy="682918"/>
            </a:xfrm>
          </p:grpSpPr>
          <p:grpSp>
            <p:nvGrpSpPr>
              <p:cNvPr id="4182" name="Google Shape;4182;p64"/>
              <p:cNvGrpSpPr/>
              <p:nvPr/>
            </p:nvGrpSpPr>
            <p:grpSpPr>
              <a:xfrm>
                <a:off x="1498221" y="4047614"/>
                <a:ext cx="529172" cy="240783"/>
                <a:chOff x="1498221" y="4047614"/>
                <a:chExt cx="529172" cy="240783"/>
              </a:xfrm>
            </p:grpSpPr>
            <p:grpSp>
              <p:nvGrpSpPr>
                <p:cNvPr id="4183" name="Google Shape;4183;p64"/>
                <p:cNvGrpSpPr/>
                <p:nvPr/>
              </p:nvGrpSpPr>
              <p:grpSpPr>
                <a:xfrm>
                  <a:off x="1826655" y="4224370"/>
                  <a:ext cx="200738" cy="25631"/>
                  <a:chOff x="1826655" y="4224370"/>
                  <a:chExt cx="200738" cy="25631"/>
                </a:xfrm>
              </p:grpSpPr>
              <p:sp>
                <p:nvSpPr>
                  <p:cNvPr id="4184" name="Google Shape;4184;p6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64"/>
                <p:cNvGrpSpPr/>
                <p:nvPr/>
              </p:nvGrpSpPr>
              <p:grpSpPr>
                <a:xfrm>
                  <a:off x="1498221" y="4047614"/>
                  <a:ext cx="328444" cy="240783"/>
                  <a:chOff x="1498221" y="4047614"/>
                  <a:chExt cx="328444" cy="240783"/>
                </a:xfrm>
              </p:grpSpPr>
              <p:sp>
                <p:nvSpPr>
                  <p:cNvPr id="4187" name="Google Shape;4187;p6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8" name="Google Shape;4188;p64"/>
                  <p:cNvGrpSpPr/>
                  <p:nvPr/>
                </p:nvGrpSpPr>
                <p:grpSpPr>
                  <a:xfrm>
                    <a:off x="1498221" y="4047614"/>
                    <a:ext cx="150566" cy="190416"/>
                    <a:chOff x="1498221" y="4047614"/>
                    <a:chExt cx="150566" cy="190416"/>
                  </a:xfrm>
                </p:grpSpPr>
                <p:sp>
                  <p:nvSpPr>
                    <p:cNvPr id="4189" name="Google Shape;4189;p6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91" name="Google Shape;4191;p64"/>
              <p:cNvGrpSpPr/>
              <p:nvPr/>
            </p:nvGrpSpPr>
            <p:grpSpPr>
              <a:xfrm>
                <a:off x="1560718" y="3800594"/>
                <a:ext cx="532948" cy="302090"/>
                <a:chOff x="1560718" y="3800594"/>
                <a:chExt cx="532948" cy="302090"/>
              </a:xfrm>
            </p:grpSpPr>
            <p:grpSp>
              <p:nvGrpSpPr>
                <p:cNvPr id="4192" name="Google Shape;4192;p64"/>
                <p:cNvGrpSpPr/>
                <p:nvPr/>
              </p:nvGrpSpPr>
              <p:grpSpPr>
                <a:xfrm>
                  <a:off x="1912179" y="3827344"/>
                  <a:ext cx="181487" cy="25631"/>
                  <a:chOff x="1912179" y="3827344"/>
                  <a:chExt cx="181487" cy="25631"/>
                </a:xfrm>
              </p:grpSpPr>
              <p:sp>
                <p:nvSpPr>
                  <p:cNvPr id="4193" name="Google Shape;4193;p6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64"/>
                <p:cNvGrpSpPr/>
                <p:nvPr/>
              </p:nvGrpSpPr>
              <p:grpSpPr>
                <a:xfrm>
                  <a:off x="1912179" y="4044505"/>
                  <a:ext cx="181487" cy="25622"/>
                  <a:chOff x="1912179" y="4044506"/>
                  <a:chExt cx="181487" cy="25622"/>
                </a:xfrm>
              </p:grpSpPr>
              <p:sp>
                <p:nvSpPr>
                  <p:cNvPr id="4196" name="Google Shape;4196;p6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8" name="Google Shape;4198;p64"/>
                <p:cNvGrpSpPr/>
                <p:nvPr/>
              </p:nvGrpSpPr>
              <p:grpSpPr>
                <a:xfrm>
                  <a:off x="1560718" y="3800594"/>
                  <a:ext cx="351472" cy="302090"/>
                  <a:chOff x="1560718" y="3800594"/>
                  <a:chExt cx="351472" cy="302090"/>
                </a:xfrm>
              </p:grpSpPr>
              <p:grpSp>
                <p:nvGrpSpPr>
                  <p:cNvPr id="4199" name="Google Shape;4199;p64"/>
                  <p:cNvGrpSpPr/>
                  <p:nvPr/>
                </p:nvGrpSpPr>
                <p:grpSpPr>
                  <a:xfrm>
                    <a:off x="1560718" y="3842857"/>
                    <a:ext cx="173586" cy="217131"/>
                    <a:chOff x="1560718" y="3842857"/>
                    <a:chExt cx="173586" cy="217131"/>
                  </a:xfrm>
                </p:grpSpPr>
                <p:sp>
                  <p:nvSpPr>
                    <p:cNvPr id="4200" name="Google Shape;4200;p6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3" name="Google Shape;4203;p6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05" name="Google Shape;4205;p6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6" name="Google Shape;4206;p64"/>
              <p:cNvGrpSpPr/>
              <p:nvPr/>
            </p:nvGrpSpPr>
            <p:grpSpPr>
              <a:xfrm>
                <a:off x="785350" y="3605478"/>
                <a:ext cx="535311" cy="249245"/>
                <a:chOff x="785350" y="3605478"/>
                <a:chExt cx="535311" cy="249245"/>
              </a:xfrm>
            </p:grpSpPr>
            <p:grpSp>
              <p:nvGrpSpPr>
                <p:cNvPr id="4207" name="Google Shape;4207;p64"/>
                <p:cNvGrpSpPr/>
                <p:nvPr/>
              </p:nvGrpSpPr>
              <p:grpSpPr>
                <a:xfrm>
                  <a:off x="785350" y="3605478"/>
                  <a:ext cx="376191" cy="102736"/>
                  <a:chOff x="785350" y="3605478"/>
                  <a:chExt cx="376191" cy="102736"/>
                </a:xfrm>
              </p:grpSpPr>
              <p:sp>
                <p:nvSpPr>
                  <p:cNvPr id="4208" name="Google Shape;4208;p6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64"/>
                <p:cNvGrpSpPr/>
                <p:nvPr/>
              </p:nvGrpSpPr>
              <p:grpSpPr>
                <a:xfrm>
                  <a:off x="1161530" y="3655851"/>
                  <a:ext cx="159131" cy="198872"/>
                  <a:chOff x="1161530" y="3655851"/>
                  <a:chExt cx="159131" cy="198872"/>
                </a:xfrm>
              </p:grpSpPr>
              <p:sp>
                <p:nvSpPr>
                  <p:cNvPr id="4212" name="Google Shape;4212;p6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4" name="Google Shape;4214;p64"/>
              <p:cNvGrpSpPr/>
              <p:nvPr/>
            </p:nvGrpSpPr>
            <p:grpSpPr>
              <a:xfrm>
                <a:off x="785350" y="4047614"/>
                <a:ext cx="535311" cy="240783"/>
                <a:chOff x="785350" y="4047614"/>
                <a:chExt cx="535311" cy="240783"/>
              </a:xfrm>
            </p:grpSpPr>
            <p:grpSp>
              <p:nvGrpSpPr>
                <p:cNvPr id="4215" name="Google Shape;4215;p64"/>
                <p:cNvGrpSpPr/>
                <p:nvPr/>
              </p:nvGrpSpPr>
              <p:grpSpPr>
                <a:xfrm>
                  <a:off x="1161636" y="4047614"/>
                  <a:ext cx="159025" cy="190415"/>
                  <a:chOff x="1161636" y="4047614"/>
                  <a:chExt cx="159025" cy="190415"/>
                </a:xfrm>
              </p:grpSpPr>
              <p:sp>
                <p:nvSpPr>
                  <p:cNvPr id="4216" name="Google Shape;4216;p6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64"/>
                <p:cNvGrpSpPr/>
                <p:nvPr/>
              </p:nvGrpSpPr>
              <p:grpSpPr>
                <a:xfrm>
                  <a:off x="785350" y="4185661"/>
                  <a:ext cx="376191" cy="102736"/>
                  <a:chOff x="785350" y="4185661"/>
                  <a:chExt cx="376191" cy="102736"/>
                </a:xfrm>
              </p:grpSpPr>
              <p:sp>
                <p:nvSpPr>
                  <p:cNvPr id="4219" name="Google Shape;4219;p6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2" name="Google Shape;4222;p64"/>
              <p:cNvGrpSpPr/>
              <p:nvPr/>
            </p:nvGrpSpPr>
            <p:grpSpPr>
              <a:xfrm>
                <a:off x="1501054" y="3605478"/>
                <a:ext cx="526340" cy="249240"/>
                <a:chOff x="1501054" y="3605478"/>
                <a:chExt cx="526340" cy="249240"/>
              </a:xfrm>
            </p:grpSpPr>
            <p:grpSp>
              <p:nvGrpSpPr>
                <p:cNvPr id="4223" name="Google Shape;4223;p64"/>
                <p:cNvGrpSpPr/>
                <p:nvPr/>
              </p:nvGrpSpPr>
              <p:grpSpPr>
                <a:xfrm>
                  <a:off x="1834208" y="3643867"/>
                  <a:ext cx="193185" cy="25622"/>
                  <a:chOff x="1834208" y="3643867"/>
                  <a:chExt cx="193185" cy="25622"/>
                </a:xfrm>
              </p:grpSpPr>
              <p:sp>
                <p:nvSpPr>
                  <p:cNvPr id="4224" name="Google Shape;4224;p6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64"/>
                <p:cNvGrpSpPr/>
                <p:nvPr/>
              </p:nvGrpSpPr>
              <p:grpSpPr>
                <a:xfrm>
                  <a:off x="1501054" y="3605478"/>
                  <a:ext cx="333165" cy="249240"/>
                  <a:chOff x="1501054" y="3605478"/>
                  <a:chExt cx="333165" cy="249240"/>
                </a:xfrm>
              </p:grpSpPr>
              <p:sp>
                <p:nvSpPr>
                  <p:cNvPr id="4227" name="Google Shape;4227;p6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8" name="Google Shape;4228;p64"/>
                  <p:cNvGrpSpPr/>
                  <p:nvPr/>
                </p:nvGrpSpPr>
                <p:grpSpPr>
                  <a:xfrm>
                    <a:off x="1501054" y="3655851"/>
                    <a:ext cx="155286" cy="198867"/>
                    <a:chOff x="1501054" y="3655851"/>
                    <a:chExt cx="155286" cy="198867"/>
                  </a:xfrm>
                </p:grpSpPr>
                <p:sp>
                  <p:nvSpPr>
                    <p:cNvPr id="4229" name="Google Shape;4229;p6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31" name="Google Shape;4231;p64"/>
              <p:cNvGrpSpPr/>
              <p:nvPr/>
            </p:nvGrpSpPr>
            <p:grpSpPr>
              <a:xfrm>
                <a:off x="724986" y="3800594"/>
                <a:ext cx="532950" cy="302090"/>
                <a:chOff x="724986" y="3800594"/>
                <a:chExt cx="532950" cy="302090"/>
              </a:xfrm>
            </p:grpSpPr>
            <p:grpSp>
              <p:nvGrpSpPr>
                <p:cNvPr id="4232" name="Google Shape;4232;p64"/>
                <p:cNvGrpSpPr/>
                <p:nvPr/>
              </p:nvGrpSpPr>
              <p:grpSpPr>
                <a:xfrm>
                  <a:off x="724986" y="4044367"/>
                  <a:ext cx="181314" cy="25626"/>
                  <a:chOff x="724986" y="4044367"/>
                  <a:chExt cx="181314" cy="25626"/>
                </a:xfrm>
              </p:grpSpPr>
              <p:sp>
                <p:nvSpPr>
                  <p:cNvPr id="4233" name="Google Shape;4233;p6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64"/>
                <p:cNvGrpSpPr/>
                <p:nvPr/>
              </p:nvGrpSpPr>
              <p:grpSpPr>
                <a:xfrm>
                  <a:off x="906290" y="3800594"/>
                  <a:ext cx="351646" cy="302090"/>
                  <a:chOff x="906290" y="3800594"/>
                  <a:chExt cx="351646" cy="302090"/>
                </a:xfrm>
              </p:grpSpPr>
              <p:grpSp>
                <p:nvGrpSpPr>
                  <p:cNvPr id="4236" name="Google Shape;4236;p64"/>
                  <p:cNvGrpSpPr/>
                  <p:nvPr/>
                </p:nvGrpSpPr>
                <p:grpSpPr>
                  <a:xfrm>
                    <a:off x="1084172" y="3842857"/>
                    <a:ext cx="173764" cy="217131"/>
                    <a:chOff x="1084172" y="3842857"/>
                    <a:chExt cx="173764" cy="217131"/>
                  </a:xfrm>
                </p:grpSpPr>
                <p:grpSp>
                  <p:nvGrpSpPr>
                    <p:cNvPr id="4237" name="Google Shape;4237;p64"/>
                    <p:cNvGrpSpPr/>
                    <p:nvPr/>
                  </p:nvGrpSpPr>
                  <p:grpSpPr>
                    <a:xfrm>
                      <a:off x="1156862" y="3936509"/>
                      <a:ext cx="101073" cy="25622"/>
                      <a:chOff x="1156862" y="3936509"/>
                      <a:chExt cx="101073" cy="25622"/>
                    </a:xfrm>
                  </p:grpSpPr>
                  <p:sp>
                    <p:nvSpPr>
                      <p:cNvPr id="4238" name="Google Shape;4238;p6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0" name="Google Shape;4240;p6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6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64"/>
                <p:cNvGrpSpPr/>
                <p:nvPr/>
              </p:nvGrpSpPr>
              <p:grpSpPr>
                <a:xfrm>
                  <a:off x="724986" y="3830189"/>
                  <a:ext cx="189533" cy="25626"/>
                  <a:chOff x="724986" y="3830189"/>
                  <a:chExt cx="189533" cy="25626"/>
                </a:xfrm>
              </p:grpSpPr>
              <p:sp>
                <p:nvSpPr>
                  <p:cNvPr id="4244" name="Google Shape;4244;p6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246" name="Google Shape;4246;p64"/>
          <p:cNvGrpSpPr/>
          <p:nvPr/>
        </p:nvGrpSpPr>
        <p:grpSpPr>
          <a:xfrm>
            <a:off x="2253298" y="2455640"/>
            <a:ext cx="948701" cy="935378"/>
            <a:chOff x="2253298" y="2428317"/>
            <a:chExt cx="948701" cy="935378"/>
          </a:xfrm>
        </p:grpSpPr>
        <p:sp>
          <p:nvSpPr>
            <p:cNvPr id="4247" name="Google Shape;4247;p6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3" name="Shape 4283"/>
        <p:cNvGrpSpPr/>
        <p:nvPr/>
      </p:nvGrpSpPr>
      <p:grpSpPr>
        <a:xfrm>
          <a:off x="0" y="0"/>
          <a:ext cx="0" cy="0"/>
          <a:chOff x="0" y="0"/>
          <a:chExt cx="0" cy="0"/>
        </a:xfrm>
      </p:grpSpPr>
      <p:grpSp>
        <p:nvGrpSpPr>
          <p:cNvPr id="4284" name="Google Shape;4284;p65"/>
          <p:cNvGrpSpPr/>
          <p:nvPr/>
        </p:nvGrpSpPr>
        <p:grpSpPr>
          <a:xfrm>
            <a:off x="3353582" y="1145627"/>
            <a:ext cx="2363393" cy="1017867"/>
            <a:chOff x="3292400" y="1219146"/>
            <a:chExt cx="2615240" cy="1110239"/>
          </a:xfrm>
        </p:grpSpPr>
        <p:sp>
          <p:nvSpPr>
            <p:cNvPr id="4285" name="Google Shape;4285;p6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286" name="Google Shape;4286;p6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287" name="Google Shape;4287;p6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288" name="Google Shape;4288;p6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289" name="Google Shape;4289;p6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290" name="Google Shape;4290;p6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291" name="Google Shape;4291;p6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292" name="Google Shape;4292;p6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293" name="Google Shape;4293;p6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294" name="Google Shape;4294;p6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295" name="Google Shape;4295;p6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296" name="Google Shape;4296;p6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297" name="Google Shape;4297;p6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298" name="Google Shape;4298;p6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299" name="Google Shape;4299;p65"/>
            <p:cNvGrpSpPr/>
            <p:nvPr/>
          </p:nvGrpSpPr>
          <p:grpSpPr>
            <a:xfrm>
              <a:off x="3748438" y="1378608"/>
              <a:ext cx="2159202" cy="903971"/>
              <a:chOff x="1683525" y="2179850"/>
              <a:chExt cx="4519050" cy="2134525"/>
            </a:xfrm>
          </p:grpSpPr>
          <p:sp>
            <p:nvSpPr>
              <p:cNvPr id="4300" name="Google Shape;4300;p6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1" name="Google Shape;4301;p6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2" name="Google Shape;4302;p6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3" name="Google Shape;4303;p6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4" name="Google Shape;4304;p6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5" name="Google Shape;4305;p6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6" name="Google Shape;4306;p6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7" name="Google Shape;4307;p6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8" name="Google Shape;4308;p6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09" name="Google Shape;4309;p6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10" name="Google Shape;4310;p6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311" name="Google Shape;4311;p6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312" name="Google Shape;4312;p65"/>
          <p:cNvGraphicFramePr/>
          <p:nvPr/>
        </p:nvGraphicFramePr>
        <p:xfrm>
          <a:off x="5949675" y="2323100"/>
          <a:ext cx="3000000" cy="3000000"/>
        </p:xfrm>
        <a:graphic>
          <a:graphicData uri="http://schemas.openxmlformats.org/drawingml/2006/table">
            <a:tbl>
              <a:tblPr>
                <a:noFill/>
                <a:tableStyleId>{27E9AD48-E72D-4E50-B4B0-B17FABDF3F01}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313" name="Google Shape;4313;p65"/>
          <p:cNvGrpSpPr/>
          <p:nvPr/>
        </p:nvGrpSpPr>
        <p:grpSpPr>
          <a:xfrm>
            <a:off x="5926924" y="3381697"/>
            <a:ext cx="2519825" cy="1001454"/>
            <a:chOff x="1906114" y="789980"/>
            <a:chExt cx="1487676" cy="606868"/>
          </a:xfrm>
        </p:grpSpPr>
        <p:cxnSp>
          <p:nvCxnSpPr>
            <p:cNvPr id="4314" name="Google Shape;4314;p6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315" name="Google Shape;4315;p6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316" name="Google Shape;4316;p6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317" name="Google Shape;4317;p6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318" name="Google Shape;4318;p6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319" name="Google Shape;4319;p6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320" name="Google Shape;4320;p6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321" name="Google Shape;4321;p6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328" name="Google Shape;4328;p6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329" name="Google Shape;4329;p6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330" name="Google Shape;4330;p6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65"/>
          <p:cNvGrpSpPr/>
          <p:nvPr/>
        </p:nvGrpSpPr>
        <p:grpSpPr>
          <a:xfrm>
            <a:off x="726399" y="1190655"/>
            <a:ext cx="2394370" cy="976502"/>
            <a:chOff x="749309" y="1112739"/>
            <a:chExt cx="2371603" cy="976502"/>
          </a:xfrm>
        </p:grpSpPr>
        <p:sp>
          <p:nvSpPr>
            <p:cNvPr id="4332" name="Google Shape;4332;p6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364" name="Google Shape;4364;p65"/>
          <p:cNvGraphicFramePr/>
          <p:nvPr/>
        </p:nvGraphicFramePr>
        <p:xfrm>
          <a:off x="5949700" y="1188950"/>
          <a:ext cx="3000000" cy="3000000"/>
        </p:xfrm>
        <a:graphic>
          <a:graphicData uri="http://schemas.openxmlformats.org/drawingml/2006/table">
            <a:tbl>
              <a:tblPr>
                <a:noFill/>
                <a:tableStyleId>{27E9AD48-E72D-4E50-B4B0-B17FABDF3F01}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365" name="Google Shape;4365;p65"/>
          <p:cNvGraphicFramePr/>
          <p:nvPr/>
        </p:nvGraphicFramePr>
        <p:xfrm>
          <a:off x="3356413" y="2323100"/>
          <a:ext cx="3000000" cy="3000000"/>
        </p:xfrm>
        <a:graphic>
          <a:graphicData uri="http://schemas.openxmlformats.org/drawingml/2006/table">
            <a:tbl>
              <a:tblPr>
                <a:noFill/>
                <a:tableStyleId>{27E9AD48-E72D-4E50-B4B0-B17FABDF3F01}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366" name="Google Shape;4366;p65"/>
          <p:cNvGrpSpPr/>
          <p:nvPr/>
        </p:nvGrpSpPr>
        <p:grpSpPr>
          <a:xfrm>
            <a:off x="4100342" y="2709743"/>
            <a:ext cx="1517436" cy="74460"/>
            <a:chOff x="3980086" y="2804397"/>
            <a:chExt cx="1227600" cy="66900"/>
          </a:xfrm>
        </p:grpSpPr>
        <p:sp>
          <p:nvSpPr>
            <p:cNvPr id="4367" name="Google Shape;4367;p6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5"/>
          <p:cNvGrpSpPr/>
          <p:nvPr/>
        </p:nvGrpSpPr>
        <p:grpSpPr>
          <a:xfrm>
            <a:off x="4725406" y="3002330"/>
            <a:ext cx="892956" cy="74460"/>
            <a:chOff x="3980086" y="2804397"/>
            <a:chExt cx="1227600" cy="66900"/>
          </a:xfrm>
        </p:grpSpPr>
        <p:sp>
          <p:nvSpPr>
            <p:cNvPr id="4370" name="Google Shape;4370;p6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65"/>
          <p:cNvGrpSpPr/>
          <p:nvPr/>
        </p:nvGrpSpPr>
        <p:grpSpPr>
          <a:xfrm>
            <a:off x="3358498" y="3361213"/>
            <a:ext cx="2363244" cy="1005943"/>
            <a:chOff x="3358415" y="3361302"/>
            <a:chExt cx="2363244" cy="1024695"/>
          </a:xfrm>
        </p:grpSpPr>
        <p:grpSp>
          <p:nvGrpSpPr>
            <p:cNvPr id="4373" name="Google Shape;4373;p65"/>
            <p:cNvGrpSpPr/>
            <p:nvPr/>
          </p:nvGrpSpPr>
          <p:grpSpPr>
            <a:xfrm>
              <a:off x="3358415" y="3361302"/>
              <a:ext cx="441300" cy="1024695"/>
              <a:chOff x="3358415" y="3361302"/>
              <a:chExt cx="441300" cy="1024695"/>
            </a:xfrm>
          </p:grpSpPr>
          <p:sp>
            <p:nvSpPr>
              <p:cNvPr id="4374" name="Google Shape;4374;p6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65"/>
            <p:cNvGrpSpPr/>
            <p:nvPr/>
          </p:nvGrpSpPr>
          <p:grpSpPr>
            <a:xfrm>
              <a:off x="3838901" y="3361302"/>
              <a:ext cx="441300" cy="1024695"/>
              <a:chOff x="3838901" y="3361302"/>
              <a:chExt cx="441300" cy="1024695"/>
            </a:xfrm>
          </p:grpSpPr>
          <p:sp>
            <p:nvSpPr>
              <p:cNvPr id="4381" name="Google Shape;4381;p6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65"/>
            <p:cNvGrpSpPr/>
            <p:nvPr/>
          </p:nvGrpSpPr>
          <p:grpSpPr>
            <a:xfrm>
              <a:off x="4319387" y="3361302"/>
              <a:ext cx="441300" cy="1024695"/>
              <a:chOff x="4319387" y="3361302"/>
              <a:chExt cx="441300" cy="1024695"/>
            </a:xfrm>
          </p:grpSpPr>
          <p:sp>
            <p:nvSpPr>
              <p:cNvPr id="4388" name="Google Shape;4388;p6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65"/>
            <p:cNvGrpSpPr/>
            <p:nvPr/>
          </p:nvGrpSpPr>
          <p:grpSpPr>
            <a:xfrm>
              <a:off x="4799873" y="3361302"/>
              <a:ext cx="441300" cy="1024695"/>
              <a:chOff x="4799873" y="3361302"/>
              <a:chExt cx="441300" cy="1024695"/>
            </a:xfrm>
          </p:grpSpPr>
          <p:sp>
            <p:nvSpPr>
              <p:cNvPr id="4395" name="Google Shape;4395;p6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65"/>
            <p:cNvGrpSpPr/>
            <p:nvPr/>
          </p:nvGrpSpPr>
          <p:grpSpPr>
            <a:xfrm>
              <a:off x="5280360" y="3361302"/>
              <a:ext cx="441300" cy="1024695"/>
              <a:chOff x="5280360" y="3361302"/>
              <a:chExt cx="441300" cy="1024695"/>
            </a:xfrm>
          </p:grpSpPr>
          <p:sp>
            <p:nvSpPr>
              <p:cNvPr id="4402" name="Google Shape;4402;p6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408" name="Google Shape;4408;p65"/>
          <p:cNvGraphicFramePr/>
          <p:nvPr/>
        </p:nvGraphicFramePr>
        <p:xfrm>
          <a:off x="724925" y="2323100"/>
          <a:ext cx="3000000" cy="3000000"/>
        </p:xfrm>
        <a:graphic>
          <a:graphicData uri="http://schemas.openxmlformats.org/drawingml/2006/table">
            <a:tbl>
              <a:tblPr>
                <a:noFill/>
                <a:tableStyleId>{27E9AD48-E72D-4E50-B4B0-B17FABDF3F01}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409" name="Google Shape;4409;p65"/>
          <p:cNvGrpSpPr/>
          <p:nvPr/>
        </p:nvGrpSpPr>
        <p:grpSpPr>
          <a:xfrm>
            <a:off x="726450" y="3372825"/>
            <a:ext cx="2403614" cy="1005900"/>
            <a:chOff x="726450" y="3372825"/>
            <a:chExt cx="2403614" cy="1005900"/>
          </a:xfrm>
        </p:grpSpPr>
        <p:grpSp>
          <p:nvGrpSpPr>
            <p:cNvPr id="4410" name="Google Shape;4410;p65"/>
            <p:cNvGrpSpPr/>
            <p:nvPr/>
          </p:nvGrpSpPr>
          <p:grpSpPr>
            <a:xfrm>
              <a:off x="726450" y="3696000"/>
              <a:ext cx="2403614" cy="500898"/>
              <a:chOff x="726450" y="3696000"/>
              <a:chExt cx="2403614" cy="500898"/>
            </a:xfrm>
          </p:grpSpPr>
          <p:sp>
            <p:nvSpPr>
              <p:cNvPr id="4411" name="Google Shape;4411;p6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12" name="Google Shape;4412;p6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413" name="Google Shape;4413;p65"/>
            <p:cNvGrpSpPr/>
            <p:nvPr/>
          </p:nvGrpSpPr>
          <p:grpSpPr>
            <a:xfrm>
              <a:off x="1348050" y="3372825"/>
              <a:ext cx="1720425" cy="1005900"/>
              <a:chOff x="1348050" y="3372825"/>
              <a:chExt cx="1720425" cy="1005900"/>
            </a:xfrm>
          </p:grpSpPr>
          <p:sp>
            <p:nvSpPr>
              <p:cNvPr id="4414" name="Google Shape;4414;p6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15" name="Google Shape;4415;p6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16" name="Google Shape;4416;p6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17" name="Google Shape;4417;p6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18" name="Google Shape;4418;p6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419" name="Google Shape;4419;p65"/>
            <p:cNvGrpSpPr/>
            <p:nvPr/>
          </p:nvGrpSpPr>
          <p:grpSpPr>
            <a:xfrm>
              <a:off x="1455707" y="3731058"/>
              <a:ext cx="1491150" cy="417657"/>
              <a:chOff x="1455707" y="3731058"/>
              <a:chExt cx="1491150" cy="417657"/>
            </a:xfrm>
          </p:grpSpPr>
          <p:grpSp>
            <p:nvGrpSpPr>
              <p:cNvPr id="4420" name="Google Shape;4420;p65"/>
              <p:cNvGrpSpPr/>
              <p:nvPr/>
            </p:nvGrpSpPr>
            <p:grpSpPr>
              <a:xfrm>
                <a:off x="1472938" y="3745828"/>
                <a:ext cx="72126" cy="53788"/>
                <a:chOff x="1472938" y="3745828"/>
                <a:chExt cx="72126" cy="53788"/>
              </a:xfrm>
            </p:grpSpPr>
            <p:sp>
              <p:nvSpPr>
                <p:cNvPr id="4421" name="Google Shape;4421;p6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65"/>
              <p:cNvGrpSpPr/>
              <p:nvPr/>
            </p:nvGrpSpPr>
            <p:grpSpPr>
              <a:xfrm>
                <a:off x="1819181" y="4089633"/>
                <a:ext cx="72126" cy="53788"/>
                <a:chOff x="1819181" y="4089633"/>
                <a:chExt cx="72126" cy="53788"/>
              </a:xfrm>
            </p:grpSpPr>
            <p:sp>
              <p:nvSpPr>
                <p:cNvPr id="4424" name="Google Shape;4424;p6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65"/>
              <p:cNvGrpSpPr/>
              <p:nvPr/>
            </p:nvGrpSpPr>
            <p:grpSpPr>
              <a:xfrm>
                <a:off x="1455707" y="4084171"/>
                <a:ext cx="64321" cy="64544"/>
                <a:chOff x="1455707" y="4084171"/>
                <a:chExt cx="64321" cy="64544"/>
              </a:xfrm>
            </p:grpSpPr>
            <p:sp>
              <p:nvSpPr>
                <p:cNvPr id="4427" name="Google Shape;4427;p6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5"/>
              <p:cNvGrpSpPr/>
              <p:nvPr/>
            </p:nvGrpSpPr>
            <p:grpSpPr>
              <a:xfrm>
                <a:off x="1818610" y="3731058"/>
                <a:ext cx="64321" cy="64544"/>
                <a:chOff x="1818610" y="3731058"/>
                <a:chExt cx="64321" cy="64544"/>
              </a:xfrm>
            </p:grpSpPr>
            <p:sp>
              <p:nvSpPr>
                <p:cNvPr id="4430" name="Google Shape;4430;p6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5"/>
              <p:cNvGrpSpPr/>
              <p:nvPr/>
            </p:nvGrpSpPr>
            <p:grpSpPr>
              <a:xfrm>
                <a:off x="2172491" y="4089633"/>
                <a:ext cx="72126" cy="53788"/>
                <a:chOff x="2172491" y="4089633"/>
                <a:chExt cx="72126" cy="53788"/>
              </a:xfrm>
            </p:grpSpPr>
            <p:sp>
              <p:nvSpPr>
                <p:cNvPr id="4433" name="Google Shape;4433;p6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65"/>
              <p:cNvGrpSpPr/>
              <p:nvPr/>
            </p:nvGrpSpPr>
            <p:grpSpPr>
              <a:xfrm>
                <a:off x="2171920" y="3731058"/>
                <a:ext cx="64321" cy="64544"/>
                <a:chOff x="2171920" y="3731058"/>
                <a:chExt cx="64321" cy="64544"/>
              </a:xfrm>
            </p:grpSpPr>
            <p:sp>
              <p:nvSpPr>
                <p:cNvPr id="4436" name="Google Shape;4436;p6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65"/>
              <p:cNvGrpSpPr/>
              <p:nvPr/>
            </p:nvGrpSpPr>
            <p:grpSpPr>
              <a:xfrm>
                <a:off x="2874730" y="3745828"/>
                <a:ext cx="72126" cy="53788"/>
                <a:chOff x="2874730" y="3745828"/>
                <a:chExt cx="72126" cy="53788"/>
              </a:xfrm>
            </p:grpSpPr>
            <p:sp>
              <p:nvSpPr>
                <p:cNvPr id="4439" name="Google Shape;4439;p6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65"/>
              <p:cNvGrpSpPr/>
              <p:nvPr/>
            </p:nvGrpSpPr>
            <p:grpSpPr>
              <a:xfrm>
                <a:off x="2878589" y="4081481"/>
                <a:ext cx="64321" cy="64544"/>
                <a:chOff x="2878589" y="4081481"/>
                <a:chExt cx="64321" cy="64544"/>
              </a:xfrm>
            </p:grpSpPr>
            <p:sp>
              <p:nvSpPr>
                <p:cNvPr id="4442" name="Google Shape;4442;p6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65"/>
              <p:cNvGrpSpPr/>
              <p:nvPr/>
            </p:nvGrpSpPr>
            <p:grpSpPr>
              <a:xfrm>
                <a:off x="2525796" y="4089633"/>
                <a:ext cx="72126" cy="53788"/>
                <a:chOff x="2525796" y="4089633"/>
                <a:chExt cx="72126" cy="53788"/>
              </a:xfrm>
            </p:grpSpPr>
            <p:sp>
              <p:nvSpPr>
                <p:cNvPr id="4445" name="Google Shape;4445;p6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65"/>
              <p:cNvGrpSpPr/>
              <p:nvPr/>
            </p:nvGrpSpPr>
            <p:grpSpPr>
              <a:xfrm>
                <a:off x="2525225" y="3731058"/>
                <a:ext cx="64321" cy="64544"/>
                <a:chOff x="2525225" y="3731058"/>
                <a:chExt cx="64321" cy="64544"/>
              </a:xfrm>
            </p:grpSpPr>
            <p:sp>
              <p:nvSpPr>
                <p:cNvPr id="4448" name="Google Shape;4448;p6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3" name="Shape 4453"/>
        <p:cNvGrpSpPr/>
        <p:nvPr/>
      </p:nvGrpSpPr>
      <p:grpSpPr>
        <a:xfrm>
          <a:off x="0" y="0"/>
          <a:ext cx="0" cy="0"/>
          <a:chOff x="0" y="0"/>
          <a:chExt cx="0" cy="0"/>
        </a:xfrm>
      </p:grpSpPr>
      <p:grpSp>
        <p:nvGrpSpPr>
          <p:cNvPr id="4454" name="Google Shape;4454;p66"/>
          <p:cNvGrpSpPr/>
          <p:nvPr/>
        </p:nvGrpSpPr>
        <p:grpSpPr>
          <a:xfrm>
            <a:off x="732428" y="1171356"/>
            <a:ext cx="845921" cy="690752"/>
            <a:chOff x="732428" y="1198513"/>
            <a:chExt cx="845921" cy="690752"/>
          </a:xfrm>
        </p:grpSpPr>
        <p:grpSp>
          <p:nvGrpSpPr>
            <p:cNvPr id="4455" name="Google Shape;4455;p66"/>
            <p:cNvGrpSpPr/>
            <p:nvPr/>
          </p:nvGrpSpPr>
          <p:grpSpPr>
            <a:xfrm>
              <a:off x="823030" y="1198513"/>
              <a:ext cx="755319" cy="690752"/>
              <a:chOff x="823030" y="1198513"/>
              <a:chExt cx="755319" cy="690752"/>
            </a:xfrm>
          </p:grpSpPr>
          <p:sp>
            <p:nvSpPr>
              <p:cNvPr id="4456" name="Google Shape;4456;p6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66"/>
            <p:cNvGrpSpPr/>
            <p:nvPr/>
          </p:nvGrpSpPr>
          <p:grpSpPr>
            <a:xfrm>
              <a:off x="732428" y="1239937"/>
              <a:ext cx="739912" cy="607886"/>
              <a:chOff x="732428" y="1239937"/>
              <a:chExt cx="739912" cy="607886"/>
            </a:xfrm>
          </p:grpSpPr>
          <p:sp>
            <p:nvSpPr>
              <p:cNvPr id="4459" name="Google Shape;4459;p6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1" name="Google Shape;4461;p66"/>
            <p:cNvGrpSpPr/>
            <p:nvPr/>
          </p:nvGrpSpPr>
          <p:grpSpPr>
            <a:xfrm>
              <a:off x="732428" y="1277018"/>
              <a:ext cx="702832" cy="533758"/>
              <a:chOff x="732428" y="1277018"/>
              <a:chExt cx="702832" cy="533758"/>
            </a:xfrm>
          </p:grpSpPr>
          <p:sp>
            <p:nvSpPr>
              <p:cNvPr id="4462" name="Google Shape;4462;p6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66"/>
            <p:cNvGrpSpPr/>
            <p:nvPr/>
          </p:nvGrpSpPr>
          <p:grpSpPr>
            <a:xfrm>
              <a:off x="931170" y="1306653"/>
              <a:ext cx="647179" cy="474455"/>
              <a:chOff x="931170" y="1306653"/>
              <a:chExt cx="647179" cy="474455"/>
            </a:xfrm>
          </p:grpSpPr>
          <p:sp>
            <p:nvSpPr>
              <p:cNvPr id="4465" name="Google Shape;4465;p6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7" name="Google Shape;4467;p6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66"/>
          <p:cNvGrpSpPr/>
          <p:nvPr/>
        </p:nvGrpSpPr>
        <p:grpSpPr>
          <a:xfrm>
            <a:off x="3964037" y="1171363"/>
            <a:ext cx="634656" cy="699982"/>
            <a:chOff x="5985650" y="2860025"/>
            <a:chExt cx="1396075" cy="1539775"/>
          </a:xfrm>
        </p:grpSpPr>
        <p:sp>
          <p:nvSpPr>
            <p:cNvPr id="4469" name="Google Shape;4469;p6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66"/>
          <p:cNvGrpSpPr/>
          <p:nvPr/>
        </p:nvGrpSpPr>
        <p:grpSpPr>
          <a:xfrm>
            <a:off x="4719687" y="1171356"/>
            <a:ext cx="725845" cy="699975"/>
            <a:chOff x="4249973" y="1201875"/>
            <a:chExt cx="1958568" cy="1888762"/>
          </a:xfrm>
        </p:grpSpPr>
        <p:sp>
          <p:nvSpPr>
            <p:cNvPr id="4502" name="Google Shape;4502;p6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3" name="Google Shape;4503;p66"/>
            <p:cNvGrpSpPr/>
            <p:nvPr/>
          </p:nvGrpSpPr>
          <p:grpSpPr>
            <a:xfrm>
              <a:off x="5853086" y="1789142"/>
              <a:ext cx="355454" cy="1048099"/>
              <a:chOff x="5576108" y="2016725"/>
              <a:chExt cx="565200" cy="1666560"/>
            </a:xfrm>
          </p:grpSpPr>
          <p:sp>
            <p:nvSpPr>
              <p:cNvPr id="4504" name="Google Shape;4504;p6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05" name="Google Shape;4505;p6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66"/>
            <p:cNvGrpSpPr/>
            <p:nvPr/>
          </p:nvGrpSpPr>
          <p:grpSpPr>
            <a:xfrm>
              <a:off x="4869455" y="2691676"/>
              <a:ext cx="1013897" cy="398961"/>
              <a:chOff x="4012057" y="3451825"/>
              <a:chExt cx="1612175" cy="634379"/>
            </a:xfrm>
          </p:grpSpPr>
          <p:sp>
            <p:nvSpPr>
              <p:cNvPr id="4507" name="Google Shape;4507;p6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08" name="Google Shape;4508;p6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66"/>
            <p:cNvGrpSpPr/>
            <p:nvPr/>
          </p:nvGrpSpPr>
          <p:grpSpPr>
            <a:xfrm>
              <a:off x="4276937" y="2155961"/>
              <a:ext cx="651965" cy="891358"/>
              <a:chOff x="3069908" y="2599997"/>
              <a:chExt cx="1036675" cy="1417328"/>
            </a:xfrm>
          </p:grpSpPr>
          <p:sp>
            <p:nvSpPr>
              <p:cNvPr id="4510" name="Google Shape;4510;p6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11" name="Google Shape;4511;p6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66"/>
            <p:cNvGrpSpPr/>
            <p:nvPr/>
          </p:nvGrpSpPr>
          <p:grpSpPr>
            <a:xfrm>
              <a:off x="5054918" y="1201875"/>
              <a:ext cx="999548" cy="602711"/>
              <a:chOff x="4306958" y="1082925"/>
              <a:chExt cx="1589359" cy="958358"/>
            </a:xfrm>
          </p:grpSpPr>
          <p:sp>
            <p:nvSpPr>
              <p:cNvPr id="4513" name="Google Shape;4513;p6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14" name="Google Shape;4514;p6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66"/>
            <p:cNvGrpSpPr/>
            <p:nvPr/>
          </p:nvGrpSpPr>
          <p:grpSpPr>
            <a:xfrm>
              <a:off x="4249973" y="1303451"/>
              <a:ext cx="799317" cy="841334"/>
              <a:chOff x="3027033" y="1244439"/>
              <a:chExt cx="1270977" cy="1337786"/>
            </a:xfrm>
          </p:grpSpPr>
          <p:sp>
            <p:nvSpPr>
              <p:cNvPr id="4516" name="Google Shape;4516;p6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517" name="Google Shape;4517;p6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8" name="Google Shape;4518;p66"/>
          <p:cNvGrpSpPr/>
          <p:nvPr/>
        </p:nvGrpSpPr>
        <p:grpSpPr>
          <a:xfrm>
            <a:off x="4072551" y="2058137"/>
            <a:ext cx="750769" cy="683784"/>
            <a:chOff x="4204684" y="2104422"/>
            <a:chExt cx="699822" cy="637382"/>
          </a:xfrm>
        </p:grpSpPr>
        <p:grpSp>
          <p:nvGrpSpPr>
            <p:cNvPr id="4519" name="Google Shape;4519;p66"/>
            <p:cNvGrpSpPr/>
            <p:nvPr/>
          </p:nvGrpSpPr>
          <p:grpSpPr>
            <a:xfrm>
              <a:off x="4204684" y="2430067"/>
              <a:ext cx="342957" cy="311738"/>
              <a:chOff x="4204684" y="2430067"/>
              <a:chExt cx="342957" cy="311738"/>
            </a:xfrm>
          </p:grpSpPr>
          <p:sp>
            <p:nvSpPr>
              <p:cNvPr id="4520" name="Google Shape;4520;p6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66"/>
            <p:cNvGrpSpPr/>
            <p:nvPr/>
          </p:nvGrpSpPr>
          <p:grpSpPr>
            <a:xfrm>
              <a:off x="4561586" y="2430067"/>
              <a:ext cx="342920" cy="311738"/>
              <a:chOff x="4561586" y="2430067"/>
              <a:chExt cx="342920" cy="311738"/>
            </a:xfrm>
          </p:grpSpPr>
          <p:sp>
            <p:nvSpPr>
              <p:cNvPr id="4523" name="Google Shape;4523;p6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66"/>
            <p:cNvGrpSpPr/>
            <p:nvPr/>
          </p:nvGrpSpPr>
          <p:grpSpPr>
            <a:xfrm>
              <a:off x="4561586" y="2104422"/>
              <a:ext cx="342920" cy="311738"/>
              <a:chOff x="4561586" y="2104422"/>
              <a:chExt cx="342920" cy="311738"/>
            </a:xfrm>
          </p:grpSpPr>
          <p:sp>
            <p:nvSpPr>
              <p:cNvPr id="4526" name="Google Shape;4526;p6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66"/>
            <p:cNvGrpSpPr/>
            <p:nvPr/>
          </p:nvGrpSpPr>
          <p:grpSpPr>
            <a:xfrm>
              <a:off x="4204684" y="2104422"/>
              <a:ext cx="342957" cy="311664"/>
              <a:chOff x="4204684" y="2104422"/>
              <a:chExt cx="342957" cy="311664"/>
            </a:xfrm>
          </p:grpSpPr>
          <p:sp>
            <p:nvSpPr>
              <p:cNvPr id="4529" name="Google Shape;4529;p6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1" name="Google Shape;4531;p66"/>
          <p:cNvGrpSpPr/>
          <p:nvPr/>
        </p:nvGrpSpPr>
        <p:grpSpPr>
          <a:xfrm>
            <a:off x="5536984" y="1171351"/>
            <a:ext cx="660591" cy="688867"/>
            <a:chOff x="5830645" y="1267368"/>
            <a:chExt cx="530340" cy="553040"/>
          </a:xfrm>
        </p:grpSpPr>
        <p:sp>
          <p:nvSpPr>
            <p:cNvPr id="4532" name="Google Shape;4532;p6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3" name="Google Shape;4533;p66"/>
            <p:cNvGrpSpPr/>
            <p:nvPr/>
          </p:nvGrpSpPr>
          <p:grpSpPr>
            <a:xfrm>
              <a:off x="5830645" y="1267368"/>
              <a:ext cx="259743" cy="269909"/>
              <a:chOff x="5830645" y="1267368"/>
              <a:chExt cx="259743" cy="269909"/>
            </a:xfrm>
          </p:grpSpPr>
          <p:sp>
            <p:nvSpPr>
              <p:cNvPr id="4534" name="Google Shape;4534;p6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66"/>
            <p:cNvGrpSpPr/>
            <p:nvPr/>
          </p:nvGrpSpPr>
          <p:grpSpPr>
            <a:xfrm>
              <a:off x="6101293" y="1267368"/>
              <a:ext cx="259692" cy="269909"/>
              <a:chOff x="6101293" y="1267368"/>
              <a:chExt cx="259692" cy="269909"/>
            </a:xfrm>
          </p:grpSpPr>
          <p:sp>
            <p:nvSpPr>
              <p:cNvPr id="4537" name="Google Shape;4537;p6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66"/>
            <p:cNvGrpSpPr/>
            <p:nvPr/>
          </p:nvGrpSpPr>
          <p:grpSpPr>
            <a:xfrm>
              <a:off x="5830645" y="1550500"/>
              <a:ext cx="259692" cy="269909"/>
              <a:chOff x="5830645" y="1550500"/>
              <a:chExt cx="259692" cy="269909"/>
            </a:xfrm>
          </p:grpSpPr>
          <p:sp>
            <p:nvSpPr>
              <p:cNvPr id="4540" name="Google Shape;4540;p6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66"/>
            <p:cNvGrpSpPr/>
            <p:nvPr/>
          </p:nvGrpSpPr>
          <p:grpSpPr>
            <a:xfrm>
              <a:off x="6101293" y="1550500"/>
              <a:ext cx="259692" cy="269909"/>
              <a:chOff x="6101293" y="1550500"/>
              <a:chExt cx="259692" cy="269909"/>
            </a:xfrm>
          </p:grpSpPr>
          <p:sp>
            <p:nvSpPr>
              <p:cNvPr id="4543" name="Google Shape;4543;p6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5" name="Google Shape;4545;p66"/>
          <p:cNvGrpSpPr/>
          <p:nvPr/>
        </p:nvGrpSpPr>
        <p:grpSpPr>
          <a:xfrm>
            <a:off x="739138" y="2061810"/>
            <a:ext cx="697154" cy="679574"/>
            <a:chOff x="2679875" y="2361475"/>
            <a:chExt cx="780425" cy="760575"/>
          </a:xfrm>
        </p:grpSpPr>
        <p:sp>
          <p:nvSpPr>
            <p:cNvPr id="4546" name="Google Shape;4546;p6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66"/>
          <p:cNvGrpSpPr/>
          <p:nvPr/>
        </p:nvGrpSpPr>
        <p:grpSpPr>
          <a:xfrm>
            <a:off x="3138297" y="1171402"/>
            <a:ext cx="735829" cy="684547"/>
            <a:chOff x="3351965" y="1148808"/>
            <a:chExt cx="750770" cy="698375"/>
          </a:xfrm>
        </p:grpSpPr>
        <p:grpSp>
          <p:nvGrpSpPr>
            <p:cNvPr id="4553" name="Google Shape;4553;p66"/>
            <p:cNvGrpSpPr/>
            <p:nvPr/>
          </p:nvGrpSpPr>
          <p:grpSpPr>
            <a:xfrm>
              <a:off x="3586796" y="1148808"/>
              <a:ext cx="294857" cy="286830"/>
              <a:chOff x="3750225" y="1774000"/>
              <a:chExt cx="149575" cy="145525"/>
            </a:xfrm>
          </p:grpSpPr>
          <p:sp>
            <p:nvSpPr>
              <p:cNvPr id="4554" name="Google Shape;4554;p6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66"/>
            <p:cNvGrpSpPr/>
            <p:nvPr/>
          </p:nvGrpSpPr>
          <p:grpSpPr>
            <a:xfrm>
              <a:off x="3779245" y="1375768"/>
              <a:ext cx="323490" cy="286978"/>
              <a:chOff x="3847850" y="1889150"/>
              <a:chExt cx="164100" cy="145600"/>
            </a:xfrm>
          </p:grpSpPr>
          <p:sp>
            <p:nvSpPr>
              <p:cNvPr id="4557" name="Google Shape;4557;p6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66"/>
            <p:cNvGrpSpPr/>
            <p:nvPr/>
          </p:nvGrpSpPr>
          <p:grpSpPr>
            <a:xfrm>
              <a:off x="3351965" y="1330435"/>
              <a:ext cx="295449" cy="285401"/>
              <a:chOff x="3631100" y="1866150"/>
              <a:chExt cx="149875" cy="144800"/>
            </a:xfrm>
          </p:grpSpPr>
          <p:sp>
            <p:nvSpPr>
              <p:cNvPr id="4560" name="Google Shape;4560;p6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66"/>
            <p:cNvGrpSpPr/>
            <p:nvPr/>
          </p:nvGrpSpPr>
          <p:grpSpPr>
            <a:xfrm>
              <a:off x="3548208" y="1560352"/>
              <a:ext cx="294808" cy="286830"/>
              <a:chOff x="3730650" y="1982800"/>
              <a:chExt cx="149550" cy="145525"/>
            </a:xfrm>
          </p:grpSpPr>
          <p:sp>
            <p:nvSpPr>
              <p:cNvPr id="4563" name="Google Shape;4563;p6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5" name="Google Shape;4565;p66"/>
          <p:cNvGrpSpPr/>
          <p:nvPr/>
        </p:nvGrpSpPr>
        <p:grpSpPr>
          <a:xfrm>
            <a:off x="7639949" y="1171356"/>
            <a:ext cx="804565" cy="677795"/>
            <a:chOff x="7636443" y="1204988"/>
            <a:chExt cx="804565" cy="677795"/>
          </a:xfrm>
        </p:grpSpPr>
        <p:grpSp>
          <p:nvGrpSpPr>
            <p:cNvPr id="4566" name="Google Shape;4566;p66"/>
            <p:cNvGrpSpPr/>
            <p:nvPr/>
          </p:nvGrpSpPr>
          <p:grpSpPr>
            <a:xfrm>
              <a:off x="7636443" y="1509705"/>
              <a:ext cx="804565" cy="373078"/>
              <a:chOff x="7636443" y="1509705"/>
              <a:chExt cx="804565" cy="373078"/>
            </a:xfrm>
          </p:grpSpPr>
          <p:sp>
            <p:nvSpPr>
              <p:cNvPr id="4567" name="Google Shape;4567;p6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66"/>
            <p:cNvGrpSpPr/>
            <p:nvPr/>
          </p:nvGrpSpPr>
          <p:grpSpPr>
            <a:xfrm>
              <a:off x="7636443" y="1408133"/>
              <a:ext cx="804565" cy="373078"/>
              <a:chOff x="7636443" y="1408133"/>
              <a:chExt cx="804565" cy="373078"/>
            </a:xfrm>
          </p:grpSpPr>
          <p:sp>
            <p:nvSpPr>
              <p:cNvPr id="4570" name="Google Shape;4570;p6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66"/>
            <p:cNvGrpSpPr/>
            <p:nvPr/>
          </p:nvGrpSpPr>
          <p:grpSpPr>
            <a:xfrm>
              <a:off x="7636443" y="1306560"/>
              <a:ext cx="804565" cy="373078"/>
              <a:chOff x="7636443" y="1306560"/>
              <a:chExt cx="804565" cy="373078"/>
            </a:xfrm>
          </p:grpSpPr>
          <p:sp>
            <p:nvSpPr>
              <p:cNvPr id="4573" name="Google Shape;4573;p6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66"/>
            <p:cNvGrpSpPr/>
            <p:nvPr/>
          </p:nvGrpSpPr>
          <p:grpSpPr>
            <a:xfrm>
              <a:off x="7636443" y="1204988"/>
              <a:ext cx="804565" cy="373078"/>
              <a:chOff x="7636443" y="1204988"/>
              <a:chExt cx="804565" cy="373078"/>
            </a:xfrm>
          </p:grpSpPr>
          <p:sp>
            <p:nvSpPr>
              <p:cNvPr id="4576" name="Google Shape;4576;p6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8" name="Google Shape;4578;p66"/>
          <p:cNvGrpSpPr/>
          <p:nvPr/>
        </p:nvGrpSpPr>
        <p:grpSpPr>
          <a:xfrm>
            <a:off x="4978796" y="2078771"/>
            <a:ext cx="661339" cy="661188"/>
            <a:chOff x="3990000" y="975400"/>
            <a:chExt cx="3934200" cy="3933300"/>
          </a:xfrm>
        </p:grpSpPr>
        <p:sp>
          <p:nvSpPr>
            <p:cNvPr id="4579" name="Google Shape;4579;p6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66"/>
          <p:cNvGrpSpPr/>
          <p:nvPr/>
        </p:nvGrpSpPr>
        <p:grpSpPr>
          <a:xfrm>
            <a:off x="6622444" y="2057409"/>
            <a:ext cx="868881" cy="684241"/>
            <a:chOff x="6598259" y="2078634"/>
            <a:chExt cx="868881" cy="684241"/>
          </a:xfrm>
        </p:grpSpPr>
        <p:sp>
          <p:nvSpPr>
            <p:cNvPr id="4584" name="Google Shape;4584;p6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0" name="Google Shape;4590;p66"/>
            <p:cNvGrpSpPr/>
            <p:nvPr/>
          </p:nvGrpSpPr>
          <p:grpSpPr>
            <a:xfrm>
              <a:off x="6808175" y="2078634"/>
              <a:ext cx="452229" cy="684241"/>
              <a:chOff x="6808175" y="2078634"/>
              <a:chExt cx="452229" cy="684241"/>
            </a:xfrm>
          </p:grpSpPr>
          <p:sp>
            <p:nvSpPr>
              <p:cNvPr id="4591" name="Google Shape;4591;p6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7" name="Google Shape;4597;p66"/>
              <p:cNvGrpSpPr/>
              <p:nvPr/>
            </p:nvGrpSpPr>
            <p:grpSpPr>
              <a:xfrm>
                <a:off x="6821586" y="2078634"/>
                <a:ext cx="426871" cy="684241"/>
                <a:chOff x="6821586" y="2078634"/>
                <a:chExt cx="426871" cy="684241"/>
              </a:xfrm>
            </p:grpSpPr>
            <p:grpSp>
              <p:nvGrpSpPr>
                <p:cNvPr id="4598" name="Google Shape;4598;p66"/>
                <p:cNvGrpSpPr/>
                <p:nvPr/>
              </p:nvGrpSpPr>
              <p:grpSpPr>
                <a:xfrm>
                  <a:off x="6821586" y="2078634"/>
                  <a:ext cx="426871" cy="684241"/>
                  <a:chOff x="6821586" y="2078634"/>
                  <a:chExt cx="426871" cy="684241"/>
                </a:xfrm>
              </p:grpSpPr>
              <p:sp>
                <p:nvSpPr>
                  <p:cNvPr id="4599" name="Google Shape;4599;p6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8" name="Google Shape;4618;p6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24" name="Google Shape;4624;p66"/>
          <p:cNvGrpSpPr/>
          <p:nvPr/>
        </p:nvGrpSpPr>
        <p:grpSpPr>
          <a:xfrm>
            <a:off x="5795610" y="2063018"/>
            <a:ext cx="671358" cy="671358"/>
            <a:chOff x="6535625" y="760425"/>
            <a:chExt cx="1665900" cy="1665900"/>
          </a:xfrm>
        </p:grpSpPr>
        <p:sp>
          <p:nvSpPr>
            <p:cNvPr id="4625" name="Google Shape;4625;p6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66"/>
          <p:cNvGrpSpPr/>
          <p:nvPr/>
        </p:nvGrpSpPr>
        <p:grpSpPr>
          <a:xfrm>
            <a:off x="732427" y="3731418"/>
            <a:ext cx="1340789" cy="640830"/>
            <a:chOff x="238125" y="1151100"/>
            <a:chExt cx="7139450" cy="3412300"/>
          </a:xfrm>
        </p:grpSpPr>
        <p:sp>
          <p:nvSpPr>
            <p:cNvPr id="4630" name="Google Shape;4630;p6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66"/>
          <p:cNvGrpSpPr/>
          <p:nvPr/>
        </p:nvGrpSpPr>
        <p:grpSpPr>
          <a:xfrm>
            <a:off x="5599650" y="2934699"/>
            <a:ext cx="985357" cy="585764"/>
            <a:chOff x="5145061" y="2881789"/>
            <a:chExt cx="1107641" cy="658458"/>
          </a:xfrm>
        </p:grpSpPr>
        <p:grpSp>
          <p:nvGrpSpPr>
            <p:cNvPr id="4643" name="Google Shape;4643;p66"/>
            <p:cNvGrpSpPr/>
            <p:nvPr/>
          </p:nvGrpSpPr>
          <p:grpSpPr>
            <a:xfrm>
              <a:off x="5722989" y="3244587"/>
              <a:ext cx="529713" cy="295659"/>
              <a:chOff x="5722989" y="3244587"/>
              <a:chExt cx="529713" cy="295659"/>
            </a:xfrm>
          </p:grpSpPr>
          <p:sp>
            <p:nvSpPr>
              <p:cNvPr id="4644" name="Google Shape;4644;p6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645" name="Google Shape;4645;p6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646" name="Google Shape;4646;p66"/>
            <p:cNvGrpSpPr/>
            <p:nvPr/>
          </p:nvGrpSpPr>
          <p:grpSpPr>
            <a:xfrm>
              <a:off x="5145061" y="3244587"/>
              <a:ext cx="536807" cy="295659"/>
              <a:chOff x="5145061" y="3244587"/>
              <a:chExt cx="536807" cy="295659"/>
            </a:xfrm>
          </p:grpSpPr>
          <p:sp>
            <p:nvSpPr>
              <p:cNvPr id="4647" name="Google Shape;4647;p6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648" name="Google Shape;4648;p6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649" name="Google Shape;4649;p66"/>
            <p:cNvGrpSpPr/>
            <p:nvPr/>
          </p:nvGrpSpPr>
          <p:grpSpPr>
            <a:xfrm>
              <a:off x="5341327" y="2898245"/>
              <a:ext cx="532309" cy="614891"/>
              <a:chOff x="5341327" y="2898245"/>
              <a:chExt cx="532309" cy="614891"/>
            </a:xfrm>
          </p:grpSpPr>
          <p:sp>
            <p:nvSpPr>
              <p:cNvPr id="4650" name="Google Shape;4650;p6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651" name="Google Shape;4651;p6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652" name="Google Shape;4652;p66"/>
            <p:cNvGrpSpPr/>
            <p:nvPr/>
          </p:nvGrpSpPr>
          <p:grpSpPr>
            <a:xfrm>
              <a:off x="5532290" y="2881789"/>
              <a:ext cx="620516" cy="305456"/>
              <a:chOff x="5532290" y="2881789"/>
              <a:chExt cx="620516" cy="305456"/>
            </a:xfrm>
          </p:grpSpPr>
          <p:sp>
            <p:nvSpPr>
              <p:cNvPr id="4653" name="Google Shape;4653;p6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654" name="Google Shape;4654;p6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655" name="Google Shape;4655;p66"/>
          <p:cNvGrpSpPr/>
          <p:nvPr/>
        </p:nvGrpSpPr>
        <p:grpSpPr>
          <a:xfrm>
            <a:off x="8178573" y="3726757"/>
            <a:ext cx="269068" cy="645491"/>
            <a:chOff x="7026852" y="3311869"/>
            <a:chExt cx="434331" cy="1041954"/>
          </a:xfrm>
        </p:grpSpPr>
        <p:sp>
          <p:nvSpPr>
            <p:cNvPr id="4656" name="Google Shape;4656;p6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9" name="Google Shape;4659;p66"/>
          <p:cNvGrpSpPr/>
          <p:nvPr/>
        </p:nvGrpSpPr>
        <p:grpSpPr>
          <a:xfrm>
            <a:off x="6195154" y="3765995"/>
            <a:ext cx="293882" cy="293836"/>
            <a:chOff x="4873519" y="3311869"/>
            <a:chExt cx="499374" cy="499296"/>
          </a:xfrm>
        </p:grpSpPr>
        <p:sp>
          <p:nvSpPr>
            <p:cNvPr id="4660" name="Google Shape;4660;p6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66"/>
          <p:cNvGrpSpPr/>
          <p:nvPr/>
        </p:nvGrpSpPr>
        <p:grpSpPr>
          <a:xfrm>
            <a:off x="6195154" y="4078366"/>
            <a:ext cx="293882" cy="293882"/>
            <a:chOff x="4873519" y="3875839"/>
            <a:chExt cx="499374" cy="499374"/>
          </a:xfrm>
        </p:grpSpPr>
        <p:sp>
          <p:nvSpPr>
            <p:cNvPr id="4663" name="Google Shape;4663;p6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66"/>
          <p:cNvGrpSpPr/>
          <p:nvPr/>
        </p:nvGrpSpPr>
        <p:grpSpPr>
          <a:xfrm>
            <a:off x="2425681" y="2050319"/>
            <a:ext cx="698104" cy="698208"/>
            <a:chOff x="2565073" y="2075876"/>
            <a:chExt cx="672482" cy="672518"/>
          </a:xfrm>
        </p:grpSpPr>
        <p:sp>
          <p:nvSpPr>
            <p:cNvPr id="4666" name="Google Shape;4666;p6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66"/>
          <p:cNvGrpSpPr/>
          <p:nvPr/>
        </p:nvGrpSpPr>
        <p:grpSpPr>
          <a:xfrm>
            <a:off x="5649092" y="3734919"/>
            <a:ext cx="438354" cy="637329"/>
            <a:chOff x="1697726" y="3244179"/>
            <a:chExt cx="788124" cy="1146069"/>
          </a:xfrm>
        </p:grpSpPr>
        <p:sp>
          <p:nvSpPr>
            <p:cNvPr id="4673" name="Google Shape;4673;p6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5" name="Google Shape;4675;p6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6" name="Google Shape;4676;p66"/>
          <p:cNvGrpSpPr/>
          <p:nvPr/>
        </p:nvGrpSpPr>
        <p:grpSpPr>
          <a:xfrm>
            <a:off x="7650306" y="2063282"/>
            <a:ext cx="799565" cy="670282"/>
            <a:chOff x="7617850" y="2063282"/>
            <a:chExt cx="799565" cy="670282"/>
          </a:xfrm>
        </p:grpSpPr>
        <p:cxnSp>
          <p:nvCxnSpPr>
            <p:cNvPr id="4677" name="Google Shape;4677;p6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678" name="Google Shape;4678;p6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679" name="Google Shape;4679;p6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680" name="Google Shape;4680;p6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681" name="Google Shape;4681;p6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682" name="Google Shape;4682;p6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683" name="Google Shape;4683;p66"/>
            <p:cNvGrpSpPr/>
            <p:nvPr/>
          </p:nvGrpSpPr>
          <p:grpSpPr>
            <a:xfrm>
              <a:off x="7734309" y="2063282"/>
              <a:ext cx="570957" cy="620095"/>
              <a:chOff x="7734309" y="2063282"/>
              <a:chExt cx="570957" cy="620095"/>
            </a:xfrm>
          </p:grpSpPr>
          <p:grpSp>
            <p:nvGrpSpPr>
              <p:cNvPr id="4684" name="Google Shape;4684;p66"/>
              <p:cNvGrpSpPr/>
              <p:nvPr/>
            </p:nvGrpSpPr>
            <p:grpSpPr>
              <a:xfrm>
                <a:off x="8031573" y="2063282"/>
                <a:ext cx="273693" cy="620095"/>
                <a:chOff x="8031573" y="2063282"/>
                <a:chExt cx="273693" cy="620095"/>
              </a:xfrm>
            </p:grpSpPr>
            <p:sp>
              <p:nvSpPr>
                <p:cNvPr id="4685" name="Google Shape;4685;p6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66"/>
              <p:cNvGrpSpPr/>
              <p:nvPr/>
            </p:nvGrpSpPr>
            <p:grpSpPr>
              <a:xfrm flipH="1">
                <a:off x="7734309" y="2063282"/>
                <a:ext cx="273693" cy="620095"/>
                <a:chOff x="8031573" y="2063282"/>
                <a:chExt cx="273693" cy="620095"/>
              </a:xfrm>
            </p:grpSpPr>
            <p:sp>
              <p:nvSpPr>
                <p:cNvPr id="4690" name="Google Shape;4690;p6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694" name="Google Shape;4694;p66"/>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6"/>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6" name="Google Shape;4696;p66"/>
          <p:cNvGrpSpPr/>
          <p:nvPr/>
        </p:nvGrpSpPr>
        <p:grpSpPr>
          <a:xfrm>
            <a:off x="7836913" y="2916765"/>
            <a:ext cx="602567" cy="601884"/>
            <a:chOff x="1186975" y="238125"/>
            <a:chExt cx="5244275" cy="5238325"/>
          </a:xfrm>
        </p:grpSpPr>
        <p:sp>
          <p:nvSpPr>
            <p:cNvPr id="4697" name="Google Shape;4697;p6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66"/>
          <p:cNvGrpSpPr/>
          <p:nvPr/>
        </p:nvGrpSpPr>
        <p:grpSpPr>
          <a:xfrm>
            <a:off x="3279650" y="2056249"/>
            <a:ext cx="651848" cy="687338"/>
            <a:chOff x="3400515" y="2056248"/>
            <a:chExt cx="698134" cy="735987"/>
          </a:xfrm>
        </p:grpSpPr>
        <p:grpSp>
          <p:nvGrpSpPr>
            <p:cNvPr id="4702" name="Google Shape;4702;p66"/>
            <p:cNvGrpSpPr/>
            <p:nvPr/>
          </p:nvGrpSpPr>
          <p:grpSpPr>
            <a:xfrm>
              <a:off x="3400515" y="2283913"/>
              <a:ext cx="312919" cy="219900"/>
              <a:chOff x="3400515" y="2283913"/>
              <a:chExt cx="312919" cy="219900"/>
            </a:xfrm>
          </p:grpSpPr>
          <p:sp>
            <p:nvSpPr>
              <p:cNvPr id="4703" name="Google Shape;4703;p6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04" name="Google Shape;4704;p6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705" name="Google Shape;4705;p66"/>
            <p:cNvGrpSpPr/>
            <p:nvPr/>
          </p:nvGrpSpPr>
          <p:grpSpPr>
            <a:xfrm>
              <a:off x="3547823" y="2461089"/>
              <a:ext cx="219900" cy="331146"/>
              <a:chOff x="3547823" y="2461089"/>
              <a:chExt cx="219900" cy="331146"/>
            </a:xfrm>
          </p:grpSpPr>
          <p:sp>
            <p:nvSpPr>
              <p:cNvPr id="4706" name="Google Shape;4706;p6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07" name="Google Shape;4707;p6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708" name="Google Shape;4708;p66"/>
            <p:cNvGrpSpPr/>
            <p:nvPr/>
          </p:nvGrpSpPr>
          <p:grpSpPr>
            <a:xfrm>
              <a:off x="3734138" y="2461089"/>
              <a:ext cx="219900" cy="331146"/>
              <a:chOff x="3734138" y="2461089"/>
              <a:chExt cx="219900" cy="331146"/>
            </a:xfrm>
          </p:grpSpPr>
          <p:sp>
            <p:nvSpPr>
              <p:cNvPr id="4709" name="Google Shape;4709;p6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10" name="Google Shape;4710;p6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711" name="Google Shape;4711;p66"/>
            <p:cNvGrpSpPr/>
            <p:nvPr/>
          </p:nvGrpSpPr>
          <p:grpSpPr>
            <a:xfrm>
              <a:off x="3787560" y="2281742"/>
              <a:ext cx="311089" cy="219900"/>
              <a:chOff x="3787560" y="2281742"/>
              <a:chExt cx="311089" cy="219900"/>
            </a:xfrm>
          </p:grpSpPr>
          <p:sp>
            <p:nvSpPr>
              <p:cNvPr id="4712" name="Google Shape;4712;p6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713" name="Google Shape;4713;p6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714" name="Google Shape;4714;p66"/>
            <p:cNvGrpSpPr/>
            <p:nvPr/>
          </p:nvGrpSpPr>
          <p:grpSpPr>
            <a:xfrm>
              <a:off x="3637290" y="2056248"/>
              <a:ext cx="219900" cy="330736"/>
              <a:chOff x="3637290" y="2056248"/>
              <a:chExt cx="219900" cy="330736"/>
            </a:xfrm>
          </p:grpSpPr>
          <p:sp>
            <p:nvSpPr>
              <p:cNvPr id="4715" name="Google Shape;4715;p6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716" name="Google Shape;4716;p6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17" name="Google Shape;4717;p66"/>
          <p:cNvGrpSpPr/>
          <p:nvPr/>
        </p:nvGrpSpPr>
        <p:grpSpPr>
          <a:xfrm>
            <a:off x="2571356" y="2926255"/>
            <a:ext cx="1268144" cy="592394"/>
            <a:chOff x="238125" y="1188750"/>
            <a:chExt cx="7140450" cy="3335550"/>
          </a:xfrm>
        </p:grpSpPr>
        <p:sp>
          <p:nvSpPr>
            <p:cNvPr id="4718" name="Google Shape;4718;p6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66"/>
          <p:cNvGrpSpPr/>
          <p:nvPr/>
        </p:nvGrpSpPr>
        <p:grpSpPr>
          <a:xfrm>
            <a:off x="6679257" y="2928410"/>
            <a:ext cx="1053944" cy="590147"/>
            <a:chOff x="238125" y="1335475"/>
            <a:chExt cx="5418735" cy="3034175"/>
          </a:xfrm>
        </p:grpSpPr>
        <p:sp>
          <p:nvSpPr>
            <p:cNvPr id="4724" name="Google Shape;4724;p6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 name="Google Shape;4727;p66"/>
          <p:cNvGrpSpPr/>
          <p:nvPr/>
        </p:nvGrpSpPr>
        <p:grpSpPr>
          <a:xfrm>
            <a:off x="4110066" y="3733309"/>
            <a:ext cx="1268207" cy="638939"/>
            <a:chOff x="3967651" y="3645904"/>
            <a:chExt cx="1479304" cy="745292"/>
          </a:xfrm>
        </p:grpSpPr>
        <p:grpSp>
          <p:nvGrpSpPr>
            <p:cNvPr id="4728" name="Google Shape;4728;p66"/>
            <p:cNvGrpSpPr/>
            <p:nvPr/>
          </p:nvGrpSpPr>
          <p:grpSpPr>
            <a:xfrm>
              <a:off x="3967651" y="4009026"/>
              <a:ext cx="1479304" cy="382170"/>
              <a:chOff x="3967651" y="4009026"/>
              <a:chExt cx="1479304" cy="382170"/>
            </a:xfrm>
          </p:grpSpPr>
          <p:grpSp>
            <p:nvGrpSpPr>
              <p:cNvPr id="4729" name="Google Shape;4729;p66"/>
              <p:cNvGrpSpPr/>
              <p:nvPr/>
            </p:nvGrpSpPr>
            <p:grpSpPr>
              <a:xfrm>
                <a:off x="4892216" y="4195630"/>
                <a:ext cx="554739" cy="195566"/>
                <a:chOff x="3604375" y="4892160"/>
                <a:chExt cx="1651500" cy="582215"/>
              </a:xfrm>
            </p:grpSpPr>
            <p:sp>
              <p:nvSpPr>
                <p:cNvPr id="4730" name="Google Shape;4730;p6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6"/>
              <p:cNvGrpSpPr/>
              <p:nvPr/>
            </p:nvGrpSpPr>
            <p:grpSpPr>
              <a:xfrm>
                <a:off x="3967651" y="4146303"/>
                <a:ext cx="579402" cy="244893"/>
                <a:chOff x="851875" y="4745310"/>
                <a:chExt cx="1724925" cy="729065"/>
              </a:xfrm>
            </p:grpSpPr>
            <p:sp>
              <p:nvSpPr>
                <p:cNvPr id="4733" name="Google Shape;4733;p6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66"/>
              <p:cNvGrpSpPr/>
              <p:nvPr/>
            </p:nvGrpSpPr>
            <p:grpSpPr>
              <a:xfrm>
                <a:off x="4460753" y="4009026"/>
                <a:ext cx="493110" cy="382170"/>
                <a:chOff x="2319875" y="4336625"/>
                <a:chExt cx="1468025" cy="1137750"/>
              </a:xfrm>
            </p:grpSpPr>
            <p:sp>
              <p:nvSpPr>
                <p:cNvPr id="4736" name="Google Shape;4736;p6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8" name="Google Shape;4738;p66"/>
            <p:cNvGrpSpPr/>
            <p:nvPr/>
          </p:nvGrpSpPr>
          <p:grpSpPr>
            <a:xfrm>
              <a:off x="4479443" y="3645904"/>
              <a:ext cx="455965" cy="388789"/>
              <a:chOff x="2957425" y="238100"/>
              <a:chExt cx="1910200" cy="1628775"/>
            </a:xfrm>
          </p:grpSpPr>
          <p:sp>
            <p:nvSpPr>
              <p:cNvPr id="4739" name="Google Shape;4739;p6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9" name="Google Shape;4749;p66"/>
          <p:cNvGrpSpPr/>
          <p:nvPr/>
        </p:nvGrpSpPr>
        <p:grpSpPr>
          <a:xfrm>
            <a:off x="2496179" y="3734510"/>
            <a:ext cx="1243128" cy="637739"/>
            <a:chOff x="2496310" y="3693351"/>
            <a:chExt cx="1342906" cy="688926"/>
          </a:xfrm>
        </p:grpSpPr>
        <p:grpSp>
          <p:nvGrpSpPr>
            <p:cNvPr id="4750" name="Google Shape;4750;p66"/>
            <p:cNvGrpSpPr/>
            <p:nvPr/>
          </p:nvGrpSpPr>
          <p:grpSpPr>
            <a:xfrm>
              <a:off x="2496310" y="3693351"/>
              <a:ext cx="1342906" cy="688875"/>
              <a:chOff x="2496310" y="3693351"/>
              <a:chExt cx="1342906" cy="688875"/>
            </a:xfrm>
          </p:grpSpPr>
          <p:sp>
            <p:nvSpPr>
              <p:cNvPr id="4751" name="Google Shape;4751;p6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7" name="Google Shape;4757;p66"/>
              <p:cNvCxnSpPr>
                <a:stCxn id="475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758" name="Google Shape;4758;p66"/>
              <p:cNvCxnSpPr>
                <a:stCxn id="475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759" name="Google Shape;4759;p66"/>
              <p:cNvCxnSpPr>
                <a:stCxn id="475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760" name="Google Shape;4760;p66"/>
              <p:cNvCxnSpPr>
                <a:stCxn id="475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761" name="Google Shape;4761;p66"/>
              <p:cNvCxnSpPr>
                <a:stCxn id="475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762" name="Google Shape;4762;p66"/>
            <p:cNvGrpSpPr/>
            <p:nvPr/>
          </p:nvGrpSpPr>
          <p:grpSpPr>
            <a:xfrm>
              <a:off x="2675275" y="3930557"/>
              <a:ext cx="1003306" cy="451719"/>
              <a:chOff x="2675275" y="4174282"/>
              <a:chExt cx="1003306" cy="451719"/>
            </a:xfrm>
          </p:grpSpPr>
          <p:sp>
            <p:nvSpPr>
              <p:cNvPr id="4763" name="Google Shape;4763;p6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6" name="Google Shape;4766;p66"/>
          <p:cNvGrpSpPr/>
          <p:nvPr/>
        </p:nvGrpSpPr>
        <p:grpSpPr>
          <a:xfrm>
            <a:off x="1669850" y="1171356"/>
            <a:ext cx="574511" cy="874709"/>
            <a:chOff x="1715404" y="1112080"/>
            <a:chExt cx="642270" cy="977984"/>
          </a:xfrm>
        </p:grpSpPr>
        <p:grpSp>
          <p:nvGrpSpPr>
            <p:cNvPr id="4767" name="Google Shape;4767;p66"/>
            <p:cNvGrpSpPr/>
            <p:nvPr/>
          </p:nvGrpSpPr>
          <p:grpSpPr>
            <a:xfrm>
              <a:off x="1715404" y="1112080"/>
              <a:ext cx="642270" cy="977984"/>
              <a:chOff x="1715404" y="1112080"/>
              <a:chExt cx="642270" cy="977984"/>
            </a:xfrm>
          </p:grpSpPr>
          <p:sp>
            <p:nvSpPr>
              <p:cNvPr id="4768" name="Google Shape;4768;p6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66"/>
            <p:cNvGrpSpPr/>
            <p:nvPr/>
          </p:nvGrpSpPr>
          <p:grpSpPr>
            <a:xfrm>
              <a:off x="1768927" y="1165603"/>
              <a:ext cx="535225" cy="851367"/>
              <a:chOff x="1768927" y="1165603"/>
              <a:chExt cx="535225" cy="851367"/>
            </a:xfrm>
          </p:grpSpPr>
          <p:sp>
            <p:nvSpPr>
              <p:cNvPr id="4771" name="Google Shape;4771;p6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66"/>
            <p:cNvGrpSpPr/>
            <p:nvPr/>
          </p:nvGrpSpPr>
          <p:grpSpPr>
            <a:xfrm>
              <a:off x="1822449" y="1219125"/>
              <a:ext cx="428180" cy="718859"/>
              <a:chOff x="1822449" y="1219125"/>
              <a:chExt cx="428180" cy="718859"/>
            </a:xfrm>
          </p:grpSpPr>
          <p:sp>
            <p:nvSpPr>
              <p:cNvPr id="4774" name="Google Shape;4774;p6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66"/>
            <p:cNvGrpSpPr/>
            <p:nvPr/>
          </p:nvGrpSpPr>
          <p:grpSpPr>
            <a:xfrm>
              <a:off x="1875972" y="1272648"/>
              <a:ext cx="321135" cy="586939"/>
              <a:chOff x="1875972" y="1272648"/>
              <a:chExt cx="321135" cy="586939"/>
            </a:xfrm>
          </p:grpSpPr>
          <p:sp>
            <p:nvSpPr>
              <p:cNvPr id="4777" name="Google Shape;4777;p6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9" name="Google Shape;4779;p66"/>
          <p:cNvGrpSpPr/>
          <p:nvPr/>
        </p:nvGrpSpPr>
        <p:grpSpPr>
          <a:xfrm>
            <a:off x="7777011" y="3728078"/>
            <a:ext cx="293855" cy="644170"/>
            <a:chOff x="241025" y="3151575"/>
            <a:chExt cx="293855" cy="644170"/>
          </a:xfrm>
        </p:grpSpPr>
        <p:sp>
          <p:nvSpPr>
            <p:cNvPr id="4780" name="Google Shape;4780;p6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6"/>
          <p:cNvGrpSpPr/>
          <p:nvPr/>
        </p:nvGrpSpPr>
        <p:grpSpPr>
          <a:xfrm>
            <a:off x="724994" y="2928078"/>
            <a:ext cx="1779649" cy="591620"/>
            <a:chOff x="246070" y="1983375"/>
            <a:chExt cx="1855347" cy="616849"/>
          </a:xfrm>
        </p:grpSpPr>
        <p:sp>
          <p:nvSpPr>
            <p:cNvPr id="4783" name="Google Shape;4783;p6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66"/>
          <p:cNvGrpSpPr/>
          <p:nvPr/>
        </p:nvGrpSpPr>
        <p:grpSpPr>
          <a:xfrm>
            <a:off x="2335861" y="1171356"/>
            <a:ext cx="711055" cy="745993"/>
            <a:chOff x="2496269" y="1171698"/>
            <a:chExt cx="761953" cy="799392"/>
          </a:xfrm>
        </p:grpSpPr>
        <p:grpSp>
          <p:nvGrpSpPr>
            <p:cNvPr id="4793" name="Google Shape;4793;p66"/>
            <p:cNvGrpSpPr/>
            <p:nvPr/>
          </p:nvGrpSpPr>
          <p:grpSpPr>
            <a:xfrm>
              <a:off x="2496269" y="1171698"/>
              <a:ext cx="761953" cy="723022"/>
              <a:chOff x="2496269" y="1171698"/>
              <a:chExt cx="761953" cy="723022"/>
            </a:xfrm>
          </p:grpSpPr>
          <p:sp>
            <p:nvSpPr>
              <p:cNvPr id="4794" name="Google Shape;4794;p6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6" name="Google Shape;4796;p66"/>
              <p:cNvGrpSpPr/>
              <p:nvPr/>
            </p:nvGrpSpPr>
            <p:grpSpPr>
              <a:xfrm>
                <a:off x="2496269" y="1171698"/>
                <a:ext cx="761953" cy="723022"/>
                <a:chOff x="2496269" y="1120652"/>
                <a:chExt cx="761953" cy="723022"/>
              </a:xfrm>
            </p:grpSpPr>
            <p:grpSp>
              <p:nvGrpSpPr>
                <p:cNvPr id="4797" name="Google Shape;4797;p66"/>
                <p:cNvGrpSpPr/>
                <p:nvPr/>
              </p:nvGrpSpPr>
              <p:grpSpPr>
                <a:xfrm>
                  <a:off x="2496269" y="1120652"/>
                  <a:ext cx="761953" cy="723022"/>
                  <a:chOff x="2496269" y="1120652"/>
                  <a:chExt cx="761953" cy="723022"/>
                </a:xfrm>
              </p:grpSpPr>
              <p:grpSp>
                <p:nvGrpSpPr>
                  <p:cNvPr id="4798" name="Google Shape;4798;p66"/>
                  <p:cNvGrpSpPr/>
                  <p:nvPr/>
                </p:nvGrpSpPr>
                <p:grpSpPr>
                  <a:xfrm>
                    <a:off x="2496269" y="1304589"/>
                    <a:ext cx="407089" cy="305057"/>
                    <a:chOff x="2496269" y="1304589"/>
                    <a:chExt cx="407089" cy="305057"/>
                  </a:xfrm>
                </p:grpSpPr>
                <p:sp>
                  <p:nvSpPr>
                    <p:cNvPr id="4799" name="Google Shape;4799;p6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1" name="Google Shape;4801;p66"/>
                  <p:cNvGrpSpPr/>
                  <p:nvPr/>
                </p:nvGrpSpPr>
                <p:grpSpPr>
                  <a:xfrm>
                    <a:off x="2586468" y="1493376"/>
                    <a:ext cx="358850" cy="349656"/>
                    <a:chOff x="2586468" y="1493376"/>
                    <a:chExt cx="358850" cy="349656"/>
                  </a:xfrm>
                </p:grpSpPr>
                <p:sp>
                  <p:nvSpPr>
                    <p:cNvPr id="4802" name="Google Shape;4802;p6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66"/>
                  <p:cNvGrpSpPr/>
                  <p:nvPr/>
                </p:nvGrpSpPr>
                <p:grpSpPr>
                  <a:xfrm>
                    <a:off x="2807939" y="1494024"/>
                    <a:ext cx="358857" cy="349650"/>
                    <a:chOff x="2807939" y="1494024"/>
                    <a:chExt cx="358857" cy="349650"/>
                  </a:xfrm>
                </p:grpSpPr>
                <p:sp>
                  <p:nvSpPr>
                    <p:cNvPr id="4805" name="Google Shape;4805;p6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66"/>
                  <p:cNvGrpSpPr/>
                  <p:nvPr/>
                </p:nvGrpSpPr>
                <p:grpSpPr>
                  <a:xfrm>
                    <a:off x="2851133" y="1305635"/>
                    <a:ext cx="407089" cy="305057"/>
                    <a:chOff x="2851133" y="1305635"/>
                    <a:chExt cx="407089" cy="305057"/>
                  </a:xfrm>
                </p:grpSpPr>
                <p:sp>
                  <p:nvSpPr>
                    <p:cNvPr id="4808" name="Google Shape;4808;p6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66"/>
                  <p:cNvGrpSpPr/>
                  <p:nvPr/>
                </p:nvGrpSpPr>
                <p:grpSpPr>
                  <a:xfrm>
                    <a:off x="2727495" y="1120652"/>
                    <a:ext cx="300271" cy="396358"/>
                    <a:chOff x="2727495" y="1120652"/>
                    <a:chExt cx="300271" cy="396358"/>
                  </a:xfrm>
                </p:grpSpPr>
                <p:sp>
                  <p:nvSpPr>
                    <p:cNvPr id="4811" name="Google Shape;4811;p6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3" name="Google Shape;4813;p66"/>
                <p:cNvGrpSpPr/>
                <p:nvPr/>
              </p:nvGrpSpPr>
              <p:grpSpPr>
                <a:xfrm>
                  <a:off x="2722305" y="1350460"/>
                  <a:ext cx="308357" cy="308344"/>
                  <a:chOff x="2722305" y="1350460"/>
                  <a:chExt cx="308357" cy="308344"/>
                </a:xfrm>
              </p:grpSpPr>
              <p:sp>
                <p:nvSpPr>
                  <p:cNvPr id="4814" name="Google Shape;4814;p6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5" name="Google Shape;4815;p66"/>
                  <p:cNvGrpSpPr/>
                  <p:nvPr/>
                </p:nvGrpSpPr>
                <p:grpSpPr>
                  <a:xfrm>
                    <a:off x="2725064" y="1364529"/>
                    <a:ext cx="297954" cy="280182"/>
                    <a:chOff x="2725064" y="1364529"/>
                    <a:chExt cx="297954" cy="280182"/>
                  </a:xfrm>
                </p:grpSpPr>
                <p:sp>
                  <p:nvSpPr>
                    <p:cNvPr id="4816" name="Google Shape;4816;p6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821" name="Google Shape;4821;p6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66"/>
          <p:cNvGrpSpPr/>
          <p:nvPr/>
        </p:nvGrpSpPr>
        <p:grpSpPr>
          <a:xfrm>
            <a:off x="3924561" y="2927462"/>
            <a:ext cx="1569144" cy="591015"/>
            <a:chOff x="3820100" y="3023049"/>
            <a:chExt cx="1303926" cy="491162"/>
          </a:xfrm>
        </p:grpSpPr>
        <p:grpSp>
          <p:nvGrpSpPr>
            <p:cNvPr id="4827" name="Google Shape;4827;p66"/>
            <p:cNvGrpSpPr/>
            <p:nvPr/>
          </p:nvGrpSpPr>
          <p:grpSpPr>
            <a:xfrm>
              <a:off x="3820100" y="3023072"/>
              <a:ext cx="1303926" cy="491139"/>
              <a:chOff x="3820100" y="3023072"/>
              <a:chExt cx="1303926" cy="491139"/>
            </a:xfrm>
          </p:grpSpPr>
          <p:sp>
            <p:nvSpPr>
              <p:cNvPr id="4828" name="Google Shape;4828;p6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66"/>
            <p:cNvGrpSpPr/>
            <p:nvPr/>
          </p:nvGrpSpPr>
          <p:grpSpPr>
            <a:xfrm>
              <a:off x="4132439" y="3023645"/>
              <a:ext cx="393633" cy="177096"/>
              <a:chOff x="4132439" y="3023645"/>
              <a:chExt cx="393633" cy="177096"/>
            </a:xfrm>
          </p:grpSpPr>
          <p:sp>
            <p:nvSpPr>
              <p:cNvPr id="4831" name="Google Shape;4831;p6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66"/>
            <p:cNvGrpSpPr/>
            <p:nvPr/>
          </p:nvGrpSpPr>
          <p:grpSpPr>
            <a:xfrm>
              <a:off x="3921811" y="3023049"/>
              <a:ext cx="1002397" cy="388943"/>
              <a:chOff x="3921811" y="3023049"/>
              <a:chExt cx="1002397" cy="388943"/>
            </a:xfrm>
          </p:grpSpPr>
          <p:sp>
            <p:nvSpPr>
              <p:cNvPr id="4834" name="Google Shape;4834;p6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66"/>
            <p:cNvGrpSpPr/>
            <p:nvPr/>
          </p:nvGrpSpPr>
          <p:grpSpPr>
            <a:xfrm>
              <a:off x="4023645" y="3023049"/>
              <a:ext cx="683032" cy="286722"/>
              <a:chOff x="4023645" y="3023049"/>
              <a:chExt cx="683032" cy="286722"/>
            </a:xfrm>
          </p:grpSpPr>
          <p:sp>
            <p:nvSpPr>
              <p:cNvPr id="4837" name="Google Shape;4837;p6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9" name="Google Shape;4839;p66"/>
          <p:cNvGrpSpPr/>
          <p:nvPr/>
        </p:nvGrpSpPr>
        <p:grpSpPr>
          <a:xfrm>
            <a:off x="1556683" y="2054307"/>
            <a:ext cx="713522" cy="688025"/>
            <a:chOff x="1706078" y="2092648"/>
            <a:chExt cx="660913" cy="637296"/>
          </a:xfrm>
        </p:grpSpPr>
        <p:sp>
          <p:nvSpPr>
            <p:cNvPr id="4840" name="Google Shape;4840;p6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1" name="Google Shape;4841;p66"/>
            <p:cNvGrpSpPr/>
            <p:nvPr/>
          </p:nvGrpSpPr>
          <p:grpSpPr>
            <a:xfrm>
              <a:off x="1706078" y="2092648"/>
              <a:ext cx="660913" cy="575241"/>
              <a:chOff x="1706078" y="2092648"/>
              <a:chExt cx="660913" cy="575241"/>
            </a:xfrm>
          </p:grpSpPr>
          <p:sp>
            <p:nvSpPr>
              <p:cNvPr id="4842" name="Google Shape;4842;p6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5" name="Google Shape;4845;p66"/>
          <p:cNvGrpSpPr/>
          <p:nvPr/>
        </p:nvGrpSpPr>
        <p:grpSpPr>
          <a:xfrm>
            <a:off x="6318542" y="1171856"/>
            <a:ext cx="1317459" cy="684168"/>
            <a:chOff x="238125" y="999450"/>
            <a:chExt cx="7140700" cy="3708225"/>
          </a:xfrm>
        </p:grpSpPr>
        <p:sp>
          <p:nvSpPr>
            <p:cNvPr id="4846" name="Google Shape;4846;p6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8" name="Shape 4858"/>
        <p:cNvGrpSpPr/>
        <p:nvPr/>
      </p:nvGrpSpPr>
      <p:grpSpPr>
        <a:xfrm>
          <a:off x="0" y="0"/>
          <a:ext cx="0" cy="0"/>
          <a:chOff x="0" y="0"/>
          <a:chExt cx="0" cy="0"/>
        </a:xfrm>
      </p:grpSpPr>
      <p:grpSp>
        <p:nvGrpSpPr>
          <p:cNvPr id="4859" name="Google Shape;4859;p67"/>
          <p:cNvGrpSpPr/>
          <p:nvPr/>
        </p:nvGrpSpPr>
        <p:grpSpPr>
          <a:xfrm>
            <a:off x="729238" y="1179665"/>
            <a:ext cx="1636117" cy="1526144"/>
            <a:chOff x="729238" y="1179665"/>
            <a:chExt cx="1636117" cy="1526144"/>
          </a:xfrm>
        </p:grpSpPr>
        <p:grpSp>
          <p:nvGrpSpPr>
            <p:cNvPr id="4860" name="Google Shape;4860;p67"/>
            <p:cNvGrpSpPr/>
            <p:nvPr/>
          </p:nvGrpSpPr>
          <p:grpSpPr>
            <a:xfrm>
              <a:off x="729238" y="1179665"/>
              <a:ext cx="80700" cy="1526144"/>
              <a:chOff x="729238" y="1179665"/>
              <a:chExt cx="80700" cy="1526144"/>
            </a:xfrm>
          </p:grpSpPr>
          <p:sp>
            <p:nvSpPr>
              <p:cNvPr id="4861" name="Google Shape;4861;p6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67"/>
            <p:cNvGrpSpPr/>
            <p:nvPr/>
          </p:nvGrpSpPr>
          <p:grpSpPr>
            <a:xfrm>
              <a:off x="903098" y="1179665"/>
              <a:ext cx="80700" cy="1526144"/>
              <a:chOff x="903098" y="1179665"/>
              <a:chExt cx="80700" cy="1526144"/>
            </a:xfrm>
          </p:grpSpPr>
          <p:sp>
            <p:nvSpPr>
              <p:cNvPr id="4872" name="Google Shape;4872;p6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67"/>
            <p:cNvGrpSpPr/>
            <p:nvPr/>
          </p:nvGrpSpPr>
          <p:grpSpPr>
            <a:xfrm>
              <a:off x="1076958" y="1179665"/>
              <a:ext cx="80700" cy="1526144"/>
              <a:chOff x="1076958" y="1179665"/>
              <a:chExt cx="80700" cy="1526144"/>
            </a:xfrm>
          </p:grpSpPr>
          <p:sp>
            <p:nvSpPr>
              <p:cNvPr id="4883" name="Google Shape;4883;p6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67"/>
            <p:cNvGrpSpPr/>
            <p:nvPr/>
          </p:nvGrpSpPr>
          <p:grpSpPr>
            <a:xfrm>
              <a:off x="1247707" y="1179665"/>
              <a:ext cx="80700" cy="1526144"/>
              <a:chOff x="1247707" y="1179665"/>
              <a:chExt cx="80700" cy="1526144"/>
            </a:xfrm>
          </p:grpSpPr>
          <p:sp>
            <p:nvSpPr>
              <p:cNvPr id="4894" name="Google Shape;4894;p6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67"/>
            <p:cNvGrpSpPr/>
            <p:nvPr/>
          </p:nvGrpSpPr>
          <p:grpSpPr>
            <a:xfrm>
              <a:off x="1421567" y="1179665"/>
              <a:ext cx="80700" cy="1526144"/>
              <a:chOff x="1421567" y="1179665"/>
              <a:chExt cx="80700" cy="1526144"/>
            </a:xfrm>
          </p:grpSpPr>
          <p:sp>
            <p:nvSpPr>
              <p:cNvPr id="4905" name="Google Shape;4905;p6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67"/>
            <p:cNvGrpSpPr/>
            <p:nvPr/>
          </p:nvGrpSpPr>
          <p:grpSpPr>
            <a:xfrm>
              <a:off x="1592327" y="1179665"/>
              <a:ext cx="80700" cy="1526144"/>
              <a:chOff x="1592327" y="1179665"/>
              <a:chExt cx="80700" cy="1526144"/>
            </a:xfrm>
          </p:grpSpPr>
          <p:sp>
            <p:nvSpPr>
              <p:cNvPr id="4916" name="Google Shape;4916;p6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67"/>
            <p:cNvGrpSpPr/>
            <p:nvPr/>
          </p:nvGrpSpPr>
          <p:grpSpPr>
            <a:xfrm>
              <a:off x="1766187" y="1179665"/>
              <a:ext cx="80700" cy="1526144"/>
              <a:chOff x="1766187" y="1179665"/>
              <a:chExt cx="80700" cy="1526144"/>
            </a:xfrm>
          </p:grpSpPr>
          <p:sp>
            <p:nvSpPr>
              <p:cNvPr id="4927" name="Google Shape;4927;p6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67"/>
            <p:cNvGrpSpPr/>
            <p:nvPr/>
          </p:nvGrpSpPr>
          <p:grpSpPr>
            <a:xfrm>
              <a:off x="1936935" y="1179665"/>
              <a:ext cx="80700" cy="1526144"/>
              <a:chOff x="1936935" y="1179665"/>
              <a:chExt cx="80700" cy="1526144"/>
            </a:xfrm>
          </p:grpSpPr>
          <p:sp>
            <p:nvSpPr>
              <p:cNvPr id="4938" name="Google Shape;4938;p6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67"/>
            <p:cNvGrpSpPr/>
            <p:nvPr/>
          </p:nvGrpSpPr>
          <p:grpSpPr>
            <a:xfrm>
              <a:off x="2110795" y="1179665"/>
              <a:ext cx="80700" cy="1526144"/>
              <a:chOff x="2110795" y="1179665"/>
              <a:chExt cx="80700" cy="1526144"/>
            </a:xfrm>
          </p:grpSpPr>
          <p:sp>
            <p:nvSpPr>
              <p:cNvPr id="4949" name="Google Shape;4949;p6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67"/>
            <p:cNvGrpSpPr/>
            <p:nvPr/>
          </p:nvGrpSpPr>
          <p:grpSpPr>
            <a:xfrm>
              <a:off x="2284655" y="1179665"/>
              <a:ext cx="80700" cy="1526144"/>
              <a:chOff x="2284655" y="1179665"/>
              <a:chExt cx="80700" cy="1526144"/>
            </a:xfrm>
          </p:grpSpPr>
          <p:sp>
            <p:nvSpPr>
              <p:cNvPr id="4960" name="Google Shape;4960;p6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0" name="Google Shape;4970;p67"/>
          <p:cNvGrpSpPr/>
          <p:nvPr/>
        </p:nvGrpSpPr>
        <p:grpSpPr>
          <a:xfrm>
            <a:off x="2623904" y="1198803"/>
            <a:ext cx="1364248" cy="1102133"/>
            <a:chOff x="2623904" y="1198803"/>
            <a:chExt cx="1364248" cy="1102133"/>
          </a:xfrm>
        </p:grpSpPr>
        <p:grpSp>
          <p:nvGrpSpPr>
            <p:cNvPr id="4971" name="Google Shape;4971;p67"/>
            <p:cNvGrpSpPr/>
            <p:nvPr/>
          </p:nvGrpSpPr>
          <p:grpSpPr>
            <a:xfrm>
              <a:off x="2623907" y="1198803"/>
              <a:ext cx="1364245" cy="273000"/>
              <a:chOff x="2623907" y="1198803"/>
              <a:chExt cx="1364245" cy="273000"/>
            </a:xfrm>
          </p:grpSpPr>
          <p:sp>
            <p:nvSpPr>
              <p:cNvPr id="4972" name="Google Shape;4972;p6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67"/>
            <p:cNvGrpSpPr/>
            <p:nvPr/>
          </p:nvGrpSpPr>
          <p:grpSpPr>
            <a:xfrm>
              <a:off x="2623904" y="1476964"/>
              <a:ext cx="1364245" cy="273000"/>
              <a:chOff x="2623904" y="1476964"/>
              <a:chExt cx="1364245" cy="273000"/>
            </a:xfrm>
          </p:grpSpPr>
          <p:sp>
            <p:nvSpPr>
              <p:cNvPr id="4978" name="Google Shape;4978;p6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67"/>
            <p:cNvGrpSpPr/>
            <p:nvPr/>
          </p:nvGrpSpPr>
          <p:grpSpPr>
            <a:xfrm>
              <a:off x="2623907" y="1749775"/>
              <a:ext cx="1364245" cy="273000"/>
              <a:chOff x="2623907" y="1749775"/>
              <a:chExt cx="1364245" cy="273000"/>
            </a:xfrm>
          </p:grpSpPr>
          <p:sp>
            <p:nvSpPr>
              <p:cNvPr id="4984" name="Google Shape;4984;p6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67"/>
            <p:cNvGrpSpPr/>
            <p:nvPr/>
          </p:nvGrpSpPr>
          <p:grpSpPr>
            <a:xfrm>
              <a:off x="2623904" y="2027936"/>
              <a:ext cx="1364245" cy="273000"/>
              <a:chOff x="2623904" y="2027936"/>
              <a:chExt cx="1364245" cy="273000"/>
            </a:xfrm>
          </p:grpSpPr>
          <p:sp>
            <p:nvSpPr>
              <p:cNvPr id="4990" name="Google Shape;4990;p6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95" name="Google Shape;4995;p67"/>
          <p:cNvGrpSpPr/>
          <p:nvPr/>
        </p:nvGrpSpPr>
        <p:grpSpPr>
          <a:xfrm>
            <a:off x="2613365" y="2657876"/>
            <a:ext cx="1387541" cy="159124"/>
            <a:chOff x="3200660" y="2180272"/>
            <a:chExt cx="2563824" cy="378237"/>
          </a:xfrm>
        </p:grpSpPr>
        <p:sp>
          <p:nvSpPr>
            <p:cNvPr id="4996" name="Google Shape;4996;p6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67"/>
          <p:cNvGrpSpPr/>
          <p:nvPr/>
        </p:nvGrpSpPr>
        <p:grpSpPr>
          <a:xfrm>
            <a:off x="2609890" y="2935640"/>
            <a:ext cx="1390502" cy="159625"/>
            <a:chOff x="3530150" y="2790075"/>
            <a:chExt cx="1962600" cy="225300"/>
          </a:xfrm>
        </p:grpSpPr>
        <p:sp>
          <p:nvSpPr>
            <p:cNvPr id="5015" name="Google Shape;5015;p6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67"/>
          <p:cNvGrpSpPr/>
          <p:nvPr/>
        </p:nvGrpSpPr>
        <p:grpSpPr>
          <a:xfrm>
            <a:off x="2609948" y="3213905"/>
            <a:ext cx="1411629" cy="154175"/>
            <a:chOff x="3558802" y="4011244"/>
            <a:chExt cx="1866000" cy="111600"/>
          </a:xfrm>
        </p:grpSpPr>
        <p:sp>
          <p:nvSpPr>
            <p:cNvPr id="5018" name="Google Shape;5018;p6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67"/>
          <p:cNvGrpSpPr/>
          <p:nvPr/>
        </p:nvGrpSpPr>
        <p:grpSpPr>
          <a:xfrm>
            <a:off x="2610235" y="2419475"/>
            <a:ext cx="1383503" cy="119761"/>
            <a:chOff x="3465975" y="2270258"/>
            <a:chExt cx="1986364" cy="171947"/>
          </a:xfrm>
        </p:grpSpPr>
        <p:sp>
          <p:nvSpPr>
            <p:cNvPr id="5021" name="Google Shape;5021;p6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67"/>
          <p:cNvGrpSpPr/>
          <p:nvPr/>
        </p:nvGrpSpPr>
        <p:grpSpPr>
          <a:xfrm>
            <a:off x="2621243" y="3783248"/>
            <a:ext cx="1369531" cy="195460"/>
            <a:chOff x="723300" y="4253549"/>
            <a:chExt cx="2276482" cy="324900"/>
          </a:xfrm>
        </p:grpSpPr>
        <p:sp>
          <p:nvSpPr>
            <p:cNvPr id="5030" name="Google Shape;5030;p6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67"/>
          <p:cNvGrpSpPr/>
          <p:nvPr/>
        </p:nvGrpSpPr>
        <p:grpSpPr>
          <a:xfrm>
            <a:off x="2610803" y="3484489"/>
            <a:ext cx="1389066" cy="180119"/>
            <a:chOff x="705948" y="3788465"/>
            <a:chExt cx="2308953" cy="299400"/>
          </a:xfrm>
        </p:grpSpPr>
        <p:sp>
          <p:nvSpPr>
            <p:cNvPr id="5036" name="Google Shape;5036;p6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67"/>
          <p:cNvGrpSpPr/>
          <p:nvPr/>
        </p:nvGrpSpPr>
        <p:grpSpPr>
          <a:xfrm>
            <a:off x="4207794" y="2088443"/>
            <a:ext cx="1433821" cy="191501"/>
            <a:chOff x="4273350" y="2088443"/>
            <a:chExt cx="1433821" cy="191501"/>
          </a:xfrm>
        </p:grpSpPr>
        <p:grpSp>
          <p:nvGrpSpPr>
            <p:cNvPr id="5042" name="Google Shape;5042;p67"/>
            <p:cNvGrpSpPr/>
            <p:nvPr/>
          </p:nvGrpSpPr>
          <p:grpSpPr>
            <a:xfrm>
              <a:off x="4273350" y="2088443"/>
              <a:ext cx="1433821" cy="0"/>
              <a:chOff x="5224975" y="2962250"/>
              <a:chExt cx="1544400" cy="0"/>
            </a:xfrm>
          </p:grpSpPr>
          <p:cxnSp>
            <p:nvCxnSpPr>
              <p:cNvPr id="5043" name="Google Shape;5043;p6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044" name="Google Shape;5044;p6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045" name="Google Shape;5045;p67"/>
            <p:cNvGrpSpPr/>
            <p:nvPr/>
          </p:nvGrpSpPr>
          <p:grpSpPr>
            <a:xfrm>
              <a:off x="4273350" y="2279944"/>
              <a:ext cx="1433821" cy="0"/>
              <a:chOff x="5224975" y="2962250"/>
              <a:chExt cx="1544400" cy="0"/>
            </a:xfrm>
          </p:grpSpPr>
          <p:cxnSp>
            <p:nvCxnSpPr>
              <p:cNvPr id="5046" name="Google Shape;5046;p6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047" name="Google Shape;5047;p6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048" name="Google Shape;5048;p67"/>
          <p:cNvGrpSpPr/>
          <p:nvPr/>
        </p:nvGrpSpPr>
        <p:grpSpPr>
          <a:xfrm>
            <a:off x="2658741" y="4097347"/>
            <a:ext cx="1304609" cy="294074"/>
            <a:chOff x="2658741" y="4097347"/>
            <a:chExt cx="1304609" cy="294074"/>
          </a:xfrm>
        </p:grpSpPr>
        <p:grpSp>
          <p:nvGrpSpPr>
            <p:cNvPr id="5049" name="Google Shape;5049;p67"/>
            <p:cNvGrpSpPr/>
            <p:nvPr/>
          </p:nvGrpSpPr>
          <p:grpSpPr>
            <a:xfrm>
              <a:off x="2658741" y="4097347"/>
              <a:ext cx="118572" cy="294074"/>
              <a:chOff x="3343310" y="4475555"/>
              <a:chExt cx="127717" cy="316753"/>
            </a:xfrm>
          </p:grpSpPr>
          <p:sp>
            <p:nvSpPr>
              <p:cNvPr id="5050" name="Google Shape;5050;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67"/>
            <p:cNvGrpSpPr/>
            <p:nvPr/>
          </p:nvGrpSpPr>
          <p:grpSpPr>
            <a:xfrm>
              <a:off x="3815519" y="4098388"/>
              <a:ext cx="147831" cy="291991"/>
              <a:chOff x="3527539" y="4476677"/>
              <a:chExt cx="159232" cy="314510"/>
            </a:xfrm>
          </p:grpSpPr>
          <p:sp>
            <p:nvSpPr>
              <p:cNvPr id="5053" name="Google Shape;5053;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67"/>
            <p:cNvGrpSpPr/>
            <p:nvPr/>
          </p:nvGrpSpPr>
          <p:grpSpPr>
            <a:xfrm>
              <a:off x="3511696" y="4098388"/>
              <a:ext cx="147831" cy="291991"/>
              <a:chOff x="3527539" y="4476677"/>
              <a:chExt cx="159232" cy="314510"/>
            </a:xfrm>
          </p:grpSpPr>
          <p:sp>
            <p:nvSpPr>
              <p:cNvPr id="5056" name="Google Shape;5056;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67"/>
            <p:cNvGrpSpPr/>
            <p:nvPr/>
          </p:nvGrpSpPr>
          <p:grpSpPr>
            <a:xfrm>
              <a:off x="3207874" y="4098388"/>
              <a:ext cx="147831" cy="291991"/>
              <a:chOff x="3527539" y="4476677"/>
              <a:chExt cx="159232" cy="314510"/>
            </a:xfrm>
          </p:grpSpPr>
          <p:sp>
            <p:nvSpPr>
              <p:cNvPr id="5059" name="Google Shape;5059;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67"/>
            <p:cNvGrpSpPr/>
            <p:nvPr/>
          </p:nvGrpSpPr>
          <p:grpSpPr>
            <a:xfrm>
              <a:off x="2933305" y="4097347"/>
              <a:ext cx="118572" cy="294074"/>
              <a:chOff x="3343310" y="4475555"/>
              <a:chExt cx="127717" cy="316753"/>
            </a:xfrm>
          </p:grpSpPr>
          <p:sp>
            <p:nvSpPr>
              <p:cNvPr id="5062" name="Google Shape;5062;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4" name="Google Shape;5064;p67"/>
          <p:cNvGrpSpPr/>
          <p:nvPr/>
        </p:nvGrpSpPr>
        <p:grpSpPr>
          <a:xfrm>
            <a:off x="4209349" y="1176041"/>
            <a:ext cx="1430711" cy="751237"/>
            <a:chOff x="5159450" y="1919950"/>
            <a:chExt cx="1541050" cy="862500"/>
          </a:xfrm>
        </p:grpSpPr>
        <p:sp>
          <p:nvSpPr>
            <p:cNvPr id="5065" name="Google Shape;5065;p6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066" name="Google Shape;5066;p67"/>
            <p:cNvGrpSpPr/>
            <p:nvPr/>
          </p:nvGrpSpPr>
          <p:grpSpPr>
            <a:xfrm>
              <a:off x="5159450" y="1919950"/>
              <a:ext cx="1541050" cy="862500"/>
              <a:chOff x="5159450" y="1919950"/>
              <a:chExt cx="1541050" cy="862500"/>
            </a:xfrm>
          </p:grpSpPr>
          <p:cxnSp>
            <p:nvCxnSpPr>
              <p:cNvPr id="5067" name="Google Shape;5067;p6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068" name="Google Shape;5068;p6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069" name="Google Shape;5069;p67"/>
          <p:cNvGrpSpPr/>
          <p:nvPr/>
        </p:nvGrpSpPr>
        <p:grpSpPr>
          <a:xfrm>
            <a:off x="4257486" y="2439811"/>
            <a:ext cx="1334436" cy="967914"/>
            <a:chOff x="4294923" y="2439811"/>
            <a:chExt cx="1334436" cy="967914"/>
          </a:xfrm>
        </p:grpSpPr>
        <p:grpSp>
          <p:nvGrpSpPr>
            <p:cNvPr id="5070" name="Google Shape;5070;p67"/>
            <p:cNvGrpSpPr/>
            <p:nvPr/>
          </p:nvGrpSpPr>
          <p:grpSpPr>
            <a:xfrm>
              <a:off x="4960455" y="2469658"/>
              <a:ext cx="668904" cy="885524"/>
              <a:chOff x="4960455" y="2469658"/>
              <a:chExt cx="668904" cy="885524"/>
            </a:xfrm>
          </p:grpSpPr>
          <p:sp>
            <p:nvSpPr>
              <p:cNvPr id="5071" name="Google Shape;5071;p6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67"/>
            <p:cNvGrpSpPr/>
            <p:nvPr/>
          </p:nvGrpSpPr>
          <p:grpSpPr>
            <a:xfrm>
              <a:off x="4294923" y="2469658"/>
              <a:ext cx="668951" cy="885524"/>
              <a:chOff x="4294923" y="2469658"/>
              <a:chExt cx="668951" cy="885524"/>
            </a:xfrm>
          </p:grpSpPr>
          <p:sp>
            <p:nvSpPr>
              <p:cNvPr id="5078" name="Google Shape;5078;p6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4" name="Google Shape;5084;p6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67"/>
          <p:cNvGrpSpPr/>
          <p:nvPr/>
        </p:nvGrpSpPr>
        <p:grpSpPr>
          <a:xfrm>
            <a:off x="4243690" y="3494256"/>
            <a:ext cx="1430949" cy="897289"/>
            <a:chOff x="4351371" y="3547942"/>
            <a:chExt cx="1345130" cy="843475"/>
          </a:xfrm>
        </p:grpSpPr>
        <p:grpSp>
          <p:nvGrpSpPr>
            <p:cNvPr id="5086" name="Google Shape;5086;p67"/>
            <p:cNvGrpSpPr/>
            <p:nvPr/>
          </p:nvGrpSpPr>
          <p:grpSpPr>
            <a:xfrm>
              <a:off x="4351371" y="4209917"/>
              <a:ext cx="1345130" cy="181500"/>
              <a:chOff x="4351371" y="4209917"/>
              <a:chExt cx="1345130" cy="181500"/>
            </a:xfrm>
          </p:grpSpPr>
          <p:sp>
            <p:nvSpPr>
              <p:cNvPr id="5087" name="Google Shape;5087;p6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8" name="Google Shape;5088;p6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089" name="Google Shape;5089;p67"/>
            <p:cNvGrpSpPr/>
            <p:nvPr/>
          </p:nvGrpSpPr>
          <p:grpSpPr>
            <a:xfrm>
              <a:off x="4403010" y="3985221"/>
              <a:ext cx="1109518" cy="181500"/>
              <a:chOff x="4403010" y="3985221"/>
              <a:chExt cx="1109518" cy="181500"/>
            </a:xfrm>
          </p:grpSpPr>
          <p:sp>
            <p:nvSpPr>
              <p:cNvPr id="5090" name="Google Shape;5090;p6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1" name="Google Shape;5091;p6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092" name="Google Shape;5092;p67"/>
            <p:cNvGrpSpPr/>
            <p:nvPr/>
          </p:nvGrpSpPr>
          <p:grpSpPr>
            <a:xfrm>
              <a:off x="4618704" y="3766582"/>
              <a:ext cx="807858" cy="181500"/>
              <a:chOff x="4618704" y="3766582"/>
              <a:chExt cx="807858" cy="181500"/>
            </a:xfrm>
          </p:grpSpPr>
          <p:sp>
            <p:nvSpPr>
              <p:cNvPr id="5093" name="Google Shape;5093;p6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4" name="Google Shape;5094;p6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095" name="Google Shape;5095;p67"/>
            <p:cNvGrpSpPr/>
            <p:nvPr/>
          </p:nvGrpSpPr>
          <p:grpSpPr>
            <a:xfrm>
              <a:off x="4735238" y="3547942"/>
              <a:ext cx="462839" cy="181500"/>
              <a:chOff x="4735238" y="3547942"/>
              <a:chExt cx="462839" cy="181500"/>
            </a:xfrm>
          </p:grpSpPr>
          <p:sp>
            <p:nvSpPr>
              <p:cNvPr id="5096" name="Google Shape;5096;p6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7" name="Google Shape;5097;p6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098" name="Google Shape;5098;p67"/>
          <p:cNvGrpSpPr/>
          <p:nvPr/>
        </p:nvGrpSpPr>
        <p:grpSpPr>
          <a:xfrm>
            <a:off x="7420047" y="2429580"/>
            <a:ext cx="1020955" cy="928853"/>
            <a:chOff x="926675" y="238125"/>
            <a:chExt cx="5755100" cy="5232975"/>
          </a:xfrm>
        </p:grpSpPr>
        <p:sp>
          <p:nvSpPr>
            <p:cNvPr id="5099" name="Google Shape;5099;p6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67"/>
          <p:cNvGrpSpPr/>
          <p:nvPr/>
        </p:nvGrpSpPr>
        <p:grpSpPr>
          <a:xfrm>
            <a:off x="727421" y="2828315"/>
            <a:ext cx="1695374" cy="1560837"/>
            <a:chOff x="727421" y="2828315"/>
            <a:chExt cx="1695374" cy="1560837"/>
          </a:xfrm>
        </p:grpSpPr>
        <p:grpSp>
          <p:nvGrpSpPr>
            <p:cNvPr id="5104" name="Google Shape;5104;p67"/>
            <p:cNvGrpSpPr/>
            <p:nvPr/>
          </p:nvGrpSpPr>
          <p:grpSpPr>
            <a:xfrm>
              <a:off x="727421" y="2828315"/>
              <a:ext cx="1695374" cy="1560837"/>
              <a:chOff x="734799" y="2782450"/>
              <a:chExt cx="1571100" cy="1577400"/>
            </a:xfrm>
          </p:grpSpPr>
          <p:cxnSp>
            <p:nvCxnSpPr>
              <p:cNvPr id="5105" name="Google Shape;5105;p6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106" name="Google Shape;5106;p6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107" name="Google Shape;5107;p67"/>
            <p:cNvGrpSpPr/>
            <p:nvPr/>
          </p:nvGrpSpPr>
          <p:grpSpPr>
            <a:xfrm>
              <a:off x="819108" y="2882501"/>
              <a:ext cx="1556791" cy="1426186"/>
              <a:chOff x="819108" y="2882501"/>
              <a:chExt cx="1556791" cy="1426186"/>
            </a:xfrm>
          </p:grpSpPr>
          <p:grpSp>
            <p:nvGrpSpPr>
              <p:cNvPr id="5108" name="Google Shape;5108;p67"/>
              <p:cNvGrpSpPr/>
              <p:nvPr/>
            </p:nvGrpSpPr>
            <p:grpSpPr>
              <a:xfrm>
                <a:off x="819108" y="2882501"/>
                <a:ext cx="103104" cy="1426186"/>
                <a:chOff x="4674013" y="3100904"/>
                <a:chExt cx="122758" cy="1698043"/>
              </a:xfrm>
            </p:grpSpPr>
            <p:sp>
              <p:nvSpPr>
                <p:cNvPr id="5109" name="Google Shape;5109;p6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67"/>
              <p:cNvGrpSpPr/>
              <p:nvPr/>
            </p:nvGrpSpPr>
            <p:grpSpPr>
              <a:xfrm>
                <a:off x="1062475" y="2882501"/>
                <a:ext cx="103104" cy="1426186"/>
                <a:chOff x="4940438" y="3100904"/>
                <a:chExt cx="122758" cy="1698043"/>
              </a:xfrm>
            </p:grpSpPr>
            <p:sp>
              <p:nvSpPr>
                <p:cNvPr id="5117" name="Google Shape;5117;p6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67"/>
              <p:cNvGrpSpPr/>
              <p:nvPr/>
            </p:nvGrpSpPr>
            <p:grpSpPr>
              <a:xfrm>
                <a:off x="1299324" y="2882501"/>
                <a:ext cx="103104" cy="1426186"/>
                <a:chOff x="5206863" y="3100904"/>
                <a:chExt cx="122758" cy="1698043"/>
              </a:xfrm>
            </p:grpSpPr>
            <p:sp>
              <p:nvSpPr>
                <p:cNvPr id="5125" name="Google Shape;5125;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67"/>
              <p:cNvGrpSpPr/>
              <p:nvPr/>
            </p:nvGrpSpPr>
            <p:grpSpPr>
              <a:xfrm>
                <a:off x="1786057" y="2882501"/>
                <a:ext cx="103104" cy="1426186"/>
                <a:chOff x="6006138" y="3143629"/>
                <a:chExt cx="122758" cy="1698043"/>
              </a:xfrm>
            </p:grpSpPr>
            <p:sp>
              <p:nvSpPr>
                <p:cNvPr id="5133" name="Google Shape;5133;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67"/>
              <p:cNvGrpSpPr/>
              <p:nvPr/>
            </p:nvGrpSpPr>
            <p:grpSpPr>
              <a:xfrm>
                <a:off x="2029422" y="2882501"/>
                <a:ext cx="103104" cy="1426186"/>
                <a:chOff x="6805413" y="3100904"/>
                <a:chExt cx="122758" cy="1698043"/>
              </a:xfrm>
            </p:grpSpPr>
            <p:sp>
              <p:nvSpPr>
                <p:cNvPr id="5141" name="Google Shape;5141;p6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67"/>
              <p:cNvGrpSpPr/>
              <p:nvPr/>
            </p:nvGrpSpPr>
            <p:grpSpPr>
              <a:xfrm>
                <a:off x="2272795" y="2882501"/>
                <a:ext cx="103104" cy="1426186"/>
                <a:chOff x="5206863" y="3100904"/>
                <a:chExt cx="122758" cy="1698043"/>
              </a:xfrm>
            </p:grpSpPr>
            <p:sp>
              <p:nvSpPr>
                <p:cNvPr id="5149" name="Google Shape;5149;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67"/>
              <p:cNvGrpSpPr/>
              <p:nvPr/>
            </p:nvGrpSpPr>
            <p:grpSpPr>
              <a:xfrm>
                <a:off x="1542694" y="2882501"/>
                <a:ext cx="103104" cy="1426186"/>
                <a:chOff x="6006138" y="3143629"/>
                <a:chExt cx="122758" cy="1698043"/>
              </a:xfrm>
            </p:grpSpPr>
            <p:sp>
              <p:nvSpPr>
                <p:cNvPr id="5157" name="Google Shape;5157;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64" name="Google Shape;5164;p67"/>
          <p:cNvGrpSpPr/>
          <p:nvPr/>
        </p:nvGrpSpPr>
        <p:grpSpPr>
          <a:xfrm>
            <a:off x="5683472" y="3518037"/>
            <a:ext cx="2749952" cy="870677"/>
            <a:chOff x="238125" y="1725700"/>
            <a:chExt cx="7139025" cy="2260325"/>
          </a:xfrm>
        </p:grpSpPr>
        <p:sp>
          <p:nvSpPr>
            <p:cNvPr id="5165" name="Google Shape;5165;p6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67"/>
          <p:cNvGrpSpPr/>
          <p:nvPr/>
        </p:nvGrpSpPr>
        <p:grpSpPr>
          <a:xfrm>
            <a:off x="5953636" y="2459783"/>
            <a:ext cx="1105452" cy="916747"/>
            <a:chOff x="5249100" y="1210600"/>
            <a:chExt cx="3502700" cy="2904775"/>
          </a:xfrm>
        </p:grpSpPr>
        <p:sp>
          <p:nvSpPr>
            <p:cNvPr id="5176" name="Google Shape;5176;p6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80" name="Google Shape;5180;p6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181" name="Google Shape;5181;p6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182" name="Google Shape;5182;p6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183" name="Google Shape;5183;p6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184" name="Google Shape;5184;p6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67"/>
          <p:cNvGrpSpPr/>
          <p:nvPr/>
        </p:nvGrpSpPr>
        <p:grpSpPr>
          <a:xfrm>
            <a:off x="7136183" y="1179201"/>
            <a:ext cx="1304650" cy="1124856"/>
            <a:chOff x="7287122" y="1165658"/>
            <a:chExt cx="1219413" cy="1051365"/>
          </a:xfrm>
        </p:grpSpPr>
        <p:grpSp>
          <p:nvGrpSpPr>
            <p:cNvPr id="5186" name="Google Shape;5186;p67"/>
            <p:cNvGrpSpPr/>
            <p:nvPr/>
          </p:nvGrpSpPr>
          <p:grpSpPr>
            <a:xfrm>
              <a:off x="7287122" y="1969723"/>
              <a:ext cx="1219413" cy="247300"/>
              <a:chOff x="7287122" y="1969723"/>
              <a:chExt cx="1219413" cy="247300"/>
            </a:xfrm>
          </p:grpSpPr>
          <p:sp>
            <p:nvSpPr>
              <p:cNvPr id="5187" name="Google Shape;5187;p6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8" name="Google Shape;5188;p67"/>
              <p:cNvGrpSpPr/>
              <p:nvPr/>
            </p:nvGrpSpPr>
            <p:grpSpPr>
              <a:xfrm>
                <a:off x="7287122" y="2063892"/>
                <a:ext cx="1151753" cy="73428"/>
                <a:chOff x="7287122" y="2063892"/>
                <a:chExt cx="1151753" cy="73428"/>
              </a:xfrm>
            </p:grpSpPr>
            <p:sp>
              <p:nvSpPr>
                <p:cNvPr id="5189" name="Google Shape;5189;p6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90" name="Google Shape;5190;p6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191" name="Google Shape;5191;p67"/>
            <p:cNvGrpSpPr/>
            <p:nvPr/>
          </p:nvGrpSpPr>
          <p:grpSpPr>
            <a:xfrm>
              <a:off x="7287122" y="1712201"/>
              <a:ext cx="1219403" cy="246767"/>
              <a:chOff x="7287122" y="1712201"/>
              <a:chExt cx="1219403" cy="246767"/>
            </a:xfrm>
          </p:grpSpPr>
          <p:sp>
            <p:nvSpPr>
              <p:cNvPr id="5192" name="Google Shape;5192;p6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3" name="Google Shape;5193;p67"/>
              <p:cNvGrpSpPr/>
              <p:nvPr/>
            </p:nvGrpSpPr>
            <p:grpSpPr>
              <a:xfrm>
                <a:off x="7287122" y="1842861"/>
                <a:ext cx="1005303" cy="73419"/>
                <a:chOff x="7287122" y="1842861"/>
                <a:chExt cx="1005303" cy="73419"/>
              </a:xfrm>
            </p:grpSpPr>
            <p:sp>
              <p:nvSpPr>
                <p:cNvPr id="5194" name="Google Shape;5194;p6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95" name="Google Shape;5195;p6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196" name="Google Shape;5196;p67"/>
            <p:cNvGrpSpPr/>
            <p:nvPr/>
          </p:nvGrpSpPr>
          <p:grpSpPr>
            <a:xfrm>
              <a:off x="7287122" y="1447520"/>
              <a:ext cx="1219403" cy="286667"/>
              <a:chOff x="7287122" y="1447520"/>
              <a:chExt cx="1219403" cy="286667"/>
            </a:xfrm>
          </p:grpSpPr>
          <p:sp>
            <p:nvSpPr>
              <p:cNvPr id="5197" name="Google Shape;5197;p6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8" name="Google Shape;5198;p67"/>
              <p:cNvGrpSpPr/>
              <p:nvPr/>
            </p:nvGrpSpPr>
            <p:grpSpPr>
              <a:xfrm>
                <a:off x="7287122" y="1581977"/>
                <a:ext cx="852803" cy="73428"/>
                <a:chOff x="7287122" y="1581977"/>
                <a:chExt cx="852803" cy="73428"/>
              </a:xfrm>
            </p:grpSpPr>
            <p:sp>
              <p:nvSpPr>
                <p:cNvPr id="5199" name="Google Shape;5199;p6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00" name="Google Shape;5200;p6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201" name="Google Shape;5201;p67"/>
            <p:cNvGrpSpPr/>
            <p:nvPr/>
          </p:nvGrpSpPr>
          <p:grpSpPr>
            <a:xfrm>
              <a:off x="7287122" y="1165658"/>
              <a:ext cx="1219403" cy="344253"/>
              <a:chOff x="7287122" y="1165658"/>
              <a:chExt cx="1219403" cy="344253"/>
            </a:xfrm>
          </p:grpSpPr>
          <p:sp>
            <p:nvSpPr>
              <p:cNvPr id="5202" name="Google Shape;5202;p6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3" name="Google Shape;5203;p67"/>
              <p:cNvGrpSpPr/>
              <p:nvPr/>
            </p:nvGrpSpPr>
            <p:grpSpPr>
              <a:xfrm>
                <a:off x="7287122" y="1341025"/>
                <a:ext cx="695703" cy="73419"/>
                <a:chOff x="7287122" y="1341025"/>
                <a:chExt cx="695703" cy="73419"/>
              </a:xfrm>
            </p:grpSpPr>
            <p:sp>
              <p:nvSpPr>
                <p:cNvPr id="5204" name="Google Shape;5204;p6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05" name="Google Shape;5205;p6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206" name="Google Shape;5206;p67"/>
          <p:cNvGrpSpPr/>
          <p:nvPr/>
        </p:nvGrpSpPr>
        <p:grpSpPr>
          <a:xfrm>
            <a:off x="5802676" y="1185224"/>
            <a:ext cx="1397729" cy="1098540"/>
            <a:chOff x="5900602" y="1193063"/>
            <a:chExt cx="1299851" cy="1021707"/>
          </a:xfrm>
        </p:grpSpPr>
        <p:grpSp>
          <p:nvGrpSpPr>
            <p:cNvPr id="5207" name="Google Shape;5207;p67"/>
            <p:cNvGrpSpPr/>
            <p:nvPr/>
          </p:nvGrpSpPr>
          <p:grpSpPr>
            <a:xfrm>
              <a:off x="6520337" y="1193063"/>
              <a:ext cx="341815" cy="799959"/>
              <a:chOff x="6520337" y="1193063"/>
              <a:chExt cx="341815" cy="799959"/>
            </a:xfrm>
          </p:grpSpPr>
          <p:grpSp>
            <p:nvGrpSpPr>
              <p:cNvPr id="5208" name="Google Shape;5208;p67"/>
              <p:cNvGrpSpPr/>
              <p:nvPr/>
            </p:nvGrpSpPr>
            <p:grpSpPr>
              <a:xfrm>
                <a:off x="6520337" y="1589527"/>
                <a:ext cx="213950" cy="403494"/>
                <a:chOff x="6520337" y="1589527"/>
                <a:chExt cx="213950" cy="403494"/>
              </a:xfrm>
            </p:grpSpPr>
            <p:sp>
              <p:nvSpPr>
                <p:cNvPr id="5209" name="Google Shape;5209;p6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67"/>
              <p:cNvGrpSpPr/>
              <p:nvPr/>
            </p:nvGrpSpPr>
            <p:grpSpPr>
              <a:xfrm>
                <a:off x="6577204" y="1193063"/>
                <a:ext cx="284947" cy="464512"/>
                <a:chOff x="6577204" y="1193063"/>
                <a:chExt cx="284947" cy="464512"/>
              </a:xfrm>
            </p:grpSpPr>
            <p:sp>
              <p:nvSpPr>
                <p:cNvPr id="5212" name="Google Shape;5212;p6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13" name="Google Shape;5213;p6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214" name="Google Shape;5214;p67"/>
            <p:cNvGrpSpPr/>
            <p:nvPr/>
          </p:nvGrpSpPr>
          <p:grpSpPr>
            <a:xfrm>
              <a:off x="6238903" y="1193063"/>
              <a:ext cx="300475" cy="900152"/>
              <a:chOff x="6238903" y="1193063"/>
              <a:chExt cx="300475" cy="900152"/>
            </a:xfrm>
          </p:grpSpPr>
          <p:grpSp>
            <p:nvGrpSpPr>
              <p:cNvPr id="5215" name="Google Shape;5215;p67"/>
              <p:cNvGrpSpPr/>
              <p:nvPr/>
            </p:nvGrpSpPr>
            <p:grpSpPr>
              <a:xfrm>
                <a:off x="6290865" y="1489315"/>
                <a:ext cx="248514" cy="603900"/>
                <a:chOff x="6290865" y="1489315"/>
                <a:chExt cx="248514" cy="603900"/>
              </a:xfrm>
            </p:grpSpPr>
            <p:sp>
              <p:nvSpPr>
                <p:cNvPr id="5216" name="Google Shape;5216;p6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67"/>
              <p:cNvGrpSpPr/>
              <p:nvPr/>
            </p:nvGrpSpPr>
            <p:grpSpPr>
              <a:xfrm>
                <a:off x="6238903" y="1193063"/>
                <a:ext cx="284947" cy="333087"/>
                <a:chOff x="6238903" y="1193063"/>
                <a:chExt cx="284947" cy="333087"/>
              </a:xfrm>
            </p:grpSpPr>
            <p:sp>
              <p:nvSpPr>
                <p:cNvPr id="5219" name="Google Shape;5219;p6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20" name="Google Shape;5220;p6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221" name="Google Shape;5221;p67"/>
            <p:cNvGrpSpPr/>
            <p:nvPr/>
          </p:nvGrpSpPr>
          <p:grpSpPr>
            <a:xfrm>
              <a:off x="5900602" y="1193063"/>
              <a:ext cx="444345" cy="1021707"/>
              <a:chOff x="5900602" y="1193063"/>
              <a:chExt cx="444345" cy="1021707"/>
            </a:xfrm>
          </p:grpSpPr>
          <p:grpSp>
            <p:nvGrpSpPr>
              <p:cNvPr id="5222" name="Google Shape;5222;p67"/>
              <p:cNvGrpSpPr/>
              <p:nvPr/>
            </p:nvGrpSpPr>
            <p:grpSpPr>
              <a:xfrm>
                <a:off x="6046501" y="1367785"/>
                <a:ext cx="298446" cy="846986"/>
                <a:chOff x="6046501" y="1367785"/>
                <a:chExt cx="298446" cy="846986"/>
              </a:xfrm>
            </p:grpSpPr>
            <p:sp>
              <p:nvSpPr>
                <p:cNvPr id="5223" name="Google Shape;5223;p6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67"/>
              <p:cNvGrpSpPr/>
              <p:nvPr/>
            </p:nvGrpSpPr>
            <p:grpSpPr>
              <a:xfrm>
                <a:off x="5900602" y="1193063"/>
                <a:ext cx="284947" cy="182312"/>
                <a:chOff x="5900602" y="1193063"/>
                <a:chExt cx="284947" cy="182312"/>
              </a:xfrm>
            </p:grpSpPr>
            <p:sp>
              <p:nvSpPr>
                <p:cNvPr id="5226" name="Google Shape;5226;p6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27" name="Google Shape;5227;p6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228" name="Google Shape;5228;p67"/>
            <p:cNvGrpSpPr/>
            <p:nvPr/>
          </p:nvGrpSpPr>
          <p:grpSpPr>
            <a:xfrm>
              <a:off x="6738300" y="1193063"/>
              <a:ext cx="462153" cy="707634"/>
              <a:chOff x="6738300" y="1193063"/>
              <a:chExt cx="462153" cy="707634"/>
            </a:xfrm>
          </p:grpSpPr>
          <p:grpSp>
            <p:nvGrpSpPr>
              <p:cNvPr id="5229" name="Google Shape;5229;p67"/>
              <p:cNvGrpSpPr/>
              <p:nvPr/>
            </p:nvGrpSpPr>
            <p:grpSpPr>
              <a:xfrm>
                <a:off x="6915505" y="1193063"/>
                <a:ext cx="284947" cy="597387"/>
                <a:chOff x="6915505" y="1193063"/>
                <a:chExt cx="284947" cy="597387"/>
              </a:xfrm>
            </p:grpSpPr>
            <p:sp>
              <p:nvSpPr>
                <p:cNvPr id="5230" name="Google Shape;5230;p6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31" name="Google Shape;5231;p6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232" name="Google Shape;5232;p67"/>
              <p:cNvGrpSpPr/>
              <p:nvPr/>
            </p:nvGrpSpPr>
            <p:grpSpPr>
              <a:xfrm>
                <a:off x="6738300" y="1684725"/>
                <a:ext cx="230066" cy="215971"/>
                <a:chOff x="6738300" y="1684725"/>
                <a:chExt cx="230066" cy="215971"/>
              </a:xfrm>
            </p:grpSpPr>
            <p:sp>
              <p:nvSpPr>
                <p:cNvPr id="5233" name="Google Shape;5233;p6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38" name="Shape 5238"/>
        <p:cNvGrpSpPr/>
        <p:nvPr/>
      </p:nvGrpSpPr>
      <p:grpSpPr>
        <a:xfrm>
          <a:off x="0" y="0"/>
          <a:ext cx="0" cy="0"/>
          <a:chOff x="0" y="0"/>
          <a:chExt cx="0" cy="0"/>
        </a:xfrm>
      </p:grpSpPr>
      <p:sp>
        <p:nvSpPr>
          <p:cNvPr id="5239" name="Google Shape;5239;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240" name="Google Shape;5240;p6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r>
              <a:rPr lang="en">
                <a:solidFill>
                  <a:srgbClr val="435D74"/>
                </a:solidFill>
                <a:latin typeface="Arial"/>
                <a:ea typeface="Arial"/>
                <a:cs typeface="Arial"/>
                <a:sym typeface="Arial"/>
              </a:rPr>
              <a:t>     </a:t>
            </a:r>
            <a:endParaRPr>
              <a:solidFill>
                <a:srgbClr val="435D74"/>
              </a:solidFill>
              <a:latin typeface="Arial"/>
              <a:ea typeface="Arial"/>
              <a:cs typeface="Arial"/>
              <a:sym typeface="Arial"/>
            </a:endParaRPr>
          </a:p>
        </p:txBody>
      </p:sp>
      <p:grpSp>
        <p:nvGrpSpPr>
          <p:cNvPr id="5241" name="Google Shape;5241;p68"/>
          <p:cNvGrpSpPr/>
          <p:nvPr/>
        </p:nvGrpSpPr>
        <p:grpSpPr>
          <a:xfrm>
            <a:off x="855151" y="2280157"/>
            <a:ext cx="421923" cy="360050"/>
            <a:chOff x="855151" y="2280157"/>
            <a:chExt cx="421923" cy="360050"/>
          </a:xfrm>
        </p:grpSpPr>
        <p:sp>
          <p:nvSpPr>
            <p:cNvPr id="5242" name="Google Shape;5242;p68"/>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8"/>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8"/>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8"/>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8"/>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8"/>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8"/>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8"/>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8"/>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8"/>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8"/>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8"/>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8"/>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8"/>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8"/>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68"/>
          <p:cNvGrpSpPr/>
          <p:nvPr/>
        </p:nvGrpSpPr>
        <p:grpSpPr>
          <a:xfrm>
            <a:off x="1417348" y="2283640"/>
            <a:ext cx="385276" cy="384123"/>
            <a:chOff x="1417348" y="2283640"/>
            <a:chExt cx="385276" cy="384123"/>
          </a:xfrm>
        </p:grpSpPr>
        <p:sp>
          <p:nvSpPr>
            <p:cNvPr id="5258" name="Google Shape;5258;p68"/>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8"/>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8"/>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8"/>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8"/>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8"/>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8"/>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8"/>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8"/>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8"/>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8"/>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8"/>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8"/>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8"/>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68"/>
          <p:cNvGrpSpPr/>
          <p:nvPr/>
        </p:nvGrpSpPr>
        <p:grpSpPr>
          <a:xfrm>
            <a:off x="2586876" y="2283117"/>
            <a:ext cx="205605" cy="356828"/>
            <a:chOff x="2586876" y="2283117"/>
            <a:chExt cx="205605" cy="356828"/>
          </a:xfrm>
        </p:grpSpPr>
        <p:sp>
          <p:nvSpPr>
            <p:cNvPr id="5273" name="Google Shape;5273;p68"/>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8"/>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8"/>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8"/>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8"/>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8"/>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8"/>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8"/>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8"/>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8"/>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8"/>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68"/>
          <p:cNvGrpSpPr/>
          <p:nvPr/>
        </p:nvGrpSpPr>
        <p:grpSpPr>
          <a:xfrm>
            <a:off x="1961313" y="2299436"/>
            <a:ext cx="385302" cy="352532"/>
            <a:chOff x="1961313" y="2299436"/>
            <a:chExt cx="385302" cy="352532"/>
          </a:xfrm>
        </p:grpSpPr>
        <p:sp>
          <p:nvSpPr>
            <p:cNvPr id="5285" name="Google Shape;5285;p68"/>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8"/>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7" name="Google Shape;5287;p68"/>
            <p:cNvGrpSpPr/>
            <p:nvPr/>
          </p:nvGrpSpPr>
          <p:grpSpPr>
            <a:xfrm>
              <a:off x="1961313" y="2299436"/>
              <a:ext cx="385302" cy="352532"/>
              <a:chOff x="1961313" y="2299436"/>
              <a:chExt cx="385302" cy="352532"/>
            </a:xfrm>
          </p:grpSpPr>
          <p:sp>
            <p:nvSpPr>
              <p:cNvPr id="5288" name="Google Shape;5288;p68"/>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8"/>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8"/>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8"/>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8"/>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8"/>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8"/>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8"/>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6" name="Google Shape;5296;p68"/>
          <p:cNvGrpSpPr/>
          <p:nvPr/>
        </p:nvGrpSpPr>
        <p:grpSpPr>
          <a:xfrm>
            <a:off x="3049165" y="2320078"/>
            <a:ext cx="401543" cy="311432"/>
            <a:chOff x="3049165" y="2320078"/>
            <a:chExt cx="401543" cy="311432"/>
          </a:xfrm>
        </p:grpSpPr>
        <p:sp>
          <p:nvSpPr>
            <p:cNvPr id="5297" name="Google Shape;5297;p68"/>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8"/>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8"/>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8"/>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8"/>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8"/>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8"/>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8"/>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8"/>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8"/>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68"/>
          <p:cNvGrpSpPr/>
          <p:nvPr/>
        </p:nvGrpSpPr>
        <p:grpSpPr>
          <a:xfrm>
            <a:off x="3593052" y="2313712"/>
            <a:ext cx="385381" cy="323980"/>
            <a:chOff x="3593052" y="2313712"/>
            <a:chExt cx="385381" cy="323980"/>
          </a:xfrm>
        </p:grpSpPr>
        <p:sp>
          <p:nvSpPr>
            <p:cNvPr id="5308" name="Google Shape;5308;p68"/>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8"/>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8"/>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8"/>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8"/>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8"/>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8"/>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8"/>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8"/>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8"/>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8"/>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8"/>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68"/>
          <p:cNvGrpSpPr/>
          <p:nvPr/>
        </p:nvGrpSpPr>
        <p:grpSpPr>
          <a:xfrm>
            <a:off x="4134162" y="2284610"/>
            <a:ext cx="387005" cy="382185"/>
            <a:chOff x="4134162" y="2284610"/>
            <a:chExt cx="387005" cy="382185"/>
          </a:xfrm>
        </p:grpSpPr>
        <p:sp>
          <p:nvSpPr>
            <p:cNvPr id="5321" name="Google Shape;5321;p68"/>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8"/>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8"/>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8"/>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8"/>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8"/>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8"/>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8"/>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8"/>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8"/>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8"/>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8"/>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68"/>
          <p:cNvGrpSpPr/>
          <p:nvPr/>
        </p:nvGrpSpPr>
        <p:grpSpPr>
          <a:xfrm>
            <a:off x="5224896" y="2282645"/>
            <a:ext cx="385486" cy="385748"/>
            <a:chOff x="5224896" y="2282645"/>
            <a:chExt cx="385486" cy="385748"/>
          </a:xfrm>
        </p:grpSpPr>
        <p:sp>
          <p:nvSpPr>
            <p:cNvPr id="5334" name="Google Shape;5334;p68"/>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8"/>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8"/>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8"/>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8"/>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8"/>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8"/>
          <p:cNvGrpSpPr/>
          <p:nvPr/>
        </p:nvGrpSpPr>
        <p:grpSpPr>
          <a:xfrm>
            <a:off x="4680930" y="2286941"/>
            <a:ext cx="385381" cy="377601"/>
            <a:chOff x="4680930" y="2286941"/>
            <a:chExt cx="385381" cy="377601"/>
          </a:xfrm>
        </p:grpSpPr>
        <p:sp>
          <p:nvSpPr>
            <p:cNvPr id="5341" name="Google Shape;5341;p68"/>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8"/>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8"/>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8"/>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8"/>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8"/>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8"/>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8"/>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8"/>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68"/>
          <p:cNvGrpSpPr/>
          <p:nvPr/>
        </p:nvGrpSpPr>
        <p:grpSpPr>
          <a:xfrm>
            <a:off x="5769778" y="2292101"/>
            <a:ext cx="374877" cy="367044"/>
            <a:chOff x="5769778" y="2292101"/>
            <a:chExt cx="374877" cy="367044"/>
          </a:xfrm>
        </p:grpSpPr>
        <p:sp>
          <p:nvSpPr>
            <p:cNvPr id="5351" name="Google Shape;5351;p68"/>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8"/>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8"/>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8"/>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8"/>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8"/>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8"/>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8"/>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8"/>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8"/>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8"/>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8"/>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8"/>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8"/>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8"/>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8"/>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8"/>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8"/>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8"/>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68"/>
          <p:cNvGrpSpPr/>
          <p:nvPr/>
        </p:nvGrpSpPr>
        <p:grpSpPr>
          <a:xfrm>
            <a:off x="6371739" y="2314603"/>
            <a:ext cx="267346" cy="322303"/>
            <a:chOff x="6371739" y="2314603"/>
            <a:chExt cx="267346" cy="322303"/>
          </a:xfrm>
        </p:grpSpPr>
        <p:sp>
          <p:nvSpPr>
            <p:cNvPr id="5371" name="Google Shape;5371;p68"/>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8"/>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8"/>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8"/>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8"/>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8"/>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8"/>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8"/>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8"/>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8"/>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8"/>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8"/>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8"/>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8"/>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8"/>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8"/>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68"/>
          <p:cNvGrpSpPr/>
          <p:nvPr/>
        </p:nvGrpSpPr>
        <p:grpSpPr>
          <a:xfrm>
            <a:off x="6856635" y="2291787"/>
            <a:ext cx="388079" cy="367909"/>
            <a:chOff x="6856635" y="2291787"/>
            <a:chExt cx="388079" cy="367909"/>
          </a:xfrm>
        </p:grpSpPr>
        <p:sp>
          <p:nvSpPr>
            <p:cNvPr id="5388" name="Google Shape;5388;p68"/>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8"/>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8"/>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8"/>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8"/>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8"/>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8"/>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8"/>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8"/>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8"/>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8"/>
          <p:cNvGrpSpPr/>
          <p:nvPr/>
        </p:nvGrpSpPr>
        <p:grpSpPr>
          <a:xfrm>
            <a:off x="7407254" y="2296345"/>
            <a:ext cx="373357" cy="357352"/>
            <a:chOff x="7407254" y="2296345"/>
            <a:chExt cx="373357" cy="357352"/>
          </a:xfrm>
        </p:grpSpPr>
        <p:sp>
          <p:nvSpPr>
            <p:cNvPr id="5399" name="Google Shape;5399;p68"/>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8"/>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8"/>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8"/>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8"/>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8"/>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8"/>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8"/>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8"/>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8"/>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68"/>
          <p:cNvGrpSpPr/>
          <p:nvPr/>
        </p:nvGrpSpPr>
        <p:grpSpPr>
          <a:xfrm>
            <a:off x="7943780" y="2341374"/>
            <a:ext cx="386900" cy="268682"/>
            <a:chOff x="7943780" y="2341374"/>
            <a:chExt cx="386900" cy="268682"/>
          </a:xfrm>
        </p:grpSpPr>
        <p:sp>
          <p:nvSpPr>
            <p:cNvPr id="5410" name="Google Shape;5410;p68"/>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8"/>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8"/>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8"/>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8"/>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8"/>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8"/>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8"/>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8"/>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8"/>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8"/>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8"/>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68"/>
          <p:cNvGrpSpPr/>
          <p:nvPr/>
        </p:nvGrpSpPr>
        <p:grpSpPr>
          <a:xfrm>
            <a:off x="2486628" y="2743153"/>
            <a:ext cx="389860" cy="389782"/>
            <a:chOff x="2486628" y="2743153"/>
            <a:chExt cx="389860" cy="389782"/>
          </a:xfrm>
        </p:grpSpPr>
        <p:sp>
          <p:nvSpPr>
            <p:cNvPr id="5423" name="Google Shape;5423;p68"/>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8"/>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8"/>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8"/>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8"/>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8"/>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8"/>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8"/>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8"/>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68"/>
          <p:cNvGrpSpPr/>
          <p:nvPr/>
        </p:nvGrpSpPr>
        <p:grpSpPr>
          <a:xfrm>
            <a:off x="1448494" y="4150741"/>
            <a:ext cx="322277" cy="321046"/>
            <a:chOff x="1448494" y="4150741"/>
            <a:chExt cx="322277" cy="321046"/>
          </a:xfrm>
        </p:grpSpPr>
        <p:sp>
          <p:nvSpPr>
            <p:cNvPr id="5433" name="Google Shape;5433;p68"/>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8"/>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8"/>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8"/>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8"/>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8"/>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8"/>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8"/>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8"/>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8"/>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8"/>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8"/>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8"/>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8"/>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8"/>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68"/>
          <p:cNvGrpSpPr/>
          <p:nvPr/>
        </p:nvGrpSpPr>
        <p:grpSpPr>
          <a:xfrm>
            <a:off x="1454676" y="2778516"/>
            <a:ext cx="271564" cy="327045"/>
            <a:chOff x="1454676" y="2778516"/>
            <a:chExt cx="271564" cy="327045"/>
          </a:xfrm>
        </p:grpSpPr>
        <p:sp>
          <p:nvSpPr>
            <p:cNvPr id="5449" name="Google Shape;5449;p68"/>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8"/>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8"/>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8"/>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8"/>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8"/>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8"/>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8"/>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8"/>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8"/>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8"/>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8"/>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8"/>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8"/>
          <p:cNvGrpSpPr/>
          <p:nvPr/>
        </p:nvGrpSpPr>
        <p:grpSpPr>
          <a:xfrm>
            <a:off x="1956729" y="2771522"/>
            <a:ext cx="362224" cy="332336"/>
            <a:chOff x="1956729" y="2771522"/>
            <a:chExt cx="362224" cy="332336"/>
          </a:xfrm>
        </p:grpSpPr>
        <p:sp>
          <p:nvSpPr>
            <p:cNvPr id="5463" name="Google Shape;5463;p68"/>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8"/>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8"/>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8"/>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8"/>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8"/>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8"/>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8"/>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8"/>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8"/>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8"/>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8"/>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8"/>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8"/>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68"/>
          <p:cNvGrpSpPr/>
          <p:nvPr/>
        </p:nvGrpSpPr>
        <p:grpSpPr>
          <a:xfrm>
            <a:off x="3050527" y="2745694"/>
            <a:ext cx="353502" cy="394156"/>
            <a:chOff x="3050527" y="2745694"/>
            <a:chExt cx="353502" cy="394156"/>
          </a:xfrm>
        </p:grpSpPr>
        <p:sp>
          <p:nvSpPr>
            <p:cNvPr id="5478" name="Google Shape;5478;p68"/>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8"/>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8"/>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8"/>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8"/>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8"/>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8"/>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8"/>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68"/>
          <p:cNvGrpSpPr/>
          <p:nvPr/>
        </p:nvGrpSpPr>
        <p:grpSpPr>
          <a:xfrm>
            <a:off x="3593785" y="2734692"/>
            <a:ext cx="357274" cy="375453"/>
            <a:chOff x="3593785" y="2734692"/>
            <a:chExt cx="357274" cy="375453"/>
          </a:xfrm>
        </p:grpSpPr>
        <p:sp>
          <p:nvSpPr>
            <p:cNvPr id="5487" name="Google Shape;5487;p68"/>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8"/>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8"/>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8"/>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8"/>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68"/>
          <p:cNvGrpSpPr/>
          <p:nvPr/>
        </p:nvGrpSpPr>
        <p:grpSpPr>
          <a:xfrm>
            <a:off x="4123213" y="2747816"/>
            <a:ext cx="384307" cy="370135"/>
            <a:chOff x="4123213" y="2747816"/>
            <a:chExt cx="384307" cy="370135"/>
          </a:xfrm>
        </p:grpSpPr>
        <p:sp>
          <p:nvSpPr>
            <p:cNvPr id="5493" name="Google Shape;5493;p68"/>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8"/>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8"/>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8"/>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8"/>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8"/>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8"/>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8"/>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8"/>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8"/>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8"/>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8"/>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68"/>
          <p:cNvGrpSpPr/>
          <p:nvPr/>
        </p:nvGrpSpPr>
        <p:grpSpPr>
          <a:xfrm>
            <a:off x="5178923" y="2743677"/>
            <a:ext cx="460980" cy="374353"/>
            <a:chOff x="5178923" y="2743677"/>
            <a:chExt cx="460980" cy="374353"/>
          </a:xfrm>
        </p:grpSpPr>
        <p:sp>
          <p:nvSpPr>
            <p:cNvPr id="5506" name="Google Shape;5506;p68"/>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8"/>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8"/>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8"/>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8"/>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8"/>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8"/>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8"/>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8"/>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8"/>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8"/>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8"/>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8"/>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8"/>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8"/>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8"/>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8"/>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8"/>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8"/>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8"/>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8"/>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8"/>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8"/>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8"/>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8"/>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8"/>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8"/>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68"/>
          <p:cNvGrpSpPr/>
          <p:nvPr/>
        </p:nvGrpSpPr>
        <p:grpSpPr>
          <a:xfrm>
            <a:off x="5798854" y="2759132"/>
            <a:ext cx="297130" cy="358898"/>
            <a:chOff x="5798854" y="2759132"/>
            <a:chExt cx="297130" cy="358898"/>
          </a:xfrm>
        </p:grpSpPr>
        <p:sp>
          <p:nvSpPr>
            <p:cNvPr id="5534" name="Google Shape;5534;p68"/>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8"/>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8"/>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8"/>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8"/>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8"/>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8"/>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8"/>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8"/>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8"/>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8"/>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8"/>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68"/>
          <p:cNvGrpSpPr/>
          <p:nvPr/>
        </p:nvGrpSpPr>
        <p:grpSpPr>
          <a:xfrm>
            <a:off x="6324614" y="2756696"/>
            <a:ext cx="351799" cy="351904"/>
            <a:chOff x="6324614" y="2756696"/>
            <a:chExt cx="351799" cy="351904"/>
          </a:xfrm>
        </p:grpSpPr>
        <p:sp>
          <p:nvSpPr>
            <p:cNvPr id="5547" name="Google Shape;5547;p68"/>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8"/>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8"/>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8"/>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8"/>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8"/>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8"/>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8"/>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8"/>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8"/>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8"/>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8"/>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8"/>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8"/>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8"/>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68"/>
          <p:cNvGrpSpPr/>
          <p:nvPr/>
        </p:nvGrpSpPr>
        <p:grpSpPr>
          <a:xfrm>
            <a:off x="1953690" y="4126249"/>
            <a:ext cx="390044" cy="370031"/>
            <a:chOff x="1953690" y="4126249"/>
            <a:chExt cx="390044" cy="370031"/>
          </a:xfrm>
        </p:grpSpPr>
        <p:sp>
          <p:nvSpPr>
            <p:cNvPr id="5563" name="Google Shape;5563;p68"/>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8"/>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8"/>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8"/>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8"/>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8"/>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8"/>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8"/>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8"/>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68"/>
          <p:cNvGrpSpPr/>
          <p:nvPr/>
        </p:nvGrpSpPr>
        <p:grpSpPr>
          <a:xfrm>
            <a:off x="6904755" y="2752295"/>
            <a:ext cx="282592" cy="361805"/>
            <a:chOff x="6904755" y="2752295"/>
            <a:chExt cx="282592" cy="361805"/>
          </a:xfrm>
        </p:grpSpPr>
        <p:sp>
          <p:nvSpPr>
            <p:cNvPr id="5573" name="Google Shape;5573;p68"/>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8"/>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8"/>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8"/>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8"/>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8"/>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8"/>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8"/>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8"/>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8"/>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8"/>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8"/>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8"/>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8"/>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8"/>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8"/>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68"/>
          <p:cNvGrpSpPr/>
          <p:nvPr/>
        </p:nvGrpSpPr>
        <p:grpSpPr>
          <a:xfrm>
            <a:off x="7455819" y="2753395"/>
            <a:ext cx="271380" cy="361308"/>
            <a:chOff x="7455819" y="2753395"/>
            <a:chExt cx="271380" cy="361308"/>
          </a:xfrm>
        </p:grpSpPr>
        <p:sp>
          <p:nvSpPr>
            <p:cNvPr id="5590" name="Google Shape;5590;p68"/>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8"/>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8"/>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8"/>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8"/>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8"/>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8"/>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8"/>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8"/>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8"/>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8"/>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8"/>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8"/>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8"/>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68"/>
          <p:cNvGrpSpPr/>
          <p:nvPr/>
        </p:nvGrpSpPr>
        <p:grpSpPr>
          <a:xfrm>
            <a:off x="7943229" y="2786689"/>
            <a:ext cx="387110" cy="331079"/>
            <a:chOff x="7943229" y="2786689"/>
            <a:chExt cx="387110" cy="331079"/>
          </a:xfrm>
        </p:grpSpPr>
        <p:sp>
          <p:nvSpPr>
            <p:cNvPr id="5605" name="Google Shape;5605;p68"/>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8"/>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8"/>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8"/>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8"/>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8"/>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8"/>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8"/>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8"/>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8"/>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8"/>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8"/>
          <p:cNvGrpSpPr/>
          <p:nvPr/>
        </p:nvGrpSpPr>
        <p:grpSpPr>
          <a:xfrm>
            <a:off x="853526" y="2742734"/>
            <a:ext cx="380535" cy="375270"/>
            <a:chOff x="853526" y="2742734"/>
            <a:chExt cx="380535" cy="375270"/>
          </a:xfrm>
        </p:grpSpPr>
        <p:sp>
          <p:nvSpPr>
            <p:cNvPr id="5617" name="Google Shape;5617;p68"/>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8"/>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8"/>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8"/>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8"/>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8"/>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8"/>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8"/>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8"/>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8"/>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8"/>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8"/>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8"/>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8"/>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8"/>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8"/>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8"/>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8"/>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8"/>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8"/>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8"/>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8"/>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8"/>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68"/>
          <p:cNvGrpSpPr/>
          <p:nvPr/>
        </p:nvGrpSpPr>
        <p:grpSpPr>
          <a:xfrm>
            <a:off x="4668540" y="2737181"/>
            <a:ext cx="396409" cy="382997"/>
            <a:chOff x="4668540" y="2737181"/>
            <a:chExt cx="396409" cy="382997"/>
          </a:xfrm>
        </p:grpSpPr>
        <p:sp>
          <p:nvSpPr>
            <p:cNvPr id="5641" name="Google Shape;5641;p68"/>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8"/>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8"/>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8"/>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8"/>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8"/>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8"/>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8"/>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68"/>
          <p:cNvGrpSpPr/>
          <p:nvPr/>
        </p:nvGrpSpPr>
        <p:grpSpPr>
          <a:xfrm>
            <a:off x="2499358" y="4118495"/>
            <a:ext cx="386900" cy="385328"/>
            <a:chOff x="2499358" y="4118495"/>
            <a:chExt cx="386900" cy="385328"/>
          </a:xfrm>
        </p:grpSpPr>
        <p:sp>
          <p:nvSpPr>
            <p:cNvPr id="5650" name="Google Shape;5650;p68"/>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8"/>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8"/>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8"/>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8"/>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8"/>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8"/>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8"/>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8"/>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8"/>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8"/>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8"/>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8"/>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68"/>
          <p:cNvGrpSpPr/>
          <p:nvPr/>
        </p:nvGrpSpPr>
        <p:grpSpPr>
          <a:xfrm>
            <a:off x="3040547" y="4138456"/>
            <a:ext cx="387005" cy="345433"/>
            <a:chOff x="3040547" y="4138456"/>
            <a:chExt cx="387005" cy="345433"/>
          </a:xfrm>
        </p:grpSpPr>
        <p:sp>
          <p:nvSpPr>
            <p:cNvPr id="5664" name="Google Shape;5664;p68"/>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8"/>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8"/>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8"/>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8"/>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8"/>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8"/>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8"/>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8"/>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8"/>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8"/>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8"/>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8"/>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8"/>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8"/>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8"/>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8"/>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8"/>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8"/>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8"/>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8"/>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8"/>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8"/>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8"/>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8"/>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8"/>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8"/>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8"/>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8"/>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8"/>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68"/>
          <p:cNvGrpSpPr/>
          <p:nvPr/>
        </p:nvGrpSpPr>
        <p:grpSpPr>
          <a:xfrm>
            <a:off x="3635776" y="4118522"/>
            <a:ext cx="271406" cy="385381"/>
            <a:chOff x="3635776" y="4118522"/>
            <a:chExt cx="271406" cy="385381"/>
          </a:xfrm>
        </p:grpSpPr>
        <p:sp>
          <p:nvSpPr>
            <p:cNvPr id="5695" name="Google Shape;5695;p68"/>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8"/>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8"/>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8"/>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8"/>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8"/>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8"/>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8"/>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68"/>
          <p:cNvGrpSpPr/>
          <p:nvPr/>
        </p:nvGrpSpPr>
        <p:grpSpPr>
          <a:xfrm>
            <a:off x="1358016" y="3195384"/>
            <a:ext cx="414641" cy="367699"/>
            <a:chOff x="1358016" y="3195384"/>
            <a:chExt cx="414641" cy="367699"/>
          </a:xfrm>
        </p:grpSpPr>
        <p:sp>
          <p:nvSpPr>
            <p:cNvPr id="5704" name="Google Shape;5704;p68"/>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8"/>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8"/>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8"/>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8"/>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8"/>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8"/>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8"/>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8"/>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8"/>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8"/>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8"/>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8"/>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8"/>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8"/>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68"/>
          <p:cNvGrpSpPr/>
          <p:nvPr/>
        </p:nvGrpSpPr>
        <p:grpSpPr>
          <a:xfrm>
            <a:off x="844096" y="3203504"/>
            <a:ext cx="361517" cy="359500"/>
            <a:chOff x="844096" y="3203504"/>
            <a:chExt cx="361517" cy="359500"/>
          </a:xfrm>
        </p:grpSpPr>
        <p:sp>
          <p:nvSpPr>
            <p:cNvPr id="5720" name="Google Shape;5720;p68"/>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8"/>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8"/>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8"/>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8"/>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8"/>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8"/>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8"/>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8"/>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8"/>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8"/>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8"/>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8"/>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8"/>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8"/>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8"/>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8"/>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8"/>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68"/>
          <p:cNvGrpSpPr/>
          <p:nvPr/>
        </p:nvGrpSpPr>
        <p:grpSpPr>
          <a:xfrm>
            <a:off x="1939493" y="3205285"/>
            <a:ext cx="368223" cy="355021"/>
            <a:chOff x="1939493" y="3205285"/>
            <a:chExt cx="368223" cy="355021"/>
          </a:xfrm>
        </p:grpSpPr>
        <p:sp>
          <p:nvSpPr>
            <p:cNvPr id="5739" name="Google Shape;5739;p68"/>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8"/>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8"/>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8"/>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8"/>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8"/>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8"/>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8"/>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8"/>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8"/>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8"/>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8"/>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68"/>
          <p:cNvGrpSpPr/>
          <p:nvPr/>
        </p:nvGrpSpPr>
        <p:grpSpPr>
          <a:xfrm>
            <a:off x="2476834" y="3245314"/>
            <a:ext cx="388891" cy="307320"/>
            <a:chOff x="2471434" y="3239339"/>
            <a:chExt cx="388891" cy="307320"/>
          </a:xfrm>
        </p:grpSpPr>
        <p:sp>
          <p:nvSpPr>
            <p:cNvPr id="5752" name="Google Shape;5752;p68"/>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8"/>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8"/>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8"/>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8"/>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8"/>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8"/>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68"/>
          <p:cNvGrpSpPr/>
          <p:nvPr/>
        </p:nvGrpSpPr>
        <p:grpSpPr>
          <a:xfrm>
            <a:off x="3015243" y="3208979"/>
            <a:ext cx="391301" cy="368040"/>
            <a:chOff x="3015243" y="3208979"/>
            <a:chExt cx="391301" cy="368040"/>
          </a:xfrm>
        </p:grpSpPr>
        <p:sp>
          <p:nvSpPr>
            <p:cNvPr id="5760" name="Google Shape;5760;p68"/>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8"/>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8"/>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8"/>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68"/>
          <p:cNvGrpSpPr/>
          <p:nvPr/>
        </p:nvGrpSpPr>
        <p:grpSpPr>
          <a:xfrm>
            <a:off x="3569896" y="3254349"/>
            <a:ext cx="385381" cy="277326"/>
            <a:chOff x="3569896" y="3254349"/>
            <a:chExt cx="385381" cy="277326"/>
          </a:xfrm>
        </p:grpSpPr>
        <p:sp>
          <p:nvSpPr>
            <p:cNvPr id="5765" name="Google Shape;5765;p68"/>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8"/>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8"/>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8"/>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8"/>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8"/>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8"/>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8"/>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8"/>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8"/>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8"/>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8"/>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8"/>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8"/>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8"/>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8"/>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8"/>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8"/>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8"/>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68"/>
          <p:cNvGrpSpPr/>
          <p:nvPr/>
        </p:nvGrpSpPr>
        <p:grpSpPr>
          <a:xfrm>
            <a:off x="4204810" y="3180452"/>
            <a:ext cx="210241" cy="386769"/>
            <a:chOff x="4204810" y="3180452"/>
            <a:chExt cx="210241" cy="386769"/>
          </a:xfrm>
        </p:grpSpPr>
        <p:sp>
          <p:nvSpPr>
            <p:cNvPr id="5785" name="Google Shape;5785;p68"/>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8"/>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8"/>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8"/>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8"/>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8"/>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8"/>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8"/>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8"/>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8"/>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8"/>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8"/>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68"/>
          <p:cNvGrpSpPr/>
          <p:nvPr/>
        </p:nvGrpSpPr>
        <p:grpSpPr>
          <a:xfrm>
            <a:off x="4803811" y="3180479"/>
            <a:ext cx="84584" cy="385617"/>
            <a:chOff x="4803811" y="3180479"/>
            <a:chExt cx="84584" cy="385617"/>
          </a:xfrm>
        </p:grpSpPr>
        <p:sp>
          <p:nvSpPr>
            <p:cNvPr id="5798" name="Google Shape;5798;p68"/>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8"/>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8"/>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8"/>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8"/>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8"/>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8"/>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8"/>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8"/>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8"/>
          <p:cNvGrpSpPr/>
          <p:nvPr/>
        </p:nvGrpSpPr>
        <p:grpSpPr>
          <a:xfrm>
            <a:off x="5232073" y="3214113"/>
            <a:ext cx="357824" cy="347581"/>
            <a:chOff x="5232073" y="3214113"/>
            <a:chExt cx="357824" cy="347581"/>
          </a:xfrm>
        </p:grpSpPr>
        <p:sp>
          <p:nvSpPr>
            <p:cNvPr id="5808" name="Google Shape;5808;p68"/>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8"/>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8"/>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8"/>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8"/>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8"/>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68"/>
          <p:cNvGrpSpPr/>
          <p:nvPr/>
        </p:nvGrpSpPr>
        <p:grpSpPr>
          <a:xfrm>
            <a:off x="5739863" y="3222757"/>
            <a:ext cx="385407" cy="343128"/>
            <a:chOff x="5739863" y="3222757"/>
            <a:chExt cx="385407" cy="343128"/>
          </a:xfrm>
        </p:grpSpPr>
        <p:sp>
          <p:nvSpPr>
            <p:cNvPr id="5815" name="Google Shape;5815;p68"/>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8"/>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8"/>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8"/>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8"/>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68"/>
          <p:cNvGrpSpPr/>
          <p:nvPr/>
        </p:nvGrpSpPr>
        <p:grpSpPr>
          <a:xfrm>
            <a:off x="6217870" y="3235200"/>
            <a:ext cx="455217" cy="308577"/>
            <a:chOff x="6217870" y="3235200"/>
            <a:chExt cx="455217" cy="308577"/>
          </a:xfrm>
        </p:grpSpPr>
        <p:sp>
          <p:nvSpPr>
            <p:cNvPr id="5821" name="Google Shape;5821;p68"/>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8"/>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8"/>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8"/>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8"/>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8"/>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8"/>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8"/>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8"/>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8"/>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8"/>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8"/>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8"/>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8"/>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8"/>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8"/>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8"/>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8"/>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8"/>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8"/>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8"/>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8"/>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8"/>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8"/>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8"/>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8"/>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8"/>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8"/>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8"/>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8"/>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8"/>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8"/>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8"/>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68"/>
          <p:cNvGrpSpPr/>
          <p:nvPr/>
        </p:nvGrpSpPr>
        <p:grpSpPr>
          <a:xfrm>
            <a:off x="6883746" y="3212699"/>
            <a:ext cx="331445" cy="356593"/>
            <a:chOff x="6883746" y="3212699"/>
            <a:chExt cx="331445" cy="356593"/>
          </a:xfrm>
        </p:grpSpPr>
        <p:sp>
          <p:nvSpPr>
            <p:cNvPr id="5855" name="Google Shape;5855;p68"/>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8"/>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8"/>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8"/>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8"/>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8"/>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8"/>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8"/>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8"/>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8"/>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8"/>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8"/>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8"/>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8"/>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8"/>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8"/>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68"/>
          <p:cNvGrpSpPr/>
          <p:nvPr/>
        </p:nvGrpSpPr>
        <p:grpSpPr>
          <a:xfrm>
            <a:off x="7418465" y="3218645"/>
            <a:ext cx="348053" cy="348184"/>
            <a:chOff x="7418465" y="3218645"/>
            <a:chExt cx="348053" cy="348184"/>
          </a:xfrm>
        </p:grpSpPr>
        <p:sp>
          <p:nvSpPr>
            <p:cNvPr id="5872" name="Google Shape;5872;p68"/>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8"/>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8"/>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8"/>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8"/>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8"/>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8"/>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8"/>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8"/>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8"/>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8"/>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8"/>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8"/>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68"/>
          <p:cNvGrpSpPr/>
          <p:nvPr/>
        </p:nvGrpSpPr>
        <p:grpSpPr>
          <a:xfrm>
            <a:off x="8074309" y="3200492"/>
            <a:ext cx="234209" cy="367254"/>
            <a:chOff x="8074309" y="3200492"/>
            <a:chExt cx="234209" cy="367254"/>
          </a:xfrm>
        </p:grpSpPr>
        <p:sp>
          <p:nvSpPr>
            <p:cNvPr id="5886" name="Google Shape;5886;p68"/>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8"/>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8"/>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8"/>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8"/>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8"/>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8"/>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68"/>
          <p:cNvGrpSpPr/>
          <p:nvPr/>
        </p:nvGrpSpPr>
        <p:grpSpPr>
          <a:xfrm>
            <a:off x="4117738" y="4097880"/>
            <a:ext cx="397692" cy="426402"/>
            <a:chOff x="4117738" y="4097880"/>
            <a:chExt cx="397692" cy="426402"/>
          </a:xfrm>
        </p:grpSpPr>
        <p:sp>
          <p:nvSpPr>
            <p:cNvPr id="5894" name="Google Shape;5894;p68"/>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8"/>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8"/>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8"/>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8"/>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8"/>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8"/>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8"/>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8"/>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8"/>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8"/>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8"/>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8"/>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8"/>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8"/>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8"/>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8"/>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68"/>
          <p:cNvGrpSpPr/>
          <p:nvPr/>
        </p:nvGrpSpPr>
        <p:grpSpPr>
          <a:xfrm>
            <a:off x="4664768" y="4118574"/>
            <a:ext cx="389520" cy="385328"/>
            <a:chOff x="4664768" y="4118574"/>
            <a:chExt cx="389520" cy="385328"/>
          </a:xfrm>
        </p:grpSpPr>
        <p:sp>
          <p:nvSpPr>
            <p:cNvPr id="5912" name="Google Shape;5912;p68"/>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8"/>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8"/>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8"/>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8"/>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8"/>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8"/>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8"/>
          <p:cNvGrpSpPr/>
          <p:nvPr/>
        </p:nvGrpSpPr>
        <p:grpSpPr>
          <a:xfrm>
            <a:off x="5134130" y="4136937"/>
            <a:ext cx="531261" cy="348577"/>
            <a:chOff x="5134130" y="4136937"/>
            <a:chExt cx="531261" cy="348577"/>
          </a:xfrm>
        </p:grpSpPr>
        <p:sp>
          <p:nvSpPr>
            <p:cNvPr id="5920" name="Google Shape;5920;p68"/>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8"/>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8"/>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8"/>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8"/>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8"/>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8"/>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8"/>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8"/>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8"/>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8"/>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8"/>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8"/>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8"/>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8"/>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8"/>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8"/>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8"/>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68"/>
          <p:cNvGrpSpPr/>
          <p:nvPr/>
        </p:nvGrpSpPr>
        <p:grpSpPr>
          <a:xfrm>
            <a:off x="5793012" y="4199412"/>
            <a:ext cx="444005" cy="289952"/>
            <a:chOff x="5716812" y="4199412"/>
            <a:chExt cx="444005" cy="289952"/>
          </a:xfrm>
        </p:grpSpPr>
        <p:sp>
          <p:nvSpPr>
            <p:cNvPr id="5939" name="Google Shape;5939;p68"/>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8"/>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8"/>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8"/>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8"/>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8"/>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8"/>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8"/>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8"/>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8"/>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8"/>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8"/>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8"/>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8"/>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8"/>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8"/>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8"/>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8"/>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8"/>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8"/>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68"/>
          <p:cNvGrpSpPr/>
          <p:nvPr/>
        </p:nvGrpSpPr>
        <p:grpSpPr>
          <a:xfrm>
            <a:off x="850462" y="3680227"/>
            <a:ext cx="385302" cy="355126"/>
            <a:chOff x="850462" y="3680227"/>
            <a:chExt cx="385302" cy="355126"/>
          </a:xfrm>
        </p:grpSpPr>
        <p:sp>
          <p:nvSpPr>
            <p:cNvPr id="5960" name="Google Shape;5960;p68"/>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8"/>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8"/>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8"/>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8"/>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8"/>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8"/>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8"/>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8"/>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8"/>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8"/>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8"/>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8"/>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68"/>
          <p:cNvGrpSpPr/>
          <p:nvPr/>
        </p:nvGrpSpPr>
        <p:grpSpPr>
          <a:xfrm>
            <a:off x="1374886" y="3665217"/>
            <a:ext cx="418151" cy="385197"/>
            <a:chOff x="1374886" y="3665217"/>
            <a:chExt cx="418151" cy="385197"/>
          </a:xfrm>
        </p:grpSpPr>
        <p:sp>
          <p:nvSpPr>
            <p:cNvPr id="5974" name="Google Shape;5974;p68"/>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8"/>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8"/>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8"/>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8"/>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8"/>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8"/>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8"/>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8"/>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8"/>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8"/>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68"/>
          <p:cNvGrpSpPr/>
          <p:nvPr/>
        </p:nvGrpSpPr>
        <p:grpSpPr>
          <a:xfrm>
            <a:off x="1918327" y="3665112"/>
            <a:ext cx="418151" cy="385407"/>
            <a:chOff x="1918327" y="3665112"/>
            <a:chExt cx="418151" cy="385407"/>
          </a:xfrm>
        </p:grpSpPr>
        <p:sp>
          <p:nvSpPr>
            <p:cNvPr id="5986" name="Google Shape;5986;p68"/>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8"/>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8"/>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8"/>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8"/>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8"/>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8"/>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8"/>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8"/>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8"/>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8"/>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68"/>
          <p:cNvGrpSpPr/>
          <p:nvPr/>
        </p:nvGrpSpPr>
        <p:grpSpPr>
          <a:xfrm>
            <a:off x="2461742" y="3665034"/>
            <a:ext cx="418334" cy="385381"/>
            <a:chOff x="2461742" y="3665034"/>
            <a:chExt cx="418334" cy="385381"/>
          </a:xfrm>
        </p:grpSpPr>
        <p:sp>
          <p:nvSpPr>
            <p:cNvPr id="5998" name="Google Shape;5998;p68"/>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8"/>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8"/>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8"/>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8"/>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8"/>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8"/>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8"/>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8"/>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8"/>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8"/>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8"/>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8"/>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8"/>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68"/>
          <p:cNvGrpSpPr/>
          <p:nvPr/>
        </p:nvGrpSpPr>
        <p:grpSpPr>
          <a:xfrm>
            <a:off x="3009951" y="3665139"/>
            <a:ext cx="414745" cy="385328"/>
            <a:chOff x="3009951" y="3665139"/>
            <a:chExt cx="414745" cy="385328"/>
          </a:xfrm>
        </p:grpSpPr>
        <p:sp>
          <p:nvSpPr>
            <p:cNvPr id="6013" name="Google Shape;6013;p68"/>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8"/>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8"/>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8"/>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8"/>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8"/>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68"/>
          <p:cNvGrpSpPr/>
          <p:nvPr/>
        </p:nvGrpSpPr>
        <p:grpSpPr>
          <a:xfrm>
            <a:off x="3557977" y="3685780"/>
            <a:ext cx="405368" cy="343993"/>
            <a:chOff x="3557977" y="3685780"/>
            <a:chExt cx="405368" cy="343993"/>
          </a:xfrm>
        </p:grpSpPr>
        <p:sp>
          <p:nvSpPr>
            <p:cNvPr id="6020" name="Google Shape;6020;p68"/>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8"/>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8"/>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8"/>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8"/>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8"/>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8"/>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8"/>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68"/>
          <p:cNvGrpSpPr/>
          <p:nvPr/>
        </p:nvGrpSpPr>
        <p:grpSpPr>
          <a:xfrm>
            <a:off x="4655076" y="3665112"/>
            <a:ext cx="385276" cy="385302"/>
            <a:chOff x="4655076" y="3665112"/>
            <a:chExt cx="385276" cy="385302"/>
          </a:xfrm>
        </p:grpSpPr>
        <p:sp>
          <p:nvSpPr>
            <p:cNvPr id="6029" name="Google Shape;6029;p68"/>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8"/>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8"/>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8"/>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8"/>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8"/>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8"/>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68"/>
          <p:cNvGrpSpPr/>
          <p:nvPr/>
        </p:nvGrpSpPr>
        <p:grpSpPr>
          <a:xfrm>
            <a:off x="5197967" y="3714018"/>
            <a:ext cx="386455" cy="287569"/>
            <a:chOff x="5197967" y="3714018"/>
            <a:chExt cx="386455" cy="287569"/>
          </a:xfrm>
        </p:grpSpPr>
        <p:sp>
          <p:nvSpPr>
            <p:cNvPr id="6037" name="Google Shape;6037;p68"/>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8"/>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8"/>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8"/>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68"/>
          <p:cNvGrpSpPr/>
          <p:nvPr/>
        </p:nvGrpSpPr>
        <p:grpSpPr>
          <a:xfrm>
            <a:off x="5778658" y="3703488"/>
            <a:ext cx="312140" cy="308603"/>
            <a:chOff x="5778658" y="3703488"/>
            <a:chExt cx="312140" cy="308603"/>
          </a:xfrm>
        </p:grpSpPr>
        <p:sp>
          <p:nvSpPr>
            <p:cNvPr id="6042" name="Google Shape;6042;p68"/>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8"/>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8"/>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68"/>
          <p:cNvGrpSpPr/>
          <p:nvPr/>
        </p:nvGrpSpPr>
        <p:grpSpPr>
          <a:xfrm>
            <a:off x="6282597" y="3679546"/>
            <a:ext cx="391406" cy="356514"/>
            <a:chOff x="6282597" y="3679546"/>
            <a:chExt cx="391406" cy="356514"/>
          </a:xfrm>
        </p:grpSpPr>
        <p:sp>
          <p:nvSpPr>
            <p:cNvPr id="6046" name="Google Shape;6046;p68"/>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8"/>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8"/>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8"/>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8"/>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8"/>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8"/>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8"/>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8"/>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8"/>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68"/>
          <p:cNvGrpSpPr/>
          <p:nvPr/>
        </p:nvGrpSpPr>
        <p:grpSpPr>
          <a:xfrm>
            <a:off x="6829077" y="3723030"/>
            <a:ext cx="385302" cy="269494"/>
            <a:chOff x="6829077" y="3723030"/>
            <a:chExt cx="385302" cy="269494"/>
          </a:xfrm>
        </p:grpSpPr>
        <p:sp>
          <p:nvSpPr>
            <p:cNvPr id="6057" name="Google Shape;6057;p68"/>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8"/>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8"/>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8"/>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8"/>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8"/>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8"/>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8"/>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8"/>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8"/>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8"/>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8"/>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8"/>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8"/>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8"/>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68"/>
          <p:cNvGrpSpPr/>
          <p:nvPr/>
        </p:nvGrpSpPr>
        <p:grpSpPr>
          <a:xfrm>
            <a:off x="7358871" y="3665165"/>
            <a:ext cx="414483" cy="385381"/>
            <a:chOff x="7358871" y="3665165"/>
            <a:chExt cx="414483" cy="385381"/>
          </a:xfrm>
        </p:grpSpPr>
        <p:sp>
          <p:nvSpPr>
            <p:cNvPr id="6073" name="Google Shape;6073;p68"/>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8"/>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8"/>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8"/>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8"/>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8"/>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8"/>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8"/>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8"/>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8"/>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8"/>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8"/>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8"/>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8"/>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8"/>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8" name="Google Shape;6088;p68"/>
          <p:cNvGrpSpPr/>
          <p:nvPr/>
        </p:nvGrpSpPr>
        <p:grpSpPr>
          <a:xfrm>
            <a:off x="4102650" y="3665322"/>
            <a:ext cx="408459" cy="384752"/>
            <a:chOff x="4102650" y="3665322"/>
            <a:chExt cx="408459" cy="384752"/>
          </a:xfrm>
        </p:grpSpPr>
        <p:sp>
          <p:nvSpPr>
            <p:cNvPr id="6089" name="Google Shape;6089;p68"/>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8"/>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8"/>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8"/>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8"/>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8"/>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68"/>
          <p:cNvGrpSpPr/>
          <p:nvPr/>
        </p:nvGrpSpPr>
        <p:grpSpPr>
          <a:xfrm>
            <a:off x="6397489" y="4118522"/>
            <a:ext cx="170346" cy="385381"/>
            <a:chOff x="6397489" y="4118522"/>
            <a:chExt cx="170346" cy="385381"/>
          </a:xfrm>
        </p:grpSpPr>
        <p:sp>
          <p:nvSpPr>
            <p:cNvPr id="6096" name="Google Shape;6096;p68"/>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8"/>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8"/>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8"/>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8"/>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8"/>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8"/>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8"/>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8"/>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8"/>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8"/>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68"/>
          <p:cNvGrpSpPr/>
          <p:nvPr/>
        </p:nvGrpSpPr>
        <p:grpSpPr>
          <a:xfrm>
            <a:off x="7909569" y="3720882"/>
            <a:ext cx="398426" cy="273974"/>
            <a:chOff x="7909569" y="3720882"/>
            <a:chExt cx="398426" cy="273974"/>
          </a:xfrm>
        </p:grpSpPr>
        <p:sp>
          <p:nvSpPr>
            <p:cNvPr id="6108" name="Google Shape;6108;p68"/>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8"/>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8"/>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8"/>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8"/>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8"/>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8"/>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8"/>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8"/>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8"/>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8"/>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8"/>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8"/>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8"/>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8"/>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8"/>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8"/>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8"/>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8"/>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8"/>
          <p:cNvGrpSpPr/>
          <p:nvPr/>
        </p:nvGrpSpPr>
        <p:grpSpPr>
          <a:xfrm>
            <a:off x="6910596" y="4118967"/>
            <a:ext cx="227032" cy="384490"/>
            <a:chOff x="6910596" y="4118967"/>
            <a:chExt cx="227032" cy="384490"/>
          </a:xfrm>
        </p:grpSpPr>
        <p:sp>
          <p:nvSpPr>
            <p:cNvPr id="6128" name="Google Shape;6128;p68"/>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8"/>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8"/>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8"/>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8"/>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8"/>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8"/>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8"/>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8"/>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8"/>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8"/>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8"/>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68"/>
          <p:cNvGrpSpPr/>
          <p:nvPr/>
        </p:nvGrpSpPr>
        <p:grpSpPr>
          <a:xfrm>
            <a:off x="7372702" y="4132876"/>
            <a:ext cx="385459" cy="356671"/>
            <a:chOff x="7372702" y="4132876"/>
            <a:chExt cx="385459" cy="356671"/>
          </a:xfrm>
        </p:grpSpPr>
        <p:sp>
          <p:nvSpPr>
            <p:cNvPr id="6141" name="Google Shape;6141;p68"/>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8"/>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8"/>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8"/>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8"/>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8"/>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8"/>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8"/>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8"/>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8"/>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8"/>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8"/>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6" name="Shape 6156"/>
        <p:cNvGrpSpPr/>
        <p:nvPr/>
      </p:nvGrpSpPr>
      <p:grpSpPr>
        <a:xfrm>
          <a:off x="0" y="0"/>
          <a:ext cx="0" cy="0"/>
          <a:chOff x="0" y="0"/>
          <a:chExt cx="0" cy="0"/>
        </a:xfrm>
      </p:grpSpPr>
      <p:sp>
        <p:nvSpPr>
          <p:cNvPr id="6157" name="Google Shape;6157;p6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158" name="Google Shape;6158;p6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159" name="Google Shape;6159;p69"/>
          <p:cNvGrpSpPr/>
          <p:nvPr/>
        </p:nvGrpSpPr>
        <p:grpSpPr>
          <a:xfrm>
            <a:off x="3045189" y="1977348"/>
            <a:ext cx="389401" cy="374453"/>
            <a:chOff x="3045189" y="1977348"/>
            <a:chExt cx="389401" cy="374453"/>
          </a:xfrm>
        </p:grpSpPr>
        <p:sp>
          <p:nvSpPr>
            <p:cNvPr id="6160" name="Google Shape;6160;p69"/>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9"/>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9"/>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9"/>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9"/>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9"/>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9"/>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69"/>
          <p:cNvGrpSpPr/>
          <p:nvPr/>
        </p:nvGrpSpPr>
        <p:grpSpPr>
          <a:xfrm>
            <a:off x="3028591" y="2443798"/>
            <a:ext cx="431158" cy="349817"/>
            <a:chOff x="3028591" y="2443798"/>
            <a:chExt cx="431158" cy="349817"/>
          </a:xfrm>
        </p:grpSpPr>
        <p:sp>
          <p:nvSpPr>
            <p:cNvPr id="6168" name="Google Shape;6168;p69"/>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9"/>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9"/>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9"/>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9"/>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9"/>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9"/>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9"/>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9"/>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9"/>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9"/>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9"/>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9"/>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69"/>
          <p:cNvGrpSpPr/>
          <p:nvPr/>
        </p:nvGrpSpPr>
        <p:grpSpPr>
          <a:xfrm>
            <a:off x="3966333" y="1983475"/>
            <a:ext cx="331805" cy="377961"/>
            <a:chOff x="3966333" y="1983475"/>
            <a:chExt cx="331805" cy="377961"/>
          </a:xfrm>
        </p:grpSpPr>
        <p:sp>
          <p:nvSpPr>
            <p:cNvPr id="6182" name="Google Shape;6182;p69"/>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9"/>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9"/>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9"/>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9"/>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9"/>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9"/>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9"/>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9"/>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9"/>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9"/>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9"/>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9"/>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69"/>
          <p:cNvGrpSpPr/>
          <p:nvPr/>
        </p:nvGrpSpPr>
        <p:grpSpPr>
          <a:xfrm>
            <a:off x="3085690" y="2894722"/>
            <a:ext cx="316333" cy="382699"/>
            <a:chOff x="3085690" y="2894722"/>
            <a:chExt cx="316333" cy="382699"/>
          </a:xfrm>
        </p:grpSpPr>
        <p:sp>
          <p:nvSpPr>
            <p:cNvPr id="6196" name="Google Shape;6196;p69"/>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9"/>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9"/>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9"/>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9"/>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9"/>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9"/>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9"/>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9"/>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9"/>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9"/>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9"/>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9"/>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9"/>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9"/>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9"/>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9"/>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9"/>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9"/>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9"/>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69"/>
          <p:cNvGrpSpPr/>
          <p:nvPr/>
        </p:nvGrpSpPr>
        <p:grpSpPr>
          <a:xfrm>
            <a:off x="1736294" y="1531477"/>
            <a:ext cx="336465" cy="336439"/>
            <a:chOff x="1736294" y="1531477"/>
            <a:chExt cx="336465" cy="336439"/>
          </a:xfrm>
        </p:grpSpPr>
        <p:sp>
          <p:nvSpPr>
            <p:cNvPr id="6217" name="Google Shape;6217;p69"/>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9"/>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9"/>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9"/>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9"/>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69"/>
          <p:cNvGrpSpPr/>
          <p:nvPr/>
        </p:nvGrpSpPr>
        <p:grpSpPr>
          <a:xfrm>
            <a:off x="2807344" y="4294985"/>
            <a:ext cx="344764" cy="353692"/>
            <a:chOff x="2807344" y="4294985"/>
            <a:chExt cx="344764" cy="353692"/>
          </a:xfrm>
        </p:grpSpPr>
        <p:sp>
          <p:nvSpPr>
            <p:cNvPr id="6223" name="Google Shape;6223;p69"/>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9"/>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9"/>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9"/>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9"/>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9"/>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9"/>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9"/>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9"/>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9"/>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9"/>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9"/>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9"/>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9"/>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9"/>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9"/>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9"/>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9"/>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9"/>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9"/>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9"/>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9"/>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69"/>
          <p:cNvGrpSpPr/>
          <p:nvPr/>
        </p:nvGrpSpPr>
        <p:grpSpPr>
          <a:xfrm>
            <a:off x="3966830" y="2450002"/>
            <a:ext cx="314945" cy="331753"/>
            <a:chOff x="3966830" y="2450002"/>
            <a:chExt cx="314945" cy="331753"/>
          </a:xfrm>
        </p:grpSpPr>
        <p:sp>
          <p:nvSpPr>
            <p:cNvPr id="6246" name="Google Shape;6246;p69"/>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9"/>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9"/>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9"/>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9"/>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69"/>
          <p:cNvGrpSpPr/>
          <p:nvPr/>
        </p:nvGrpSpPr>
        <p:grpSpPr>
          <a:xfrm>
            <a:off x="1774648" y="1976930"/>
            <a:ext cx="298373" cy="390920"/>
            <a:chOff x="1774648" y="1976930"/>
            <a:chExt cx="298373" cy="390920"/>
          </a:xfrm>
        </p:grpSpPr>
        <p:sp>
          <p:nvSpPr>
            <p:cNvPr id="6252" name="Google Shape;6252;p69"/>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9"/>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9"/>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9"/>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9"/>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9"/>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69"/>
          <p:cNvGrpSpPr/>
          <p:nvPr/>
        </p:nvGrpSpPr>
        <p:grpSpPr>
          <a:xfrm>
            <a:off x="855285" y="2426309"/>
            <a:ext cx="374950" cy="386129"/>
            <a:chOff x="855285" y="2426309"/>
            <a:chExt cx="374950" cy="386129"/>
          </a:xfrm>
        </p:grpSpPr>
        <p:sp>
          <p:nvSpPr>
            <p:cNvPr id="6259" name="Google Shape;6259;p69"/>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9"/>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9"/>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9"/>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9"/>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9"/>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9"/>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9"/>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9"/>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9"/>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9"/>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9"/>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9"/>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9"/>
          <p:cNvGrpSpPr/>
          <p:nvPr/>
        </p:nvGrpSpPr>
        <p:grpSpPr>
          <a:xfrm>
            <a:off x="1300502" y="2442148"/>
            <a:ext cx="364504" cy="370290"/>
            <a:chOff x="1300502" y="2442148"/>
            <a:chExt cx="364504" cy="370290"/>
          </a:xfrm>
        </p:grpSpPr>
        <p:sp>
          <p:nvSpPr>
            <p:cNvPr id="6273" name="Google Shape;6273;p69"/>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9"/>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9"/>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9"/>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9"/>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9"/>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9"/>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9"/>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9"/>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9"/>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9"/>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9"/>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9"/>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9"/>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9"/>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9"/>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9"/>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9"/>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9"/>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69"/>
          <p:cNvGrpSpPr/>
          <p:nvPr/>
        </p:nvGrpSpPr>
        <p:grpSpPr>
          <a:xfrm>
            <a:off x="1757683" y="2438771"/>
            <a:ext cx="330680" cy="356441"/>
            <a:chOff x="1757683" y="2438771"/>
            <a:chExt cx="330680" cy="356441"/>
          </a:xfrm>
        </p:grpSpPr>
        <p:sp>
          <p:nvSpPr>
            <p:cNvPr id="6293" name="Google Shape;6293;p69"/>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9"/>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9"/>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9"/>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9"/>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9"/>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9"/>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9"/>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9"/>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9"/>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9"/>
          <p:cNvGrpSpPr/>
          <p:nvPr/>
        </p:nvGrpSpPr>
        <p:grpSpPr>
          <a:xfrm>
            <a:off x="3943687" y="3825107"/>
            <a:ext cx="367908" cy="354477"/>
            <a:chOff x="3943687" y="3825107"/>
            <a:chExt cx="367908" cy="354477"/>
          </a:xfrm>
        </p:grpSpPr>
        <p:sp>
          <p:nvSpPr>
            <p:cNvPr id="6304" name="Google Shape;6304;p69"/>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9"/>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9"/>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9"/>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9"/>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9"/>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9"/>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9"/>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9"/>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9"/>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9"/>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9"/>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69"/>
          <p:cNvGrpSpPr/>
          <p:nvPr/>
        </p:nvGrpSpPr>
        <p:grpSpPr>
          <a:xfrm>
            <a:off x="2195360" y="1976930"/>
            <a:ext cx="340235" cy="390763"/>
            <a:chOff x="2195360" y="1976930"/>
            <a:chExt cx="340235" cy="390763"/>
          </a:xfrm>
        </p:grpSpPr>
        <p:sp>
          <p:nvSpPr>
            <p:cNvPr id="6317" name="Google Shape;6317;p69"/>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9"/>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9"/>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9"/>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9"/>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9"/>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9"/>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9"/>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9"/>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9"/>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9"/>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69"/>
          <p:cNvGrpSpPr/>
          <p:nvPr/>
        </p:nvGrpSpPr>
        <p:grpSpPr>
          <a:xfrm>
            <a:off x="2567509" y="2002219"/>
            <a:ext cx="432179" cy="332172"/>
            <a:chOff x="2567509" y="2002219"/>
            <a:chExt cx="432179" cy="332172"/>
          </a:xfrm>
        </p:grpSpPr>
        <p:sp>
          <p:nvSpPr>
            <p:cNvPr id="6329" name="Google Shape;6329;p69"/>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9"/>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9"/>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9"/>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9"/>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9"/>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9"/>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9"/>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9"/>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9"/>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9"/>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9"/>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69"/>
          <p:cNvGrpSpPr/>
          <p:nvPr/>
        </p:nvGrpSpPr>
        <p:grpSpPr>
          <a:xfrm>
            <a:off x="1323907" y="3359888"/>
            <a:ext cx="281854" cy="359242"/>
            <a:chOff x="1323907" y="3359888"/>
            <a:chExt cx="281854" cy="359242"/>
          </a:xfrm>
        </p:grpSpPr>
        <p:sp>
          <p:nvSpPr>
            <p:cNvPr id="6342" name="Google Shape;6342;p69"/>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9"/>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9"/>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9"/>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9"/>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9"/>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9"/>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9"/>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9"/>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9"/>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9"/>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9"/>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9"/>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9"/>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9"/>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9"/>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9"/>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9"/>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9"/>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69"/>
          <p:cNvGrpSpPr/>
          <p:nvPr/>
        </p:nvGrpSpPr>
        <p:grpSpPr>
          <a:xfrm>
            <a:off x="2184548" y="3859455"/>
            <a:ext cx="354948" cy="286776"/>
            <a:chOff x="2184548" y="3859455"/>
            <a:chExt cx="354948" cy="286776"/>
          </a:xfrm>
        </p:grpSpPr>
        <p:sp>
          <p:nvSpPr>
            <p:cNvPr id="6362" name="Google Shape;6362;p69"/>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9"/>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9"/>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9"/>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9"/>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9"/>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9"/>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9"/>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9"/>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9"/>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9"/>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9"/>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9"/>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9"/>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9"/>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9"/>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9"/>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69"/>
          <p:cNvGrpSpPr/>
          <p:nvPr/>
        </p:nvGrpSpPr>
        <p:grpSpPr>
          <a:xfrm>
            <a:off x="3140511" y="3840108"/>
            <a:ext cx="216823" cy="334162"/>
            <a:chOff x="3140511" y="3840108"/>
            <a:chExt cx="216823" cy="334162"/>
          </a:xfrm>
        </p:grpSpPr>
        <p:sp>
          <p:nvSpPr>
            <p:cNvPr id="6380" name="Google Shape;6380;p69"/>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9"/>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9"/>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9"/>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9"/>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9"/>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9"/>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9"/>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9"/>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9"/>
          <p:cNvGrpSpPr/>
          <p:nvPr/>
        </p:nvGrpSpPr>
        <p:grpSpPr>
          <a:xfrm>
            <a:off x="883193" y="3362794"/>
            <a:ext cx="275099" cy="363876"/>
            <a:chOff x="883193" y="3362794"/>
            <a:chExt cx="275099" cy="363876"/>
          </a:xfrm>
        </p:grpSpPr>
        <p:sp>
          <p:nvSpPr>
            <p:cNvPr id="6390" name="Google Shape;6390;p69"/>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9"/>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9"/>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9"/>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9"/>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9"/>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9"/>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9"/>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9"/>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9"/>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9"/>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9"/>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9"/>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9"/>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9"/>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9"/>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9"/>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9"/>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9"/>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9"/>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9"/>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9"/>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9"/>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9"/>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9"/>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9"/>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69"/>
          <p:cNvGrpSpPr/>
          <p:nvPr/>
        </p:nvGrpSpPr>
        <p:grpSpPr>
          <a:xfrm>
            <a:off x="2633404" y="2896764"/>
            <a:ext cx="368798" cy="365420"/>
            <a:chOff x="2633404" y="2896764"/>
            <a:chExt cx="368798" cy="365420"/>
          </a:xfrm>
        </p:grpSpPr>
        <p:sp>
          <p:nvSpPr>
            <p:cNvPr id="6417" name="Google Shape;6417;p69"/>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9"/>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9"/>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9"/>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9"/>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9"/>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9"/>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9"/>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9"/>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9"/>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9"/>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69"/>
          <p:cNvGrpSpPr/>
          <p:nvPr/>
        </p:nvGrpSpPr>
        <p:grpSpPr>
          <a:xfrm>
            <a:off x="2593035" y="1538755"/>
            <a:ext cx="382621" cy="308688"/>
            <a:chOff x="2593035" y="1538755"/>
            <a:chExt cx="382621" cy="308688"/>
          </a:xfrm>
        </p:grpSpPr>
        <p:sp>
          <p:nvSpPr>
            <p:cNvPr id="6429" name="Google Shape;6429;p69"/>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9"/>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9"/>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9"/>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9"/>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9"/>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9"/>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9"/>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69"/>
          <p:cNvGrpSpPr/>
          <p:nvPr/>
        </p:nvGrpSpPr>
        <p:grpSpPr>
          <a:xfrm>
            <a:off x="3011234" y="1552081"/>
            <a:ext cx="429012" cy="329292"/>
            <a:chOff x="3011234" y="1552081"/>
            <a:chExt cx="429012" cy="329292"/>
          </a:xfrm>
        </p:grpSpPr>
        <p:sp>
          <p:nvSpPr>
            <p:cNvPr id="6438" name="Google Shape;6438;p69"/>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9"/>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9"/>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9"/>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9"/>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9"/>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9"/>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9"/>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9"/>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9"/>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9"/>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9"/>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9"/>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9"/>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9"/>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9"/>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9"/>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9"/>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69"/>
          <p:cNvGrpSpPr/>
          <p:nvPr/>
        </p:nvGrpSpPr>
        <p:grpSpPr>
          <a:xfrm>
            <a:off x="3500721" y="1993659"/>
            <a:ext cx="381626" cy="360237"/>
            <a:chOff x="3500721" y="1993659"/>
            <a:chExt cx="381626" cy="360237"/>
          </a:xfrm>
        </p:grpSpPr>
        <p:sp>
          <p:nvSpPr>
            <p:cNvPr id="6457" name="Google Shape;6457;p69"/>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9"/>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9"/>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9"/>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9"/>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9"/>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9"/>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9"/>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9"/>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9"/>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9"/>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9"/>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9"/>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9"/>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9"/>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9"/>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9"/>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9"/>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5" name="Google Shape;6475;p69"/>
          <p:cNvGrpSpPr/>
          <p:nvPr/>
        </p:nvGrpSpPr>
        <p:grpSpPr>
          <a:xfrm>
            <a:off x="3479228" y="1510926"/>
            <a:ext cx="373798" cy="370368"/>
            <a:chOff x="3479228" y="1510926"/>
            <a:chExt cx="373798" cy="370368"/>
          </a:xfrm>
        </p:grpSpPr>
        <p:sp>
          <p:nvSpPr>
            <p:cNvPr id="6476" name="Google Shape;6476;p69"/>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9"/>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9"/>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9"/>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9"/>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9"/>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9"/>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9"/>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9"/>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69"/>
          <p:cNvGrpSpPr/>
          <p:nvPr/>
        </p:nvGrpSpPr>
        <p:grpSpPr>
          <a:xfrm>
            <a:off x="862432" y="2897209"/>
            <a:ext cx="339240" cy="378196"/>
            <a:chOff x="862432" y="2897209"/>
            <a:chExt cx="339240" cy="378196"/>
          </a:xfrm>
        </p:grpSpPr>
        <p:sp>
          <p:nvSpPr>
            <p:cNvPr id="6486" name="Google Shape;6486;p69"/>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9"/>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9"/>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9"/>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9"/>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9"/>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9"/>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9"/>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69"/>
          <p:cNvGrpSpPr/>
          <p:nvPr/>
        </p:nvGrpSpPr>
        <p:grpSpPr>
          <a:xfrm>
            <a:off x="850625" y="1526817"/>
            <a:ext cx="346021" cy="345131"/>
            <a:chOff x="850625" y="1526817"/>
            <a:chExt cx="346021" cy="345131"/>
          </a:xfrm>
        </p:grpSpPr>
        <p:sp>
          <p:nvSpPr>
            <p:cNvPr id="6495" name="Google Shape;6495;p69"/>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9"/>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9"/>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9"/>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9"/>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9"/>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9"/>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9"/>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9"/>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9"/>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9"/>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9"/>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9"/>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9"/>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9"/>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9"/>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9"/>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9"/>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9"/>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9"/>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69"/>
          <p:cNvGrpSpPr/>
          <p:nvPr/>
        </p:nvGrpSpPr>
        <p:grpSpPr>
          <a:xfrm>
            <a:off x="3046943" y="3367847"/>
            <a:ext cx="379479" cy="370395"/>
            <a:chOff x="3046943" y="3367847"/>
            <a:chExt cx="379479" cy="370395"/>
          </a:xfrm>
        </p:grpSpPr>
        <p:sp>
          <p:nvSpPr>
            <p:cNvPr id="6516" name="Google Shape;6516;p69"/>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9"/>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9"/>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9"/>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9"/>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9"/>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9"/>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69"/>
          <p:cNvGrpSpPr/>
          <p:nvPr/>
        </p:nvGrpSpPr>
        <p:grpSpPr>
          <a:xfrm>
            <a:off x="1289506" y="1983658"/>
            <a:ext cx="391103" cy="377777"/>
            <a:chOff x="1289506" y="1983658"/>
            <a:chExt cx="391103" cy="377777"/>
          </a:xfrm>
        </p:grpSpPr>
        <p:sp>
          <p:nvSpPr>
            <p:cNvPr id="6524" name="Google Shape;6524;p69"/>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9"/>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9"/>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9"/>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9"/>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9"/>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9"/>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9"/>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69"/>
          <p:cNvGrpSpPr/>
          <p:nvPr/>
        </p:nvGrpSpPr>
        <p:grpSpPr>
          <a:xfrm>
            <a:off x="1287935" y="1510978"/>
            <a:ext cx="350288" cy="362357"/>
            <a:chOff x="1287935" y="1510978"/>
            <a:chExt cx="350288" cy="362357"/>
          </a:xfrm>
        </p:grpSpPr>
        <p:sp>
          <p:nvSpPr>
            <p:cNvPr id="6533" name="Google Shape;6533;p69"/>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9"/>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9"/>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9"/>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9"/>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9"/>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9"/>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9"/>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9"/>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9"/>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9"/>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9"/>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9"/>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9"/>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9"/>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9"/>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9"/>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9"/>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9"/>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69"/>
          <p:cNvGrpSpPr/>
          <p:nvPr/>
        </p:nvGrpSpPr>
        <p:grpSpPr>
          <a:xfrm>
            <a:off x="2477973" y="4289959"/>
            <a:ext cx="210042" cy="361991"/>
            <a:chOff x="2477973" y="4289959"/>
            <a:chExt cx="210042" cy="361991"/>
          </a:xfrm>
        </p:grpSpPr>
        <p:sp>
          <p:nvSpPr>
            <p:cNvPr id="6553" name="Google Shape;6553;p69"/>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9"/>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9"/>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9"/>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9"/>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9"/>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69"/>
          <p:cNvGrpSpPr/>
          <p:nvPr/>
        </p:nvGrpSpPr>
        <p:grpSpPr>
          <a:xfrm>
            <a:off x="3518969" y="2909749"/>
            <a:ext cx="347827" cy="345602"/>
            <a:chOff x="3518969" y="2909749"/>
            <a:chExt cx="347827" cy="345602"/>
          </a:xfrm>
        </p:grpSpPr>
        <p:sp>
          <p:nvSpPr>
            <p:cNvPr id="6560" name="Google Shape;6560;p69"/>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9"/>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9"/>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9"/>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9"/>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9"/>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9"/>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9"/>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9"/>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9"/>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9"/>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9"/>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9"/>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69"/>
          <p:cNvGrpSpPr/>
          <p:nvPr/>
        </p:nvGrpSpPr>
        <p:grpSpPr>
          <a:xfrm>
            <a:off x="2137005" y="1523256"/>
            <a:ext cx="415817" cy="355734"/>
            <a:chOff x="2137005" y="1523256"/>
            <a:chExt cx="415817" cy="355734"/>
          </a:xfrm>
        </p:grpSpPr>
        <p:sp>
          <p:nvSpPr>
            <p:cNvPr id="6574" name="Google Shape;6574;p69"/>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9"/>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9"/>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9"/>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9"/>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9"/>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9"/>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9"/>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9"/>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9"/>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9"/>
          <p:cNvGrpSpPr/>
          <p:nvPr/>
        </p:nvGrpSpPr>
        <p:grpSpPr>
          <a:xfrm>
            <a:off x="1713413" y="3359548"/>
            <a:ext cx="397700" cy="389637"/>
            <a:chOff x="1713413" y="3359548"/>
            <a:chExt cx="397700" cy="389637"/>
          </a:xfrm>
        </p:grpSpPr>
        <p:sp>
          <p:nvSpPr>
            <p:cNvPr id="6585" name="Google Shape;6585;p69"/>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9"/>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9"/>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9"/>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9"/>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9"/>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9"/>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9"/>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9"/>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9"/>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9"/>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9"/>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9"/>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9"/>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9"/>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9"/>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9"/>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9"/>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9"/>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9"/>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69"/>
          <p:cNvGrpSpPr/>
          <p:nvPr/>
        </p:nvGrpSpPr>
        <p:grpSpPr>
          <a:xfrm>
            <a:off x="1976129" y="4284173"/>
            <a:ext cx="401496" cy="371154"/>
            <a:chOff x="1976129" y="4284173"/>
            <a:chExt cx="401496" cy="371154"/>
          </a:xfrm>
        </p:grpSpPr>
        <p:sp>
          <p:nvSpPr>
            <p:cNvPr id="6606" name="Google Shape;6606;p69"/>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9"/>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9"/>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9"/>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9"/>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9"/>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9"/>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9"/>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9"/>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9"/>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9"/>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9"/>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9"/>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9"/>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9"/>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69"/>
          <p:cNvGrpSpPr/>
          <p:nvPr/>
        </p:nvGrpSpPr>
        <p:grpSpPr>
          <a:xfrm>
            <a:off x="1830123" y="2904984"/>
            <a:ext cx="184412" cy="367541"/>
            <a:chOff x="1830123" y="2904984"/>
            <a:chExt cx="184412" cy="367541"/>
          </a:xfrm>
        </p:grpSpPr>
        <p:sp>
          <p:nvSpPr>
            <p:cNvPr id="6622" name="Google Shape;6622;p69"/>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9"/>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9"/>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9"/>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9"/>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69"/>
          <p:cNvGrpSpPr/>
          <p:nvPr/>
        </p:nvGrpSpPr>
        <p:grpSpPr>
          <a:xfrm>
            <a:off x="2602224" y="3825918"/>
            <a:ext cx="376966" cy="349765"/>
            <a:chOff x="2602224" y="3825918"/>
            <a:chExt cx="376966" cy="349765"/>
          </a:xfrm>
        </p:grpSpPr>
        <p:sp>
          <p:nvSpPr>
            <p:cNvPr id="6628" name="Google Shape;6628;p69"/>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9"/>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9"/>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9"/>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9"/>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9"/>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9"/>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9"/>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9"/>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9"/>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9"/>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9"/>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69"/>
          <p:cNvGrpSpPr/>
          <p:nvPr/>
        </p:nvGrpSpPr>
        <p:grpSpPr>
          <a:xfrm>
            <a:off x="3479725" y="3421123"/>
            <a:ext cx="411419" cy="256616"/>
            <a:chOff x="3479725" y="3421123"/>
            <a:chExt cx="411419" cy="256616"/>
          </a:xfrm>
        </p:grpSpPr>
        <p:sp>
          <p:nvSpPr>
            <p:cNvPr id="6641" name="Google Shape;6641;p69"/>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9"/>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9"/>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9"/>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9"/>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9"/>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9"/>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9"/>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9"/>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9"/>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9"/>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9"/>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9"/>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9"/>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9"/>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9"/>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9"/>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9"/>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9"/>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69"/>
          <p:cNvGrpSpPr/>
          <p:nvPr/>
        </p:nvGrpSpPr>
        <p:grpSpPr>
          <a:xfrm>
            <a:off x="1283275" y="3819478"/>
            <a:ext cx="373824" cy="362881"/>
            <a:chOff x="1283275" y="3819478"/>
            <a:chExt cx="373824" cy="362881"/>
          </a:xfrm>
        </p:grpSpPr>
        <p:sp>
          <p:nvSpPr>
            <p:cNvPr id="6661" name="Google Shape;6661;p69"/>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9"/>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9"/>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9"/>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9"/>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9"/>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9"/>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9"/>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9"/>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9"/>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9"/>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9"/>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9"/>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9"/>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69"/>
          <p:cNvGrpSpPr/>
          <p:nvPr/>
        </p:nvGrpSpPr>
        <p:grpSpPr>
          <a:xfrm>
            <a:off x="3462865" y="2459296"/>
            <a:ext cx="442730" cy="362331"/>
            <a:chOff x="3462865" y="2459296"/>
            <a:chExt cx="442730" cy="362331"/>
          </a:xfrm>
        </p:grpSpPr>
        <p:sp>
          <p:nvSpPr>
            <p:cNvPr id="6676" name="Google Shape;6676;p69"/>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9"/>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9"/>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9"/>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9"/>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9"/>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9"/>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69"/>
          <p:cNvGrpSpPr/>
          <p:nvPr/>
        </p:nvGrpSpPr>
        <p:grpSpPr>
          <a:xfrm>
            <a:off x="3988847" y="3358134"/>
            <a:ext cx="281121" cy="367279"/>
            <a:chOff x="3988847" y="3358134"/>
            <a:chExt cx="281121" cy="367279"/>
          </a:xfrm>
        </p:grpSpPr>
        <p:sp>
          <p:nvSpPr>
            <p:cNvPr id="6684" name="Google Shape;6684;p69"/>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9"/>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9"/>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9"/>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9"/>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9"/>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9"/>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9"/>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9"/>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9"/>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9"/>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9"/>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9"/>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9"/>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9"/>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9"/>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9"/>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9"/>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69"/>
          <p:cNvGrpSpPr/>
          <p:nvPr/>
        </p:nvGrpSpPr>
        <p:grpSpPr>
          <a:xfrm>
            <a:off x="3951620" y="2906032"/>
            <a:ext cx="370290" cy="366729"/>
            <a:chOff x="3951620" y="2906032"/>
            <a:chExt cx="370290" cy="366729"/>
          </a:xfrm>
        </p:grpSpPr>
        <p:sp>
          <p:nvSpPr>
            <p:cNvPr id="6703" name="Google Shape;6703;p69"/>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9"/>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69"/>
          <p:cNvGrpSpPr/>
          <p:nvPr/>
        </p:nvGrpSpPr>
        <p:grpSpPr>
          <a:xfrm>
            <a:off x="2145304" y="3358605"/>
            <a:ext cx="404245" cy="388433"/>
            <a:chOff x="2145304" y="3358605"/>
            <a:chExt cx="404245" cy="388433"/>
          </a:xfrm>
        </p:grpSpPr>
        <p:sp>
          <p:nvSpPr>
            <p:cNvPr id="6706" name="Google Shape;6706;p69"/>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9"/>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9"/>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9"/>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9"/>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9"/>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9"/>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9"/>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69"/>
          <p:cNvGrpSpPr/>
          <p:nvPr/>
        </p:nvGrpSpPr>
        <p:grpSpPr>
          <a:xfrm>
            <a:off x="2593925" y="3370596"/>
            <a:ext cx="406392" cy="365263"/>
            <a:chOff x="2593925" y="3370596"/>
            <a:chExt cx="406392" cy="365263"/>
          </a:xfrm>
        </p:grpSpPr>
        <p:sp>
          <p:nvSpPr>
            <p:cNvPr id="6715" name="Google Shape;6715;p69"/>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9"/>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9"/>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9"/>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9"/>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9"/>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9"/>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9"/>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9"/>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9"/>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9"/>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69"/>
          <p:cNvGrpSpPr/>
          <p:nvPr/>
        </p:nvGrpSpPr>
        <p:grpSpPr>
          <a:xfrm>
            <a:off x="848975" y="1987716"/>
            <a:ext cx="384898" cy="358221"/>
            <a:chOff x="848975" y="1987716"/>
            <a:chExt cx="384898" cy="358221"/>
          </a:xfrm>
        </p:grpSpPr>
        <p:sp>
          <p:nvSpPr>
            <p:cNvPr id="6727" name="Google Shape;6727;p69"/>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9"/>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9"/>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9"/>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9"/>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9"/>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9"/>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9"/>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9"/>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69"/>
          <p:cNvGrpSpPr/>
          <p:nvPr/>
        </p:nvGrpSpPr>
        <p:grpSpPr>
          <a:xfrm>
            <a:off x="2255731" y="2927892"/>
            <a:ext cx="226405" cy="386260"/>
            <a:chOff x="2255731" y="2927892"/>
            <a:chExt cx="226405" cy="386260"/>
          </a:xfrm>
        </p:grpSpPr>
        <p:sp>
          <p:nvSpPr>
            <p:cNvPr id="6737" name="Google Shape;6737;p69"/>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9"/>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9"/>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9"/>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9"/>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9"/>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9"/>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9"/>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9"/>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9"/>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9"/>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69"/>
          <p:cNvGrpSpPr/>
          <p:nvPr/>
        </p:nvGrpSpPr>
        <p:grpSpPr>
          <a:xfrm>
            <a:off x="2209576" y="2442148"/>
            <a:ext cx="307641" cy="346571"/>
            <a:chOff x="2209576" y="2442148"/>
            <a:chExt cx="307641" cy="346571"/>
          </a:xfrm>
        </p:grpSpPr>
        <p:sp>
          <p:nvSpPr>
            <p:cNvPr id="6749" name="Google Shape;6749;p69"/>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9"/>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9"/>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9"/>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9"/>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9"/>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9"/>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9"/>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9"/>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9"/>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9"/>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9"/>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9"/>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9"/>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9"/>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69"/>
          <p:cNvGrpSpPr/>
          <p:nvPr/>
        </p:nvGrpSpPr>
        <p:grpSpPr>
          <a:xfrm>
            <a:off x="1334850" y="2910142"/>
            <a:ext cx="280231" cy="357854"/>
            <a:chOff x="1334850" y="2910142"/>
            <a:chExt cx="280231" cy="357854"/>
          </a:xfrm>
        </p:grpSpPr>
        <p:sp>
          <p:nvSpPr>
            <p:cNvPr id="6765" name="Google Shape;6765;p69"/>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9"/>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9"/>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9"/>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9"/>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9"/>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9"/>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9"/>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9"/>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69"/>
          <p:cNvGrpSpPr/>
          <p:nvPr/>
        </p:nvGrpSpPr>
        <p:grpSpPr>
          <a:xfrm>
            <a:off x="920682" y="3811650"/>
            <a:ext cx="220357" cy="378353"/>
            <a:chOff x="920682" y="3811650"/>
            <a:chExt cx="220357" cy="378353"/>
          </a:xfrm>
        </p:grpSpPr>
        <p:sp>
          <p:nvSpPr>
            <p:cNvPr id="6775" name="Google Shape;6775;p69"/>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9"/>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9"/>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9"/>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9"/>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9"/>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9"/>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9"/>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9"/>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9"/>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9"/>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9"/>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9"/>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9"/>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9"/>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9"/>
          <p:cNvGrpSpPr/>
          <p:nvPr/>
        </p:nvGrpSpPr>
        <p:grpSpPr>
          <a:xfrm>
            <a:off x="3900804" y="1547918"/>
            <a:ext cx="411550" cy="337748"/>
            <a:chOff x="3900804" y="1547918"/>
            <a:chExt cx="411550" cy="337748"/>
          </a:xfrm>
        </p:grpSpPr>
        <p:sp>
          <p:nvSpPr>
            <p:cNvPr id="6791" name="Google Shape;6791;p69"/>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9"/>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9"/>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9"/>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9"/>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9"/>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9"/>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69"/>
          <p:cNvGrpSpPr/>
          <p:nvPr/>
        </p:nvGrpSpPr>
        <p:grpSpPr>
          <a:xfrm>
            <a:off x="3508654" y="3811781"/>
            <a:ext cx="363876" cy="364007"/>
            <a:chOff x="3508654" y="3811781"/>
            <a:chExt cx="363876" cy="364007"/>
          </a:xfrm>
        </p:grpSpPr>
        <p:sp>
          <p:nvSpPr>
            <p:cNvPr id="6799" name="Google Shape;6799;p69"/>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9"/>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9"/>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9"/>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9"/>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9"/>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9"/>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9"/>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9"/>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9"/>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9"/>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9"/>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9"/>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9"/>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9"/>
          <p:cNvGrpSpPr/>
          <p:nvPr/>
        </p:nvGrpSpPr>
        <p:grpSpPr>
          <a:xfrm>
            <a:off x="1761322" y="3814923"/>
            <a:ext cx="310050" cy="374688"/>
            <a:chOff x="1761322" y="3814923"/>
            <a:chExt cx="310050" cy="374688"/>
          </a:xfrm>
        </p:grpSpPr>
        <p:sp>
          <p:nvSpPr>
            <p:cNvPr id="6814" name="Google Shape;6814;p69"/>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9"/>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9"/>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9"/>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9"/>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9"/>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9"/>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9"/>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9"/>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9"/>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9"/>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9"/>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9"/>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9"/>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9"/>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9"/>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9"/>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9"/>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9"/>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9"/>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9"/>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9"/>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9"/>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9"/>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9"/>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9"/>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9"/>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9"/>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9"/>
          <p:cNvGrpSpPr/>
          <p:nvPr/>
        </p:nvGrpSpPr>
        <p:grpSpPr>
          <a:xfrm>
            <a:off x="2604109" y="2439295"/>
            <a:ext cx="399088" cy="373144"/>
            <a:chOff x="2604109" y="2439295"/>
            <a:chExt cx="399088" cy="373144"/>
          </a:xfrm>
        </p:grpSpPr>
        <p:sp>
          <p:nvSpPr>
            <p:cNvPr id="6843" name="Google Shape;6843;p69"/>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9"/>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9"/>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9"/>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9"/>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9"/>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9"/>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9"/>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9"/>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9"/>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9"/>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9"/>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9"/>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9"/>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9"/>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9"/>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9"/>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9"/>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9"/>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9"/>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9"/>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9"/>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9"/>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9"/>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9"/>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9"/>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9"/>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9"/>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9"/>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9"/>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9"/>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9"/>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9"/>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9"/>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9"/>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9"/>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9"/>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9"/>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9"/>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9"/>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9"/>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9"/>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9"/>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9"/>
          <p:cNvGrpSpPr/>
          <p:nvPr/>
        </p:nvGrpSpPr>
        <p:grpSpPr>
          <a:xfrm>
            <a:off x="7086308" y="2461521"/>
            <a:ext cx="368536" cy="353692"/>
            <a:chOff x="7086308" y="2461521"/>
            <a:chExt cx="368536" cy="353692"/>
          </a:xfrm>
        </p:grpSpPr>
        <p:sp>
          <p:nvSpPr>
            <p:cNvPr id="6887" name="Google Shape;6887;p69"/>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9"/>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9"/>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9"/>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9"/>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9"/>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9"/>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9"/>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9"/>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9"/>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9"/>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9"/>
          <p:cNvGrpSpPr/>
          <p:nvPr/>
        </p:nvGrpSpPr>
        <p:grpSpPr>
          <a:xfrm>
            <a:off x="6644992" y="2454243"/>
            <a:ext cx="375552" cy="368405"/>
            <a:chOff x="6644992" y="2454243"/>
            <a:chExt cx="375552" cy="368405"/>
          </a:xfrm>
        </p:grpSpPr>
        <p:sp>
          <p:nvSpPr>
            <p:cNvPr id="6899" name="Google Shape;6899;p69"/>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9"/>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9"/>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9"/>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9"/>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9"/>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9"/>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9"/>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9"/>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9"/>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9"/>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69"/>
          <p:cNvGrpSpPr/>
          <p:nvPr/>
        </p:nvGrpSpPr>
        <p:grpSpPr>
          <a:xfrm>
            <a:off x="6186789" y="2457333"/>
            <a:ext cx="371049" cy="362096"/>
            <a:chOff x="6186789" y="2457333"/>
            <a:chExt cx="371049" cy="362096"/>
          </a:xfrm>
        </p:grpSpPr>
        <p:sp>
          <p:nvSpPr>
            <p:cNvPr id="6911" name="Google Shape;6911;p69"/>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9"/>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9"/>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9"/>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9"/>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9"/>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9"/>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9"/>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9"/>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9"/>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9"/>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9"/>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9"/>
          <p:cNvGrpSpPr/>
          <p:nvPr/>
        </p:nvGrpSpPr>
        <p:grpSpPr>
          <a:xfrm>
            <a:off x="7957893" y="2454479"/>
            <a:ext cx="375081" cy="368169"/>
            <a:chOff x="7957893" y="2454479"/>
            <a:chExt cx="375081" cy="368169"/>
          </a:xfrm>
        </p:grpSpPr>
        <p:sp>
          <p:nvSpPr>
            <p:cNvPr id="6924" name="Google Shape;6924;p69"/>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9"/>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9"/>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9"/>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9"/>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9"/>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9"/>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9"/>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9"/>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9"/>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69"/>
          <p:cNvGrpSpPr/>
          <p:nvPr/>
        </p:nvGrpSpPr>
        <p:grpSpPr>
          <a:xfrm>
            <a:off x="5738562" y="2454348"/>
            <a:ext cx="368536" cy="368300"/>
            <a:chOff x="5738562" y="2454348"/>
            <a:chExt cx="368536" cy="368300"/>
          </a:xfrm>
        </p:grpSpPr>
        <p:sp>
          <p:nvSpPr>
            <p:cNvPr id="6935" name="Google Shape;6935;p69"/>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9"/>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9"/>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9"/>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9"/>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9"/>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9"/>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9"/>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9"/>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9"/>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9"/>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9"/>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9"/>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9"/>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9"/>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9"/>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9"/>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9"/>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9"/>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9"/>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9"/>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9"/>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9"/>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9"/>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9"/>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9"/>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9"/>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9"/>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9"/>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9"/>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9"/>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9"/>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9"/>
          <p:cNvGrpSpPr/>
          <p:nvPr/>
        </p:nvGrpSpPr>
        <p:grpSpPr>
          <a:xfrm>
            <a:off x="4870747" y="2494220"/>
            <a:ext cx="368536" cy="288687"/>
            <a:chOff x="4870747" y="2494220"/>
            <a:chExt cx="368536" cy="288687"/>
          </a:xfrm>
        </p:grpSpPr>
        <p:sp>
          <p:nvSpPr>
            <p:cNvPr id="6968" name="Google Shape;6968;p69"/>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9"/>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9"/>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9"/>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9"/>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9"/>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9"/>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9"/>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9"/>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9"/>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9"/>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9"/>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9"/>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9"/>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9"/>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9"/>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9"/>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9"/>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9"/>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9"/>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9"/>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9"/>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9"/>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9"/>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9"/>
          <p:cNvGrpSpPr/>
          <p:nvPr/>
        </p:nvGrpSpPr>
        <p:grpSpPr>
          <a:xfrm>
            <a:off x="5300308" y="2454505"/>
            <a:ext cx="370604" cy="367960"/>
            <a:chOff x="5300308" y="2454505"/>
            <a:chExt cx="370604" cy="367960"/>
          </a:xfrm>
        </p:grpSpPr>
        <p:sp>
          <p:nvSpPr>
            <p:cNvPr id="6993" name="Google Shape;6993;p69"/>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9"/>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9"/>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9"/>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9"/>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9"/>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9"/>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9"/>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9"/>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9"/>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9"/>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9"/>
          <p:cNvGrpSpPr/>
          <p:nvPr/>
        </p:nvGrpSpPr>
        <p:grpSpPr>
          <a:xfrm>
            <a:off x="4929600" y="3825735"/>
            <a:ext cx="230803" cy="340235"/>
            <a:chOff x="4929600" y="3825735"/>
            <a:chExt cx="230803" cy="340235"/>
          </a:xfrm>
        </p:grpSpPr>
        <p:sp>
          <p:nvSpPr>
            <p:cNvPr id="7005" name="Google Shape;7005;p69"/>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9"/>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9"/>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9"/>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9"/>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9"/>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9"/>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9"/>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9"/>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9"/>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9"/>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9"/>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9"/>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9"/>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9"/>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9"/>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9"/>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9"/>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9"/>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9"/>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9"/>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69"/>
          <p:cNvGrpSpPr/>
          <p:nvPr/>
        </p:nvGrpSpPr>
        <p:grpSpPr>
          <a:xfrm>
            <a:off x="6264518" y="3825395"/>
            <a:ext cx="249810" cy="340968"/>
            <a:chOff x="6264518" y="3825395"/>
            <a:chExt cx="249810" cy="340968"/>
          </a:xfrm>
        </p:grpSpPr>
        <p:sp>
          <p:nvSpPr>
            <p:cNvPr id="7027" name="Google Shape;7027;p69"/>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9"/>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9"/>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9"/>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9"/>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9"/>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9"/>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9"/>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69"/>
          <p:cNvGrpSpPr/>
          <p:nvPr/>
        </p:nvGrpSpPr>
        <p:grpSpPr>
          <a:xfrm>
            <a:off x="5376073" y="3825368"/>
            <a:ext cx="223158" cy="340994"/>
            <a:chOff x="5376073" y="3825368"/>
            <a:chExt cx="223158" cy="340994"/>
          </a:xfrm>
        </p:grpSpPr>
        <p:sp>
          <p:nvSpPr>
            <p:cNvPr id="7036" name="Google Shape;7036;p69"/>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9"/>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9"/>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9"/>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9"/>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9"/>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9"/>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9"/>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9"/>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9"/>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9"/>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9"/>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9"/>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9"/>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9"/>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9"/>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9"/>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9"/>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9"/>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9"/>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9"/>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9"/>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9"/>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9"/>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69"/>
          <p:cNvGrpSpPr/>
          <p:nvPr/>
        </p:nvGrpSpPr>
        <p:grpSpPr>
          <a:xfrm>
            <a:off x="6716044" y="3825395"/>
            <a:ext cx="197973" cy="340314"/>
            <a:chOff x="6716044" y="3825395"/>
            <a:chExt cx="197973" cy="340314"/>
          </a:xfrm>
        </p:grpSpPr>
        <p:sp>
          <p:nvSpPr>
            <p:cNvPr id="7061" name="Google Shape;7061;p69"/>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9"/>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9"/>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9"/>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9"/>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9"/>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9"/>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9"/>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9"/>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9"/>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9"/>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9"/>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9"/>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69"/>
          <p:cNvGrpSpPr/>
          <p:nvPr/>
        </p:nvGrpSpPr>
        <p:grpSpPr>
          <a:xfrm>
            <a:off x="7517833" y="2465815"/>
            <a:ext cx="370656" cy="345157"/>
            <a:chOff x="7517833" y="2465815"/>
            <a:chExt cx="370656" cy="345157"/>
          </a:xfrm>
        </p:grpSpPr>
        <p:sp>
          <p:nvSpPr>
            <p:cNvPr id="7075" name="Google Shape;7075;p69"/>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9"/>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9"/>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9"/>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9"/>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9"/>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9"/>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9"/>
          <p:cNvGrpSpPr/>
          <p:nvPr/>
        </p:nvGrpSpPr>
        <p:grpSpPr>
          <a:xfrm>
            <a:off x="5804954" y="3825709"/>
            <a:ext cx="251197" cy="340392"/>
            <a:chOff x="5804954" y="3825709"/>
            <a:chExt cx="251197" cy="340392"/>
          </a:xfrm>
        </p:grpSpPr>
        <p:sp>
          <p:nvSpPr>
            <p:cNvPr id="7083" name="Google Shape;7083;p69"/>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9"/>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9"/>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9"/>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9"/>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9"/>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69"/>
          <p:cNvGrpSpPr/>
          <p:nvPr/>
        </p:nvGrpSpPr>
        <p:grpSpPr>
          <a:xfrm>
            <a:off x="4872134" y="3359993"/>
            <a:ext cx="374819" cy="368562"/>
            <a:chOff x="4872134" y="3359993"/>
            <a:chExt cx="374819" cy="368562"/>
          </a:xfrm>
        </p:grpSpPr>
        <p:sp>
          <p:nvSpPr>
            <p:cNvPr id="7090" name="Google Shape;7090;p69"/>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9"/>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9"/>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9"/>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9"/>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9"/>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9"/>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9"/>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9"/>
          <p:cNvGrpSpPr/>
          <p:nvPr/>
        </p:nvGrpSpPr>
        <p:grpSpPr>
          <a:xfrm>
            <a:off x="6614911" y="1516162"/>
            <a:ext cx="391810" cy="368484"/>
            <a:chOff x="6614911" y="1516162"/>
            <a:chExt cx="391810" cy="368484"/>
          </a:xfrm>
        </p:grpSpPr>
        <p:sp>
          <p:nvSpPr>
            <p:cNvPr id="7099" name="Google Shape;7099;p69"/>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9"/>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9"/>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9"/>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9"/>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9"/>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9"/>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9"/>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9"/>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9"/>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9"/>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9"/>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9"/>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9"/>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9"/>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9"/>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9"/>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9"/>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69"/>
          <p:cNvGrpSpPr/>
          <p:nvPr/>
        </p:nvGrpSpPr>
        <p:grpSpPr>
          <a:xfrm>
            <a:off x="5822573" y="3360019"/>
            <a:ext cx="231065" cy="368405"/>
            <a:chOff x="5822573" y="3360019"/>
            <a:chExt cx="231065" cy="368405"/>
          </a:xfrm>
        </p:grpSpPr>
        <p:sp>
          <p:nvSpPr>
            <p:cNvPr id="7118" name="Google Shape;7118;p69"/>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9"/>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9"/>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9"/>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9"/>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9"/>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9"/>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9"/>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9"/>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9"/>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9"/>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9"/>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9"/>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9"/>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9"/>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69"/>
          <p:cNvGrpSpPr/>
          <p:nvPr/>
        </p:nvGrpSpPr>
        <p:grpSpPr>
          <a:xfrm>
            <a:off x="7494690" y="1516188"/>
            <a:ext cx="374557" cy="368614"/>
            <a:chOff x="7494690" y="1516188"/>
            <a:chExt cx="374557" cy="368614"/>
          </a:xfrm>
        </p:grpSpPr>
        <p:sp>
          <p:nvSpPr>
            <p:cNvPr id="7134" name="Google Shape;7134;p69"/>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9"/>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9"/>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9"/>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9"/>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9"/>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9"/>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9"/>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69"/>
          <p:cNvGrpSpPr/>
          <p:nvPr/>
        </p:nvGrpSpPr>
        <p:grpSpPr>
          <a:xfrm>
            <a:off x="5314707" y="3360019"/>
            <a:ext cx="381731" cy="368405"/>
            <a:chOff x="5314707" y="3360019"/>
            <a:chExt cx="381731" cy="368405"/>
          </a:xfrm>
        </p:grpSpPr>
        <p:sp>
          <p:nvSpPr>
            <p:cNvPr id="7143" name="Google Shape;7143;p69"/>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9"/>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9"/>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9"/>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9"/>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9"/>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9"/>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9"/>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9"/>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9"/>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9"/>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9"/>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9"/>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9"/>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9"/>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9"/>
          <p:cNvGrpSpPr/>
          <p:nvPr/>
        </p:nvGrpSpPr>
        <p:grpSpPr>
          <a:xfrm>
            <a:off x="5308058" y="1517156"/>
            <a:ext cx="374295" cy="366599"/>
            <a:chOff x="5308058" y="1517156"/>
            <a:chExt cx="374295" cy="366599"/>
          </a:xfrm>
        </p:grpSpPr>
        <p:sp>
          <p:nvSpPr>
            <p:cNvPr id="7159" name="Google Shape;7159;p69"/>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9"/>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9"/>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9"/>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69"/>
          <p:cNvGrpSpPr/>
          <p:nvPr/>
        </p:nvGrpSpPr>
        <p:grpSpPr>
          <a:xfrm>
            <a:off x="6184800" y="1540902"/>
            <a:ext cx="370761" cy="319108"/>
            <a:chOff x="6184800" y="1540902"/>
            <a:chExt cx="370761" cy="319108"/>
          </a:xfrm>
        </p:grpSpPr>
        <p:sp>
          <p:nvSpPr>
            <p:cNvPr id="7164" name="Google Shape;7164;p69"/>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9"/>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9"/>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9"/>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9"/>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9"/>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9"/>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9"/>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9"/>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9"/>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69"/>
          <p:cNvGrpSpPr/>
          <p:nvPr/>
        </p:nvGrpSpPr>
        <p:grpSpPr>
          <a:xfrm>
            <a:off x="7060102" y="1516371"/>
            <a:ext cx="370709" cy="367829"/>
            <a:chOff x="7060102" y="1516371"/>
            <a:chExt cx="370709" cy="367829"/>
          </a:xfrm>
        </p:grpSpPr>
        <p:sp>
          <p:nvSpPr>
            <p:cNvPr id="7175" name="Google Shape;7175;p69"/>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9"/>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9"/>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9"/>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9"/>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9"/>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9"/>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9"/>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9"/>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9"/>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9"/>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9"/>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9"/>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9"/>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9"/>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9"/>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9"/>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9"/>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9"/>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9"/>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9"/>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9"/>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9"/>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9"/>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9"/>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69"/>
          <p:cNvGrpSpPr/>
          <p:nvPr/>
        </p:nvGrpSpPr>
        <p:grpSpPr>
          <a:xfrm>
            <a:off x="7935247" y="1516162"/>
            <a:ext cx="381704" cy="368588"/>
            <a:chOff x="7935247" y="1516162"/>
            <a:chExt cx="381704" cy="368588"/>
          </a:xfrm>
        </p:grpSpPr>
        <p:sp>
          <p:nvSpPr>
            <p:cNvPr id="7201" name="Google Shape;7201;p69"/>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9"/>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9"/>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9"/>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9"/>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9"/>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9"/>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9"/>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9"/>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9"/>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9"/>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9"/>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9"/>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9"/>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9"/>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9"/>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9"/>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9"/>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69"/>
          <p:cNvGrpSpPr/>
          <p:nvPr/>
        </p:nvGrpSpPr>
        <p:grpSpPr>
          <a:xfrm>
            <a:off x="5738169" y="1559830"/>
            <a:ext cx="389035" cy="281147"/>
            <a:chOff x="5738169" y="1559830"/>
            <a:chExt cx="389035" cy="281147"/>
          </a:xfrm>
        </p:grpSpPr>
        <p:sp>
          <p:nvSpPr>
            <p:cNvPr id="7220" name="Google Shape;7220;p69"/>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9"/>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9"/>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9"/>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9"/>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9"/>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9"/>
          <p:cNvGrpSpPr/>
          <p:nvPr/>
        </p:nvGrpSpPr>
        <p:grpSpPr>
          <a:xfrm>
            <a:off x="6192470" y="3360516"/>
            <a:ext cx="368510" cy="367750"/>
            <a:chOff x="6192470" y="3360516"/>
            <a:chExt cx="368510" cy="367750"/>
          </a:xfrm>
        </p:grpSpPr>
        <p:sp>
          <p:nvSpPr>
            <p:cNvPr id="7227" name="Google Shape;7227;p69"/>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9"/>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9"/>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9"/>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9"/>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9"/>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9"/>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9"/>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9"/>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9"/>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9"/>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9"/>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9"/>
          <p:cNvGrpSpPr/>
          <p:nvPr/>
        </p:nvGrpSpPr>
        <p:grpSpPr>
          <a:xfrm>
            <a:off x="4935019" y="1516109"/>
            <a:ext cx="246642" cy="368667"/>
            <a:chOff x="4935019" y="1516109"/>
            <a:chExt cx="246642" cy="368667"/>
          </a:xfrm>
        </p:grpSpPr>
        <p:sp>
          <p:nvSpPr>
            <p:cNvPr id="7240" name="Google Shape;7240;p69"/>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9"/>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9"/>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9"/>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9"/>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9"/>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9"/>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9"/>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9"/>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9"/>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69"/>
          <p:cNvGrpSpPr/>
          <p:nvPr/>
        </p:nvGrpSpPr>
        <p:grpSpPr>
          <a:xfrm>
            <a:off x="7989335" y="3360019"/>
            <a:ext cx="291698" cy="368405"/>
            <a:chOff x="7989335" y="3360019"/>
            <a:chExt cx="291698" cy="368405"/>
          </a:xfrm>
        </p:grpSpPr>
        <p:sp>
          <p:nvSpPr>
            <p:cNvPr id="7251" name="Google Shape;7251;p69"/>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9"/>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9"/>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9"/>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9"/>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9"/>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9"/>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9"/>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9"/>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9"/>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69"/>
          <p:cNvGrpSpPr/>
          <p:nvPr/>
        </p:nvGrpSpPr>
        <p:grpSpPr>
          <a:xfrm>
            <a:off x="6633158" y="3359783"/>
            <a:ext cx="368143" cy="368771"/>
            <a:chOff x="6633158" y="3359783"/>
            <a:chExt cx="368143" cy="368771"/>
          </a:xfrm>
        </p:grpSpPr>
        <p:sp>
          <p:nvSpPr>
            <p:cNvPr id="7262" name="Google Shape;7262;p69"/>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9"/>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9"/>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9"/>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9"/>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9"/>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9"/>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9"/>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9"/>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9"/>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9"/>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9"/>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9"/>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9"/>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9"/>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9"/>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9"/>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9"/>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69"/>
          <p:cNvGrpSpPr/>
          <p:nvPr/>
        </p:nvGrpSpPr>
        <p:grpSpPr>
          <a:xfrm>
            <a:off x="7940666" y="2020205"/>
            <a:ext cx="383249" cy="286488"/>
            <a:chOff x="7940666" y="2020205"/>
            <a:chExt cx="383249" cy="286488"/>
          </a:xfrm>
        </p:grpSpPr>
        <p:sp>
          <p:nvSpPr>
            <p:cNvPr id="7281" name="Google Shape;7281;p69"/>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9"/>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9"/>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9"/>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9"/>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9"/>
          <p:cNvGrpSpPr/>
          <p:nvPr/>
        </p:nvGrpSpPr>
        <p:grpSpPr>
          <a:xfrm>
            <a:off x="7508513" y="2023478"/>
            <a:ext cx="372175" cy="279995"/>
            <a:chOff x="7508513" y="2023478"/>
            <a:chExt cx="372175" cy="279995"/>
          </a:xfrm>
        </p:grpSpPr>
        <p:sp>
          <p:nvSpPr>
            <p:cNvPr id="7287" name="Google Shape;7287;p69"/>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9"/>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9"/>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9"/>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9"/>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9"/>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9"/>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9"/>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9"/>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9"/>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9"/>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9"/>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9"/>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9"/>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9"/>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9"/>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9"/>
          <p:cNvGrpSpPr/>
          <p:nvPr/>
        </p:nvGrpSpPr>
        <p:grpSpPr>
          <a:xfrm>
            <a:off x="7070705" y="1996303"/>
            <a:ext cx="368405" cy="334449"/>
            <a:chOff x="7070705" y="1996303"/>
            <a:chExt cx="368405" cy="334449"/>
          </a:xfrm>
        </p:grpSpPr>
        <p:sp>
          <p:nvSpPr>
            <p:cNvPr id="7304" name="Google Shape;7304;p69"/>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9"/>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9"/>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9"/>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9"/>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9"/>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9"/>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9"/>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9"/>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9"/>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9"/>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9"/>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9"/>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9"/>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9"/>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9"/>
          <p:cNvGrpSpPr/>
          <p:nvPr/>
        </p:nvGrpSpPr>
        <p:grpSpPr>
          <a:xfrm>
            <a:off x="6630645" y="2040338"/>
            <a:ext cx="368536" cy="246275"/>
            <a:chOff x="6630645" y="2040338"/>
            <a:chExt cx="368536" cy="246275"/>
          </a:xfrm>
        </p:grpSpPr>
        <p:sp>
          <p:nvSpPr>
            <p:cNvPr id="7320" name="Google Shape;7320;p69"/>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9"/>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9"/>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9"/>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9"/>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9"/>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9"/>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9"/>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9"/>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9"/>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9"/>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9"/>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9"/>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9"/>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9"/>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9"/>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9"/>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9"/>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9"/>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9"/>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9"/>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9"/>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9"/>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9"/>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9"/>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9"/>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69"/>
          <p:cNvGrpSpPr/>
          <p:nvPr/>
        </p:nvGrpSpPr>
        <p:grpSpPr>
          <a:xfrm>
            <a:off x="6190455" y="1995046"/>
            <a:ext cx="368771" cy="336858"/>
            <a:chOff x="6190455" y="1995046"/>
            <a:chExt cx="368771" cy="336858"/>
          </a:xfrm>
        </p:grpSpPr>
        <p:sp>
          <p:nvSpPr>
            <p:cNvPr id="7347" name="Google Shape;7347;p69"/>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9"/>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9"/>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9"/>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9"/>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9"/>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9"/>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9"/>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9"/>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9"/>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9"/>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9"/>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9"/>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9"/>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9"/>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9"/>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9"/>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9"/>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69"/>
          <p:cNvGrpSpPr/>
          <p:nvPr/>
        </p:nvGrpSpPr>
        <p:grpSpPr>
          <a:xfrm>
            <a:off x="5750631" y="2016383"/>
            <a:ext cx="371677" cy="293740"/>
            <a:chOff x="5750631" y="2016383"/>
            <a:chExt cx="371677" cy="293740"/>
          </a:xfrm>
        </p:grpSpPr>
        <p:sp>
          <p:nvSpPr>
            <p:cNvPr id="7366" name="Google Shape;7366;p69"/>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9"/>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9"/>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9"/>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9"/>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9"/>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9"/>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9"/>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9"/>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9"/>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9"/>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9"/>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9"/>
          <p:cNvGrpSpPr/>
          <p:nvPr/>
        </p:nvGrpSpPr>
        <p:grpSpPr>
          <a:xfrm>
            <a:off x="5310807" y="2022849"/>
            <a:ext cx="368274" cy="281226"/>
            <a:chOff x="5310807" y="2022849"/>
            <a:chExt cx="368274" cy="281226"/>
          </a:xfrm>
        </p:grpSpPr>
        <p:sp>
          <p:nvSpPr>
            <p:cNvPr id="7379" name="Google Shape;7379;p69"/>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9"/>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9"/>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9"/>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9"/>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9"/>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9"/>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9"/>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9"/>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9"/>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9"/>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9"/>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9"/>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9"/>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9"/>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9"/>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9"/>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9"/>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9"/>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69"/>
          <p:cNvGrpSpPr/>
          <p:nvPr/>
        </p:nvGrpSpPr>
        <p:grpSpPr>
          <a:xfrm>
            <a:off x="4865589" y="2022430"/>
            <a:ext cx="375788" cy="281828"/>
            <a:chOff x="4865589" y="2022430"/>
            <a:chExt cx="375788" cy="281828"/>
          </a:xfrm>
        </p:grpSpPr>
        <p:sp>
          <p:nvSpPr>
            <p:cNvPr id="7399" name="Google Shape;7399;p69"/>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9"/>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9"/>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9"/>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9"/>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9"/>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9"/>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9"/>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9"/>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9"/>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9"/>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69"/>
          <p:cNvGrpSpPr/>
          <p:nvPr/>
        </p:nvGrpSpPr>
        <p:grpSpPr>
          <a:xfrm>
            <a:off x="7107069" y="3360255"/>
            <a:ext cx="293818" cy="368012"/>
            <a:chOff x="7107069" y="3360255"/>
            <a:chExt cx="293818" cy="368012"/>
          </a:xfrm>
        </p:grpSpPr>
        <p:sp>
          <p:nvSpPr>
            <p:cNvPr id="7411" name="Google Shape;7411;p69"/>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9"/>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9"/>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9"/>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9"/>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9"/>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9"/>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9"/>
          <p:cNvGrpSpPr/>
          <p:nvPr/>
        </p:nvGrpSpPr>
        <p:grpSpPr>
          <a:xfrm>
            <a:off x="7578597" y="3360333"/>
            <a:ext cx="234285" cy="367855"/>
            <a:chOff x="7578597" y="3360333"/>
            <a:chExt cx="234285" cy="367855"/>
          </a:xfrm>
        </p:grpSpPr>
        <p:sp>
          <p:nvSpPr>
            <p:cNvPr id="7419" name="Google Shape;7419;p69"/>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9"/>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9"/>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9"/>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9"/>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9"/>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9"/>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9"/>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9"/>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9"/>
          <p:cNvGrpSpPr/>
          <p:nvPr/>
        </p:nvGrpSpPr>
        <p:grpSpPr>
          <a:xfrm>
            <a:off x="6697352" y="4289383"/>
            <a:ext cx="269130" cy="354530"/>
            <a:chOff x="6697352" y="4289383"/>
            <a:chExt cx="269130" cy="354530"/>
          </a:xfrm>
        </p:grpSpPr>
        <p:sp>
          <p:nvSpPr>
            <p:cNvPr id="7429" name="Google Shape;7429;p69"/>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9"/>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9"/>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9"/>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9"/>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9"/>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9"/>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9"/>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9"/>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9"/>
          <p:cNvGrpSpPr/>
          <p:nvPr/>
        </p:nvGrpSpPr>
        <p:grpSpPr>
          <a:xfrm>
            <a:off x="5768616" y="2908885"/>
            <a:ext cx="334816" cy="368536"/>
            <a:chOff x="5768616" y="2908885"/>
            <a:chExt cx="334816" cy="368536"/>
          </a:xfrm>
        </p:grpSpPr>
        <p:sp>
          <p:nvSpPr>
            <p:cNvPr id="7439" name="Google Shape;7439;p69"/>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9"/>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9"/>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9"/>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9"/>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9"/>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9"/>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9"/>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9"/>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9"/>
          <p:cNvGrpSpPr/>
          <p:nvPr/>
        </p:nvGrpSpPr>
        <p:grpSpPr>
          <a:xfrm>
            <a:off x="6657061" y="2908885"/>
            <a:ext cx="323114" cy="368667"/>
            <a:chOff x="6657061" y="2908885"/>
            <a:chExt cx="323114" cy="368667"/>
          </a:xfrm>
        </p:grpSpPr>
        <p:sp>
          <p:nvSpPr>
            <p:cNvPr id="7449" name="Google Shape;7449;p69"/>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9"/>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9"/>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9"/>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9"/>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9"/>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9"/>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69"/>
          <p:cNvGrpSpPr/>
          <p:nvPr/>
        </p:nvGrpSpPr>
        <p:grpSpPr>
          <a:xfrm>
            <a:off x="6211084" y="2909173"/>
            <a:ext cx="330915" cy="368457"/>
            <a:chOff x="6211084" y="2909173"/>
            <a:chExt cx="330915" cy="368457"/>
          </a:xfrm>
        </p:grpSpPr>
        <p:sp>
          <p:nvSpPr>
            <p:cNvPr id="7457" name="Google Shape;7457;p69"/>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9"/>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9"/>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9"/>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9"/>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9"/>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9"/>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9"/>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69"/>
          <p:cNvGrpSpPr/>
          <p:nvPr/>
        </p:nvGrpSpPr>
        <p:grpSpPr>
          <a:xfrm>
            <a:off x="7543097" y="2908754"/>
            <a:ext cx="314945" cy="368300"/>
            <a:chOff x="7543097" y="2908754"/>
            <a:chExt cx="314945" cy="368300"/>
          </a:xfrm>
        </p:grpSpPr>
        <p:sp>
          <p:nvSpPr>
            <p:cNvPr id="7466" name="Google Shape;7466;p69"/>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9"/>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9"/>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9"/>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9"/>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9"/>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9"/>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9"/>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9"/>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9"/>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9"/>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9"/>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9"/>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9"/>
          <p:cNvGrpSpPr/>
          <p:nvPr/>
        </p:nvGrpSpPr>
        <p:grpSpPr>
          <a:xfrm>
            <a:off x="7090471" y="2908964"/>
            <a:ext cx="331282" cy="368588"/>
            <a:chOff x="7090471" y="2908964"/>
            <a:chExt cx="331282" cy="368588"/>
          </a:xfrm>
        </p:grpSpPr>
        <p:sp>
          <p:nvSpPr>
            <p:cNvPr id="7480" name="Google Shape;7480;p69"/>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9"/>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9"/>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69"/>
          <p:cNvGrpSpPr/>
          <p:nvPr/>
        </p:nvGrpSpPr>
        <p:grpSpPr>
          <a:xfrm>
            <a:off x="7159769" y="3826599"/>
            <a:ext cx="195722" cy="339816"/>
            <a:chOff x="7159769" y="3826599"/>
            <a:chExt cx="195722" cy="339816"/>
          </a:xfrm>
        </p:grpSpPr>
        <p:sp>
          <p:nvSpPr>
            <p:cNvPr id="7484" name="Google Shape;7484;p69"/>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9"/>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9"/>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9"/>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9"/>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9"/>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9"/>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9"/>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9"/>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9"/>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9"/>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9"/>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9"/>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69"/>
          <p:cNvGrpSpPr/>
          <p:nvPr/>
        </p:nvGrpSpPr>
        <p:grpSpPr>
          <a:xfrm>
            <a:off x="4959157" y="2908885"/>
            <a:ext cx="191454" cy="369531"/>
            <a:chOff x="4959157" y="2908885"/>
            <a:chExt cx="191454" cy="369531"/>
          </a:xfrm>
        </p:grpSpPr>
        <p:sp>
          <p:nvSpPr>
            <p:cNvPr id="7498" name="Google Shape;7498;p69"/>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9"/>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9"/>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9"/>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9"/>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9"/>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9"/>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9"/>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9"/>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9"/>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9"/>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9"/>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69"/>
          <p:cNvGrpSpPr/>
          <p:nvPr/>
        </p:nvGrpSpPr>
        <p:grpSpPr>
          <a:xfrm>
            <a:off x="7994230" y="2908911"/>
            <a:ext cx="295729" cy="368379"/>
            <a:chOff x="7994230" y="2908911"/>
            <a:chExt cx="295729" cy="368379"/>
          </a:xfrm>
        </p:grpSpPr>
        <p:sp>
          <p:nvSpPr>
            <p:cNvPr id="7511" name="Google Shape;7511;p69"/>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9"/>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9"/>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9"/>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9"/>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9"/>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9"/>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9"/>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9"/>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9"/>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9"/>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9"/>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9"/>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9"/>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9"/>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9"/>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9"/>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9"/>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9"/>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9"/>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9"/>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9"/>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69"/>
          <p:cNvGrpSpPr/>
          <p:nvPr/>
        </p:nvGrpSpPr>
        <p:grpSpPr>
          <a:xfrm>
            <a:off x="7552024" y="3826128"/>
            <a:ext cx="281880" cy="340733"/>
            <a:chOff x="7552024" y="3826128"/>
            <a:chExt cx="281880" cy="340733"/>
          </a:xfrm>
        </p:grpSpPr>
        <p:sp>
          <p:nvSpPr>
            <p:cNvPr id="7534" name="Google Shape;7534;p69"/>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9"/>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9"/>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9"/>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9"/>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9"/>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9"/>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9"/>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9"/>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9"/>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9"/>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9"/>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9"/>
          <p:cNvGrpSpPr/>
          <p:nvPr/>
        </p:nvGrpSpPr>
        <p:grpSpPr>
          <a:xfrm>
            <a:off x="6264910" y="4289828"/>
            <a:ext cx="202895" cy="354268"/>
            <a:chOff x="6264910" y="4289828"/>
            <a:chExt cx="202895" cy="354268"/>
          </a:xfrm>
        </p:grpSpPr>
        <p:sp>
          <p:nvSpPr>
            <p:cNvPr id="7547" name="Google Shape;7547;p69"/>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9"/>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9"/>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9"/>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9"/>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9"/>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9"/>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9"/>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69"/>
          <p:cNvGrpSpPr/>
          <p:nvPr/>
        </p:nvGrpSpPr>
        <p:grpSpPr>
          <a:xfrm>
            <a:off x="7972606" y="3826547"/>
            <a:ext cx="335863" cy="339685"/>
            <a:chOff x="7972606" y="3826547"/>
            <a:chExt cx="335863" cy="339685"/>
          </a:xfrm>
        </p:grpSpPr>
        <p:sp>
          <p:nvSpPr>
            <p:cNvPr id="7556" name="Google Shape;7556;p69"/>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9"/>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9"/>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9"/>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9"/>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9"/>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9"/>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9"/>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9"/>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9"/>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9"/>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9"/>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9"/>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9"/>
          <p:cNvGrpSpPr/>
          <p:nvPr/>
        </p:nvGrpSpPr>
        <p:grpSpPr>
          <a:xfrm>
            <a:off x="5309550" y="2909330"/>
            <a:ext cx="371939" cy="367201"/>
            <a:chOff x="5309550" y="2909330"/>
            <a:chExt cx="371939" cy="367201"/>
          </a:xfrm>
        </p:grpSpPr>
        <p:sp>
          <p:nvSpPr>
            <p:cNvPr id="7570" name="Google Shape;7570;p69"/>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9"/>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9"/>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9"/>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9"/>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9"/>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9"/>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9"/>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9"/>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9"/>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9"/>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9"/>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9"/>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9"/>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9"/>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9"/>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9"/>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90" name="Shape 7590"/>
        <p:cNvGrpSpPr/>
        <p:nvPr/>
      </p:nvGrpSpPr>
      <p:grpSpPr>
        <a:xfrm>
          <a:off x="0" y="0"/>
          <a:ext cx="0" cy="0"/>
          <a:chOff x="0" y="0"/>
          <a:chExt cx="0" cy="0"/>
        </a:xfrm>
      </p:grpSpPr>
      <p:sp>
        <p:nvSpPr>
          <p:cNvPr id="7591" name="Google Shape;7591;p7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592" name="Google Shape;7592;p7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593" name="Google Shape;7593;p70"/>
          <p:cNvGrpSpPr/>
          <p:nvPr/>
        </p:nvGrpSpPr>
        <p:grpSpPr>
          <a:xfrm>
            <a:off x="910401" y="1511703"/>
            <a:ext cx="248243" cy="345731"/>
            <a:chOff x="910401" y="1511703"/>
            <a:chExt cx="248243" cy="345731"/>
          </a:xfrm>
        </p:grpSpPr>
        <p:sp>
          <p:nvSpPr>
            <p:cNvPr id="7594" name="Google Shape;7594;p70"/>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0"/>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0"/>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0"/>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0"/>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0"/>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0"/>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0"/>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0"/>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0"/>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0"/>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0"/>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0"/>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0"/>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0"/>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0"/>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0"/>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0"/>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0"/>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0"/>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0"/>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0"/>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0"/>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0"/>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0"/>
          <p:cNvGrpSpPr/>
          <p:nvPr/>
        </p:nvGrpSpPr>
        <p:grpSpPr>
          <a:xfrm>
            <a:off x="1311970" y="1511887"/>
            <a:ext cx="345810" cy="345547"/>
            <a:chOff x="1311970" y="1511887"/>
            <a:chExt cx="345810" cy="345547"/>
          </a:xfrm>
        </p:grpSpPr>
        <p:sp>
          <p:nvSpPr>
            <p:cNvPr id="7619" name="Google Shape;7619;p70"/>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0"/>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0"/>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0"/>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0"/>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0"/>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0"/>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0"/>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0"/>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0"/>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0"/>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0"/>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0"/>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0"/>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70"/>
          <p:cNvGrpSpPr/>
          <p:nvPr/>
        </p:nvGrpSpPr>
        <p:grpSpPr>
          <a:xfrm>
            <a:off x="1754297" y="1511310"/>
            <a:ext cx="353757" cy="346413"/>
            <a:chOff x="1754297" y="1511310"/>
            <a:chExt cx="353757" cy="346413"/>
          </a:xfrm>
        </p:grpSpPr>
        <p:sp>
          <p:nvSpPr>
            <p:cNvPr id="7634" name="Google Shape;7634;p70"/>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0"/>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0"/>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0"/>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0"/>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0"/>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0"/>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0"/>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0"/>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0"/>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0"/>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0"/>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0"/>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0"/>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0"/>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0"/>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0"/>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0"/>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0"/>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0"/>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70"/>
          <p:cNvGrpSpPr/>
          <p:nvPr/>
        </p:nvGrpSpPr>
        <p:grpSpPr>
          <a:xfrm>
            <a:off x="3115872" y="1511808"/>
            <a:ext cx="316277" cy="345600"/>
            <a:chOff x="3115872" y="1511808"/>
            <a:chExt cx="316277" cy="345600"/>
          </a:xfrm>
        </p:grpSpPr>
        <p:sp>
          <p:nvSpPr>
            <p:cNvPr id="7655" name="Google Shape;7655;p70"/>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0"/>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0"/>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0"/>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0"/>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0"/>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0"/>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0"/>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0"/>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0"/>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0"/>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0"/>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0"/>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0"/>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0"/>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0"/>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0"/>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0"/>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70"/>
          <p:cNvGrpSpPr/>
          <p:nvPr/>
        </p:nvGrpSpPr>
        <p:grpSpPr>
          <a:xfrm>
            <a:off x="3561975" y="1511782"/>
            <a:ext cx="349088" cy="345652"/>
            <a:chOff x="3561975" y="1511782"/>
            <a:chExt cx="349088" cy="345652"/>
          </a:xfrm>
        </p:grpSpPr>
        <p:sp>
          <p:nvSpPr>
            <p:cNvPr id="7674" name="Google Shape;7674;p70"/>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0"/>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0"/>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0"/>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0"/>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0"/>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0"/>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0"/>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0"/>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0"/>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0"/>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0"/>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0"/>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0"/>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0"/>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0"/>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0"/>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0"/>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0"/>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0"/>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0"/>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0"/>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0"/>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0"/>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70"/>
          <p:cNvGrpSpPr/>
          <p:nvPr/>
        </p:nvGrpSpPr>
        <p:grpSpPr>
          <a:xfrm>
            <a:off x="1747347" y="3362840"/>
            <a:ext cx="382161" cy="356537"/>
            <a:chOff x="1747347" y="3362840"/>
            <a:chExt cx="382161" cy="356537"/>
          </a:xfrm>
        </p:grpSpPr>
        <p:sp>
          <p:nvSpPr>
            <p:cNvPr id="7699" name="Google Shape;7699;p70"/>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0"/>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0"/>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0"/>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0"/>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0"/>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0"/>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0"/>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0"/>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0"/>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0"/>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0"/>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0"/>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0"/>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0"/>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0"/>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70"/>
          <p:cNvGrpSpPr/>
          <p:nvPr/>
        </p:nvGrpSpPr>
        <p:grpSpPr>
          <a:xfrm>
            <a:off x="2181989" y="3378996"/>
            <a:ext cx="404874" cy="341535"/>
            <a:chOff x="2181989" y="3378996"/>
            <a:chExt cx="404874" cy="341535"/>
          </a:xfrm>
        </p:grpSpPr>
        <p:sp>
          <p:nvSpPr>
            <p:cNvPr id="7716" name="Google Shape;7716;p70"/>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0"/>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0"/>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0"/>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0"/>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0"/>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0"/>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0"/>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0"/>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0"/>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0"/>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0"/>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0"/>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0"/>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0"/>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0"/>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0"/>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0"/>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70"/>
          <p:cNvGrpSpPr/>
          <p:nvPr/>
        </p:nvGrpSpPr>
        <p:grpSpPr>
          <a:xfrm>
            <a:off x="3097565" y="3381908"/>
            <a:ext cx="361336" cy="338623"/>
            <a:chOff x="3097565" y="3381908"/>
            <a:chExt cx="361336" cy="338623"/>
          </a:xfrm>
        </p:grpSpPr>
        <p:sp>
          <p:nvSpPr>
            <p:cNvPr id="7735" name="Google Shape;7735;p70"/>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0"/>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0"/>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0"/>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0"/>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0"/>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0"/>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0"/>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0"/>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0"/>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0"/>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0"/>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0"/>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0"/>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70"/>
          <p:cNvGrpSpPr/>
          <p:nvPr/>
        </p:nvGrpSpPr>
        <p:grpSpPr>
          <a:xfrm>
            <a:off x="871401" y="1998381"/>
            <a:ext cx="324224" cy="338466"/>
            <a:chOff x="871401" y="1998381"/>
            <a:chExt cx="324224" cy="338466"/>
          </a:xfrm>
        </p:grpSpPr>
        <p:sp>
          <p:nvSpPr>
            <p:cNvPr id="7750" name="Google Shape;7750;p70"/>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0"/>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0"/>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0"/>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0"/>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0"/>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0"/>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0"/>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0"/>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0"/>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0"/>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0"/>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0"/>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0"/>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0"/>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0"/>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0"/>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70"/>
          <p:cNvGrpSpPr/>
          <p:nvPr/>
        </p:nvGrpSpPr>
        <p:grpSpPr>
          <a:xfrm>
            <a:off x="1751884" y="1989280"/>
            <a:ext cx="360602" cy="360471"/>
            <a:chOff x="1751884" y="1989280"/>
            <a:chExt cx="360602" cy="360471"/>
          </a:xfrm>
        </p:grpSpPr>
        <p:sp>
          <p:nvSpPr>
            <p:cNvPr id="7768" name="Google Shape;7768;p70"/>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0"/>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0"/>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0"/>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0"/>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0"/>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0"/>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0"/>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0"/>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0"/>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0"/>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0"/>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0"/>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0"/>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0"/>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70"/>
          <p:cNvGrpSpPr/>
          <p:nvPr/>
        </p:nvGrpSpPr>
        <p:grpSpPr>
          <a:xfrm>
            <a:off x="2188048" y="1983562"/>
            <a:ext cx="389347" cy="353284"/>
            <a:chOff x="2188048" y="1983562"/>
            <a:chExt cx="389347" cy="353284"/>
          </a:xfrm>
        </p:grpSpPr>
        <p:sp>
          <p:nvSpPr>
            <p:cNvPr id="7784" name="Google Shape;7784;p70"/>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0"/>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0"/>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0"/>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0"/>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0"/>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0"/>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0"/>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70"/>
          <p:cNvGrpSpPr/>
          <p:nvPr/>
        </p:nvGrpSpPr>
        <p:grpSpPr>
          <a:xfrm>
            <a:off x="2654399" y="2023716"/>
            <a:ext cx="342977" cy="287663"/>
            <a:chOff x="2654399" y="2023716"/>
            <a:chExt cx="342977" cy="287663"/>
          </a:xfrm>
        </p:grpSpPr>
        <p:sp>
          <p:nvSpPr>
            <p:cNvPr id="7793" name="Google Shape;7793;p70"/>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0"/>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0"/>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0"/>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0"/>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0"/>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0"/>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0"/>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0"/>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0"/>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0"/>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0"/>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0"/>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0"/>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0"/>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0"/>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0"/>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0"/>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0"/>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0"/>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0"/>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0"/>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0"/>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0"/>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0"/>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0"/>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0"/>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0"/>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70"/>
          <p:cNvGrpSpPr/>
          <p:nvPr/>
        </p:nvGrpSpPr>
        <p:grpSpPr>
          <a:xfrm>
            <a:off x="3104515" y="1998381"/>
            <a:ext cx="338492" cy="338597"/>
            <a:chOff x="3104515" y="1998381"/>
            <a:chExt cx="338492" cy="338597"/>
          </a:xfrm>
        </p:grpSpPr>
        <p:sp>
          <p:nvSpPr>
            <p:cNvPr id="7822" name="Google Shape;7822;p70"/>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0"/>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0"/>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0"/>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0"/>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0"/>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0"/>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0"/>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0"/>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0"/>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0"/>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0"/>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0"/>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0"/>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0"/>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0"/>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0"/>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0"/>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0"/>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0"/>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0"/>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0"/>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0"/>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0"/>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0"/>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0"/>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0"/>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0"/>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0"/>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0"/>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0"/>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0"/>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0"/>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0"/>
          <p:cNvGrpSpPr/>
          <p:nvPr/>
        </p:nvGrpSpPr>
        <p:grpSpPr>
          <a:xfrm>
            <a:off x="4006321" y="1975405"/>
            <a:ext cx="320605" cy="384469"/>
            <a:chOff x="4006321" y="1975405"/>
            <a:chExt cx="320605" cy="384469"/>
          </a:xfrm>
        </p:grpSpPr>
        <p:sp>
          <p:nvSpPr>
            <p:cNvPr id="7856" name="Google Shape;7856;p70"/>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0"/>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0"/>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0"/>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0"/>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0"/>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0"/>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0"/>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0"/>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0"/>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0"/>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0"/>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0"/>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0"/>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0"/>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0"/>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0"/>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0"/>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0"/>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0"/>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0"/>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0"/>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70"/>
          <p:cNvGrpSpPr/>
          <p:nvPr/>
        </p:nvGrpSpPr>
        <p:grpSpPr>
          <a:xfrm>
            <a:off x="3554290" y="3380517"/>
            <a:ext cx="340092" cy="338623"/>
            <a:chOff x="3554290" y="3380517"/>
            <a:chExt cx="340092" cy="338623"/>
          </a:xfrm>
        </p:grpSpPr>
        <p:sp>
          <p:nvSpPr>
            <p:cNvPr id="7879" name="Google Shape;7879;p70"/>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0"/>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0"/>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0"/>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0"/>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0"/>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0"/>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0"/>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0"/>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0"/>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0"/>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0"/>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0"/>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0"/>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0"/>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0"/>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0"/>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0"/>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70"/>
          <p:cNvGrpSpPr/>
          <p:nvPr/>
        </p:nvGrpSpPr>
        <p:grpSpPr>
          <a:xfrm>
            <a:off x="4001155" y="3392031"/>
            <a:ext cx="345810" cy="311058"/>
            <a:chOff x="4001155" y="3392031"/>
            <a:chExt cx="345810" cy="311058"/>
          </a:xfrm>
        </p:grpSpPr>
        <p:sp>
          <p:nvSpPr>
            <p:cNvPr id="7898" name="Google Shape;7898;p70"/>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0"/>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0"/>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0"/>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0"/>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0"/>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0"/>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0"/>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0"/>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0"/>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0"/>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0"/>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0"/>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0"/>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0"/>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0"/>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0"/>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0"/>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0"/>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0"/>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0"/>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0"/>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70"/>
          <p:cNvGrpSpPr/>
          <p:nvPr/>
        </p:nvGrpSpPr>
        <p:grpSpPr>
          <a:xfrm>
            <a:off x="912027" y="3826385"/>
            <a:ext cx="253699" cy="338571"/>
            <a:chOff x="912027" y="3826385"/>
            <a:chExt cx="253699" cy="338571"/>
          </a:xfrm>
        </p:grpSpPr>
        <p:sp>
          <p:nvSpPr>
            <p:cNvPr id="7921" name="Google Shape;7921;p70"/>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0"/>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0"/>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0"/>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0"/>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0"/>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0"/>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0"/>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0"/>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0"/>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0"/>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0"/>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0"/>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0"/>
          <p:cNvGrpSpPr/>
          <p:nvPr/>
        </p:nvGrpSpPr>
        <p:grpSpPr>
          <a:xfrm>
            <a:off x="1311446" y="3826464"/>
            <a:ext cx="353652" cy="338440"/>
            <a:chOff x="1311446" y="3826464"/>
            <a:chExt cx="353652" cy="338440"/>
          </a:xfrm>
        </p:grpSpPr>
        <p:sp>
          <p:nvSpPr>
            <p:cNvPr id="7935" name="Google Shape;7935;p70"/>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0"/>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0"/>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0"/>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0"/>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0"/>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0"/>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0"/>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0"/>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0"/>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70"/>
          <p:cNvGrpSpPr/>
          <p:nvPr/>
        </p:nvGrpSpPr>
        <p:grpSpPr>
          <a:xfrm>
            <a:off x="1768434" y="3826385"/>
            <a:ext cx="345154" cy="338728"/>
            <a:chOff x="1768434" y="3826385"/>
            <a:chExt cx="345154" cy="338728"/>
          </a:xfrm>
        </p:grpSpPr>
        <p:sp>
          <p:nvSpPr>
            <p:cNvPr id="7946" name="Google Shape;7946;p70"/>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0"/>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0"/>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0"/>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0"/>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0"/>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0"/>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0"/>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0"/>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0"/>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0"/>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0"/>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0"/>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0"/>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0"/>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0"/>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0"/>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0"/>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0"/>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0"/>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0"/>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0"/>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0"/>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0"/>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0"/>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0"/>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0"/>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0"/>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70"/>
          <p:cNvGrpSpPr/>
          <p:nvPr/>
        </p:nvGrpSpPr>
        <p:grpSpPr>
          <a:xfrm>
            <a:off x="2175039" y="3816786"/>
            <a:ext cx="424571" cy="344813"/>
            <a:chOff x="2175039" y="3816786"/>
            <a:chExt cx="424571" cy="344813"/>
          </a:xfrm>
        </p:grpSpPr>
        <p:sp>
          <p:nvSpPr>
            <p:cNvPr id="7975" name="Google Shape;7975;p70"/>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0"/>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0"/>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0"/>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0"/>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0"/>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0"/>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0"/>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0"/>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0"/>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0"/>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0"/>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0"/>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0"/>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0"/>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0"/>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0"/>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0"/>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0"/>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0"/>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0"/>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0"/>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0"/>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0"/>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0"/>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0"/>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0"/>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0"/>
          <p:cNvGrpSpPr/>
          <p:nvPr/>
        </p:nvGrpSpPr>
        <p:grpSpPr>
          <a:xfrm>
            <a:off x="1277770" y="1980572"/>
            <a:ext cx="409149" cy="373978"/>
            <a:chOff x="1277770" y="1980572"/>
            <a:chExt cx="409149" cy="373978"/>
          </a:xfrm>
        </p:grpSpPr>
        <p:sp>
          <p:nvSpPr>
            <p:cNvPr id="8003" name="Google Shape;8003;p70"/>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0"/>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0"/>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0"/>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0"/>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0"/>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0"/>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0"/>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0"/>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0"/>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0"/>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0"/>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0"/>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0"/>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0"/>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0"/>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0"/>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0"/>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0"/>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0"/>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0"/>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70"/>
          <p:cNvGrpSpPr/>
          <p:nvPr/>
        </p:nvGrpSpPr>
        <p:grpSpPr>
          <a:xfrm>
            <a:off x="870273" y="4293811"/>
            <a:ext cx="411300" cy="353258"/>
            <a:chOff x="870273" y="4293811"/>
            <a:chExt cx="411300" cy="353258"/>
          </a:xfrm>
        </p:grpSpPr>
        <p:sp>
          <p:nvSpPr>
            <p:cNvPr id="8025" name="Google Shape;8025;p70"/>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0"/>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0"/>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0"/>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0"/>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0"/>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0"/>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0"/>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0"/>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0"/>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0"/>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0"/>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0"/>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0"/>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0"/>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0"/>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0"/>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0"/>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0"/>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4" name="Google Shape;8044;p70"/>
          <p:cNvSpPr/>
          <p:nvPr/>
        </p:nvSpPr>
        <p:spPr>
          <a:xfrm>
            <a:off x="2217055" y="2678591"/>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0"/>
          <p:cNvSpPr/>
          <p:nvPr/>
        </p:nvSpPr>
        <p:spPr>
          <a:xfrm>
            <a:off x="2201161" y="2733878"/>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6" name="Google Shape;8046;p70"/>
          <p:cNvGrpSpPr/>
          <p:nvPr/>
        </p:nvGrpSpPr>
        <p:grpSpPr>
          <a:xfrm>
            <a:off x="2189674" y="2439816"/>
            <a:ext cx="376627" cy="351501"/>
            <a:chOff x="2189674" y="2439816"/>
            <a:chExt cx="376627" cy="351501"/>
          </a:xfrm>
        </p:grpSpPr>
        <p:sp>
          <p:nvSpPr>
            <p:cNvPr id="8047" name="Google Shape;8047;p70"/>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0"/>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0"/>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0"/>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0"/>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0"/>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0"/>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0"/>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0"/>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0"/>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0"/>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0"/>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0"/>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0"/>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0"/>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0"/>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0"/>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0"/>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0"/>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0"/>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0"/>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0"/>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0"/>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0"/>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70"/>
          <p:cNvGrpSpPr/>
          <p:nvPr/>
        </p:nvGrpSpPr>
        <p:grpSpPr>
          <a:xfrm>
            <a:off x="2660798" y="2452326"/>
            <a:ext cx="329653" cy="326926"/>
            <a:chOff x="2660798" y="2452326"/>
            <a:chExt cx="329653" cy="326926"/>
          </a:xfrm>
        </p:grpSpPr>
        <p:sp>
          <p:nvSpPr>
            <p:cNvPr id="8077" name="Google Shape;8077;p70"/>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0"/>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0"/>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0"/>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0"/>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0"/>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0"/>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0"/>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0"/>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0"/>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70"/>
          <p:cNvGrpSpPr/>
          <p:nvPr/>
        </p:nvGrpSpPr>
        <p:grpSpPr>
          <a:xfrm>
            <a:off x="4059458" y="2439894"/>
            <a:ext cx="218973" cy="351265"/>
            <a:chOff x="4059458" y="2439894"/>
            <a:chExt cx="218973" cy="351265"/>
          </a:xfrm>
        </p:grpSpPr>
        <p:sp>
          <p:nvSpPr>
            <p:cNvPr id="8097" name="Google Shape;8097;p70"/>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0"/>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0"/>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2" name="Google Shape;8102;p70"/>
          <p:cNvSpPr/>
          <p:nvPr/>
        </p:nvSpPr>
        <p:spPr>
          <a:xfrm>
            <a:off x="2689176" y="3839000"/>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2650570" y="4040664"/>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4" name="Google Shape;8104;p70"/>
          <p:cNvGrpSpPr/>
          <p:nvPr/>
        </p:nvGrpSpPr>
        <p:grpSpPr>
          <a:xfrm>
            <a:off x="2612199" y="3824733"/>
            <a:ext cx="449041" cy="351108"/>
            <a:chOff x="2612199" y="3824733"/>
            <a:chExt cx="449041" cy="351108"/>
          </a:xfrm>
        </p:grpSpPr>
        <p:sp>
          <p:nvSpPr>
            <p:cNvPr id="8105" name="Google Shape;8105;p70"/>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0"/>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0"/>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0"/>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0"/>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0"/>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0"/>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0"/>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0"/>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0"/>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0"/>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0"/>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0"/>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0"/>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0"/>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70"/>
          <p:cNvGrpSpPr/>
          <p:nvPr/>
        </p:nvGrpSpPr>
        <p:grpSpPr>
          <a:xfrm>
            <a:off x="3547471" y="2442334"/>
            <a:ext cx="347567" cy="346334"/>
            <a:chOff x="3547471" y="2442334"/>
            <a:chExt cx="347567" cy="346334"/>
          </a:xfrm>
        </p:grpSpPr>
        <p:sp>
          <p:nvSpPr>
            <p:cNvPr id="8126" name="Google Shape;8126;p70"/>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0"/>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0"/>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0"/>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0"/>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0"/>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0"/>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0"/>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0"/>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0"/>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0"/>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0"/>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0"/>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0"/>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70"/>
          <p:cNvGrpSpPr/>
          <p:nvPr/>
        </p:nvGrpSpPr>
        <p:grpSpPr>
          <a:xfrm>
            <a:off x="3527093" y="3810570"/>
            <a:ext cx="403300" cy="357927"/>
            <a:chOff x="3527093" y="3810570"/>
            <a:chExt cx="403300" cy="357927"/>
          </a:xfrm>
        </p:grpSpPr>
        <p:sp>
          <p:nvSpPr>
            <p:cNvPr id="8142" name="Google Shape;8142;p70"/>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0"/>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0"/>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0"/>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0"/>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0"/>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0"/>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0"/>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0"/>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0"/>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0"/>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70"/>
          <p:cNvGrpSpPr/>
          <p:nvPr/>
        </p:nvGrpSpPr>
        <p:grpSpPr>
          <a:xfrm>
            <a:off x="4038634" y="3823107"/>
            <a:ext cx="292935" cy="352734"/>
            <a:chOff x="4038634" y="3823107"/>
            <a:chExt cx="292935" cy="352734"/>
          </a:xfrm>
        </p:grpSpPr>
        <p:sp>
          <p:nvSpPr>
            <p:cNvPr id="8154" name="Google Shape;8154;p70"/>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0"/>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0"/>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0"/>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0"/>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0"/>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0"/>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0"/>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0"/>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0"/>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0"/>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0"/>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70"/>
          <p:cNvGrpSpPr/>
          <p:nvPr/>
        </p:nvGrpSpPr>
        <p:grpSpPr>
          <a:xfrm>
            <a:off x="854248" y="2920644"/>
            <a:ext cx="360445" cy="321077"/>
            <a:chOff x="854248" y="2920644"/>
            <a:chExt cx="360445" cy="321077"/>
          </a:xfrm>
        </p:grpSpPr>
        <p:sp>
          <p:nvSpPr>
            <p:cNvPr id="8168" name="Google Shape;8168;p70"/>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0"/>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0"/>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0"/>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0"/>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0"/>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0"/>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0"/>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0"/>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0"/>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0"/>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0"/>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0"/>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0"/>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0"/>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70"/>
          <p:cNvGrpSpPr/>
          <p:nvPr/>
        </p:nvGrpSpPr>
        <p:grpSpPr>
          <a:xfrm>
            <a:off x="1274858" y="2929850"/>
            <a:ext cx="412191" cy="302665"/>
            <a:chOff x="1274858" y="2929850"/>
            <a:chExt cx="412191" cy="302665"/>
          </a:xfrm>
        </p:grpSpPr>
        <p:sp>
          <p:nvSpPr>
            <p:cNvPr id="8184" name="Google Shape;8184;p70"/>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0"/>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0"/>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0"/>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0"/>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0"/>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0"/>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0"/>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0"/>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0"/>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0"/>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0"/>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0"/>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0"/>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0"/>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0"/>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0"/>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0"/>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0"/>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0"/>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0"/>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0"/>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0"/>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0"/>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0"/>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0"/>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0"/>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70"/>
          <p:cNvGrpSpPr/>
          <p:nvPr/>
        </p:nvGrpSpPr>
        <p:grpSpPr>
          <a:xfrm>
            <a:off x="1728542" y="2894653"/>
            <a:ext cx="397819" cy="373034"/>
            <a:chOff x="1728542" y="2894653"/>
            <a:chExt cx="397819" cy="373034"/>
          </a:xfrm>
        </p:grpSpPr>
        <p:sp>
          <p:nvSpPr>
            <p:cNvPr id="8213" name="Google Shape;8213;p70"/>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0"/>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0"/>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0"/>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0"/>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0"/>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0"/>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0"/>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0"/>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0"/>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0"/>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0"/>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0"/>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0"/>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0"/>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0"/>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0"/>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0"/>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0"/>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0"/>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70"/>
          <p:cNvGrpSpPr/>
          <p:nvPr/>
        </p:nvGrpSpPr>
        <p:grpSpPr>
          <a:xfrm>
            <a:off x="2178842" y="2900869"/>
            <a:ext cx="375709" cy="360890"/>
            <a:chOff x="2178842" y="2900869"/>
            <a:chExt cx="375709" cy="360890"/>
          </a:xfrm>
        </p:grpSpPr>
        <p:sp>
          <p:nvSpPr>
            <p:cNvPr id="8236" name="Google Shape;8236;p70"/>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0"/>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0"/>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0"/>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0"/>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0"/>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0"/>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0"/>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0"/>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0"/>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0"/>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0"/>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70"/>
          <p:cNvGrpSpPr/>
          <p:nvPr/>
        </p:nvGrpSpPr>
        <p:grpSpPr>
          <a:xfrm>
            <a:off x="2704703" y="2900921"/>
            <a:ext cx="230986" cy="360497"/>
            <a:chOff x="2704703" y="2900921"/>
            <a:chExt cx="230986" cy="360497"/>
          </a:xfrm>
        </p:grpSpPr>
        <p:sp>
          <p:nvSpPr>
            <p:cNvPr id="8250" name="Google Shape;8250;p70"/>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0"/>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0"/>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0"/>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0"/>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0"/>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0"/>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0"/>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0"/>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0"/>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0"/>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70"/>
          <p:cNvGrpSpPr/>
          <p:nvPr/>
        </p:nvGrpSpPr>
        <p:grpSpPr>
          <a:xfrm>
            <a:off x="3072963" y="2903675"/>
            <a:ext cx="387197" cy="355094"/>
            <a:chOff x="3072963" y="2903675"/>
            <a:chExt cx="387197" cy="355094"/>
          </a:xfrm>
        </p:grpSpPr>
        <p:sp>
          <p:nvSpPr>
            <p:cNvPr id="8262" name="Google Shape;8262;p70"/>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0"/>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0"/>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0"/>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0"/>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0"/>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0"/>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0"/>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0"/>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0"/>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0"/>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0"/>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0"/>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0"/>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0"/>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0"/>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0"/>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0"/>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0"/>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0"/>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0"/>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0"/>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0"/>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0"/>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0"/>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0"/>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0"/>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0"/>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0"/>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0"/>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0"/>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0"/>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0"/>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0"/>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70"/>
          <p:cNvGrpSpPr/>
          <p:nvPr/>
        </p:nvGrpSpPr>
        <p:grpSpPr>
          <a:xfrm>
            <a:off x="3977314" y="2954347"/>
            <a:ext cx="364851" cy="253567"/>
            <a:chOff x="3977314" y="2954347"/>
            <a:chExt cx="364851" cy="253567"/>
          </a:xfrm>
        </p:grpSpPr>
        <p:sp>
          <p:nvSpPr>
            <p:cNvPr id="8297" name="Google Shape;8297;p70"/>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0"/>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0"/>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0"/>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0"/>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0"/>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0"/>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0"/>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0"/>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0"/>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0"/>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0"/>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0"/>
          <p:cNvGrpSpPr/>
          <p:nvPr/>
        </p:nvGrpSpPr>
        <p:grpSpPr>
          <a:xfrm>
            <a:off x="3107400" y="3810491"/>
            <a:ext cx="365139" cy="365244"/>
            <a:chOff x="3107400" y="3810491"/>
            <a:chExt cx="365139" cy="365244"/>
          </a:xfrm>
        </p:grpSpPr>
        <p:sp>
          <p:nvSpPr>
            <p:cNvPr id="8310" name="Google Shape;8310;p70"/>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0"/>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0"/>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0"/>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0"/>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0"/>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0"/>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0"/>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0"/>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70"/>
          <p:cNvGrpSpPr/>
          <p:nvPr/>
        </p:nvGrpSpPr>
        <p:grpSpPr>
          <a:xfrm>
            <a:off x="3982979" y="4297378"/>
            <a:ext cx="355540" cy="338230"/>
            <a:chOff x="3982979" y="4297378"/>
            <a:chExt cx="355540" cy="338230"/>
          </a:xfrm>
        </p:grpSpPr>
        <p:sp>
          <p:nvSpPr>
            <p:cNvPr id="8320" name="Google Shape;8320;p70"/>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0"/>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0"/>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0"/>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0"/>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0"/>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0"/>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0"/>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0"/>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0"/>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0"/>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1" name="Google Shape;8331;p70"/>
          <p:cNvSpPr/>
          <p:nvPr/>
        </p:nvSpPr>
        <p:spPr>
          <a:xfrm>
            <a:off x="3597435" y="2224016"/>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0"/>
          <p:cNvSpPr/>
          <p:nvPr/>
        </p:nvSpPr>
        <p:spPr>
          <a:xfrm>
            <a:off x="3580544" y="2298869"/>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3" name="Google Shape;8333;p70"/>
          <p:cNvGrpSpPr/>
          <p:nvPr/>
        </p:nvGrpSpPr>
        <p:grpSpPr>
          <a:xfrm>
            <a:off x="3575220" y="1987286"/>
            <a:ext cx="292830" cy="360602"/>
            <a:chOff x="3575220" y="1987286"/>
            <a:chExt cx="292830" cy="360602"/>
          </a:xfrm>
        </p:grpSpPr>
        <p:sp>
          <p:nvSpPr>
            <p:cNvPr id="8334" name="Google Shape;8334;p70"/>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0"/>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0"/>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0"/>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0"/>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0"/>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0"/>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0"/>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0"/>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0"/>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0"/>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0"/>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0"/>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0"/>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0"/>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0"/>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0"/>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0"/>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0"/>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0"/>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0"/>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0"/>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0"/>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0"/>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0"/>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0"/>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0"/>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0"/>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0"/>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0"/>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0"/>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0"/>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0"/>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0"/>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0"/>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0"/>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0"/>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0"/>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0"/>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0"/>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0"/>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0"/>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0"/>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0"/>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0"/>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0"/>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0"/>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0"/>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0"/>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70"/>
          <p:cNvGrpSpPr/>
          <p:nvPr/>
        </p:nvGrpSpPr>
        <p:grpSpPr>
          <a:xfrm>
            <a:off x="2224399" y="1510182"/>
            <a:ext cx="328237" cy="348904"/>
            <a:chOff x="2224399" y="1510182"/>
            <a:chExt cx="328237" cy="348904"/>
          </a:xfrm>
        </p:grpSpPr>
        <p:sp>
          <p:nvSpPr>
            <p:cNvPr id="8384" name="Google Shape;8384;p70"/>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0"/>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0"/>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0"/>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0"/>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0"/>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0"/>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0"/>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0"/>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0"/>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0"/>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0"/>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0"/>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0"/>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0"/>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0"/>
          <p:cNvGrpSpPr/>
          <p:nvPr/>
        </p:nvGrpSpPr>
        <p:grpSpPr>
          <a:xfrm>
            <a:off x="1331903" y="4303830"/>
            <a:ext cx="343292" cy="340354"/>
            <a:chOff x="1331903" y="4303830"/>
            <a:chExt cx="343292" cy="340354"/>
          </a:xfrm>
        </p:grpSpPr>
        <p:sp>
          <p:nvSpPr>
            <p:cNvPr id="8400" name="Google Shape;8400;p70"/>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0"/>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0"/>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0"/>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0"/>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0"/>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0"/>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0"/>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0"/>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0"/>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0"/>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0"/>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0"/>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0"/>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0"/>
          <p:cNvGrpSpPr/>
          <p:nvPr/>
        </p:nvGrpSpPr>
        <p:grpSpPr>
          <a:xfrm>
            <a:off x="3527014" y="2909524"/>
            <a:ext cx="362228" cy="343187"/>
            <a:chOff x="3527014" y="2909524"/>
            <a:chExt cx="362228" cy="343187"/>
          </a:xfrm>
        </p:grpSpPr>
        <p:sp>
          <p:nvSpPr>
            <p:cNvPr id="8415" name="Google Shape;8415;p70"/>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0"/>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0"/>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0"/>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0"/>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0"/>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0"/>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0"/>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0"/>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0"/>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0"/>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0"/>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0"/>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0"/>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0"/>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0"/>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0"/>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0"/>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0"/>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70"/>
          <p:cNvGrpSpPr/>
          <p:nvPr/>
        </p:nvGrpSpPr>
        <p:grpSpPr>
          <a:xfrm>
            <a:off x="2257297" y="4289484"/>
            <a:ext cx="408546" cy="353494"/>
            <a:chOff x="2181097" y="4289484"/>
            <a:chExt cx="408546" cy="353494"/>
          </a:xfrm>
        </p:grpSpPr>
        <p:sp>
          <p:nvSpPr>
            <p:cNvPr id="8435" name="Google Shape;8435;p70"/>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0"/>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0"/>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0"/>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0"/>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0"/>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0"/>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0"/>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0"/>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0"/>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0"/>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0"/>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0"/>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0"/>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0"/>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0"/>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0"/>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0"/>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70"/>
          <p:cNvGrpSpPr/>
          <p:nvPr/>
        </p:nvGrpSpPr>
        <p:grpSpPr>
          <a:xfrm>
            <a:off x="1735230" y="2435410"/>
            <a:ext cx="393281" cy="360313"/>
            <a:chOff x="1735230" y="2435410"/>
            <a:chExt cx="393281" cy="360313"/>
          </a:xfrm>
        </p:grpSpPr>
        <p:sp>
          <p:nvSpPr>
            <p:cNvPr id="8454" name="Google Shape;8454;p70"/>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0"/>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0"/>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0"/>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0"/>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0"/>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0"/>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0"/>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0"/>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0"/>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0"/>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0"/>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0"/>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0"/>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70"/>
          <p:cNvGrpSpPr/>
          <p:nvPr/>
        </p:nvGrpSpPr>
        <p:grpSpPr>
          <a:xfrm>
            <a:off x="3603362" y="4331972"/>
            <a:ext cx="247011" cy="304029"/>
            <a:chOff x="3603362" y="4331973"/>
            <a:chExt cx="247011" cy="304029"/>
          </a:xfrm>
        </p:grpSpPr>
        <p:sp>
          <p:nvSpPr>
            <p:cNvPr id="8469" name="Google Shape;8469;p70"/>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0"/>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0"/>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0"/>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0"/>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0"/>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0"/>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0"/>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0"/>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70"/>
          <p:cNvGrpSpPr/>
          <p:nvPr/>
        </p:nvGrpSpPr>
        <p:grpSpPr>
          <a:xfrm>
            <a:off x="1752015" y="4289484"/>
            <a:ext cx="365611" cy="360628"/>
            <a:chOff x="1752015" y="4289484"/>
            <a:chExt cx="365611" cy="360628"/>
          </a:xfrm>
        </p:grpSpPr>
        <p:sp>
          <p:nvSpPr>
            <p:cNvPr id="8479" name="Google Shape;8479;p70"/>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0"/>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1" name="Google Shape;8481;p70"/>
            <p:cNvGrpSpPr/>
            <p:nvPr/>
          </p:nvGrpSpPr>
          <p:grpSpPr>
            <a:xfrm>
              <a:off x="1752015" y="4289484"/>
              <a:ext cx="365611" cy="360628"/>
              <a:chOff x="1752015" y="4289484"/>
              <a:chExt cx="365611" cy="360628"/>
            </a:xfrm>
          </p:grpSpPr>
          <p:sp>
            <p:nvSpPr>
              <p:cNvPr id="8482" name="Google Shape;8482;p70"/>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0"/>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0"/>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0"/>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0"/>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0"/>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0"/>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0"/>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0"/>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0"/>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0"/>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0"/>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0"/>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0"/>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0"/>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0"/>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0"/>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0"/>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0"/>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0"/>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0"/>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3" name="Google Shape;8503;p70"/>
          <p:cNvGrpSpPr/>
          <p:nvPr/>
        </p:nvGrpSpPr>
        <p:grpSpPr>
          <a:xfrm>
            <a:off x="2775417" y="4231037"/>
            <a:ext cx="181002" cy="405184"/>
            <a:chOff x="2775386" y="4332051"/>
            <a:chExt cx="135806" cy="304055"/>
          </a:xfrm>
        </p:grpSpPr>
        <p:sp>
          <p:nvSpPr>
            <p:cNvPr id="8504" name="Google Shape;8504;p70"/>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0"/>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0"/>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0"/>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0"/>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0"/>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0"/>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0"/>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0"/>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0"/>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0"/>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0"/>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0"/>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0"/>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0"/>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70"/>
          <p:cNvGrpSpPr/>
          <p:nvPr/>
        </p:nvGrpSpPr>
        <p:grpSpPr>
          <a:xfrm>
            <a:off x="3097827" y="2440209"/>
            <a:ext cx="351239" cy="350609"/>
            <a:chOff x="3097827" y="2440209"/>
            <a:chExt cx="351239" cy="350609"/>
          </a:xfrm>
        </p:grpSpPr>
        <p:sp>
          <p:nvSpPr>
            <p:cNvPr id="8520" name="Google Shape;8520;p70"/>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0"/>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0"/>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0"/>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0"/>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0"/>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0"/>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0"/>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0"/>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0"/>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0"/>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0"/>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0"/>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0"/>
          <p:cNvGrpSpPr/>
          <p:nvPr/>
        </p:nvGrpSpPr>
        <p:grpSpPr>
          <a:xfrm>
            <a:off x="3975965" y="1584913"/>
            <a:ext cx="362711" cy="237959"/>
            <a:chOff x="4034726" y="1584852"/>
            <a:chExt cx="304160" cy="199513"/>
          </a:xfrm>
        </p:grpSpPr>
        <p:sp>
          <p:nvSpPr>
            <p:cNvPr id="8534" name="Google Shape;8534;p70"/>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0"/>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0"/>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0"/>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0"/>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0"/>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0"/>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0"/>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0"/>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0"/>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0"/>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0"/>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0"/>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0"/>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0"/>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0"/>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0"/>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0"/>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70"/>
          <p:cNvGrpSpPr/>
          <p:nvPr/>
        </p:nvGrpSpPr>
        <p:grpSpPr>
          <a:xfrm>
            <a:off x="2666332" y="1538324"/>
            <a:ext cx="322861" cy="292227"/>
            <a:chOff x="2666332" y="1538324"/>
            <a:chExt cx="322861" cy="292227"/>
          </a:xfrm>
        </p:grpSpPr>
        <p:sp>
          <p:nvSpPr>
            <p:cNvPr id="8553" name="Google Shape;8553;p70"/>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0"/>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0"/>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0"/>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0"/>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0"/>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0"/>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0"/>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0"/>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70"/>
          <p:cNvGrpSpPr/>
          <p:nvPr/>
        </p:nvGrpSpPr>
        <p:grpSpPr>
          <a:xfrm>
            <a:off x="865841" y="3373121"/>
            <a:ext cx="355776" cy="361599"/>
            <a:chOff x="865841" y="3373121"/>
            <a:chExt cx="355776" cy="361599"/>
          </a:xfrm>
        </p:grpSpPr>
        <p:sp>
          <p:nvSpPr>
            <p:cNvPr id="8563" name="Google Shape;8563;p70"/>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0"/>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0"/>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0"/>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0"/>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0"/>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0"/>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0"/>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0"/>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0"/>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0"/>
          <p:cNvGrpSpPr/>
          <p:nvPr/>
        </p:nvGrpSpPr>
        <p:grpSpPr>
          <a:xfrm>
            <a:off x="1319524" y="3355155"/>
            <a:ext cx="342793" cy="375709"/>
            <a:chOff x="1319524" y="3355155"/>
            <a:chExt cx="342793" cy="375709"/>
          </a:xfrm>
        </p:grpSpPr>
        <p:sp>
          <p:nvSpPr>
            <p:cNvPr id="8574" name="Google Shape;8574;p70"/>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0"/>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0"/>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0"/>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0"/>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0"/>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0"/>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0"/>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0"/>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0"/>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0"/>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0"/>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0"/>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0"/>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0"/>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0"/>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0"/>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0"/>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0"/>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0"/>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0"/>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0"/>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70"/>
          <p:cNvGrpSpPr/>
          <p:nvPr/>
        </p:nvGrpSpPr>
        <p:grpSpPr>
          <a:xfrm>
            <a:off x="2645009" y="3360008"/>
            <a:ext cx="382161" cy="369991"/>
            <a:chOff x="2645009" y="3360008"/>
            <a:chExt cx="382161" cy="369991"/>
          </a:xfrm>
        </p:grpSpPr>
        <p:sp>
          <p:nvSpPr>
            <p:cNvPr id="8597" name="Google Shape;8597;p70"/>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0"/>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0"/>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0"/>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0"/>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0"/>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0"/>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0"/>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0"/>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0"/>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0"/>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0"/>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0"/>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0"/>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0"/>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0"/>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0"/>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0"/>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0"/>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0"/>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0"/>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0"/>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0"/>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0"/>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0"/>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0"/>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0"/>
          <p:cNvGrpSpPr/>
          <p:nvPr/>
        </p:nvGrpSpPr>
        <p:grpSpPr>
          <a:xfrm>
            <a:off x="1277639" y="2449546"/>
            <a:ext cx="409411" cy="332066"/>
            <a:chOff x="1277639" y="2449546"/>
            <a:chExt cx="409411" cy="332066"/>
          </a:xfrm>
        </p:grpSpPr>
        <p:sp>
          <p:nvSpPr>
            <p:cNvPr id="8624" name="Google Shape;8624;p70"/>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0"/>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0"/>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0"/>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0"/>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0"/>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0"/>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0"/>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0"/>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0"/>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0"/>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0"/>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0"/>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0"/>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0"/>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0"/>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0"/>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0"/>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0"/>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0"/>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0"/>
          <p:cNvGrpSpPr/>
          <p:nvPr/>
        </p:nvGrpSpPr>
        <p:grpSpPr>
          <a:xfrm>
            <a:off x="868254" y="2449153"/>
            <a:ext cx="332670" cy="332696"/>
            <a:chOff x="868254" y="2449153"/>
            <a:chExt cx="332670" cy="332696"/>
          </a:xfrm>
        </p:grpSpPr>
        <p:sp>
          <p:nvSpPr>
            <p:cNvPr id="8645" name="Google Shape;8645;p70"/>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0"/>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0"/>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0"/>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0"/>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0"/>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0"/>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0"/>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0"/>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0"/>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0"/>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0"/>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0"/>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0"/>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0"/>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0"/>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0"/>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0"/>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0"/>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0"/>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0"/>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0"/>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0"/>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0"/>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0"/>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0"/>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0"/>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0"/>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0"/>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0"/>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0"/>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70"/>
          <p:cNvGrpSpPr/>
          <p:nvPr/>
        </p:nvGrpSpPr>
        <p:grpSpPr>
          <a:xfrm>
            <a:off x="3140473" y="4357544"/>
            <a:ext cx="289158" cy="252938"/>
            <a:chOff x="3140473" y="4357544"/>
            <a:chExt cx="289158" cy="252938"/>
          </a:xfrm>
        </p:grpSpPr>
        <p:sp>
          <p:nvSpPr>
            <p:cNvPr id="8677" name="Google Shape;8677;p70"/>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0"/>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0"/>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0"/>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0"/>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0"/>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0"/>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0"/>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0"/>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0"/>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0"/>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0"/>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0"/>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0"/>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0"/>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0"/>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0"/>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0"/>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0"/>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0"/>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0"/>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0"/>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0"/>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0"/>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0"/>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0"/>
          <p:cNvGrpSpPr/>
          <p:nvPr/>
        </p:nvGrpSpPr>
        <p:grpSpPr>
          <a:xfrm>
            <a:off x="4889349" y="1545196"/>
            <a:ext cx="348327" cy="310298"/>
            <a:chOff x="4889349" y="1545196"/>
            <a:chExt cx="348327" cy="310298"/>
          </a:xfrm>
        </p:grpSpPr>
        <p:sp>
          <p:nvSpPr>
            <p:cNvPr id="8703" name="Google Shape;8703;p70"/>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0"/>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0"/>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0"/>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0"/>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0"/>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0"/>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0"/>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0"/>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0"/>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0"/>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0"/>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0"/>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0"/>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0"/>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0"/>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0"/>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0"/>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0"/>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0"/>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0"/>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70"/>
          <p:cNvGrpSpPr/>
          <p:nvPr/>
        </p:nvGrpSpPr>
        <p:grpSpPr>
          <a:xfrm>
            <a:off x="5393651" y="1498668"/>
            <a:ext cx="263403" cy="366713"/>
            <a:chOff x="5393651" y="1498668"/>
            <a:chExt cx="263403" cy="366713"/>
          </a:xfrm>
        </p:grpSpPr>
        <p:sp>
          <p:nvSpPr>
            <p:cNvPr id="8726" name="Google Shape;8726;p70"/>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0"/>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0"/>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0"/>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0"/>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0"/>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0"/>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0"/>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0"/>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0"/>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0"/>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0"/>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0"/>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0"/>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0"/>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0"/>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0"/>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0"/>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0"/>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0"/>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0"/>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70"/>
          <p:cNvGrpSpPr/>
          <p:nvPr/>
        </p:nvGrpSpPr>
        <p:grpSpPr>
          <a:xfrm>
            <a:off x="5775393" y="1510628"/>
            <a:ext cx="366634" cy="366634"/>
            <a:chOff x="5775393" y="1510628"/>
            <a:chExt cx="366634" cy="366634"/>
          </a:xfrm>
        </p:grpSpPr>
        <p:sp>
          <p:nvSpPr>
            <p:cNvPr id="8751" name="Google Shape;8751;p70"/>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0"/>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0"/>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0"/>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0"/>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0"/>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0"/>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0"/>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0"/>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0"/>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0"/>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0"/>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0"/>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70"/>
          <p:cNvGrpSpPr/>
          <p:nvPr/>
        </p:nvGrpSpPr>
        <p:grpSpPr>
          <a:xfrm>
            <a:off x="6226322" y="1509972"/>
            <a:ext cx="375342" cy="367447"/>
            <a:chOff x="6226322" y="1509972"/>
            <a:chExt cx="375342" cy="367447"/>
          </a:xfrm>
        </p:grpSpPr>
        <p:sp>
          <p:nvSpPr>
            <p:cNvPr id="8766" name="Google Shape;8766;p70"/>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0"/>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0"/>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0"/>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0"/>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0"/>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0"/>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0"/>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0"/>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0"/>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0"/>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0"/>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0"/>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70"/>
          <p:cNvGrpSpPr/>
          <p:nvPr/>
        </p:nvGrpSpPr>
        <p:grpSpPr>
          <a:xfrm>
            <a:off x="6689473" y="1510497"/>
            <a:ext cx="338545" cy="367054"/>
            <a:chOff x="6689473" y="1510497"/>
            <a:chExt cx="338545" cy="367054"/>
          </a:xfrm>
        </p:grpSpPr>
        <p:sp>
          <p:nvSpPr>
            <p:cNvPr id="8787" name="Google Shape;8787;p70"/>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0"/>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0"/>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0"/>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0"/>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0"/>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0"/>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0"/>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0"/>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0"/>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0"/>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70"/>
          <p:cNvGrpSpPr/>
          <p:nvPr/>
        </p:nvGrpSpPr>
        <p:grpSpPr>
          <a:xfrm>
            <a:off x="7115906" y="1510602"/>
            <a:ext cx="366765" cy="366660"/>
            <a:chOff x="7115906" y="1510602"/>
            <a:chExt cx="366765" cy="366660"/>
          </a:xfrm>
        </p:grpSpPr>
        <p:sp>
          <p:nvSpPr>
            <p:cNvPr id="8815" name="Google Shape;8815;p70"/>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0"/>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0"/>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0"/>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0"/>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0"/>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0"/>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0"/>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0"/>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0"/>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0"/>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0"/>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0"/>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0"/>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0"/>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0"/>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0"/>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0"/>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0"/>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70"/>
          <p:cNvGrpSpPr/>
          <p:nvPr/>
        </p:nvGrpSpPr>
        <p:grpSpPr>
          <a:xfrm>
            <a:off x="7550155" y="1510497"/>
            <a:ext cx="379381" cy="366792"/>
            <a:chOff x="7550155" y="1510497"/>
            <a:chExt cx="379381" cy="366792"/>
          </a:xfrm>
        </p:grpSpPr>
        <p:sp>
          <p:nvSpPr>
            <p:cNvPr id="8858" name="Google Shape;8858;p70"/>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0"/>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0"/>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0"/>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0"/>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0"/>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0"/>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0"/>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0"/>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0"/>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0"/>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0"/>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5" name="Google Shape;8875;p70"/>
          <p:cNvSpPr/>
          <p:nvPr/>
        </p:nvSpPr>
        <p:spPr>
          <a:xfrm>
            <a:off x="8111607" y="1855021"/>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0"/>
          <p:cNvSpPr/>
          <p:nvPr/>
        </p:nvSpPr>
        <p:spPr>
          <a:xfrm>
            <a:off x="8238076" y="1855021"/>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70"/>
          <p:cNvGrpSpPr/>
          <p:nvPr/>
        </p:nvGrpSpPr>
        <p:grpSpPr>
          <a:xfrm>
            <a:off x="7999537" y="1510549"/>
            <a:ext cx="335476" cy="367001"/>
            <a:chOff x="7999537" y="1510549"/>
            <a:chExt cx="335476" cy="367001"/>
          </a:xfrm>
        </p:grpSpPr>
        <p:sp>
          <p:nvSpPr>
            <p:cNvPr id="8878" name="Google Shape;8878;p70"/>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0"/>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0"/>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0"/>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0"/>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0"/>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0"/>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0"/>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0"/>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0"/>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0"/>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0"/>
          <p:cNvGrpSpPr/>
          <p:nvPr/>
        </p:nvGrpSpPr>
        <p:grpSpPr>
          <a:xfrm>
            <a:off x="4890346" y="3382537"/>
            <a:ext cx="370306" cy="367001"/>
            <a:chOff x="4890346" y="3382537"/>
            <a:chExt cx="370306" cy="367001"/>
          </a:xfrm>
        </p:grpSpPr>
        <p:sp>
          <p:nvSpPr>
            <p:cNvPr id="8895" name="Google Shape;8895;p70"/>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0"/>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0"/>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0"/>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0"/>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0"/>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0"/>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0"/>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0"/>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0"/>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0"/>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0"/>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0"/>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0"/>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0"/>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0"/>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0"/>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0"/>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70"/>
          <p:cNvGrpSpPr/>
          <p:nvPr/>
        </p:nvGrpSpPr>
        <p:grpSpPr>
          <a:xfrm>
            <a:off x="5332122" y="3431635"/>
            <a:ext cx="367526" cy="269592"/>
            <a:chOff x="5332122" y="3431635"/>
            <a:chExt cx="367526" cy="269592"/>
          </a:xfrm>
        </p:grpSpPr>
        <p:sp>
          <p:nvSpPr>
            <p:cNvPr id="8920" name="Google Shape;8920;p70"/>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0"/>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0"/>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0"/>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0"/>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0"/>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0"/>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0"/>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0"/>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0"/>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0"/>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0"/>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0"/>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0"/>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0"/>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0"/>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0"/>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0"/>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0"/>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0"/>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0"/>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0"/>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0"/>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0"/>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0"/>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0"/>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0"/>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0"/>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70"/>
          <p:cNvGrpSpPr/>
          <p:nvPr/>
        </p:nvGrpSpPr>
        <p:grpSpPr>
          <a:xfrm>
            <a:off x="5772612" y="3425812"/>
            <a:ext cx="366896" cy="281080"/>
            <a:chOff x="5772612" y="3425812"/>
            <a:chExt cx="366896" cy="281080"/>
          </a:xfrm>
        </p:grpSpPr>
        <p:sp>
          <p:nvSpPr>
            <p:cNvPr id="8954" name="Google Shape;8954;p70"/>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0"/>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0"/>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0"/>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0"/>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0"/>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0"/>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0"/>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0"/>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0"/>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0"/>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0"/>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0"/>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0"/>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0"/>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0"/>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0"/>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0"/>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0"/>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0"/>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0"/>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0"/>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0"/>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0"/>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0"/>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0"/>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0"/>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0"/>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70"/>
          <p:cNvGrpSpPr/>
          <p:nvPr/>
        </p:nvGrpSpPr>
        <p:grpSpPr>
          <a:xfrm>
            <a:off x="6212684" y="3412436"/>
            <a:ext cx="366765" cy="307832"/>
            <a:chOff x="6212684" y="3412436"/>
            <a:chExt cx="366765" cy="307832"/>
          </a:xfrm>
        </p:grpSpPr>
        <p:sp>
          <p:nvSpPr>
            <p:cNvPr id="8986" name="Google Shape;8986;p70"/>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0"/>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0"/>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0"/>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0"/>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0"/>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0"/>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0"/>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0"/>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0"/>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0"/>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0"/>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0"/>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0"/>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0"/>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0"/>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0"/>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0"/>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0"/>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0"/>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0"/>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0"/>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0"/>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0"/>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0"/>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0"/>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0"/>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0"/>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0"/>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0"/>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0"/>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0"/>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0"/>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0"/>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0"/>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0"/>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0"/>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0"/>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0"/>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0"/>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0"/>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0"/>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0"/>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0"/>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0"/>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0"/>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0"/>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0"/>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0"/>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0"/>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0"/>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0"/>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0"/>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0"/>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0"/>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0"/>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0"/>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0"/>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0"/>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0"/>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0"/>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70"/>
          <p:cNvGrpSpPr/>
          <p:nvPr/>
        </p:nvGrpSpPr>
        <p:grpSpPr>
          <a:xfrm>
            <a:off x="7092669" y="3411571"/>
            <a:ext cx="366896" cy="309327"/>
            <a:chOff x="7092669" y="3411571"/>
            <a:chExt cx="366896" cy="309327"/>
          </a:xfrm>
        </p:grpSpPr>
        <p:sp>
          <p:nvSpPr>
            <p:cNvPr id="9062" name="Google Shape;9062;p70"/>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0"/>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0"/>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0"/>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0"/>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0"/>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0"/>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0"/>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0"/>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0"/>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0"/>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0"/>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0"/>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0"/>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0"/>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0"/>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0"/>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70"/>
          <p:cNvGrpSpPr/>
          <p:nvPr/>
        </p:nvGrpSpPr>
        <p:grpSpPr>
          <a:xfrm>
            <a:off x="7532740" y="3405748"/>
            <a:ext cx="366896" cy="320841"/>
            <a:chOff x="7532740" y="3405748"/>
            <a:chExt cx="366896" cy="320841"/>
          </a:xfrm>
        </p:grpSpPr>
        <p:sp>
          <p:nvSpPr>
            <p:cNvPr id="9081" name="Google Shape;9081;p70"/>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0"/>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0"/>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0"/>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0"/>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0"/>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0"/>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0"/>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0"/>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0"/>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0"/>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0"/>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0"/>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0"/>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0"/>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0"/>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0"/>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0"/>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0"/>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0"/>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0"/>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0"/>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70"/>
          <p:cNvGrpSpPr/>
          <p:nvPr/>
        </p:nvGrpSpPr>
        <p:grpSpPr>
          <a:xfrm>
            <a:off x="7972785" y="3394392"/>
            <a:ext cx="366896" cy="343685"/>
            <a:chOff x="7972785" y="3394392"/>
            <a:chExt cx="366896" cy="343685"/>
          </a:xfrm>
        </p:grpSpPr>
        <p:sp>
          <p:nvSpPr>
            <p:cNvPr id="9107" name="Google Shape;9107;p70"/>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0"/>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0"/>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0"/>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0"/>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0"/>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0"/>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0"/>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0"/>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0"/>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0"/>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0"/>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0"/>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0"/>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70"/>
          <p:cNvGrpSpPr/>
          <p:nvPr/>
        </p:nvGrpSpPr>
        <p:grpSpPr>
          <a:xfrm>
            <a:off x="5359818" y="1996466"/>
            <a:ext cx="361835" cy="356432"/>
            <a:chOff x="5359818" y="1996466"/>
            <a:chExt cx="361835" cy="356432"/>
          </a:xfrm>
        </p:grpSpPr>
        <p:sp>
          <p:nvSpPr>
            <p:cNvPr id="9122" name="Google Shape;9122;p70"/>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0"/>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0"/>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0"/>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0"/>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0"/>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0"/>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0"/>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0"/>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0"/>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0"/>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0"/>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0"/>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0"/>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0"/>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0"/>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0"/>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0"/>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0"/>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0"/>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0"/>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0"/>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0"/>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0"/>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0"/>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0"/>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0"/>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0"/>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0"/>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0"/>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0"/>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0"/>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0"/>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0"/>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0"/>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0"/>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0"/>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0"/>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0"/>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0"/>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0"/>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0"/>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0"/>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0"/>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70"/>
          <p:cNvGrpSpPr/>
          <p:nvPr/>
        </p:nvGrpSpPr>
        <p:grpSpPr>
          <a:xfrm>
            <a:off x="5775393" y="1975038"/>
            <a:ext cx="379145" cy="379250"/>
            <a:chOff x="5775393" y="1975038"/>
            <a:chExt cx="379145" cy="379250"/>
          </a:xfrm>
        </p:grpSpPr>
        <p:sp>
          <p:nvSpPr>
            <p:cNvPr id="9169" name="Google Shape;9169;p70"/>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0"/>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0"/>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0"/>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0"/>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0"/>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0"/>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0"/>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0"/>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0"/>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0"/>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0"/>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0"/>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0"/>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0"/>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70"/>
          <p:cNvGrpSpPr/>
          <p:nvPr/>
        </p:nvGrpSpPr>
        <p:grpSpPr>
          <a:xfrm>
            <a:off x="6200960" y="1975274"/>
            <a:ext cx="417725" cy="378961"/>
            <a:chOff x="6200960" y="1975274"/>
            <a:chExt cx="417725" cy="378961"/>
          </a:xfrm>
        </p:grpSpPr>
        <p:sp>
          <p:nvSpPr>
            <p:cNvPr id="9185" name="Google Shape;9185;p70"/>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0"/>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0"/>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0"/>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0"/>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0"/>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0"/>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0"/>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70"/>
          <p:cNvGrpSpPr/>
          <p:nvPr/>
        </p:nvGrpSpPr>
        <p:grpSpPr>
          <a:xfrm>
            <a:off x="6666052" y="1991771"/>
            <a:ext cx="391341" cy="328447"/>
            <a:chOff x="6666052" y="1991771"/>
            <a:chExt cx="391341" cy="328447"/>
          </a:xfrm>
        </p:grpSpPr>
        <p:sp>
          <p:nvSpPr>
            <p:cNvPr id="9194" name="Google Shape;9194;p70"/>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0"/>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0"/>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0"/>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0"/>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0"/>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0"/>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0"/>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0"/>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0"/>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0"/>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0"/>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0"/>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0"/>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0"/>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0"/>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0"/>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0"/>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0"/>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0"/>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0"/>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0"/>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0"/>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0"/>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0"/>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0"/>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0"/>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0"/>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70"/>
          <p:cNvGrpSpPr/>
          <p:nvPr/>
        </p:nvGrpSpPr>
        <p:grpSpPr>
          <a:xfrm>
            <a:off x="7099619" y="1979838"/>
            <a:ext cx="374712" cy="374476"/>
            <a:chOff x="7099619" y="1979838"/>
            <a:chExt cx="374712" cy="374476"/>
          </a:xfrm>
        </p:grpSpPr>
        <p:sp>
          <p:nvSpPr>
            <p:cNvPr id="9223" name="Google Shape;9223;p70"/>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0"/>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0"/>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0"/>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0"/>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0"/>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0"/>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0"/>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0"/>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0"/>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0"/>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0"/>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0"/>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0"/>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0"/>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0"/>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0"/>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0"/>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0"/>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0"/>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0"/>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0"/>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0"/>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0"/>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0"/>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0"/>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0"/>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0"/>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0"/>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0"/>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0"/>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0"/>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0"/>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70"/>
          <p:cNvGrpSpPr/>
          <p:nvPr/>
        </p:nvGrpSpPr>
        <p:grpSpPr>
          <a:xfrm>
            <a:off x="7547375" y="1975169"/>
            <a:ext cx="379014" cy="379119"/>
            <a:chOff x="7547375" y="1975169"/>
            <a:chExt cx="379014" cy="379119"/>
          </a:xfrm>
        </p:grpSpPr>
        <p:sp>
          <p:nvSpPr>
            <p:cNvPr id="9257" name="Google Shape;9257;p70"/>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0"/>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0"/>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0"/>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0"/>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0"/>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0"/>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0"/>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0"/>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0"/>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0"/>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0"/>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0"/>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0"/>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0"/>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0"/>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0"/>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0"/>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0"/>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0"/>
          <p:cNvGrpSpPr/>
          <p:nvPr/>
        </p:nvGrpSpPr>
        <p:grpSpPr>
          <a:xfrm>
            <a:off x="7978083" y="1991273"/>
            <a:ext cx="370306" cy="362962"/>
            <a:chOff x="7978083" y="1991273"/>
            <a:chExt cx="370306" cy="362962"/>
          </a:xfrm>
        </p:grpSpPr>
        <p:sp>
          <p:nvSpPr>
            <p:cNvPr id="9278" name="Google Shape;9278;p70"/>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0"/>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0"/>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0"/>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0"/>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0"/>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0"/>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0"/>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0"/>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0"/>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0"/>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0"/>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0"/>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0"/>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0"/>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0"/>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0"/>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0"/>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0"/>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0"/>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70"/>
          <p:cNvGrpSpPr/>
          <p:nvPr/>
        </p:nvGrpSpPr>
        <p:grpSpPr>
          <a:xfrm>
            <a:off x="4917884" y="3826123"/>
            <a:ext cx="298941" cy="357822"/>
            <a:chOff x="4917884" y="3826123"/>
            <a:chExt cx="298941" cy="357822"/>
          </a:xfrm>
        </p:grpSpPr>
        <p:sp>
          <p:nvSpPr>
            <p:cNvPr id="9300" name="Google Shape;9300;p70"/>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0"/>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0"/>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0"/>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0"/>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0"/>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0"/>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0"/>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0"/>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0"/>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0"/>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0"/>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0"/>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0"/>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0"/>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0"/>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0"/>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0"/>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0"/>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0"/>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0"/>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0"/>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70"/>
          <p:cNvGrpSpPr/>
          <p:nvPr/>
        </p:nvGrpSpPr>
        <p:grpSpPr>
          <a:xfrm>
            <a:off x="5332567" y="3825756"/>
            <a:ext cx="360995" cy="359212"/>
            <a:chOff x="5332567" y="3825756"/>
            <a:chExt cx="360995" cy="359212"/>
          </a:xfrm>
        </p:grpSpPr>
        <p:sp>
          <p:nvSpPr>
            <p:cNvPr id="9323" name="Google Shape;9323;p70"/>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0"/>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0"/>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0"/>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0"/>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0"/>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0"/>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0"/>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0"/>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0"/>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0"/>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0"/>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0"/>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0"/>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0"/>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0"/>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0"/>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0"/>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70"/>
          <p:cNvGrpSpPr/>
          <p:nvPr/>
        </p:nvGrpSpPr>
        <p:grpSpPr>
          <a:xfrm>
            <a:off x="5776153" y="3840390"/>
            <a:ext cx="367028" cy="329942"/>
            <a:chOff x="5776153" y="3840390"/>
            <a:chExt cx="367028" cy="329942"/>
          </a:xfrm>
        </p:grpSpPr>
        <p:sp>
          <p:nvSpPr>
            <p:cNvPr id="9342" name="Google Shape;9342;p70"/>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0"/>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0"/>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0"/>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0"/>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0"/>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0"/>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0"/>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0"/>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0"/>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0"/>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0"/>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0"/>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0"/>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0"/>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0"/>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0"/>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0"/>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0"/>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0"/>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0"/>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0"/>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70"/>
          <p:cNvGrpSpPr/>
          <p:nvPr/>
        </p:nvGrpSpPr>
        <p:grpSpPr>
          <a:xfrm>
            <a:off x="6657161" y="3825808"/>
            <a:ext cx="375211" cy="359186"/>
            <a:chOff x="6657161" y="3825808"/>
            <a:chExt cx="375211" cy="359186"/>
          </a:xfrm>
        </p:grpSpPr>
        <p:sp>
          <p:nvSpPr>
            <p:cNvPr id="9365" name="Google Shape;9365;p70"/>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0"/>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0"/>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0"/>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0"/>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0"/>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0"/>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0"/>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0"/>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0"/>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70"/>
          <p:cNvGrpSpPr/>
          <p:nvPr/>
        </p:nvGrpSpPr>
        <p:grpSpPr>
          <a:xfrm>
            <a:off x="6266450" y="3825756"/>
            <a:ext cx="269330" cy="359186"/>
            <a:chOff x="6266450" y="3825756"/>
            <a:chExt cx="269330" cy="359186"/>
          </a:xfrm>
        </p:grpSpPr>
        <p:sp>
          <p:nvSpPr>
            <p:cNvPr id="9376" name="Google Shape;9376;p70"/>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0"/>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0"/>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0"/>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0"/>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0"/>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0"/>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0"/>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0"/>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0"/>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0"/>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0"/>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0"/>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0"/>
          <p:cNvGrpSpPr/>
          <p:nvPr/>
        </p:nvGrpSpPr>
        <p:grpSpPr>
          <a:xfrm>
            <a:off x="7108825" y="3825756"/>
            <a:ext cx="366136" cy="359317"/>
            <a:chOff x="7108825" y="3825756"/>
            <a:chExt cx="366136" cy="359317"/>
          </a:xfrm>
        </p:grpSpPr>
        <p:sp>
          <p:nvSpPr>
            <p:cNvPr id="9390" name="Google Shape;9390;p70"/>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0"/>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0"/>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0"/>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0"/>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0"/>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0"/>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0"/>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0"/>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0"/>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0"/>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0"/>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0"/>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0"/>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0"/>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0"/>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0"/>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0"/>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0"/>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0"/>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0"/>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0"/>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0"/>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0"/>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0"/>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0"/>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0"/>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0"/>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70"/>
          <p:cNvGrpSpPr/>
          <p:nvPr/>
        </p:nvGrpSpPr>
        <p:grpSpPr>
          <a:xfrm>
            <a:off x="7552673" y="3859563"/>
            <a:ext cx="359186" cy="291545"/>
            <a:chOff x="7552673" y="3859563"/>
            <a:chExt cx="359186" cy="291545"/>
          </a:xfrm>
        </p:grpSpPr>
        <p:sp>
          <p:nvSpPr>
            <p:cNvPr id="9419" name="Google Shape;9419;p70"/>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0"/>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0"/>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0"/>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0"/>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0"/>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0"/>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0"/>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0"/>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0"/>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0"/>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0"/>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0"/>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0"/>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0"/>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0"/>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0"/>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0"/>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0"/>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0"/>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0"/>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0"/>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0"/>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0"/>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0"/>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0"/>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0"/>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70"/>
          <p:cNvGrpSpPr/>
          <p:nvPr/>
        </p:nvGrpSpPr>
        <p:grpSpPr>
          <a:xfrm>
            <a:off x="5310720" y="2958229"/>
            <a:ext cx="429370" cy="261672"/>
            <a:chOff x="5310720" y="2958229"/>
            <a:chExt cx="429370" cy="261672"/>
          </a:xfrm>
        </p:grpSpPr>
        <p:sp>
          <p:nvSpPr>
            <p:cNvPr id="9447" name="Google Shape;9447;p70"/>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0"/>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0"/>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0"/>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0"/>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0"/>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0"/>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0"/>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0"/>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0"/>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0"/>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0"/>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0"/>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0"/>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0"/>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0"/>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0"/>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0"/>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0"/>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0"/>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0"/>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0"/>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0"/>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0"/>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0"/>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0"/>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0"/>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0"/>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0"/>
          <p:cNvGrpSpPr/>
          <p:nvPr/>
        </p:nvGrpSpPr>
        <p:grpSpPr>
          <a:xfrm>
            <a:off x="4890477" y="2430348"/>
            <a:ext cx="389872" cy="338151"/>
            <a:chOff x="4890477" y="2430348"/>
            <a:chExt cx="389872" cy="338151"/>
          </a:xfrm>
        </p:grpSpPr>
        <p:sp>
          <p:nvSpPr>
            <p:cNvPr id="9476" name="Google Shape;9476;p70"/>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0"/>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0"/>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0"/>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0"/>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0"/>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0"/>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0"/>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0"/>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0"/>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0"/>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0"/>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0"/>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0"/>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0"/>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0"/>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0"/>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0"/>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0"/>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0"/>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70"/>
          <p:cNvGrpSpPr/>
          <p:nvPr/>
        </p:nvGrpSpPr>
        <p:grpSpPr>
          <a:xfrm>
            <a:off x="5747880" y="2442596"/>
            <a:ext cx="433645" cy="315176"/>
            <a:chOff x="5747880" y="2442596"/>
            <a:chExt cx="433645" cy="315176"/>
          </a:xfrm>
        </p:grpSpPr>
        <p:sp>
          <p:nvSpPr>
            <p:cNvPr id="9497" name="Google Shape;9497;p70"/>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0"/>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0"/>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0"/>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0"/>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0"/>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0"/>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0"/>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0"/>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0"/>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0"/>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0"/>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0"/>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0"/>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0"/>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0"/>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0"/>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0"/>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0"/>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70"/>
          <p:cNvGrpSpPr/>
          <p:nvPr/>
        </p:nvGrpSpPr>
        <p:grpSpPr>
          <a:xfrm>
            <a:off x="6226558" y="2433390"/>
            <a:ext cx="342793" cy="353389"/>
            <a:chOff x="6226558" y="2433390"/>
            <a:chExt cx="342793" cy="353389"/>
          </a:xfrm>
        </p:grpSpPr>
        <p:sp>
          <p:nvSpPr>
            <p:cNvPr id="9517" name="Google Shape;9517;p70"/>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0"/>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0"/>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0"/>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0"/>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0"/>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0"/>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0"/>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0"/>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0"/>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0"/>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0"/>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0"/>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0"/>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0"/>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0"/>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0"/>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0"/>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0"/>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0"/>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0"/>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70"/>
          <p:cNvGrpSpPr/>
          <p:nvPr/>
        </p:nvGrpSpPr>
        <p:grpSpPr>
          <a:xfrm>
            <a:off x="6627996" y="2449756"/>
            <a:ext cx="427980" cy="320369"/>
            <a:chOff x="6627996" y="2449756"/>
            <a:chExt cx="427980" cy="320369"/>
          </a:xfrm>
        </p:grpSpPr>
        <p:sp>
          <p:nvSpPr>
            <p:cNvPr id="9539" name="Google Shape;9539;p70"/>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0"/>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0"/>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0"/>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0"/>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0"/>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0"/>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0"/>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0"/>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8" name="Google Shape;9548;p70"/>
          <p:cNvSpPr/>
          <p:nvPr/>
        </p:nvSpPr>
        <p:spPr>
          <a:xfrm>
            <a:off x="7102399" y="2672296"/>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0"/>
          <p:cNvSpPr/>
          <p:nvPr/>
        </p:nvSpPr>
        <p:spPr>
          <a:xfrm>
            <a:off x="7085745" y="2730469"/>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0" name="Google Shape;9550;p70"/>
          <p:cNvGrpSpPr/>
          <p:nvPr/>
        </p:nvGrpSpPr>
        <p:grpSpPr>
          <a:xfrm>
            <a:off x="7073496" y="2420906"/>
            <a:ext cx="396534" cy="370096"/>
            <a:chOff x="7073496" y="2420906"/>
            <a:chExt cx="396534" cy="370096"/>
          </a:xfrm>
        </p:grpSpPr>
        <p:sp>
          <p:nvSpPr>
            <p:cNvPr id="9551" name="Google Shape;9551;p70"/>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0"/>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0"/>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0"/>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0"/>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0"/>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0"/>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0"/>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0"/>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0"/>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0"/>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0"/>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0"/>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0"/>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0"/>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0"/>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0"/>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0"/>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0"/>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0"/>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0"/>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0"/>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0"/>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0"/>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0"/>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0"/>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0"/>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0"/>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0"/>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70"/>
          <p:cNvGrpSpPr/>
          <p:nvPr/>
        </p:nvGrpSpPr>
        <p:grpSpPr>
          <a:xfrm>
            <a:off x="7975067" y="2420906"/>
            <a:ext cx="359946" cy="366031"/>
            <a:chOff x="7975067" y="2420906"/>
            <a:chExt cx="359946" cy="366031"/>
          </a:xfrm>
        </p:grpSpPr>
        <p:sp>
          <p:nvSpPr>
            <p:cNvPr id="9581" name="Google Shape;9581;p70"/>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0"/>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0"/>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0"/>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0"/>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0"/>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0"/>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0"/>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0"/>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0"/>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0"/>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0"/>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0"/>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0"/>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0"/>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0"/>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0"/>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0"/>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0"/>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0"/>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0"/>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0"/>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0"/>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0"/>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0"/>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0"/>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0"/>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0"/>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0"/>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0"/>
          <p:cNvGrpSpPr/>
          <p:nvPr/>
        </p:nvGrpSpPr>
        <p:grpSpPr>
          <a:xfrm>
            <a:off x="5390373" y="2425653"/>
            <a:ext cx="257344" cy="358215"/>
            <a:chOff x="5390373" y="2425653"/>
            <a:chExt cx="257344" cy="358215"/>
          </a:xfrm>
        </p:grpSpPr>
        <p:sp>
          <p:nvSpPr>
            <p:cNvPr id="9619" name="Google Shape;9619;p70"/>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0"/>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0"/>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0"/>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0"/>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0"/>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0"/>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0"/>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0"/>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0"/>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0"/>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0"/>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0"/>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0"/>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0"/>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0"/>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0"/>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0"/>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0"/>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70"/>
          <p:cNvGrpSpPr/>
          <p:nvPr/>
        </p:nvGrpSpPr>
        <p:grpSpPr>
          <a:xfrm>
            <a:off x="5364617" y="4307843"/>
            <a:ext cx="285985" cy="322572"/>
            <a:chOff x="5364617" y="4307843"/>
            <a:chExt cx="285985" cy="322572"/>
          </a:xfrm>
        </p:grpSpPr>
        <p:sp>
          <p:nvSpPr>
            <p:cNvPr id="9652" name="Google Shape;9652;p70"/>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0"/>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0"/>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0"/>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0"/>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0"/>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0"/>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0"/>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0"/>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0"/>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70"/>
          <p:cNvGrpSpPr/>
          <p:nvPr/>
        </p:nvGrpSpPr>
        <p:grpSpPr>
          <a:xfrm>
            <a:off x="7539428" y="2435147"/>
            <a:ext cx="349980" cy="355697"/>
            <a:chOff x="7539428" y="2435147"/>
            <a:chExt cx="349980" cy="355697"/>
          </a:xfrm>
        </p:grpSpPr>
        <p:sp>
          <p:nvSpPr>
            <p:cNvPr id="9667" name="Google Shape;9667;p70"/>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0"/>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0"/>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0"/>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0"/>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0"/>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0"/>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0"/>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0"/>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0"/>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0"/>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0"/>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0"/>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0"/>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0"/>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0"/>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0"/>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0"/>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0"/>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0"/>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0"/>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0"/>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0"/>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0"/>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0"/>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0"/>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0"/>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0"/>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0"/>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70"/>
          <p:cNvGrpSpPr/>
          <p:nvPr/>
        </p:nvGrpSpPr>
        <p:grpSpPr>
          <a:xfrm>
            <a:off x="6276285" y="4289930"/>
            <a:ext cx="224927" cy="360785"/>
            <a:chOff x="6276285" y="4289930"/>
            <a:chExt cx="224927" cy="360785"/>
          </a:xfrm>
        </p:grpSpPr>
        <p:sp>
          <p:nvSpPr>
            <p:cNvPr id="9706" name="Google Shape;9706;p70"/>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0"/>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0"/>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0"/>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0"/>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70"/>
          <p:cNvGrpSpPr/>
          <p:nvPr/>
        </p:nvGrpSpPr>
        <p:grpSpPr>
          <a:xfrm>
            <a:off x="6650604" y="4343041"/>
            <a:ext cx="356405" cy="278431"/>
            <a:chOff x="6650604" y="4343041"/>
            <a:chExt cx="356405" cy="278431"/>
          </a:xfrm>
        </p:grpSpPr>
        <p:sp>
          <p:nvSpPr>
            <p:cNvPr id="9712" name="Google Shape;9712;p70"/>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0"/>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0"/>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0"/>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0"/>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0"/>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0"/>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0"/>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0"/>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0"/>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0"/>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0"/>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0"/>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0"/>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0"/>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0"/>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0"/>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0"/>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0"/>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0"/>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0"/>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0"/>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0"/>
          <p:cNvGrpSpPr/>
          <p:nvPr/>
        </p:nvGrpSpPr>
        <p:grpSpPr>
          <a:xfrm>
            <a:off x="5787274" y="4308578"/>
            <a:ext cx="322572" cy="321208"/>
            <a:chOff x="5787274" y="4308578"/>
            <a:chExt cx="322572" cy="321208"/>
          </a:xfrm>
        </p:grpSpPr>
        <p:sp>
          <p:nvSpPr>
            <p:cNvPr id="9735" name="Google Shape;9735;p70"/>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0"/>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0"/>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0"/>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0"/>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0"/>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0"/>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0"/>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0"/>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0"/>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0"/>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0"/>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0"/>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0"/>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0"/>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70"/>
          <p:cNvGrpSpPr/>
          <p:nvPr/>
        </p:nvGrpSpPr>
        <p:grpSpPr>
          <a:xfrm>
            <a:off x="7139485" y="4289668"/>
            <a:ext cx="253200" cy="360418"/>
            <a:chOff x="7139485" y="4289668"/>
            <a:chExt cx="253200" cy="360418"/>
          </a:xfrm>
        </p:grpSpPr>
        <p:sp>
          <p:nvSpPr>
            <p:cNvPr id="9751" name="Google Shape;9751;p70"/>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0"/>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0"/>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0"/>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0"/>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0"/>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0"/>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0"/>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0"/>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0"/>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0"/>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0"/>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0"/>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0"/>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0"/>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0"/>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0"/>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0"/>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0"/>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0"/>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0"/>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0"/>
          <p:cNvGrpSpPr/>
          <p:nvPr/>
        </p:nvGrpSpPr>
        <p:grpSpPr>
          <a:xfrm>
            <a:off x="7579687" y="4289536"/>
            <a:ext cx="253174" cy="360549"/>
            <a:chOff x="7579687" y="4289536"/>
            <a:chExt cx="253174" cy="360549"/>
          </a:xfrm>
        </p:grpSpPr>
        <p:sp>
          <p:nvSpPr>
            <p:cNvPr id="9773" name="Google Shape;9773;p70"/>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0"/>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0"/>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0"/>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0"/>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0"/>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0"/>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0"/>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0"/>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0"/>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0"/>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0"/>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0"/>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0"/>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0"/>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0"/>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0"/>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0"/>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0"/>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0"/>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0"/>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0"/>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70"/>
          <p:cNvGrpSpPr/>
          <p:nvPr/>
        </p:nvGrpSpPr>
        <p:grpSpPr>
          <a:xfrm>
            <a:off x="4905872" y="2907767"/>
            <a:ext cx="362857" cy="362726"/>
            <a:chOff x="4905872" y="2907767"/>
            <a:chExt cx="362857" cy="362726"/>
          </a:xfrm>
        </p:grpSpPr>
        <p:sp>
          <p:nvSpPr>
            <p:cNvPr id="9796" name="Google Shape;9796;p70"/>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0"/>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0"/>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0"/>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0"/>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0"/>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0"/>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0"/>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0"/>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0"/>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0"/>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0"/>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0"/>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0"/>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0"/>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0"/>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0"/>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0"/>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0"/>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0"/>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0"/>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0"/>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0"/>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0"/>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0"/>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0"/>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0"/>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0"/>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0"/>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0"/>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0"/>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0"/>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0"/>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0"/>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0"/>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0"/>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0"/>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0"/>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0"/>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0"/>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0"/>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0"/>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0"/>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0"/>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70"/>
          <p:cNvGrpSpPr/>
          <p:nvPr/>
        </p:nvGrpSpPr>
        <p:grpSpPr>
          <a:xfrm>
            <a:off x="5816176" y="2907636"/>
            <a:ext cx="294823" cy="362831"/>
            <a:chOff x="5816176" y="2907636"/>
            <a:chExt cx="294823" cy="362831"/>
          </a:xfrm>
        </p:grpSpPr>
        <p:sp>
          <p:nvSpPr>
            <p:cNvPr id="9841" name="Google Shape;9841;p70"/>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0"/>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0"/>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0"/>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0"/>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0"/>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0"/>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0"/>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0"/>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0"/>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0"/>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0"/>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0"/>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0"/>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0"/>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0"/>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0"/>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0"/>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0"/>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0"/>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0"/>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0"/>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0"/>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0"/>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0"/>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0"/>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0"/>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0"/>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0"/>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0"/>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0"/>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0"/>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0"/>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0"/>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0"/>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0"/>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0"/>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0"/>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0"/>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0"/>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0"/>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0"/>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0"/>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0"/>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0"/>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0"/>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0"/>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0"/>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70"/>
          <p:cNvGrpSpPr/>
          <p:nvPr/>
        </p:nvGrpSpPr>
        <p:grpSpPr>
          <a:xfrm>
            <a:off x="6220132" y="2955973"/>
            <a:ext cx="362726" cy="266183"/>
            <a:chOff x="6220132" y="2955973"/>
            <a:chExt cx="362726" cy="266183"/>
          </a:xfrm>
        </p:grpSpPr>
        <p:sp>
          <p:nvSpPr>
            <p:cNvPr id="9893" name="Google Shape;9893;p70"/>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0"/>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0"/>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0"/>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0"/>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0"/>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0"/>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0"/>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0"/>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0"/>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0"/>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0"/>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0"/>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0"/>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0"/>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0"/>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0"/>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0"/>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0"/>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0"/>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0"/>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0"/>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0"/>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0"/>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0"/>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0"/>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0"/>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0"/>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1" name="Google Shape;9921;p70"/>
          <p:cNvSpPr/>
          <p:nvPr/>
        </p:nvSpPr>
        <p:spPr>
          <a:xfrm>
            <a:off x="6663482" y="3197397"/>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0"/>
          <p:cNvSpPr/>
          <p:nvPr/>
        </p:nvSpPr>
        <p:spPr>
          <a:xfrm>
            <a:off x="6692253" y="3225801"/>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3" name="Google Shape;9923;p70"/>
          <p:cNvGrpSpPr/>
          <p:nvPr/>
        </p:nvGrpSpPr>
        <p:grpSpPr>
          <a:xfrm>
            <a:off x="6658158" y="2918992"/>
            <a:ext cx="362857" cy="340276"/>
            <a:chOff x="6658158" y="2918992"/>
            <a:chExt cx="362857" cy="340276"/>
          </a:xfrm>
        </p:grpSpPr>
        <p:sp>
          <p:nvSpPr>
            <p:cNvPr id="9924" name="Google Shape;9924;p70"/>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0"/>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0"/>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0"/>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0"/>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0"/>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0"/>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0"/>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0"/>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0"/>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0"/>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0"/>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0"/>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0"/>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0"/>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0"/>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0"/>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0"/>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0"/>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0"/>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70"/>
          <p:cNvGrpSpPr/>
          <p:nvPr/>
        </p:nvGrpSpPr>
        <p:grpSpPr>
          <a:xfrm>
            <a:off x="7972418" y="2907636"/>
            <a:ext cx="362726" cy="362857"/>
            <a:chOff x="7972418" y="2907636"/>
            <a:chExt cx="362726" cy="362857"/>
          </a:xfrm>
        </p:grpSpPr>
        <p:sp>
          <p:nvSpPr>
            <p:cNvPr id="9945" name="Google Shape;9945;p70"/>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0"/>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0"/>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0"/>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0"/>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0"/>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0"/>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0"/>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0"/>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0"/>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0"/>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0"/>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0"/>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0"/>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0"/>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0"/>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0"/>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0"/>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0"/>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0"/>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0"/>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0"/>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0"/>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0"/>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0"/>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0"/>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0"/>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0"/>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0"/>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0"/>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0"/>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0"/>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0"/>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0"/>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0"/>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0"/>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0"/>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0"/>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0"/>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0"/>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0"/>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0"/>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0"/>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0"/>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0"/>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0"/>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0"/>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70"/>
          <p:cNvGrpSpPr/>
          <p:nvPr/>
        </p:nvGrpSpPr>
        <p:grpSpPr>
          <a:xfrm>
            <a:off x="8040058" y="3806321"/>
            <a:ext cx="301275" cy="365480"/>
            <a:chOff x="8040058" y="3806321"/>
            <a:chExt cx="301275" cy="365480"/>
          </a:xfrm>
        </p:grpSpPr>
        <p:sp>
          <p:nvSpPr>
            <p:cNvPr id="9993" name="Google Shape;9993;p70"/>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0"/>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0"/>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0"/>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0"/>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0"/>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0"/>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0"/>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0"/>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0"/>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0"/>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70"/>
          <p:cNvGrpSpPr/>
          <p:nvPr/>
        </p:nvGrpSpPr>
        <p:grpSpPr>
          <a:xfrm>
            <a:off x="4895276" y="4298401"/>
            <a:ext cx="345941" cy="342190"/>
            <a:chOff x="4895276" y="4298401"/>
            <a:chExt cx="345941" cy="342190"/>
          </a:xfrm>
        </p:grpSpPr>
        <p:sp>
          <p:nvSpPr>
            <p:cNvPr id="10005" name="Google Shape;10005;p70"/>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0"/>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0"/>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0"/>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0"/>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0"/>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0"/>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0"/>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0"/>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0"/>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0"/>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0"/>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0"/>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0"/>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0"/>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0"/>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0"/>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0"/>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0"/>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70"/>
          <p:cNvGrpSpPr/>
          <p:nvPr/>
        </p:nvGrpSpPr>
        <p:grpSpPr>
          <a:xfrm>
            <a:off x="7949705" y="4313010"/>
            <a:ext cx="382528" cy="340669"/>
            <a:chOff x="7949705" y="4313010"/>
            <a:chExt cx="382528" cy="340669"/>
          </a:xfrm>
        </p:grpSpPr>
        <p:sp>
          <p:nvSpPr>
            <p:cNvPr id="10025" name="Google Shape;10025;p70"/>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0"/>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0"/>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0"/>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0"/>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0"/>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0"/>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0"/>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0"/>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0"/>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0"/>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0"/>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0"/>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0"/>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0"/>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0"/>
          <p:cNvGrpSpPr/>
          <p:nvPr/>
        </p:nvGrpSpPr>
        <p:grpSpPr>
          <a:xfrm>
            <a:off x="4884418" y="1979576"/>
            <a:ext cx="404008" cy="365664"/>
            <a:chOff x="4884418" y="1979576"/>
            <a:chExt cx="404008" cy="365664"/>
          </a:xfrm>
        </p:grpSpPr>
        <p:sp>
          <p:nvSpPr>
            <p:cNvPr id="10041" name="Google Shape;10041;p70"/>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0"/>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0"/>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0"/>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0"/>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0"/>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0"/>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0"/>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0"/>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0"/>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70"/>
          <p:cNvGrpSpPr/>
          <p:nvPr/>
        </p:nvGrpSpPr>
        <p:grpSpPr>
          <a:xfrm>
            <a:off x="6678877" y="3404962"/>
            <a:ext cx="304029" cy="322572"/>
            <a:chOff x="6678877" y="3404962"/>
            <a:chExt cx="304029" cy="322572"/>
          </a:xfrm>
        </p:grpSpPr>
        <p:sp>
          <p:nvSpPr>
            <p:cNvPr id="10052" name="Google Shape;10052;p70"/>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0"/>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0"/>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0"/>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0"/>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0"/>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0"/>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0"/>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0"/>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0"/>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0"/>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0"/>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0"/>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0"/>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0"/>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0"/>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0"/>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0"/>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0"/>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0"/>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0"/>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0"/>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0"/>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0"/>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0"/>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0"/>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0"/>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0"/>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0"/>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0"/>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0"/>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0"/>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0"/>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0"/>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0"/>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0"/>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70"/>
          <p:cNvGrpSpPr/>
          <p:nvPr/>
        </p:nvGrpSpPr>
        <p:grpSpPr>
          <a:xfrm>
            <a:off x="7083725" y="2897669"/>
            <a:ext cx="387721" cy="382790"/>
            <a:chOff x="7083725" y="2897669"/>
            <a:chExt cx="387721" cy="382790"/>
          </a:xfrm>
        </p:grpSpPr>
        <p:sp>
          <p:nvSpPr>
            <p:cNvPr id="10089" name="Google Shape;10089;p70"/>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0"/>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0"/>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0"/>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0"/>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0"/>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0"/>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0"/>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0"/>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0"/>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0"/>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0"/>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0"/>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0"/>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0"/>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0"/>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70"/>
          <p:cNvGrpSpPr/>
          <p:nvPr/>
        </p:nvGrpSpPr>
        <p:grpSpPr>
          <a:xfrm>
            <a:off x="7539926" y="2907741"/>
            <a:ext cx="351501" cy="362726"/>
            <a:chOff x="7539926" y="2907741"/>
            <a:chExt cx="351501" cy="362726"/>
          </a:xfrm>
        </p:grpSpPr>
        <p:sp>
          <p:nvSpPr>
            <p:cNvPr id="10106" name="Google Shape;10106;p70"/>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0"/>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0"/>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0"/>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0"/>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0"/>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0"/>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0"/>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0"/>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0"/>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0"/>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0"/>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0"/>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0"/>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0"/>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0"/>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0"/>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0"/>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0"/>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0"/>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0"/>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0"/>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0"/>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0"/>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0"/>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0"/>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0"/>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0"/>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0"/>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0"/>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0"/>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0"/>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0"/>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0"/>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0"/>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0"/>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0"/>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46" name="Shape 10146"/>
        <p:cNvGrpSpPr/>
        <p:nvPr/>
      </p:nvGrpSpPr>
      <p:grpSpPr>
        <a:xfrm>
          <a:off x="0" y="0"/>
          <a:ext cx="0" cy="0"/>
          <a:chOff x="0" y="0"/>
          <a:chExt cx="0" cy="0"/>
        </a:xfrm>
      </p:grpSpPr>
      <p:sp>
        <p:nvSpPr>
          <p:cNvPr id="10147" name="Google Shape;10147;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48" name="Google Shape;10148;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149" name="Google Shape;10149;p71"/>
          <p:cNvGrpSpPr/>
          <p:nvPr/>
        </p:nvGrpSpPr>
        <p:grpSpPr>
          <a:xfrm>
            <a:off x="1770285" y="3381478"/>
            <a:ext cx="294160" cy="358367"/>
            <a:chOff x="1770285" y="3381478"/>
            <a:chExt cx="294160" cy="358367"/>
          </a:xfrm>
        </p:grpSpPr>
        <p:sp>
          <p:nvSpPr>
            <p:cNvPr id="10150" name="Google Shape;10150;p71"/>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1"/>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1"/>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71"/>
          <p:cNvGrpSpPr/>
          <p:nvPr/>
        </p:nvGrpSpPr>
        <p:grpSpPr>
          <a:xfrm>
            <a:off x="3563273" y="1539122"/>
            <a:ext cx="333198" cy="312146"/>
            <a:chOff x="3563273" y="1539122"/>
            <a:chExt cx="333198" cy="312146"/>
          </a:xfrm>
        </p:grpSpPr>
        <p:sp>
          <p:nvSpPr>
            <p:cNvPr id="10167" name="Google Shape;10167;p71"/>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1"/>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1"/>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71"/>
          <p:cNvGrpSpPr/>
          <p:nvPr/>
        </p:nvGrpSpPr>
        <p:grpSpPr>
          <a:xfrm>
            <a:off x="2642986" y="2455790"/>
            <a:ext cx="358813" cy="323996"/>
            <a:chOff x="2642986" y="2455790"/>
            <a:chExt cx="358813" cy="323996"/>
          </a:xfrm>
        </p:grpSpPr>
        <p:sp>
          <p:nvSpPr>
            <p:cNvPr id="10184" name="Google Shape;10184;p71"/>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1"/>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1"/>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1"/>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1"/>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71"/>
          <p:cNvGrpSpPr/>
          <p:nvPr/>
        </p:nvGrpSpPr>
        <p:grpSpPr>
          <a:xfrm>
            <a:off x="4023495" y="3789422"/>
            <a:ext cx="346517" cy="358393"/>
            <a:chOff x="4023495" y="3789422"/>
            <a:chExt cx="346517" cy="358393"/>
          </a:xfrm>
        </p:grpSpPr>
        <p:sp>
          <p:nvSpPr>
            <p:cNvPr id="10206" name="Google Shape;10206;p71"/>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71"/>
          <p:cNvGrpSpPr/>
          <p:nvPr/>
        </p:nvGrpSpPr>
        <p:grpSpPr>
          <a:xfrm>
            <a:off x="2189266" y="1987808"/>
            <a:ext cx="365341" cy="358813"/>
            <a:chOff x="2189266" y="1987808"/>
            <a:chExt cx="365341" cy="358813"/>
          </a:xfrm>
        </p:grpSpPr>
        <p:sp>
          <p:nvSpPr>
            <p:cNvPr id="10218" name="Google Shape;10218;p71"/>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1"/>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1"/>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1"/>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1"/>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71"/>
          <p:cNvGrpSpPr/>
          <p:nvPr/>
        </p:nvGrpSpPr>
        <p:grpSpPr>
          <a:xfrm>
            <a:off x="863290" y="2900806"/>
            <a:ext cx="273029" cy="358393"/>
            <a:chOff x="863290" y="2900806"/>
            <a:chExt cx="273029" cy="358393"/>
          </a:xfrm>
        </p:grpSpPr>
        <p:sp>
          <p:nvSpPr>
            <p:cNvPr id="10234" name="Google Shape;10234;p71"/>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1"/>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1"/>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1"/>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1"/>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1"/>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1"/>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71"/>
          <p:cNvGrpSpPr/>
          <p:nvPr/>
        </p:nvGrpSpPr>
        <p:grpSpPr>
          <a:xfrm>
            <a:off x="3087268" y="2469214"/>
            <a:ext cx="358367" cy="297097"/>
            <a:chOff x="3087268" y="2469214"/>
            <a:chExt cx="358367" cy="297097"/>
          </a:xfrm>
        </p:grpSpPr>
        <p:sp>
          <p:nvSpPr>
            <p:cNvPr id="10250" name="Google Shape;10250;p71"/>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1"/>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1"/>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1"/>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1"/>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1"/>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1"/>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1"/>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1"/>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1"/>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1"/>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1"/>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1"/>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1"/>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1"/>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1"/>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1"/>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1"/>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1"/>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1"/>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1"/>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1"/>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1"/>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71"/>
          <p:cNvGrpSpPr/>
          <p:nvPr/>
        </p:nvGrpSpPr>
        <p:grpSpPr>
          <a:xfrm>
            <a:off x="2198600" y="2444805"/>
            <a:ext cx="363506" cy="345914"/>
            <a:chOff x="2198600" y="2444805"/>
            <a:chExt cx="363506" cy="345914"/>
          </a:xfrm>
        </p:grpSpPr>
        <p:sp>
          <p:nvSpPr>
            <p:cNvPr id="10280" name="Google Shape;10280;p71"/>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1"/>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1"/>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1"/>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1"/>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1"/>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1"/>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1"/>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1"/>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1"/>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1"/>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1"/>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71"/>
          <p:cNvGrpSpPr/>
          <p:nvPr/>
        </p:nvGrpSpPr>
        <p:grpSpPr>
          <a:xfrm>
            <a:off x="3982779" y="2900833"/>
            <a:ext cx="361251" cy="358341"/>
            <a:chOff x="3982779" y="2900833"/>
            <a:chExt cx="361251" cy="358341"/>
          </a:xfrm>
        </p:grpSpPr>
        <p:sp>
          <p:nvSpPr>
            <p:cNvPr id="10305" name="Google Shape;10305;p71"/>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1"/>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1"/>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1"/>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1"/>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1"/>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1"/>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1"/>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1"/>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1"/>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1"/>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1"/>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1"/>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1"/>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1"/>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1"/>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1"/>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1"/>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1"/>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71"/>
          <p:cNvGrpSpPr/>
          <p:nvPr/>
        </p:nvGrpSpPr>
        <p:grpSpPr>
          <a:xfrm>
            <a:off x="3531550" y="2900937"/>
            <a:ext cx="358288" cy="358262"/>
            <a:chOff x="3531550" y="2900937"/>
            <a:chExt cx="358288" cy="358262"/>
          </a:xfrm>
        </p:grpSpPr>
        <p:sp>
          <p:nvSpPr>
            <p:cNvPr id="10331" name="Google Shape;10331;p71"/>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1"/>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1"/>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1"/>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1"/>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1"/>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1"/>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1"/>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1"/>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1"/>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1"/>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1"/>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1"/>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1"/>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1"/>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1"/>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1"/>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1"/>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1"/>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1"/>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1"/>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1"/>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1"/>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1"/>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1"/>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1"/>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1"/>
          <p:cNvGrpSpPr/>
          <p:nvPr/>
        </p:nvGrpSpPr>
        <p:grpSpPr>
          <a:xfrm>
            <a:off x="877343" y="1515946"/>
            <a:ext cx="334824" cy="358393"/>
            <a:chOff x="877343" y="1515946"/>
            <a:chExt cx="334824" cy="358393"/>
          </a:xfrm>
        </p:grpSpPr>
        <p:sp>
          <p:nvSpPr>
            <p:cNvPr id="10360" name="Google Shape;10360;p71"/>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1"/>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1"/>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1"/>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1"/>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1"/>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1"/>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1"/>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1"/>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1"/>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71"/>
          <p:cNvGrpSpPr/>
          <p:nvPr/>
        </p:nvGrpSpPr>
        <p:grpSpPr>
          <a:xfrm>
            <a:off x="2198521" y="3381478"/>
            <a:ext cx="333959" cy="358341"/>
            <a:chOff x="2198521" y="3381478"/>
            <a:chExt cx="333959" cy="358341"/>
          </a:xfrm>
        </p:grpSpPr>
        <p:sp>
          <p:nvSpPr>
            <p:cNvPr id="10373" name="Google Shape;10373;p71"/>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1"/>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1"/>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1"/>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1"/>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1"/>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1"/>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1"/>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1"/>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1"/>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71"/>
          <p:cNvGrpSpPr/>
          <p:nvPr/>
        </p:nvGrpSpPr>
        <p:grpSpPr>
          <a:xfrm>
            <a:off x="2224450" y="3840232"/>
            <a:ext cx="358367" cy="303966"/>
            <a:chOff x="2224450" y="3840232"/>
            <a:chExt cx="358367" cy="303966"/>
          </a:xfrm>
        </p:grpSpPr>
        <p:sp>
          <p:nvSpPr>
            <p:cNvPr id="10385" name="Google Shape;10385;p71"/>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1"/>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1"/>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1"/>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1"/>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1"/>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1"/>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1"/>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71"/>
          <p:cNvGrpSpPr/>
          <p:nvPr/>
        </p:nvGrpSpPr>
        <p:grpSpPr>
          <a:xfrm>
            <a:off x="1741498" y="2017172"/>
            <a:ext cx="361723" cy="299587"/>
            <a:chOff x="1741498" y="2017172"/>
            <a:chExt cx="361723" cy="299587"/>
          </a:xfrm>
        </p:grpSpPr>
        <p:sp>
          <p:nvSpPr>
            <p:cNvPr id="10395" name="Google Shape;10395;p71"/>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1"/>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1"/>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1"/>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1"/>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1"/>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1"/>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1"/>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1"/>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1"/>
          <p:cNvGrpSpPr/>
          <p:nvPr/>
        </p:nvGrpSpPr>
        <p:grpSpPr>
          <a:xfrm>
            <a:off x="1767715" y="3813070"/>
            <a:ext cx="366258" cy="357371"/>
            <a:chOff x="1767715" y="3813070"/>
            <a:chExt cx="366258" cy="357371"/>
          </a:xfrm>
        </p:grpSpPr>
        <p:sp>
          <p:nvSpPr>
            <p:cNvPr id="10409" name="Google Shape;10409;p71"/>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1"/>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1"/>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1"/>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1"/>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1"/>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1"/>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1"/>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1"/>
          <p:cNvGrpSpPr/>
          <p:nvPr/>
        </p:nvGrpSpPr>
        <p:grpSpPr>
          <a:xfrm>
            <a:off x="2672770" y="3813070"/>
            <a:ext cx="358315" cy="358393"/>
            <a:chOff x="2672770" y="3813070"/>
            <a:chExt cx="358315" cy="358393"/>
          </a:xfrm>
        </p:grpSpPr>
        <p:sp>
          <p:nvSpPr>
            <p:cNvPr id="10425" name="Google Shape;10425;p71"/>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1"/>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1"/>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1"/>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1"/>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1"/>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1"/>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1"/>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1"/>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1"/>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1"/>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1"/>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1"/>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71"/>
          <p:cNvGrpSpPr/>
          <p:nvPr/>
        </p:nvGrpSpPr>
        <p:grpSpPr>
          <a:xfrm>
            <a:off x="3577902" y="3813018"/>
            <a:ext cx="346962" cy="358393"/>
            <a:chOff x="3577903" y="3813018"/>
            <a:chExt cx="346962" cy="358393"/>
          </a:xfrm>
        </p:grpSpPr>
        <p:sp>
          <p:nvSpPr>
            <p:cNvPr id="10444" name="Google Shape;10444;p71"/>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1"/>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1"/>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1"/>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1"/>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1"/>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1"/>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1"/>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1"/>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71"/>
          <p:cNvGrpSpPr/>
          <p:nvPr/>
        </p:nvGrpSpPr>
        <p:grpSpPr>
          <a:xfrm>
            <a:off x="1783865" y="1516522"/>
            <a:ext cx="337000" cy="357816"/>
            <a:chOff x="1783865" y="1516522"/>
            <a:chExt cx="337000" cy="357816"/>
          </a:xfrm>
        </p:grpSpPr>
        <p:sp>
          <p:nvSpPr>
            <p:cNvPr id="10457" name="Google Shape;10457;p71"/>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1"/>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1"/>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1"/>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1"/>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1"/>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1"/>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1"/>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1"/>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1"/>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1"/>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1"/>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71"/>
          <p:cNvGrpSpPr/>
          <p:nvPr/>
        </p:nvGrpSpPr>
        <p:grpSpPr>
          <a:xfrm>
            <a:off x="848975" y="2018719"/>
            <a:ext cx="361487" cy="296389"/>
            <a:chOff x="848975" y="2018719"/>
            <a:chExt cx="361487" cy="296389"/>
          </a:xfrm>
        </p:grpSpPr>
        <p:sp>
          <p:nvSpPr>
            <p:cNvPr id="10477" name="Google Shape;10477;p71"/>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1"/>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1"/>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1"/>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1"/>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1"/>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1"/>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1"/>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1"/>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1"/>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1"/>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1"/>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1"/>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71"/>
          <p:cNvGrpSpPr/>
          <p:nvPr/>
        </p:nvGrpSpPr>
        <p:grpSpPr>
          <a:xfrm>
            <a:off x="3078826" y="2014314"/>
            <a:ext cx="374884" cy="305381"/>
            <a:chOff x="3078826" y="2014314"/>
            <a:chExt cx="374884" cy="305381"/>
          </a:xfrm>
        </p:grpSpPr>
        <p:sp>
          <p:nvSpPr>
            <p:cNvPr id="10491" name="Google Shape;10491;p71"/>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1"/>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1"/>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1"/>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1"/>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1"/>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1"/>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1"/>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1"/>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1"/>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1"/>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1"/>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71"/>
          <p:cNvGrpSpPr/>
          <p:nvPr/>
        </p:nvGrpSpPr>
        <p:grpSpPr>
          <a:xfrm>
            <a:off x="3531183" y="2438618"/>
            <a:ext cx="359416" cy="358315"/>
            <a:chOff x="3531183" y="2438618"/>
            <a:chExt cx="359416" cy="358315"/>
          </a:xfrm>
        </p:grpSpPr>
        <p:sp>
          <p:nvSpPr>
            <p:cNvPr id="10505" name="Google Shape;10505;p71"/>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1"/>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1"/>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1"/>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1"/>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1"/>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1"/>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1"/>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1"/>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1"/>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1"/>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1"/>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1"/>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1"/>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1"/>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1"/>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1"/>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1"/>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1"/>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71"/>
          <p:cNvGrpSpPr/>
          <p:nvPr/>
        </p:nvGrpSpPr>
        <p:grpSpPr>
          <a:xfrm>
            <a:off x="1325898" y="3865479"/>
            <a:ext cx="358288" cy="253418"/>
            <a:chOff x="1325898" y="3865479"/>
            <a:chExt cx="358288" cy="253418"/>
          </a:xfrm>
        </p:grpSpPr>
        <p:sp>
          <p:nvSpPr>
            <p:cNvPr id="10527" name="Google Shape;10527;p71"/>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1"/>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1"/>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1"/>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1"/>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1"/>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1"/>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71"/>
          <p:cNvGrpSpPr/>
          <p:nvPr/>
        </p:nvGrpSpPr>
        <p:grpSpPr>
          <a:xfrm>
            <a:off x="3121823" y="3812992"/>
            <a:ext cx="354933" cy="358524"/>
            <a:chOff x="3121823" y="3812992"/>
            <a:chExt cx="354933" cy="358524"/>
          </a:xfrm>
        </p:grpSpPr>
        <p:sp>
          <p:nvSpPr>
            <p:cNvPr id="10536" name="Google Shape;10536;p71"/>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1"/>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1"/>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1"/>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1"/>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1"/>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1"/>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1"/>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1"/>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1"/>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1"/>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1"/>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1"/>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1"/>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71"/>
          <p:cNvGrpSpPr/>
          <p:nvPr/>
        </p:nvGrpSpPr>
        <p:grpSpPr>
          <a:xfrm>
            <a:off x="876687" y="3814067"/>
            <a:ext cx="362457" cy="356296"/>
            <a:chOff x="876687" y="3814067"/>
            <a:chExt cx="362457" cy="356296"/>
          </a:xfrm>
        </p:grpSpPr>
        <p:sp>
          <p:nvSpPr>
            <p:cNvPr id="10551" name="Google Shape;10551;p71"/>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1"/>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1"/>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1"/>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1"/>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1"/>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1"/>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1"/>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1"/>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1"/>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1"/>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1"/>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1"/>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1"/>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1"/>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1"/>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1"/>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1"/>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1"/>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1"/>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1"/>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1"/>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1"/>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1"/>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71"/>
          <p:cNvGrpSpPr/>
          <p:nvPr/>
        </p:nvGrpSpPr>
        <p:grpSpPr>
          <a:xfrm>
            <a:off x="4008787" y="1515946"/>
            <a:ext cx="330734" cy="358367"/>
            <a:chOff x="4008787" y="1515946"/>
            <a:chExt cx="330734" cy="358367"/>
          </a:xfrm>
        </p:grpSpPr>
        <p:sp>
          <p:nvSpPr>
            <p:cNvPr id="10578" name="Google Shape;10578;p71"/>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1"/>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1"/>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1"/>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1"/>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1"/>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1"/>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1"/>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1"/>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1"/>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1"/>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1"/>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71"/>
          <p:cNvGrpSpPr/>
          <p:nvPr/>
        </p:nvGrpSpPr>
        <p:grpSpPr>
          <a:xfrm>
            <a:off x="3962539" y="2508435"/>
            <a:ext cx="378502" cy="218470"/>
            <a:chOff x="3962539" y="2508435"/>
            <a:chExt cx="378502" cy="218470"/>
          </a:xfrm>
        </p:grpSpPr>
        <p:sp>
          <p:nvSpPr>
            <p:cNvPr id="10594" name="Google Shape;10594;p71"/>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1"/>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1"/>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1"/>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1"/>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1"/>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1"/>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71"/>
          <p:cNvGrpSpPr/>
          <p:nvPr/>
        </p:nvGrpSpPr>
        <p:grpSpPr>
          <a:xfrm>
            <a:off x="2241439" y="2900937"/>
            <a:ext cx="225811" cy="358262"/>
            <a:chOff x="2241439" y="2900937"/>
            <a:chExt cx="225811" cy="358262"/>
          </a:xfrm>
        </p:grpSpPr>
        <p:sp>
          <p:nvSpPr>
            <p:cNvPr id="10602" name="Google Shape;10602;p71"/>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1"/>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1"/>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1"/>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1"/>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1"/>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1"/>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1"/>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1"/>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1"/>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1"/>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1"/>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1"/>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71"/>
          <p:cNvGrpSpPr/>
          <p:nvPr/>
        </p:nvGrpSpPr>
        <p:grpSpPr>
          <a:xfrm>
            <a:off x="3533936" y="3437138"/>
            <a:ext cx="361775" cy="246969"/>
            <a:chOff x="3533936" y="3437138"/>
            <a:chExt cx="361775" cy="246969"/>
          </a:xfrm>
        </p:grpSpPr>
        <p:sp>
          <p:nvSpPr>
            <p:cNvPr id="10620" name="Google Shape;10620;p71"/>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1"/>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1"/>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1"/>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1"/>
          <p:cNvGrpSpPr/>
          <p:nvPr/>
        </p:nvGrpSpPr>
        <p:grpSpPr>
          <a:xfrm>
            <a:off x="3531838" y="2005452"/>
            <a:ext cx="358288" cy="323209"/>
            <a:chOff x="3531838" y="2005452"/>
            <a:chExt cx="358288" cy="323209"/>
          </a:xfrm>
        </p:grpSpPr>
        <p:sp>
          <p:nvSpPr>
            <p:cNvPr id="10632" name="Google Shape;10632;p71"/>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1"/>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1"/>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1"/>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71"/>
          <p:cNvGrpSpPr/>
          <p:nvPr/>
        </p:nvGrpSpPr>
        <p:grpSpPr>
          <a:xfrm>
            <a:off x="3136452" y="1515946"/>
            <a:ext cx="297988" cy="358393"/>
            <a:chOff x="3136452" y="1515946"/>
            <a:chExt cx="297988" cy="358393"/>
          </a:xfrm>
        </p:grpSpPr>
        <p:sp>
          <p:nvSpPr>
            <p:cNvPr id="10646" name="Google Shape;10646;p71"/>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1"/>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1"/>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1"/>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1"/>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1"/>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1"/>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1"/>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1"/>
          <p:cNvGrpSpPr/>
          <p:nvPr/>
        </p:nvGrpSpPr>
        <p:grpSpPr>
          <a:xfrm>
            <a:off x="2674893" y="1515946"/>
            <a:ext cx="332254" cy="358393"/>
            <a:chOff x="2674893" y="1515946"/>
            <a:chExt cx="332254" cy="358393"/>
          </a:xfrm>
        </p:grpSpPr>
        <p:sp>
          <p:nvSpPr>
            <p:cNvPr id="10659" name="Google Shape;10659;p71"/>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1"/>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1"/>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1"/>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1"/>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71"/>
          <p:cNvGrpSpPr/>
          <p:nvPr/>
        </p:nvGrpSpPr>
        <p:grpSpPr>
          <a:xfrm>
            <a:off x="1753768" y="2438513"/>
            <a:ext cx="358839" cy="358419"/>
            <a:chOff x="1753768" y="2438513"/>
            <a:chExt cx="358839" cy="358419"/>
          </a:xfrm>
        </p:grpSpPr>
        <p:sp>
          <p:nvSpPr>
            <p:cNvPr id="10682" name="Google Shape;10682;p71"/>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1"/>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1"/>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1"/>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1"/>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1"/>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71"/>
          <p:cNvGrpSpPr/>
          <p:nvPr/>
        </p:nvGrpSpPr>
        <p:grpSpPr>
          <a:xfrm>
            <a:off x="2246840" y="1515972"/>
            <a:ext cx="301423" cy="358367"/>
            <a:chOff x="2246840" y="1515972"/>
            <a:chExt cx="301423" cy="358367"/>
          </a:xfrm>
        </p:grpSpPr>
        <p:sp>
          <p:nvSpPr>
            <p:cNvPr id="10692" name="Google Shape;10692;p71"/>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1"/>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1"/>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1"/>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1"/>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1"/>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1"/>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1"/>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1"/>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1"/>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1"/>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1"/>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1"/>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1"/>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1"/>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71"/>
          <p:cNvGrpSpPr/>
          <p:nvPr/>
        </p:nvGrpSpPr>
        <p:grpSpPr>
          <a:xfrm>
            <a:off x="2703575" y="4286506"/>
            <a:ext cx="339097" cy="358446"/>
            <a:chOff x="2703575" y="4286506"/>
            <a:chExt cx="339097" cy="358446"/>
          </a:xfrm>
        </p:grpSpPr>
        <p:sp>
          <p:nvSpPr>
            <p:cNvPr id="10713" name="Google Shape;10713;p71"/>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1"/>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1"/>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1"/>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1"/>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1"/>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1"/>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1"/>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71"/>
          <p:cNvGrpSpPr/>
          <p:nvPr/>
        </p:nvGrpSpPr>
        <p:grpSpPr>
          <a:xfrm>
            <a:off x="2638346" y="2005531"/>
            <a:ext cx="358551" cy="322869"/>
            <a:chOff x="2638346" y="2005531"/>
            <a:chExt cx="358551" cy="322869"/>
          </a:xfrm>
        </p:grpSpPr>
        <p:sp>
          <p:nvSpPr>
            <p:cNvPr id="10725" name="Google Shape;10725;p71"/>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1"/>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1"/>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1"/>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1"/>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1"/>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1"/>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1"/>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1"/>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1"/>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1"/>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1"/>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1"/>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1"/>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1"/>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71"/>
          <p:cNvGrpSpPr/>
          <p:nvPr/>
        </p:nvGrpSpPr>
        <p:grpSpPr>
          <a:xfrm>
            <a:off x="2695605" y="2900833"/>
            <a:ext cx="221826" cy="358419"/>
            <a:chOff x="2695605" y="2900833"/>
            <a:chExt cx="221826" cy="358419"/>
          </a:xfrm>
        </p:grpSpPr>
        <p:sp>
          <p:nvSpPr>
            <p:cNvPr id="10742" name="Google Shape;10742;p71"/>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1"/>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1"/>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1"/>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1"/>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1"/>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1"/>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1"/>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1"/>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1"/>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71"/>
          <p:cNvGrpSpPr/>
          <p:nvPr/>
        </p:nvGrpSpPr>
        <p:grpSpPr>
          <a:xfrm>
            <a:off x="1309564" y="3381504"/>
            <a:ext cx="320509" cy="358341"/>
            <a:chOff x="1309564" y="3381504"/>
            <a:chExt cx="320509" cy="358341"/>
          </a:xfrm>
        </p:grpSpPr>
        <p:sp>
          <p:nvSpPr>
            <p:cNvPr id="10753" name="Google Shape;10753;p71"/>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1"/>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1"/>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1"/>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1"/>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1"/>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1"/>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1"/>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1"/>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1"/>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1"/>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71"/>
          <p:cNvGrpSpPr/>
          <p:nvPr/>
        </p:nvGrpSpPr>
        <p:grpSpPr>
          <a:xfrm>
            <a:off x="1309486" y="2442420"/>
            <a:ext cx="359311" cy="350554"/>
            <a:chOff x="1309486" y="2442420"/>
            <a:chExt cx="359311" cy="350554"/>
          </a:xfrm>
        </p:grpSpPr>
        <p:sp>
          <p:nvSpPr>
            <p:cNvPr id="10765" name="Google Shape;10765;p71"/>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1"/>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1"/>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1"/>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1"/>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1"/>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1"/>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1"/>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1"/>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1"/>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1"/>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1"/>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1"/>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1"/>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1"/>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1"/>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1"/>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1"/>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1"/>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1"/>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1"/>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1"/>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1"/>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1"/>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1"/>
          <p:cNvGrpSpPr/>
          <p:nvPr/>
        </p:nvGrpSpPr>
        <p:grpSpPr>
          <a:xfrm>
            <a:off x="3125755" y="3381504"/>
            <a:ext cx="278115" cy="358341"/>
            <a:chOff x="3125755" y="3381504"/>
            <a:chExt cx="278115" cy="358341"/>
          </a:xfrm>
        </p:grpSpPr>
        <p:sp>
          <p:nvSpPr>
            <p:cNvPr id="10790" name="Google Shape;10790;p71"/>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1"/>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1"/>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1"/>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1"/>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1"/>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1"/>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1"/>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1"/>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1"/>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1"/>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1"/>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1"/>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1"/>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1"/>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71"/>
          <p:cNvGrpSpPr/>
          <p:nvPr/>
        </p:nvGrpSpPr>
        <p:grpSpPr>
          <a:xfrm>
            <a:off x="1298081" y="1996591"/>
            <a:ext cx="358577" cy="341011"/>
            <a:chOff x="1298081" y="1996591"/>
            <a:chExt cx="358577" cy="341011"/>
          </a:xfrm>
        </p:grpSpPr>
        <p:sp>
          <p:nvSpPr>
            <p:cNvPr id="10806" name="Google Shape;10806;p71"/>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1"/>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1"/>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1"/>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1"/>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1"/>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1"/>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1"/>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1"/>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1"/>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1"/>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1"/>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1"/>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1"/>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1"/>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1"/>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1"/>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1"/>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1"/>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1"/>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1"/>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71"/>
          <p:cNvGrpSpPr/>
          <p:nvPr/>
        </p:nvGrpSpPr>
        <p:grpSpPr>
          <a:xfrm>
            <a:off x="3985322" y="3387403"/>
            <a:ext cx="358682" cy="346386"/>
            <a:chOff x="3985322" y="3387403"/>
            <a:chExt cx="358682" cy="346386"/>
          </a:xfrm>
        </p:grpSpPr>
        <p:sp>
          <p:nvSpPr>
            <p:cNvPr id="10828" name="Google Shape;10828;p71"/>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1"/>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1"/>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1"/>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1"/>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1"/>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1"/>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1"/>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1"/>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1"/>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1"/>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1"/>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1"/>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1"/>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1"/>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1"/>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1"/>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1"/>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1"/>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1"/>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71"/>
          <p:cNvGrpSpPr/>
          <p:nvPr/>
        </p:nvGrpSpPr>
        <p:grpSpPr>
          <a:xfrm>
            <a:off x="2162341" y="4286611"/>
            <a:ext cx="351341" cy="358262"/>
            <a:chOff x="2162341" y="4286611"/>
            <a:chExt cx="351341" cy="358262"/>
          </a:xfrm>
        </p:grpSpPr>
        <p:sp>
          <p:nvSpPr>
            <p:cNvPr id="10849" name="Google Shape;10849;p71"/>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1"/>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1"/>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1"/>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1"/>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1"/>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1"/>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1"/>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1"/>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1"/>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1"/>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71"/>
          <p:cNvGrpSpPr/>
          <p:nvPr/>
        </p:nvGrpSpPr>
        <p:grpSpPr>
          <a:xfrm>
            <a:off x="869949" y="3381478"/>
            <a:ext cx="303389" cy="358472"/>
            <a:chOff x="869949" y="3381478"/>
            <a:chExt cx="303389" cy="358472"/>
          </a:xfrm>
        </p:grpSpPr>
        <p:sp>
          <p:nvSpPr>
            <p:cNvPr id="10861" name="Google Shape;10861;p71"/>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1"/>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1"/>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1"/>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1"/>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1"/>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1"/>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1"/>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1"/>
          <p:cNvGrpSpPr/>
          <p:nvPr/>
        </p:nvGrpSpPr>
        <p:grpSpPr>
          <a:xfrm>
            <a:off x="1772461" y="2900833"/>
            <a:ext cx="261729" cy="358393"/>
            <a:chOff x="1772461" y="2900833"/>
            <a:chExt cx="261729" cy="358393"/>
          </a:xfrm>
        </p:grpSpPr>
        <p:sp>
          <p:nvSpPr>
            <p:cNvPr id="10870" name="Google Shape;10870;p71"/>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1"/>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1"/>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1"/>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1"/>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1"/>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1"/>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1"/>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1"/>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1"/>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1"/>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1"/>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1"/>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1"/>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1"/>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1"/>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1"/>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1"/>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1"/>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71"/>
          <p:cNvGrpSpPr/>
          <p:nvPr/>
        </p:nvGrpSpPr>
        <p:grpSpPr>
          <a:xfrm>
            <a:off x="1352587" y="1516077"/>
            <a:ext cx="310992" cy="358262"/>
            <a:chOff x="1352587" y="1516077"/>
            <a:chExt cx="310992" cy="358262"/>
          </a:xfrm>
        </p:grpSpPr>
        <p:sp>
          <p:nvSpPr>
            <p:cNvPr id="10890" name="Google Shape;10890;p71"/>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1"/>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1"/>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1"/>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1"/>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1"/>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1"/>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1"/>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1"/>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1"/>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1"/>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1"/>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1"/>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1"/>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1"/>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1"/>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1"/>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1"/>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1"/>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1"/>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0" name="Google Shape;10910;p71"/>
          <p:cNvSpPr/>
          <p:nvPr/>
        </p:nvSpPr>
        <p:spPr>
          <a:xfrm>
            <a:off x="1324482" y="324105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1" name="Google Shape;10911;p71"/>
          <p:cNvGrpSpPr/>
          <p:nvPr/>
        </p:nvGrpSpPr>
        <p:grpSpPr>
          <a:xfrm>
            <a:off x="1319160" y="2900937"/>
            <a:ext cx="265295" cy="358262"/>
            <a:chOff x="1319160" y="2900937"/>
            <a:chExt cx="265295" cy="358262"/>
          </a:xfrm>
        </p:grpSpPr>
        <p:sp>
          <p:nvSpPr>
            <p:cNvPr id="10912" name="Google Shape;10912;p71"/>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1"/>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1"/>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1"/>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1"/>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1"/>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1"/>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1"/>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1"/>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1"/>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1"/>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1"/>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1"/>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1"/>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1"/>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1"/>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1"/>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1"/>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1"/>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1"/>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1"/>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1"/>
          <p:cNvGrpSpPr/>
          <p:nvPr/>
        </p:nvGrpSpPr>
        <p:grpSpPr>
          <a:xfrm>
            <a:off x="3978401" y="2005216"/>
            <a:ext cx="358839" cy="323472"/>
            <a:chOff x="3978401" y="2005216"/>
            <a:chExt cx="358839" cy="323472"/>
          </a:xfrm>
        </p:grpSpPr>
        <p:sp>
          <p:nvSpPr>
            <p:cNvPr id="10934" name="Google Shape;10934;p71"/>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1"/>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1"/>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1"/>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1"/>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1"/>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1"/>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1"/>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1"/>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1"/>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71"/>
          <p:cNvGrpSpPr/>
          <p:nvPr/>
        </p:nvGrpSpPr>
        <p:grpSpPr>
          <a:xfrm>
            <a:off x="865099" y="2438644"/>
            <a:ext cx="360569" cy="358210"/>
            <a:chOff x="865099" y="2438644"/>
            <a:chExt cx="360569" cy="358210"/>
          </a:xfrm>
        </p:grpSpPr>
        <p:sp>
          <p:nvSpPr>
            <p:cNvPr id="10945" name="Google Shape;10945;p71"/>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1"/>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1"/>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1"/>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1"/>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1"/>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1"/>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1"/>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1"/>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1"/>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1"/>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1"/>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1"/>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1"/>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1"/>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71"/>
          <p:cNvGrpSpPr/>
          <p:nvPr/>
        </p:nvGrpSpPr>
        <p:grpSpPr>
          <a:xfrm>
            <a:off x="3126490" y="2901016"/>
            <a:ext cx="265242" cy="358288"/>
            <a:chOff x="3126490" y="2901016"/>
            <a:chExt cx="265242" cy="358288"/>
          </a:xfrm>
        </p:grpSpPr>
        <p:sp>
          <p:nvSpPr>
            <p:cNvPr id="10961" name="Google Shape;10961;p71"/>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1"/>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1"/>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1"/>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1"/>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1"/>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1"/>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1"/>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1"/>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1"/>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1"/>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1"/>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1"/>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1"/>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1"/>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1"/>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1"/>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71"/>
          <p:cNvGrpSpPr/>
          <p:nvPr/>
        </p:nvGrpSpPr>
        <p:grpSpPr>
          <a:xfrm>
            <a:off x="2671485" y="3381452"/>
            <a:ext cx="289336" cy="358393"/>
            <a:chOff x="2671485" y="3381452"/>
            <a:chExt cx="289336" cy="358393"/>
          </a:xfrm>
        </p:grpSpPr>
        <p:sp>
          <p:nvSpPr>
            <p:cNvPr id="10979" name="Google Shape;10979;p71"/>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1"/>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1"/>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1"/>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1"/>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1"/>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1"/>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1"/>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1"/>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1"/>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1"/>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1"/>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1"/>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1"/>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1"/>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71"/>
          <p:cNvGrpSpPr/>
          <p:nvPr/>
        </p:nvGrpSpPr>
        <p:grpSpPr>
          <a:xfrm>
            <a:off x="7153891" y="1513402"/>
            <a:ext cx="289546" cy="364974"/>
            <a:chOff x="7153891" y="1513402"/>
            <a:chExt cx="289546" cy="364974"/>
          </a:xfrm>
        </p:grpSpPr>
        <p:sp>
          <p:nvSpPr>
            <p:cNvPr id="10995" name="Google Shape;10995;p71"/>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1"/>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1"/>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1"/>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1"/>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1"/>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1"/>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1"/>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1"/>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1"/>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1"/>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1"/>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1"/>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1"/>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1"/>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71"/>
          <p:cNvGrpSpPr/>
          <p:nvPr/>
        </p:nvGrpSpPr>
        <p:grpSpPr>
          <a:xfrm>
            <a:off x="6255941" y="3797550"/>
            <a:ext cx="284958" cy="364974"/>
            <a:chOff x="6255941" y="3797550"/>
            <a:chExt cx="284958" cy="364974"/>
          </a:xfrm>
        </p:grpSpPr>
        <p:sp>
          <p:nvSpPr>
            <p:cNvPr id="11011" name="Google Shape;11011;p71"/>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1"/>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1"/>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1"/>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1"/>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1"/>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1"/>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1"/>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1"/>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1"/>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1"/>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1"/>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1"/>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1"/>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1"/>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71"/>
          <p:cNvGrpSpPr/>
          <p:nvPr/>
        </p:nvGrpSpPr>
        <p:grpSpPr>
          <a:xfrm>
            <a:off x="6698309" y="1513402"/>
            <a:ext cx="300557" cy="364974"/>
            <a:chOff x="6698309" y="1513402"/>
            <a:chExt cx="300557" cy="364974"/>
          </a:xfrm>
        </p:grpSpPr>
        <p:sp>
          <p:nvSpPr>
            <p:cNvPr id="11027" name="Google Shape;11027;p71"/>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1"/>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1"/>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1"/>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1"/>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1"/>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1"/>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1"/>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1"/>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1"/>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71"/>
          <p:cNvGrpSpPr/>
          <p:nvPr/>
        </p:nvGrpSpPr>
        <p:grpSpPr>
          <a:xfrm>
            <a:off x="5327187" y="1513402"/>
            <a:ext cx="342243" cy="364974"/>
            <a:chOff x="5327187" y="1513402"/>
            <a:chExt cx="342243" cy="364974"/>
          </a:xfrm>
        </p:grpSpPr>
        <p:sp>
          <p:nvSpPr>
            <p:cNvPr id="11045" name="Google Shape;11045;p71"/>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1"/>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1"/>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1"/>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1"/>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1"/>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1"/>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1"/>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1"/>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1"/>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1"/>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1"/>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1"/>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1"/>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71"/>
          <p:cNvGrpSpPr/>
          <p:nvPr/>
        </p:nvGrpSpPr>
        <p:grpSpPr>
          <a:xfrm>
            <a:off x="5782978" y="1513402"/>
            <a:ext cx="330839" cy="364974"/>
            <a:chOff x="5782978" y="1513402"/>
            <a:chExt cx="330839" cy="364974"/>
          </a:xfrm>
        </p:grpSpPr>
        <p:sp>
          <p:nvSpPr>
            <p:cNvPr id="11061" name="Google Shape;11061;p71"/>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1"/>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1"/>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1"/>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1"/>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1"/>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1"/>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1"/>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1"/>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1"/>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1"/>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1"/>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1"/>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71"/>
          <p:cNvGrpSpPr/>
          <p:nvPr/>
        </p:nvGrpSpPr>
        <p:grpSpPr>
          <a:xfrm>
            <a:off x="4905609" y="3797550"/>
            <a:ext cx="285063" cy="364974"/>
            <a:chOff x="4905609" y="3797550"/>
            <a:chExt cx="285063" cy="364974"/>
          </a:xfrm>
        </p:grpSpPr>
        <p:sp>
          <p:nvSpPr>
            <p:cNvPr id="11078" name="Google Shape;11078;p71"/>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1"/>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1"/>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1"/>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1"/>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1"/>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1"/>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1"/>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1"/>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1"/>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1"/>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1"/>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1"/>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1"/>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1"/>
          <p:cNvGrpSpPr/>
          <p:nvPr/>
        </p:nvGrpSpPr>
        <p:grpSpPr>
          <a:xfrm>
            <a:off x="8056219" y="1513350"/>
            <a:ext cx="285168" cy="365026"/>
            <a:chOff x="8056219" y="1513350"/>
            <a:chExt cx="285168" cy="365026"/>
          </a:xfrm>
        </p:grpSpPr>
        <p:sp>
          <p:nvSpPr>
            <p:cNvPr id="11095" name="Google Shape;11095;p71"/>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1"/>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1"/>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1"/>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1"/>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1"/>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1"/>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1"/>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1"/>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1"/>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1"/>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1"/>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1"/>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1"/>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1"/>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1"/>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71"/>
          <p:cNvGrpSpPr/>
          <p:nvPr/>
        </p:nvGrpSpPr>
        <p:grpSpPr>
          <a:xfrm>
            <a:off x="6233054" y="1513402"/>
            <a:ext cx="330839" cy="364974"/>
            <a:chOff x="6233054" y="1513402"/>
            <a:chExt cx="330839" cy="364974"/>
          </a:xfrm>
        </p:grpSpPr>
        <p:sp>
          <p:nvSpPr>
            <p:cNvPr id="11112" name="Google Shape;11112;p71"/>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1"/>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1"/>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1"/>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1"/>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1"/>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1"/>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1"/>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1"/>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1"/>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1"/>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1"/>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1"/>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1"/>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1"/>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1"/>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1"/>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1"/>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1"/>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1"/>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1"/>
          <p:cNvGrpSpPr/>
          <p:nvPr/>
        </p:nvGrpSpPr>
        <p:grpSpPr>
          <a:xfrm>
            <a:off x="5805866" y="3797471"/>
            <a:ext cx="285168" cy="365288"/>
            <a:chOff x="5805866" y="3797471"/>
            <a:chExt cx="285168" cy="365288"/>
          </a:xfrm>
        </p:grpSpPr>
        <p:sp>
          <p:nvSpPr>
            <p:cNvPr id="11135" name="Google Shape;11135;p71"/>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1"/>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1"/>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1"/>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1"/>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1"/>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1"/>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1"/>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1"/>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1"/>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1"/>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1"/>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1"/>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1"/>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1"/>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1"/>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1"/>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1"/>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1"/>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1"/>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71"/>
          <p:cNvGrpSpPr/>
          <p:nvPr/>
        </p:nvGrpSpPr>
        <p:grpSpPr>
          <a:xfrm>
            <a:off x="5355790" y="3797471"/>
            <a:ext cx="284958" cy="365052"/>
            <a:chOff x="5355790" y="3797471"/>
            <a:chExt cx="284958" cy="365052"/>
          </a:xfrm>
        </p:grpSpPr>
        <p:sp>
          <p:nvSpPr>
            <p:cNvPr id="11156" name="Google Shape;11156;p71"/>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1"/>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1"/>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1"/>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1"/>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1"/>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1"/>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1"/>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1"/>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1"/>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1"/>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1"/>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1"/>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1"/>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1"/>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1"/>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1"/>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1"/>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1"/>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1"/>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1"/>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1"/>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1"/>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1"/>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71"/>
          <p:cNvGrpSpPr/>
          <p:nvPr/>
        </p:nvGrpSpPr>
        <p:grpSpPr>
          <a:xfrm>
            <a:off x="7156067" y="3797550"/>
            <a:ext cx="285089" cy="364974"/>
            <a:chOff x="7156067" y="3797550"/>
            <a:chExt cx="285089" cy="364974"/>
          </a:xfrm>
        </p:grpSpPr>
        <p:sp>
          <p:nvSpPr>
            <p:cNvPr id="11181" name="Google Shape;11181;p71"/>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1"/>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1"/>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1"/>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1"/>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1"/>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1"/>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1"/>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1"/>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1"/>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1"/>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1"/>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1"/>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1"/>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1"/>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1"/>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1"/>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1"/>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1"/>
          <p:cNvGrpSpPr/>
          <p:nvPr/>
        </p:nvGrpSpPr>
        <p:grpSpPr>
          <a:xfrm>
            <a:off x="6255941" y="4286087"/>
            <a:ext cx="284958" cy="364948"/>
            <a:chOff x="6255941" y="4286087"/>
            <a:chExt cx="284958" cy="364948"/>
          </a:xfrm>
        </p:grpSpPr>
        <p:sp>
          <p:nvSpPr>
            <p:cNvPr id="11200" name="Google Shape;11200;p71"/>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1"/>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1"/>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1"/>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1"/>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1"/>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1"/>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1"/>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1"/>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1"/>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1"/>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1"/>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1"/>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1"/>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1"/>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1"/>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1"/>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1"/>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1"/>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1"/>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1"/>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1"/>
          <p:cNvGrpSpPr/>
          <p:nvPr/>
        </p:nvGrpSpPr>
        <p:grpSpPr>
          <a:xfrm>
            <a:off x="7606143" y="3797602"/>
            <a:ext cx="285089" cy="364948"/>
            <a:chOff x="7606143" y="3797602"/>
            <a:chExt cx="285089" cy="364948"/>
          </a:xfrm>
        </p:grpSpPr>
        <p:sp>
          <p:nvSpPr>
            <p:cNvPr id="11222" name="Google Shape;11222;p71"/>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1"/>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1"/>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1"/>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1"/>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1"/>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1"/>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1"/>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1"/>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1"/>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1"/>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1"/>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1"/>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1"/>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1"/>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1"/>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1"/>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1"/>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1"/>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1"/>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1"/>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71"/>
          <p:cNvGrpSpPr/>
          <p:nvPr/>
        </p:nvGrpSpPr>
        <p:grpSpPr>
          <a:xfrm>
            <a:off x="7606143" y="3356519"/>
            <a:ext cx="285089" cy="365052"/>
            <a:chOff x="7606143" y="3356519"/>
            <a:chExt cx="285089" cy="365052"/>
          </a:xfrm>
        </p:grpSpPr>
        <p:sp>
          <p:nvSpPr>
            <p:cNvPr id="11244" name="Google Shape;11244;p71"/>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1"/>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1"/>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1"/>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1"/>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1"/>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1"/>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1"/>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1"/>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1"/>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1"/>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1"/>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1"/>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1"/>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1"/>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1"/>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1"/>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1"/>
          <p:cNvGrpSpPr/>
          <p:nvPr/>
        </p:nvGrpSpPr>
        <p:grpSpPr>
          <a:xfrm>
            <a:off x="4905557" y="4285510"/>
            <a:ext cx="285797" cy="366390"/>
            <a:chOff x="4905557" y="4285510"/>
            <a:chExt cx="285797" cy="366390"/>
          </a:xfrm>
        </p:grpSpPr>
        <p:sp>
          <p:nvSpPr>
            <p:cNvPr id="11262" name="Google Shape;11262;p71"/>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1"/>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1"/>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1"/>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1"/>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1"/>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1"/>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1"/>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1"/>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1"/>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1"/>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1"/>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1"/>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1"/>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1"/>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1"/>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1"/>
          <p:cNvGrpSpPr/>
          <p:nvPr/>
        </p:nvGrpSpPr>
        <p:grpSpPr>
          <a:xfrm>
            <a:off x="7606248" y="2431303"/>
            <a:ext cx="284984" cy="364843"/>
            <a:chOff x="7606248" y="2431303"/>
            <a:chExt cx="284984" cy="364843"/>
          </a:xfrm>
        </p:grpSpPr>
        <p:sp>
          <p:nvSpPr>
            <p:cNvPr id="11279" name="Google Shape;11279;p71"/>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1"/>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1"/>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1"/>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1"/>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1"/>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1"/>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1"/>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1"/>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1"/>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1"/>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1"/>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1"/>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1"/>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1"/>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1"/>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71"/>
          <p:cNvGrpSpPr/>
          <p:nvPr/>
        </p:nvGrpSpPr>
        <p:grpSpPr>
          <a:xfrm>
            <a:off x="5805866" y="4286087"/>
            <a:ext cx="284879" cy="364948"/>
            <a:chOff x="5805866" y="4286087"/>
            <a:chExt cx="284879" cy="364948"/>
          </a:xfrm>
        </p:grpSpPr>
        <p:sp>
          <p:nvSpPr>
            <p:cNvPr id="11296" name="Google Shape;11296;p71"/>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1"/>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1"/>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1"/>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1"/>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1"/>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1"/>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1"/>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1"/>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1"/>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1"/>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1"/>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1"/>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1"/>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1"/>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1"/>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1"/>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1"/>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1"/>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1"/>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1"/>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1"/>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71"/>
          <p:cNvGrpSpPr/>
          <p:nvPr/>
        </p:nvGrpSpPr>
        <p:grpSpPr>
          <a:xfrm>
            <a:off x="5355790" y="4286087"/>
            <a:ext cx="284958" cy="364948"/>
            <a:chOff x="5355790" y="4286087"/>
            <a:chExt cx="284958" cy="364948"/>
          </a:xfrm>
        </p:grpSpPr>
        <p:sp>
          <p:nvSpPr>
            <p:cNvPr id="11319" name="Google Shape;11319;p71"/>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1"/>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1"/>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1"/>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1"/>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1"/>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1"/>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1"/>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1"/>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1"/>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1"/>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1"/>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1"/>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1"/>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1"/>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1"/>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1"/>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1"/>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1"/>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1"/>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1"/>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1"/>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1"/>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71"/>
          <p:cNvGrpSpPr/>
          <p:nvPr/>
        </p:nvGrpSpPr>
        <p:grpSpPr>
          <a:xfrm>
            <a:off x="8056219" y="1983508"/>
            <a:ext cx="284984" cy="364869"/>
            <a:chOff x="8056219" y="1983508"/>
            <a:chExt cx="284984" cy="364869"/>
          </a:xfrm>
        </p:grpSpPr>
        <p:sp>
          <p:nvSpPr>
            <p:cNvPr id="11343" name="Google Shape;11343;p71"/>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1"/>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1"/>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1"/>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1"/>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1"/>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1"/>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1"/>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1"/>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1"/>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1"/>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1"/>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1"/>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1"/>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71"/>
          <p:cNvGrpSpPr/>
          <p:nvPr/>
        </p:nvGrpSpPr>
        <p:grpSpPr>
          <a:xfrm>
            <a:off x="7161782" y="4285982"/>
            <a:ext cx="273580" cy="365131"/>
            <a:chOff x="7161782" y="4285982"/>
            <a:chExt cx="273580" cy="365131"/>
          </a:xfrm>
        </p:grpSpPr>
        <p:sp>
          <p:nvSpPr>
            <p:cNvPr id="11358" name="Google Shape;11358;p71"/>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1"/>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1"/>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1"/>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1"/>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1"/>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1"/>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1"/>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1"/>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1"/>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1"/>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1"/>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1"/>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1"/>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1"/>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71"/>
          <p:cNvGrpSpPr/>
          <p:nvPr/>
        </p:nvGrpSpPr>
        <p:grpSpPr>
          <a:xfrm>
            <a:off x="7606352" y="1983508"/>
            <a:ext cx="285063" cy="364869"/>
            <a:chOff x="7606352" y="1983508"/>
            <a:chExt cx="285063" cy="364869"/>
          </a:xfrm>
        </p:grpSpPr>
        <p:sp>
          <p:nvSpPr>
            <p:cNvPr id="11374" name="Google Shape;11374;p71"/>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1"/>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1"/>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1"/>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1"/>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1"/>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1"/>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1"/>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1"/>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1"/>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1"/>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1"/>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1"/>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1"/>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1"/>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71"/>
          <p:cNvGrpSpPr/>
          <p:nvPr/>
        </p:nvGrpSpPr>
        <p:grpSpPr>
          <a:xfrm>
            <a:off x="7611937" y="4286087"/>
            <a:ext cx="273580" cy="365052"/>
            <a:chOff x="7611937" y="4286087"/>
            <a:chExt cx="273580" cy="365052"/>
          </a:xfrm>
        </p:grpSpPr>
        <p:sp>
          <p:nvSpPr>
            <p:cNvPr id="11390" name="Google Shape;11390;p71"/>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1"/>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1"/>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1"/>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1"/>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1"/>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1"/>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1"/>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1"/>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1"/>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1"/>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1"/>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1"/>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1"/>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1"/>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1"/>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1"/>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1"/>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1"/>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1"/>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1"/>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71"/>
          <p:cNvGrpSpPr/>
          <p:nvPr/>
        </p:nvGrpSpPr>
        <p:grpSpPr>
          <a:xfrm>
            <a:off x="8061934" y="2431198"/>
            <a:ext cx="273658" cy="365052"/>
            <a:chOff x="8061934" y="2431198"/>
            <a:chExt cx="273658" cy="365052"/>
          </a:xfrm>
        </p:grpSpPr>
        <p:sp>
          <p:nvSpPr>
            <p:cNvPr id="11412" name="Google Shape;11412;p71"/>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1"/>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1"/>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1"/>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1"/>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1"/>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1"/>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1"/>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1"/>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1"/>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1"/>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1"/>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1"/>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1"/>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1"/>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1"/>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71"/>
          <p:cNvGrpSpPr/>
          <p:nvPr/>
        </p:nvGrpSpPr>
        <p:grpSpPr>
          <a:xfrm>
            <a:off x="7161861" y="3356519"/>
            <a:ext cx="273501" cy="365131"/>
            <a:chOff x="7161861" y="3356519"/>
            <a:chExt cx="273501" cy="365131"/>
          </a:xfrm>
        </p:grpSpPr>
        <p:sp>
          <p:nvSpPr>
            <p:cNvPr id="11429" name="Google Shape;11429;p71"/>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1"/>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1"/>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1"/>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1"/>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1"/>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1"/>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1"/>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1"/>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1"/>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1"/>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1"/>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1"/>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1"/>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1"/>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1"/>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1"/>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1"/>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1"/>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1"/>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1"/>
          <p:cNvGrpSpPr/>
          <p:nvPr/>
        </p:nvGrpSpPr>
        <p:grpSpPr>
          <a:xfrm>
            <a:off x="7156067" y="1983508"/>
            <a:ext cx="285089" cy="365131"/>
            <a:chOff x="7156067" y="1983508"/>
            <a:chExt cx="285089" cy="365131"/>
          </a:xfrm>
        </p:grpSpPr>
        <p:sp>
          <p:nvSpPr>
            <p:cNvPr id="11450" name="Google Shape;11450;p71"/>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1"/>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1"/>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1"/>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1"/>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1"/>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1"/>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1"/>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1"/>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1"/>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1"/>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1"/>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1"/>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1"/>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1"/>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1"/>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1"/>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1"/>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71"/>
          <p:cNvGrpSpPr/>
          <p:nvPr/>
        </p:nvGrpSpPr>
        <p:grpSpPr>
          <a:xfrm>
            <a:off x="5355790" y="1983508"/>
            <a:ext cx="284879" cy="364974"/>
            <a:chOff x="5355790" y="1983508"/>
            <a:chExt cx="284879" cy="364974"/>
          </a:xfrm>
        </p:grpSpPr>
        <p:sp>
          <p:nvSpPr>
            <p:cNvPr id="11469" name="Google Shape;11469;p71"/>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1"/>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1"/>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1"/>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1"/>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1"/>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1"/>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1"/>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1"/>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1"/>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1"/>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1"/>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1"/>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1"/>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1"/>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1"/>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1"/>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71"/>
          <p:cNvGrpSpPr/>
          <p:nvPr/>
        </p:nvGrpSpPr>
        <p:grpSpPr>
          <a:xfrm>
            <a:off x="7161573" y="2894750"/>
            <a:ext cx="273868" cy="365131"/>
            <a:chOff x="7161573" y="2894750"/>
            <a:chExt cx="273868" cy="365131"/>
          </a:xfrm>
        </p:grpSpPr>
        <p:sp>
          <p:nvSpPr>
            <p:cNvPr id="11487" name="Google Shape;11487;p71"/>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1"/>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1"/>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1"/>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1"/>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1"/>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1"/>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1"/>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1"/>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1"/>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1"/>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1"/>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71"/>
          <p:cNvGrpSpPr/>
          <p:nvPr/>
        </p:nvGrpSpPr>
        <p:grpSpPr>
          <a:xfrm>
            <a:off x="4911692" y="1513402"/>
            <a:ext cx="273108" cy="364974"/>
            <a:chOff x="4911692" y="1513402"/>
            <a:chExt cx="273108" cy="364974"/>
          </a:xfrm>
        </p:grpSpPr>
        <p:sp>
          <p:nvSpPr>
            <p:cNvPr id="11500" name="Google Shape;11500;p71"/>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1"/>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1"/>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1"/>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1"/>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1"/>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1"/>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1"/>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1"/>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1"/>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1"/>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1"/>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1"/>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1"/>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1"/>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1"/>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1"/>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1"/>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71"/>
          <p:cNvGrpSpPr/>
          <p:nvPr/>
        </p:nvGrpSpPr>
        <p:grpSpPr>
          <a:xfrm>
            <a:off x="8062013" y="3797628"/>
            <a:ext cx="273580" cy="364921"/>
            <a:chOff x="8062013" y="3797628"/>
            <a:chExt cx="273580" cy="364921"/>
          </a:xfrm>
        </p:grpSpPr>
        <p:sp>
          <p:nvSpPr>
            <p:cNvPr id="11519" name="Google Shape;11519;p71"/>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1"/>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1"/>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1"/>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1"/>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1"/>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1"/>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1"/>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1"/>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1"/>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1"/>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1"/>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1"/>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1"/>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1"/>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1"/>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1"/>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1"/>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1"/>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1"/>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1"/>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1"/>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71"/>
          <p:cNvGrpSpPr/>
          <p:nvPr/>
        </p:nvGrpSpPr>
        <p:grpSpPr>
          <a:xfrm>
            <a:off x="6711785" y="3356598"/>
            <a:ext cx="273501" cy="365052"/>
            <a:chOff x="6711785" y="3356598"/>
            <a:chExt cx="273501" cy="365052"/>
          </a:xfrm>
        </p:grpSpPr>
        <p:sp>
          <p:nvSpPr>
            <p:cNvPr id="11542" name="Google Shape;11542;p71"/>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1"/>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1"/>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1"/>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1"/>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1"/>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1"/>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1"/>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1"/>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1"/>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1"/>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1"/>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1"/>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1"/>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1"/>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1"/>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1"/>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71"/>
          <p:cNvGrpSpPr/>
          <p:nvPr/>
        </p:nvGrpSpPr>
        <p:grpSpPr>
          <a:xfrm>
            <a:off x="6261814" y="3356598"/>
            <a:ext cx="273501" cy="364948"/>
            <a:chOff x="6261814" y="3356598"/>
            <a:chExt cx="273501" cy="364948"/>
          </a:xfrm>
        </p:grpSpPr>
        <p:sp>
          <p:nvSpPr>
            <p:cNvPr id="11560" name="Google Shape;11560;p71"/>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1"/>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1"/>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1"/>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1"/>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1"/>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1"/>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1"/>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1"/>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1"/>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1"/>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1"/>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1"/>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1"/>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1"/>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1"/>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1"/>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1"/>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1"/>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71"/>
          <p:cNvGrpSpPr/>
          <p:nvPr/>
        </p:nvGrpSpPr>
        <p:grpSpPr>
          <a:xfrm>
            <a:off x="7611753" y="2894671"/>
            <a:ext cx="273868" cy="365131"/>
            <a:chOff x="7611753" y="2894671"/>
            <a:chExt cx="273868" cy="365131"/>
          </a:xfrm>
        </p:grpSpPr>
        <p:sp>
          <p:nvSpPr>
            <p:cNvPr id="11580" name="Google Shape;11580;p71"/>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1"/>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1"/>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1"/>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1"/>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1"/>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1"/>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1"/>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1"/>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1"/>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1"/>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1"/>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1"/>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1"/>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1"/>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1"/>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1"/>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1"/>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71"/>
          <p:cNvGrpSpPr/>
          <p:nvPr/>
        </p:nvGrpSpPr>
        <p:grpSpPr>
          <a:xfrm>
            <a:off x="6706096" y="1983482"/>
            <a:ext cx="284984" cy="364895"/>
            <a:chOff x="6706096" y="1983482"/>
            <a:chExt cx="284984" cy="364895"/>
          </a:xfrm>
        </p:grpSpPr>
        <p:sp>
          <p:nvSpPr>
            <p:cNvPr id="11599" name="Google Shape;11599;p71"/>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1"/>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1"/>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1"/>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1"/>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1"/>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1"/>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1"/>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1"/>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1"/>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1"/>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1"/>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1"/>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1"/>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1"/>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1"/>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1"/>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1"/>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1"/>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1"/>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1"/>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1"/>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1"/>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1"/>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1"/>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1"/>
          <p:cNvGrpSpPr/>
          <p:nvPr/>
        </p:nvGrpSpPr>
        <p:grpSpPr>
          <a:xfrm>
            <a:off x="6261526" y="2894671"/>
            <a:ext cx="273868" cy="365026"/>
            <a:chOff x="6261526" y="2894671"/>
            <a:chExt cx="273868" cy="365026"/>
          </a:xfrm>
        </p:grpSpPr>
        <p:sp>
          <p:nvSpPr>
            <p:cNvPr id="11625" name="Google Shape;11625;p71"/>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1"/>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1"/>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1"/>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1"/>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1"/>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1"/>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1"/>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1"/>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1"/>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1"/>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1"/>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1"/>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1"/>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1"/>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1"/>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1"/>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71"/>
          <p:cNvGrpSpPr/>
          <p:nvPr/>
        </p:nvGrpSpPr>
        <p:grpSpPr>
          <a:xfrm>
            <a:off x="4905609" y="1983508"/>
            <a:ext cx="285063" cy="364869"/>
            <a:chOff x="4905609" y="1983508"/>
            <a:chExt cx="285063" cy="364869"/>
          </a:xfrm>
        </p:grpSpPr>
        <p:sp>
          <p:nvSpPr>
            <p:cNvPr id="11643" name="Google Shape;11643;p71"/>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1"/>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1"/>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1"/>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1"/>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1"/>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1"/>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1"/>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1"/>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1"/>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1"/>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1"/>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1"/>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1"/>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1"/>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1"/>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1"/>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1"/>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1"/>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1"/>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1"/>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1"/>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1"/>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1"/>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71"/>
          <p:cNvGrpSpPr/>
          <p:nvPr/>
        </p:nvGrpSpPr>
        <p:grpSpPr>
          <a:xfrm>
            <a:off x="5811555" y="2894750"/>
            <a:ext cx="273684" cy="365052"/>
            <a:chOff x="5811555" y="2894750"/>
            <a:chExt cx="273684" cy="365052"/>
          </a:xfrm>
        </p:grpSpPr>
        <p:sp>
          <p:nvSpPr>
            <p:cNvPr id="11668" name="Google Shape;11668;p71"/>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1"/>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1"/>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1"/>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1"/>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1"/>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1"/>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1"/>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1"/>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1"/>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1"/>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1"/>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1"/>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1"/>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1"/>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1"/>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1"/>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71"/>
          <p:cNvGrpSpPr/>
          <p:nvPr/>
        </p:nvGrpSpPr>
        <p:grpSpPr>
          <a:xfrm>
            <a:off x="5361296" y="2894750"/>
            <a:ext cx="274052" cy="365157"/>
            <a:chOff x="5361296" y="2894750"/>
            <a:chExt cx="274052" cy="365157"/>
          </a:xfrm>
        </p:grpSpPr>
        <p:sp>
          <p:nvSpPr>
            <p:cNvPr id="11686" name="Google Shape;11686;p71"/>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1"/>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1"/>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1"/>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1"/>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1"/>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1"/>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1"/>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1"/>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1"/>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1"/>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1"/>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1"/>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1"/>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1"/>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1"/>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1"/>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71"/>
          <p:cNvGrpSpPr/>
          <p:nvPr/>
        </p:nvGrpSpPr>
        <p:grpSpPr>
          <a:xfrm>
            <a:off x="5805866" y="1983430"/>
            <a:ext cx="284958" cy="365079"/>
            <a:chOff x="5805866" y="1983430"/>
            <a:chExt cx="284958" cy="365079"/>
          </a:xfrm>
        </p:grpSpPr>
        <p:sp>
          <p:nvSpPr>
            <p:cNvPr id="11704" name="Google Shape;11704;p71"/>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1"/>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1"/>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1"/>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1"/>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1"/>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1"/>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1"/>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1"/>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1"/>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1"/>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1"/>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1"/>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1"/>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1"/>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1"/>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1"/>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1"/>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1"/>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1"/>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1"/>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1"/>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1"/>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1"/>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1"/>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1"/>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1"/>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71"/>
          <p:cNvGrpSpPr/>
          <p:nvPr/>
        </p:nvGrpSpPr>
        <p:grpSpPr>
          <a:xfrm>
            <a:off x="6255941" y="1983508"/>
            <a:ext cx="284958" cy="364948"/>
            <a:chOff x="6255941" y="1983508"/>
            <a:chExt cx="284958" cy="364948"/>
          </a:xfrm>
        </p:grpSpPr>
        <p:sp>
          <p:nvSpPr>
            <p:cNvPr id="11732" name="Google Shape;11732;p71"/>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1"/>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1"/>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1"/>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1"/>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1"/>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1"/>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1"/>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1"/>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1"/>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1"/>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1"/>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1"/>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1"/>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1"/>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1"/>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1"/>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1"/>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1"/>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1"/>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1"/>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1"/>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1"/>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1"/>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1"/>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1"/>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1"/>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1"/>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71"/>
          <p:cNvGrpSpPr/>
          <p:nvPr/>
        </p:nvGrpSpPr>
        <p:grpSpPr>
          <a:xfrm>
            <a:off x="6711706" y="2894855"/>
            <a:ext cx="273763" cy="364948"/>
            <a:chOff x="6711706" y="2894855"/>
            <a:chExt cx="273763" cy="364948"/>
          </a:xfrm>
        </p:grpSpPr>
        <p:sp>
          <p:nvSpPr>
            <p:cNvPr id="11761" name="Google Shape;11761;p71"/>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1"/>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1"/>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1"/>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1"/>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1"/>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1"/>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1"/>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1"/>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1"/>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1"/>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1"/>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1"/>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1"/>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1"/>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1"/>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1"/>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1"/>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71"/>
          <p:cNvGrpSpPr/>
          <p:nvPr/>
        </p:nvGrpSpPr>
        <p:grpSpPr>
          <a:xfrm>
            <a:off x="7611753" y="1513402"/>
            <a:ext cx="273501" cy="364974"/>
            <a:chOff x="7611753" y="1513402"/>
            <a:chExt cx="273501" cy="364974"/>
          </a:xfrm>
        </p:grpSpPr>
        <p:sp>
          <p:nvSpPr>
            <p:cNvPr id="11780" name="Google Shape;11780;p71"/>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1"/>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1"/>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1"/>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1"/>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1"/>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1"/>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1"/>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1"/>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1"/>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1"/>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1"/>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1"/>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1"/>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1"/>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1"/>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1"/>
          <p:cNvGrpSpPr/>
          <p:nvPr/>
        </p:nvGrpSpPr>
        <p:grpSpPr>
          <a:xfrm>
            <a:off x="6711706" y="4286087"/>
            <a:ext cx="273580" cy="365052"/>
            <a:chOff x="6711706" y="4286087"/>
            <a:chExt cx="273580" cy="365052"/>
          </a:xfrm>
        </p:grpSpPr>
        <p:sp>
          <p:nvSpPr>
            <p:cNvPr id="11797" name="Google Shape;11797;p71"/>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1"/>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1"/>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1"/>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1"/>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1"/>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1"/>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1"/>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1"/>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1"/>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1"/>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1"/>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1"/>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1"/>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1"/>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1"/>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1"/>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1"/>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71"/>
          <p:cNvGrpSpPr/>
          <p:nvPr/>
        </p:nvGrpSpPr>
        <p:grpSpPr>
          <a:xfrm>
            <a:off x="8058499" y="4286087"/>
            <a:ext cx="280606" cy="365052"/>
            <a:chOff x="8058499" y="4286087"/>
            <a:chExt cx="280606" cy="365052"/>
          </a:xfrm>
        </p:grpSpPr>
        <p:sp>
          <p:nvSpPr>
            <p:cNvPr id="11816" name="Google Shape;11816;p71"/>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1"/>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1"/>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1"/>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1"/>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1"/>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1"/>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1"/>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1"/>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1"/>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1"/>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1"/>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1"/>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1"/>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1"/>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1"/>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1"/>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71"/>
          <p:cNvGrpSpPr/>
          <p:nvPr/>
        </p:nvGrpSpPr>
        <p:grpSpPr>
          <a:xfrm>
            <a:off x="6711785" y="3797550"/>
            <a:ext cx="273606" cy="365052"/>
            <a:chOff x="6711785" y="3797550"/>
            <a:chExt cx="273606" cy="365052"/>
          </a:xfrm>
        </p:grpSpPr>
        <p:sp>
          <p:nvSpPr>
            <p:cNvPr id="11834" name="Google Shape;11834;p71"/>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1"/>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1"/>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1"/>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1"/>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1"/>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1"/>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1"/>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1"/>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1"/>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1"/>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1"/>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1"/>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1"/>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1"/>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71"/>
          <p:cNvGrpSpPr/>
          <p:nvPr/>
        </p:nvGrpSpPr>
        <p:grpSpPr>
          <a:xfrm>
            <a:off x="7156067" y="2431198"/>
            <a:ext cx="285089" cy="364948"/>
            <a:chOff x="7156067" y="2431198"/>
            <a:chExt cx="285089" cy="364948"/>
          </a:xfrm>
        </p:grpSpPr>
        <p:sp>
          <p:nvSpPr>
            <p:cNvPr id="11850" name="Google Shape;11850;p71"/>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1"/>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1"/>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1"/>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1"/>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1"/>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1"/>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1"/>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1"/>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1"/>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1"/>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1"/>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1"/>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1"/>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1"/>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1"/>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1"/>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1"/>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1"/>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71"/>
          <p:cNvGrpSpPr/>
          <p:nvPr/>
        </p:nvGrpSpPr>
        <p:grpSpPr>
          <a:xfrm>
            <a:off x="8061252" y="2893623"/>
            <a:ext cx="274864" cy="367517"/>
            <a:chOff x="8061252" y="2893623"/>
            <a:chExt cx="274864" cy="367517"/>
          </a:xfrm>
        </p:grpSpPr>
        <p:sp>
          <p:nvSpPr>
            <p:cNvPr id="11870" name="Google Shape;11870;p71"/>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1"/>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1"/>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1"/>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1"/>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1"/>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1"/>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1"/>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1"/>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1"/>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1"/>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1"/>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71"/>
          <p:cNvGrpSpPr/>
          <p:nvPr/>
        </p:nvGrpSpPr>
        <p:grpSpPr>
          <a:xfrm>
            <a:off x="4905714" y="2431198"/>
            <a:ext cx="284958" cy="365052"/>
            <a:chOff x="4905714" y="2431198"/>
            <a:chExt cx="284958" cy="365052"/>
          </a:xfrm>
        </p:grpSpPr>
        <p:sp>
          <p:nvSpPr>
            <p:cNvPr id="11883" name="Google Shape;11883;p71"/>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1"/>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1"/>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1"/>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1"/>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1"/>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1"/>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1"/>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1"/>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1"/>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1"/>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1"/>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1"/>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1"/>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1"/>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1"/>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1"/>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1"/>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1"/>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1"/>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1"/>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1"/>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1"/>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71"/>
          <p:cNvGrpSpPr/>
          <p:nvPr/>
        </p:nvGrpSpPr>
        <p:grpSpPr>
          <a:xfrm>
            <a:off x="4911403" y="3356545"/>
            <a:ext cx="273475" cy="365052"/>
            <a:chOff x="4911403" y="3356545"/>
            <a:chExt cx="273475" cy="365052"/>
          </a:xfrm>
        </p:grpSpPr>
        <p:sp>
          <p:nvSpPr>
            <p:cNvPr id="11907" name="Google Shape;11907;p71"/>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1"/>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1"/>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1"/>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1"/>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1"/>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1"/>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1"/>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1"/>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1"/>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1"/>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1"/>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1"/>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1"/>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1"/>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1"/>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1"/>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1"/>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1"/>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71"/>
          <p:cNvGrpSpPr/>
          <p:nvPr/>
        </p:nvGrpSpPr>
        <p:grpSpPr>
          <a:xfrm>
            <a:off x="5361479" y="3356598"/>
            <a:ext cx="273580" cy="364948"/>
            <a:chOff x="5361479" y="3356598"/>
            <a:chExt cx="273580" cy="364948"/>
          </a:xfrm>
        </p:grpSpPr>
        <p:sp>
          <p:nvSpPr>
            <p:cNvPr id="11927" name="Google Shape;11927;p71"/>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1"/>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1"/>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1"/>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1"/>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1"/>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1"/>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1"/>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1"/>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1"/>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1"/>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1"/>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1"/>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1"/>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1"/>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1"/>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1"/>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1"/>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1"/>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1"/>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71"/>
          <p:cNvGrpSpPr/>
          <p:nvPr/>
        </p:nvGrpSpPr>
        <p:grpSpPr>
          <a:xfrm>
            <a:off x="5808042" y="2431225"/>
            <a:ext cx="280711" cy="365026"/>
            <a:chOff x="5808042" y="2431225"/>
            <a:chExt cx="280711" cy="365026"/>
          </a:xfrm>
        </p:grpSpPr>
        <p:sp>
          <p:nvSpPr>
            <p:cNvPr id="11948" name="Google Shape;11948;p71"/>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1"/>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1"/>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1"/>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1"/>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1"/>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1"/>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1"/>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1"/>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1"/>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1"/>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1"/>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1"/>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1"/>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1"/>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1"/>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1"/>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1"/>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1"/>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71"/>
          <p:cNvGrpSpPr/>
          <p:nvPr/>
        </p:nvGrpSpPr>
        <p:grpSpPr>
          <a:xfrm>
            <a:off x="6705912" y="2431225"/>
            <a:ext cx="285063" cy="365026"/>
            <a:chOff x="6705912" y="2431225"/>
            <a:chExt cx="285063" cy="365026"/>
          </a:xfrm>
        </p:grpSpPr>
        <p:sp>
          <p:nvSpPr>
            <p:cNvPr id="11968" name="Google Shape;11968;p71"/>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1"/>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1"/>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1"/>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1"/>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1"/>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1"/>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1"/>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1"/>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1"/>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1"/>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1"/>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1"/>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1"/>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1"/>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1"/>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1"/>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1"/>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1"/>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1"/>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1"/>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1"/>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1"/>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1"/>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71"/>
          <p:cNvGrpSpPr/>
          <p:nvPr/>
        </p:nvGrpSpPr>
        <p:grpSpPr>
          <a:xfrm>
            <a:off x="5811634" y="3356702"/>
            <a:ext cx="273501" cy="364948"/>
            <a:chOff x="5811634" y="3356702"/>
            <a:chExt cx="273501" cy="364948"/>
          </a:xfrm>
        </p:grpSpPr>
        <p:sp>
          <p:nvSpPr>
            <p:cNvPr id="11993" name="Google Shape;11993;p71"/>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1"/>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1"/>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1"/>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1"/>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1"/>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1"/>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1"/>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1"/>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1"/>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1"/>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1"/>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1"/>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1"/>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1"/>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1"/>
          <p:cNvGrpSpPr/>
          <p:nvPr/>
        </p:nvGrpSpPr>
        <p:grpSpPr>
          <a:xfrm>
            <a:off x="4905793" y="2894802"/>
            <a:ext cx="284879" cy="365105"/>
            <a:chOff x="4905793" y="2894802"/>
            <a:chExt cx="284879" cy="365105"/>
          </a:xfrm>
        </p:grpSpPr>
        <p:sp>
          <p:nvSpPr>
            <p:cNvPr id="12009" name="Google Shape;12009;p71"/>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1"/>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1"/>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1"/>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1"/>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1"/>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1"/>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1"/>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1"/>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1"/>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1"/>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1"/>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1"/>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1"/>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1"/>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1"/>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1"/>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1"/>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1"/>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1"/>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1"/>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1"/>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1"/>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1"/>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1"/>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1"/>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71"/>
          <p:cNvGrpSpPr/>
          <p:nvPr/>
        </p:nvGrpSpPr>
        <p:grpSpPr>
          <a:xfrm>
            <a:off x="8062013" y="3356598"/>
            <a:ext cx="273501" cy="364948"/>
            <a:chOff x="8062013" y="3356598"/>
            <a:chExt cx="273501" cy="364948"/>
          </a:xfrm>
        </p:grpSpPr>
        <p:sp>
          <p:nvSpPr>
            <p:cNvPr id="12036" name="Google Shape;12036;p71"/>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1"/>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1"/>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1"/>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1"/>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1"/>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1"/>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1"/>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1"/>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1"/>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1"/>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1"/>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1"/>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1"/>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1"/>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1"/>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1"/>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1"/>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71"/>
          <p:cNvGrpSpPr/>
          <p:nvPr/>
        </p:nvGrpSpPr>
        <p:grpSpPr>
          <a:xfrm>
            <a:off x="6261709" y="2431198"/>
            <a:ext cx="273606" cy="365052"/>
            <a:chOff x="6261709" y="2431198"/>
            <a:chExt cx="273606" cy="365052"/>
          </a:xfrm>
        </p:grpSpPr>
        <p:sp>
          <p:nvSpPr>
            <p:cNvPr id="12055" name="Google Shape;12055;p71"/>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1"/>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1"/>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1"/>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1"/>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1"/>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1"/>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1"/>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1"/>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1"/>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1"/>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1"/>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1"/>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1"/>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1"/>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1"/>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71"/>
          <p:cNvGrpSpPr/>
          <p:nvPr/>
        </p:nvGrpSpPr>
        <p:grpSpPr>
          <a:xfrm>
            <a:off x="5361296" y="2431198"/>
            <a:ext cx="273947" cy="365052"/>
            <a:chOff x="5361296" y="2431198"/>
            <a:chExt cx="273947" cy="365052"/>
          </a:xfrm>
        </p:grpSpPr>
        <p:sp>
          <p:nvSpPr>
            <p:cNvPr id="12072" name="Google Shape;12072;p71"/>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1"/>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1"/>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1"/>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1"/>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1"/>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1"/>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1"/>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1"/>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1"/>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1"/>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1"/>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1"/>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1"/>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1"/>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1"/>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1"/>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1"/>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1"/>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1"/>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1"/>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96" name="Shape 12096"/>
        <p:cNvGrpSpPr/>
        <p:nvPr/>
      </p:nvGrpSpPr>
      <p:grpSpPr>
        <a:xfrm>
          <a:off x="0" y="0"/>
          <a:ext cx="0" cy="0"/>
          <a:chOff x="0" y="0"/>
          <a:chExt cx="0" cy="0"/>
        </a:xfrm>
      </p:grpSpPr>
      <p:sp>
        <p:nvSpPr>
          <p:cNvPr id="12097" name="Google Shape;12097;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98" name="Google Shape;12098;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099" name="Google Shape;12099;p72"/>
          <p:cNvGrpSpPr/>
          <p:nvPr/>
        </p:nvGrpSpPr>
        <p:grpSpPr>
          <a:xfrm>
            <a:off x="3516462" y="3365328"/>
            <a:ext cx="367569" cy="365289"/>
            <a:chOff x="3516462" y="3365328"/>
            <a:chExt cx="367569" cy="365289"/>
          </a:xfrm>
        </p:grpSpPr>
        <p:sp>
          <p:nvSpPr>
            <p:cNvPr id="12100" name="Google Shape;12100;p72"/>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2"/>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2"/>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2"/>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2"/>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2"/>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2"/>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2"/>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2"/>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2"/>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2"/>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2"/>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2"/>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2"/>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2"/>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2"/>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2"/>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2"/>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2"/>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72"/>
          <p:cNvGrpSpPr/>
          <p:nvPr/>
        </p:nvGrpSpPr>
        <p:grpSpPr>
          <a:xfrm>
            <a:off x="2758162" y="1965433"/>
            <a:ext cx="112330" cy="366285"/>
            <a:chOff x="2758162" y="1965433"/>
            <a:chExt cx="112330" cy="366285"/>
          </a:xfrm>
        </p:grpSpPr>
        <p:sp>
          <p:nvSpPr>
            <p:cNvPr id="12120" name="Google Shape;12120;p72"/>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2"/>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2"/>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2"/>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2"/>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2"/>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2"/>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2"/>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2"/>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2"/>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72"/>
          <p:cNvGrpSpPr/>
          <p:nvPr/>
        </p:nvGrpSpPr>
        <p:grpSpPr>
          <a:xfrm>
            <a:off x="1840734" y="3809329"/>
            <a:ext cx="169818" cy="365525"/>
            <a:chOff x="1840734" y="3809329"/>
            <a:chExt cx="169818" cy="365525"/>
          </a:xfrm>
        </p:grpSpPr>
        <p:sp>
          <p:nvSpPr>
            <p:cNvPr id="12131" name="Google Shape;12131;p72"/>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2"/>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2"/>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2"/>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2"/>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2"/>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2"/>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2"/>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2"/>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2"/>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72"/>
          <p:cNvGrpSpPr/>
          <p:nvPr/>
        </p:nvGrpSpPr>
        <p:grpSpPr>
          <a:xfrm>
            <a:off x="3964761" y="2010082"/>
            <a:ext cx="365394" cy="276856"/>
            <a:chOff x="3964761" y="2010082"/>
            <a:chExt cx="365394" cy="276856"/>
          </a:xfrm>
        </p:grpSpPr>
        <p:sp>
          <p:nvSpPr>
            <p:cNvPr id="12142" name="Google Shape;12142;p72"/>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2"/>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2"/>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2"/>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2"/>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2"/>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72"/>
          <p:cNvGrpSpPr/>
          <p:nvPr/>
        </p:nvGrpSpPr>
        <p:grpSpPr>
          <a:xfrm>
            <a:off x="1769017" y="2017340"/>
            <a:ext cx="365420" cy="248216"/>
            <a:chOff x="1769017" y="2017340"/>
            <a:chExt cx="365420" cy="248216"/>
          </a:xfrm>
        </p:grpSpPr>
        <p:sp>
          <p:nvSpPr>
            <p:cNvPr id="12149" name="Google Shape;12149;p72"/>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2"/>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2"/>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2"/>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2"/>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2"/>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2"/>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2"/>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2"/>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2"/>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2"/>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2"/>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72"/>
          <p:cNvGrpSpPr/>
          <p:nvPr/>
        </p:nvGrpSpPr>
        <p:grpSpPr>
          <a:xfrm>
            <a:off x="1298499" y="2066286"/>
            <a:ext cx="365525" cy="164421"/>
            <a:chOff x="1298499" y="2066286"/>
            <a:chExt cx="365525" cy="164421"/>
          </a:xfrm>
        </p:grpSpPr>
        <p:sp>
          <p:nvSpPr>
            <p:cNvPr id="12162" name="Google Shape;12162;p72"/>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2"/>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2"/>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2"/>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2"/>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2"/>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2"/>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2"/>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2"/>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2"/>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2"/>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2"/>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2"/>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2"/>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2"/>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2"/>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2"/>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2"/>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72"/>
          <p:cNvGrpSpPr/>
          <p:nvPr/>
        </p:nvGrpSpPr>
        <p:grpSpPr>
          <a:xfrm>
            <a:off x="854105" y="2085178"/>
            <a:ext cx="365551" cy="126663"/>
            <a:chOff x="854105" y="2085178"/>
            <a:chExt cx="365551" cy="126663"/>
          </a:xfrm>
        </p:grpSpPr>
        <p:sp>
          <p:nvSpPr>
            <p:cNvPr id="12185" name="Google Shape;12185;p72"/>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2"/>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2"/>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2"/>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72"/>
          <p:cNvGrpSpPr/>
          <p:nvPr/>
        </p:nvGrpSpPr>
        <p:grpSpPr>
          <a:xfrm>
            <a:off x="2315916" y="1965800"/>
            <a:ext cx="110706" cy="365472"/>
            <a:chOff x="2315916" y="1965800"/>
            <a:chExt cx="110706" cy="365472"/>
          </a:xfrm>
        </p:grpSpPr>
        <p:sp>
          <p:nvSpPr>
            <p:cNvPr id="12190" name="Google Shape;12190;p72"/>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2"/>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2"/>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2"/>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72"/>
          <p:cNvGrpSpPr/>
          <p:nvPr/>
        </p:nvGrpSpPr>
        <p:grpSpPr>
          <a:xfrm>
            <a:off x="936878" y="3809408"/>
            <a:ext cx="198615" cy="365446"/>
            <a:chOff x="936878" y="3809408"/>
            <a:chExt cx="198615" cy="365446"/>
          </a:xfrm>
        </p:grpSpPr>
        <p:sp>
          <p:nvSpPr>
            <p:cNvPr id="12195" name="Google Shape;12195;p72"/>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2"/>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2"/>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2"/>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2"/>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2"/>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2"/>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2"/>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2"/>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2"/>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2"/>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2"/>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72"/>
          <p:cNvGrpSpPr/>
          <p:nvPr/>
        </p:nvGrpSpPr>
        <p:grpSpPr>
          <a:xfrm>
            <a:off x="2270140" y="3809460"/>
            <a:ext cx="202021" cy="365394"/>
            <a:chOff x="2270140" y="3809460"/>
            <a:chExt cx="202021" cy="365394"/>
          </a:xfrm>
        </p:grpSpPr>
        <p:sp>
          <p:nvSpPr>
            <p:cNvPr id="12208" name="Google Shape;12208;p72"/>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2"/>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2"/>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2"/>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2"/>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2"/>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2"/>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2"/>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2"/>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2"/>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2"/>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2"/>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2"/>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2"/>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72"/>
          <p:cNvGrpSpPr/>
          <p:nvPr/>
        </p:nvGrpSpPr>
        <p:grpSpPr>
          <a:xfrm>
            <a:off x="3201010" y="1965826"/>
            <a:ext cx="115370" cy="365420"/>
            <a:chOff x="3201010" y="1965826"/>
            <a:chExt cx="115370" cy="365420"/>
          </a:xfrm>
        </p:grpSpPr>
        <p:sp>
          <p:nvSpPr>
            <p:cNvPr id="12223" name="Google Shape;12223;p72"/>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2"/>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2"/>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2"/>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2"/>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2"/>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2"/>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72"/>
          <p:cNvGrpSpPr/>
          <p:nvPr/>
        </p:nvGrpSpPr>
        <p:grpSpPr>
          <a:xfrm>
            <a:off x="3520366" y="2010082"/>
            <a:ext cx="365551" cy="276856"/>
            <a:chOff x="3520366" y="2010082"/>
            <a:chExt cx="365551" cy="276856"/>
          </a:xfrm>
        </p:grpSpPr>
        <p:sp>
          <p:nvSpPr>
            <p:cNvPr id="12231" name="Google Shape;12231;p72"/>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2"/>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2"/>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2"/>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2"/>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2"/>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2"/>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2"/>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2"/>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2"/>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72"/>
          <p:cNvGrpSpPr/>
          <p:nvPr/>
        </p:nvGrpSpPr>
        <p:grpSpPr>
          <a:xfrm>
            <a:off x="1298368" y="3809460"/>
            <a:ext cx="365420" cy="365394"/>
            <a:chOff x="1298368" y="3809460"/>
            <a:chExt cx="365420" cy="365394"/>
          </a:xfrm>
        </p:grpSpPr>
        <p:sp>
          <p:nvSpPr>
            <p:cNvPr id="12242" name="Google Shape;12242;p72"/>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2"/>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2"/>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2"/>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2"/>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2"/>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2"/>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2"/>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2"/>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2"/>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2"/>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2"/>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2"/>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2"/>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2"/>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2"/>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2"/>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2"/>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2"/>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2"/>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2"/>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2"/>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2"/>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2"/>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2"/>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2"/>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2"/>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2"/>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2"/>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2"/>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2"/>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2"/>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2"/>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2"/>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2"/>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2"/>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2"/>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2"/>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2"/>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2"/>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2"/>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2"/>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2"/>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2"/>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72"/>
          <p:cNvGrpSpPr/>
          <p:nvPr/>
        </p:nvGrpSpPr>
        <p:grpSpPr>
          <a:xfrm>
            <a:off x="3963503" y="3350943"/>
            <a:ext cx="365394" cy="365472"/>
            <a:chOff x="3963503" y="3350943"/>
            <a:chExt cx="365394" cy="365472"/>
          </a:xfrm>
        </p:grpSpPr>
        <p:sp>
          <p:nvSpPr>
            <p:cNvPr id="12287" name="Google Shape;12287;p72"/>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2"/>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2"/>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2"/>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2"/>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2"/>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2"/>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2"/>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2"/>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2"/>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2"/>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2"/>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72"/>
          <p:cNvGrpSpPr/>
          <p:nvPr/>
        </p:nvGrpSpPr>
        <p:grpSpPr>
          <a:xfrm>
            <a:off x="858140" y="3364961"/>
            <a:ext cx="319880" cy="365918"/>
            <a:chOff x="858140" y="3364961"/>
            <a:chExt cx="319880" cy="365918"/>
          </a:xfrm>
        </p:grpSpPr>
        <p:sp>
          <p:nvSpPr>
            <p:cNvPr id="12300" name="Google Shape;12300;p72"/>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2"/>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2"/>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2"/>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2"/>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2"/>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2"/>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2"/>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2"/>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2"/>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2"/>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2"/>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2"/>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72"/>
          <p:cNvGrpSpPr/>
          <p:nvPr/>
        </p:nvGrpSpPr>
        <p:grpSpPr>
          <a:xfrm>
            <a:off x="4014938" y="1504295"/>
            <a:ext cx="318125" cy="362931"/>
            <a:chOff x="4014938" y="1504295"/>
            <a:chExt cx="318125" cy="362931"/>
          </a:xfrm>
        </p:grpSpPr>
        <p:sp>
          <p:nvSpPr>
            <p:cNvPr id="12314" name="Google Shape;12314;p72"/>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2"/>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2"/>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2"/>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2"/>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2"/>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2"/>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72"/>
          <p:cNvGrpSpPr/>
          <p:nvPr/>
        </p:nvGrpSpPr>
        <p:grpSpPr>
          <a:xfrm>
            <a:off x="1308797" y="3365118"/>
            <a:ext cx="311705" cy="365499"/>
            <a:chOff x="1308797" y="3365118"/>
            <a:chExt cx="311705" cy="365499"/>
          </a:xfrm>
        </p:grpSpPr>
        <p:sp>
          <p:nvSpPr>
            <p:cNvPr id="12322" name="Google Shape;12322;p72"/>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2"/>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2"/>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2"/>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2"/>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2"/>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2"/>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2"/>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2"/>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2"/>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2"/>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2"/>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2"/>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2"/>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2"/>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2"/>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2"/>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2"/>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2"/>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2"/>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2"/>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2"/>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2"/>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2"/>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2"/>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72"/>
          <p:cNvGrpSpPr/>
          <p:nvPr/>
        </p:nvGrpSpPr>
        <p:grpSpPr>
          <a:xfrm>
            <a:off x="2661291" y="1502933"/>
            <a:ext cx="336624" cy="365551"/>
            <a:chOff x="2661291" y="1502933"/>
            <a:chExt cx="336624" cy="365551"/>
          </a:xfrm>
        </p:grpSpPr>
        <p:sp>
          <p:nvSpPr>
            <p:cNvPr id="12348" name="Google Shape;12348;p72"/>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2"/>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2"/>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2"/>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2"/>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2"/>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2"/>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2"/>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2"/>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2"/>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2"/>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2"/>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2"/>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2"/>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2"/>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2"/>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2"/>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2"/>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2"/>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2"/>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2"/>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2"/>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2"/>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2"/>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2"/>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2"/>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2"/>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2"/>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2"/>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2"/>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2"/>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2"/>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2"/>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72"/>
          <p:cNvGrpSpPr/>
          <p:nvPr/>
        </p:nvGrpSpPr>
        <p:grpSpPr>
          <a:xfrm>
            <a:off x="854000" y="1591550"/>
            <a:ext cx="365787" cy="188501"/>
            <a:chOff x="854000" y="1591550"/>
            <a:chExt cx="365787" cy="188501"/>
          </a:xfrm>
        </p:grpSpPr>
        <p:sp>
          <p:nvSpPr>
            <p:cNvPr id="12386" name="Google Shape;12386;p72"/>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2"/>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2"/>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2"/>
          <p:cNvGrpSpPr/>
          <p:nvPr/>
        </p:nvGrpSpPr>
        <p:grpSpPr>
          <a:xfrm>
            <a:off x="3562762" y="1502933"/>
            <a:ext cx="326536" cy="365551"/>
            <a:chOff x="3562762" y="1502933"/>
            <a:chExt cx="326536" cy="365551"/>
          </a:xfrm>
        </p:grpSpPr>
        <p:sp>
          <p:nvSpPr>
            <p:cNvPr id="12390" name="Google Shape;12390;p72"/>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2"/>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2"/>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2"/>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2"/>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2"/>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2"/>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2"/>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2"/>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2"/>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2"/>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72"/>
          <p:cNvGrpSpPr/>
          <p:nvPr/>
        </p:nvGrpSpPr>
        <p:grpSpPr>
          <a:xfrm>
            <a:off x="1302508" y="1502933"/>
            <a:ext cx="364162" cy="365551"/>
            <a:chOff x="1302508" y="1502933"/>
            <a:chExt cx="364162" cy="365551"/>
          </a:xfrm>
        </p:grpSpPr>
        <p:sp>
          <p:nvSpPr>
            <p:cNvPr id="12402" name="Google Shape;12402;p72"/>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2"/>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2"/>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2"/>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2"/>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2"/>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2"/>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2"/>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2"/>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2"/>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2"/>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2"/>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2"/>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2"/>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2"/>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2"/>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2"/>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2"/>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2"/>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72"/>
          <p:cNvGrpSpPr/>
          <p:nvPr/>
        </p:nvGrpSpPr>
        <p:grpSpPr>
          <a:xfrm>
            <a:off x="2213019" y="1502933"/>
            <a:ext cx="336755" cy="365551"/>
            <a:chOff x="2213019" y="1502933"/>
            <a:chExt cx="336755" cy="365551"/>
          </a:xfrm>
        </p:grpSpPr>
        <p:sp>
          <p:nvSpPr>
            <p:cNvPr id="12422" name="Google Shape;12422;p72"/>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2"/>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2"/>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2"/>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2"/>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2"/>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2"/>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2"/>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2"/>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2"/>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2"/>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2"/>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72"/>
          <p:cNvGrpSpPr/>
          <p:nvPr/>
        </p:nvGrpSpPr>
        <p:grpSpPr>
          <a:xfrm>
            <a:off x="2202380" y="3365197"/>
            <a:ext cx="306255" cy="365499"/>
            <a:chOff x="2202380" y="3365197"/>
            <a:chExt cx="306255" cy="365499"/>
          </a:xfrm>
        </p:grpSpPr>
        <p:sp>
          <p:nvSpPr>
            <p:cNvPr id="12435" name="Google Shape;12435;p72"/>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2"/>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2"/>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2"/>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2"/>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2"/>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2"/>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2"/>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2"/>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2"/>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2"/>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2"/>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2"/>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72"/>
          <p:cNvGrpSpPr/>
          <p:nvPr/>
        </p:nvGrpSpPr>
        <p:grpSpPr>
          <a:xfrm>
            <a:off x="1759349" y="3365144"/>
            <a:ext cx="304525" cy="365394"/>
            <a:chOff x="1759349" y="3365144"/>
            <a:chExt cx="304525" cy="365394"/>
          </a:xfrm>
        </p:grpSpPr>
        <p:sp>
          <p:nvSpPr>
            <p:cNvPr id="12449" name="Google Shape;12449;p72"/>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2"/>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2"/>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2"/>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2"/>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2"/>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2"/>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2"/>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2"/>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2"/>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2"/>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2"/>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2"/>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2"/>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2"/>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2"/>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2"/>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2"/>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2"/>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72"/>
          <p:cNvGrpSpPr/>
          <p:nvPr/>
        </p:nvGrpSpPr>
        <p:grpSpPr>
          <a:xfrm>
            <a:off x="4110892" y="2421802"/>
            <a:ext cx="95115" cy="365368"/>
            <a:chOff x="4110892" y="2421802"/>
            <a:chExt cx="95115" cy="365368"/>
          </a:xfrm>
        </p:grpSpPr>
        <p:sp>
          <p:nvSpPr>
            <p:cNvPr id="12469" name="Google Shape;12469;p72"/>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2"/>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2"/>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2"/>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2"/>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2"/>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2"/>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72"/>
          <p:cNvGrpSpPr/>
          <p:nvPr/>
        </p:nvGrpSpPr>
        <p:grpSpPr>
          <a:xfrm>
            <a:off x="2769848" y="3805635"/>
            <a:ext cx="91473" cy="365525"/>
            <a:chOff x="2769848" y="3805635"/>
            <a:chExt cx="91473" cy="365525"/>
          </a:xfrm>
        </p:grpSpPr>
        <p:sp>
          <p:nvSpPr>
            <p:cNvPr id="12477" name="Google Shape;12477;p72"/>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2"/>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2"/>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2"/>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2"/>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2"/>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2"/>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2"/>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72"/>
          <p:cNvGrpSpPr/>
          <p:nvPr/>
        </p:nvGrpSpPr>
        <p:grpSpPr>
          <a:xfrm>
            <a:off x="1794067" y="2421750"/>
            <a:ext cx="269807" cy="365525"/>
            <a:chOff x="1794067" y="2421750"/>
            <a:chExt cx="269807" cy="365525"/>
          </a:xfrm>
        </p:grpSpPr>
        <p:sp>
          <p:nvSpPr>
            <p:cNvPr id="12486" name="Google Shape;12486;p72"/>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2"/>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2"/>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2"/>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2"/>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2"/>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2"/>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2"/>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2"/>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2"/>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2"/>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2"/>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2"/>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2"/>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2"/>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2"/>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2"/>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2"/>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2"/>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2"/>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2"/>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2"/>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2"/>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2"/>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2"/>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2"/>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2"/>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72"/>
          <p:cNvGrpSpPr/>
          <p:nvPr/>
        </p:nvGrpSpPr>
        <p:grpSpPr>
          <a:xfrm>
            <a:off x="3606782" y="2421750"/>
            <a:ext cx="211585" cy="365525"/>
            <a:chOff x="3606782" y="2421750"/>
            <a:chExt cx="211585" cy="365525"/>
          </a:xfrm>
        </p:grpSpPr>
        <p:sp>
          <p:nvSpPr>
            <p:cNvPr id="12514" name="Google Shape;12514;p72"/>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2"/>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2"/>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2"/>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2"/>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2"/>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2"/>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2"/>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72"/>
          <p:cNvGrpSpPr/>
          <p:nvPr/>
        </p:nvGrpSpPr>
        <p:grpSpPr>
          <a:xfrm>
            <a:off x="3104664" y="1503037"/>
            <a:ext cx="336755" cy="365341"/>
            <a:chOff x="3104664" y="1503037"/>
            <a:chExt cx="336755" cy="365341"/>
          </a:xfrm>
        </p:grpSpPr>
        <p:sp>
          <p:nvSpPr>
            <p:cNvPr id="12523" name="Google Shape;12523;p72"/>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2"/>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2"/>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2"/>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2"/>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2"/>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2"/>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2"/>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2"/>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2"/>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2"/>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2"/>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2"/>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2"/>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72"/>
          <p:cNvGrpSpPr/>
          <p:nvPr/>
        </p:nvGrpSpPr>
        <p:grpSpPr>
          <a:xfrm>
            <a:off x="2241946" y="2421750"/>
            <a:ext cx="265562" cy="365525"/>
            <a:chOff x="2241946" y="2421750"/>
            <a:chExt cx="265562" cy="365525"/>
          </a:xfrm>
        </p:grpSpPr>
        <p:sp>
          <p:nvSpPr>
            <p:cNvPr id="12538" name="Google Shape;12538;p72"/>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2"/>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2"/>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2"/>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2"/>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2"/>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2"/>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2"/>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2"/>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2"/>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72"/>
          <p:cNvGrpSpPr/>
          <p:nvPr/>
        </p:nvGrpSpPr>
        <p:grpSpPr>
          <a:xfrm>
            <a:off x="2694018" y="2421881"/>
            <a:ext cx="254583" cy="365394"/>
            <a:chOff x="2694018" y="2421881"/>
            <a:chExt cx="254583" cy="365394"/>
          </a:xfrm>
        </p:grpSpPr>
        <p:sp>
          <p:nvSpPr>
            <p:cNvPr id="12549" name="Google Shape;12549;p72"/>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2"/>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2"/>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2"/>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2"/>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2"/>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2"/>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72"/>
          <p:cNvGrpSpPr/>
          <p:nvPr/>
        </p:nvGrpSpPr>
        <p:grpSpPr>
          <a:xfrm>
            <a:off x="3947519" y="4326147"/>
            <a:ext cx="365420" cy="263021"/>
            <a:chOff x="3947519" y="4326147"/>
            <a:chExt cx="365420" cy="263021"/>
          </a:xfrm>
        </p:grpSpPr>
        <p:sp>
          <p:nvSpPr>
            <p:cNvPr id="12557" name="Google Shape;12557;p72"/>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2"/>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2"/>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2"/>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2"/>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2"/>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2"/>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2"/>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2"/>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2"/>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2"/>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2"/>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2"/>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2"/>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2"/>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2"/>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2"/>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2"/>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2"/>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2"/>
          <p:cNvGrpSpPr/>
          <p:nvPr/>
        </p:nvGrpSpPr>
        <p:grpSpPr>
          <a:xfrm>
            <a:off x="3430072" y="4291874"/>
            <a:ext cx="368931" cy="331488"/>
            <a:chOff x="3430072" y="4291874"/>
            <a:chExt cx="368931" cy="331488"/>
          </a:xfrm>
        </p:grpSpPr>
        <p:sp>
          <p:nvSpPr>
            <p:cNvPr id="12577" name="Google Shape;12577;p72"/>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2"/>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2"/>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2"/>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2"/>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2"/>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2"/>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2"/>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2"/>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2"/>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2"/>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2"/>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2"/>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2"/>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2"/>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2"/>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2"/>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2"/>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2"/>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72"/>
          <p:cNvGrpSpPr/>
          <p:nvPr/>
        </p:nvGrpSpPr>
        <p:grpSpPr>
          <a:xfrm>
            <a:off x="3153479" y="2421881"/>
            <a:ext cx="225158" cy="364267"/>
            <a:chOff x="3153479" y="2421881"/>
            <a:chExt cx="225158" cy="364267"/>
          </a:xfrm>
        </p:grpSpPr>
        <p:sp>
          <p:nvSpPr>
            <p:cNvPr id="12597" name="Google Shape;12597;p72"/>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2"/>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2"/>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2"/>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2"/>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2"/>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2"/>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2"/>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2"/>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2"/>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2"/>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2"/>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2"/>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72"/>
          <p:cNvGrpSpPr/>
          <p:nvPr/>
        </p:nvGrpSpPr>
        <p:grpSpPr>
          <a:xfrm>
            <a:off x="3967643" y="3839881"/>
            <a:ext cx="365551" cy="297503"/>
            <a:chOff x="3967643" y="3839881"/>
            <a:chExt cx="365551" cy="297503"/>
          </a:xfrm>
        </p:grpSpPr>
        <p:sp>
          <p:nvSpPr>
            <p:cNvPr id="12611" name="Google Shape;12611;p72"/>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2"/>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2"/>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2"/>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2"/>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2"/>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2"/>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2"/>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2"/>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2"/>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2"/>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2"/>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2"/>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2"/>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2"/>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2"/>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2"/>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2"/>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2"/>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2"/>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2"/>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2"/>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2"/>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2"/>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2"/>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72"/>
          <p:cNvGrpSpPr/>
          <p:nvPr/>
        </p:nvGrpSpPr>
        <p:grpSpPr>
          <a:xfrm>
            <a:off x="3220505" y="3805687"/>
            <a:ext cx="80153" cy="365472"/>
            <a:chOff x="3220505" y="3805687"/>
            <a:chExt cx="80153" cy="365472"/>
          </a:xfrm>
        </p:grpSpPr>
        <p:sp>
          <p:nvSpPr>
            <p:cNvPr id="12637" name="Google Shape;12637;p72"/>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2"/>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2"/>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2"/>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2"/>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2"/>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2"/>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2"/>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2"/>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72"/>
          <p:cNvGrpSpPr/>
          <p:nvPr/>
        </p:nvGrpSpPr>
        <p:grpSpPr>
          <a:xfrm>
            <a:off x="1347157" y="2421723"/>
            <a:ext cx="280655" cy="365551"/>
            <a:chOff x="1347157" y="2421723"/>
            <a:chExt cx="280655" cy="365551"/>
          </a:xfrm>
        </p:grpSpPr>
        <p:sp>
          <p:nvSpPr>
            <p:cNvPr id="12647" name="Google Shape;12647;p72"/>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2"/>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2"/>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2"/>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2"/>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2"/>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2"/>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2"/>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2"/>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2"/>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2"/>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2"/>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2"/>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2"/>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2"/>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2"/>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2"/>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2"/>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2"/>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2"/>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2"/>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2"/>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2"/>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72"/>
          <p:cNvGrpSpPr/>
          <p:nvPr/>
        </p:nvGrpSpPr>
        <p:grpSpPr>
          <a:xfrm>
            <a:off x="3507658" y="3832256"/>
            <a:ext cx="395474" cy="312491"/>
            <a:chOff x="3507658" y="3832256"/>
            <a:chExt cx="395474" cy="312491"/>
          </a:xfrm>
        </p:grpSpPr>
        <p:sp>
          <p:nvSpPr>
            <p:cNvPr id="12671" name="Google Shape;12671;p72"/>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2"/>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2"/>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72"/>
          <p:cNvGrpSpPr/>
          <p:nvPr/>
        </p:nvGrpSpPr>
        <p:grpSpPr>
          <a:xfrm>
            <a:off x="3962481" y="2901255"/>
            <a:ext cx="365158" cy="365368"/>
            <a:chOff x="3962481" y="2901255"/>
            <a:chExt cx="365158" cy="365368"/>
          </a:xfrm>
        </p:grpSpPr>
        <p:sp>
          <p:nvSpPr>
            <p:cNvPr id="12675" name="Google Shape;12675;p72"/>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2"/>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2"/>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2"/>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2"/>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2"/>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2"/>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2"/>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2"/>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2"/>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2"/>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2"/>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2"/>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2"/>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2"/>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2"/>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2"/>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2"/>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2"/>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72"/>
          <p:cNvGrpSpPr/>
          <p:nvPr/>
        </p:nvGrpSpPr>
        <p:grpSpPr>
          <a:xfrm>
            <a:off x="3520995" y="2925728"/>
            <a:ext cx="365551" cy="316238"/>
            <a:chOff x="3520995" y="2925728"/>
            <a:chExt cx="365551" cy="316238"/>
          </a:xfrm>
        </p:grpSpPr>
        <p:sp>
          <p:nvSpPr>
            <p:cNvPr id="12695" name="Google Shape;12695;p72"/>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2"/>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2"/>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2"/>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2"/>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2"/>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2"/>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2"/>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2"/>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2"/>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2"/>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2"/>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2"/>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2"/>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2"/>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2"/>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2"/>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2"/>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2"/>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2"/>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2"/>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2"/>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2"/>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2"/>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2"/>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2"/>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2"/>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2"/>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2"/>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2"/>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2"/>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2"/>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2"/>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2"/>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2"/>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2"/>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2"/>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2"/>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2"/>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2"/>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72"/>
          <p:cNvGrpSpPr/>
          <p:nvPr/>
        </p:nvGrpSpPr>
        <p:grpSpPr>
          <a:xfrm>
            <a:off x="894378" y="2422038"/>
            <a:ext cx="284926" cy="365237"/>
            <a:chOff x="894378" y="2422038"/>
            <a:chExt cx="284926" cy="365237"/>
          </a:xfrm>
        </p:grpSpPr>
        <p:sp>
          <p:nvSpPr>
            <p:cNvPr id="12736" name="Google Shape;12736;p72"/>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2"/>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2"/>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2"/>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2"/>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2"/>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2"/>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2"/>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2"/>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2"/>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2"/>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2"/>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2"/>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72"/>
          <p:cNvGrpSpPr/>
          <p:nvPr/>
        </p:nvGrpSpPr>
        <p:grpSpPr>
          <a:xfrm>
            <a:off x="3077518" y="2928637"/>
            <a:ext cx="376844" cy="310369"/>
            <a:chOff x="3077518" y="2928637"/>
            <a:chExt cx="376844" cy="310369"/>
          </a:xfrm>
        </p:grpSpPr>
        <p:sp>
          <p:nvSpPr>
            <p:cNvPr id="12750" name="Google Shape;12750;p72"/>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2"/>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2"/>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2"/>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2"/>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2"/>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2"/>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2"/>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2"/>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2"/>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2"/>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2"/>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2"/>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3" name="Google Shape;12763;p72"/>
          <p:cNvGrpSpPr/>
          <p:nvPr/>
        </p:nvGrpSpPr>
        <p:grpSpPr>
          <a:xfrm>
            <a:off x="2637656" y="2901098"/>
            <a:ext cx="365289" cy="365525"/>
            <a:chOff x="2637656" y="2901098"/>
            <a:chExt cx="365289" cy="365525"/>
          </a:xfrm>
        </p:grpSpPr>
        <p:sp>
          <p:nvSpPr>
            <p:cNvPr id="12764" name="Google Shape;12764;p72"/>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2"/>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2"/>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2"/>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2"/>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2"/>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72"/>
          <p:cNvGrpSpPr/>
          <p:nvPr/>
        </p:nvGrpSpPr>
        <p:grpSpPr>
          <a:xfrm>
            <a:off x="2195804" y="2946376"/>
            <a:ext cx="365394" cy="274969"/>
            <a:chOff x="2195804" y="2946376"/>
            <a:chExt cx="365394" cy="274969"/>
          </a:xfrm>
        </p:grpSpPr>
        <p:sp>
          <p:nvSpPr>
            <p:cNvPr id="12771" name="Google Shape;12771;p72"/>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2"/>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2"/>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2"/>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2"/>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2"/>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2"/>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2"/>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2"/>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2"/>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2"/>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2"/>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2"/>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2"/>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2"/>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2"/>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2"/>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2"/>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2"/>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2"/>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2"/>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2"/>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2"/>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2"/>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2"/>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2"/>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2"/>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2"/>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2"/>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72"/>
          <p:cNvGrpSpPr/>
          <p:nvPr/>
        </p:nvGrpSpPr>
        <p:grpSpPr>
          <a:xfrm>
            <a:off x="1312334" y="2901098"/>
            <a:ext cx="377342" cy="365525"/>
            <a:chOff x="1312334" y="2901098"/>
            <a:chExt cx="377342" cy="365525"/>
          </a:xfrm>
        </p:grpSpPr>
        <p:sp>
          <p:nvSpPr>
            <p:cNvPr id="12801" name="Google Shape;12801;p72"/>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2"/>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2"/>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2"/>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2"/>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2"/>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2"/>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72"/>
          <p:cNvGrpSpPr/>
          <p:nvPr/>
        </p:nvGrpSpPr>
        <p:grpSpPr>
          <a:xfrm>
            <a:off x="859660" y="2901229"/>
            <a:ext cx="377133" cy="365341"/>
            <a:chOff x="859660" y="2901229"/>
            <a:chExt cx="377133" cy="365341"/>
          </a:xfrm>
        </p:grpSpPr>
        <p:sp>
          <p:nvSpPr>
            <p:cNvPr id="12809" name="Google Shape;12809;p72"/>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2"/>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2"/>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2"/>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2"/>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2"/>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2"/>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2"/>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2"/>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2"/>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2"/>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2"/>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2"/>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2"/>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2"/>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2"/>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2"/>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2"/>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2"/>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72"/>
          <p:cNvGrpSpPr/>
          <p:nvPr/>
        </p:nvGrpSpPr>
        <p:grpSpPr>
          <a:xfrm>
            <a:off x="3090671" y="3365275"/>
            <a:ext cx="323365" cy="365420"/>
            <a:chOff x="3090671" y="3365275"/>
            <a:chExt cx="323365" cy="365420"/>
          </a:xfrm>
        </p:grpSpPr>
        <p:sp>
          <p:nvSpPr>
            <p:cNvPr id="12829" name="Google Shape;12829;p72"/>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2"/>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2"/>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2"/>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2"/>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2"/>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2"/>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2"/>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2"/>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2"/>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2"/>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2"/>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2"/>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2"/>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2"/>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2"/>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2"/>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2"/>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2"/>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2"/>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2"/>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2"/>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2"/>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2"/>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2"/>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2"/>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2"/>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72"/>
          <p:cNvGrpSpPr/>
          <p:nvPr/>
        </p:nvGrpSpPr>
        <p:grpSpPr>
          <a:xfrm>
            <a:off x="861651" y="4280581"/>
            <a:ext cx="346554" cy="364844"/>
            <a:chOff x="861651" y="4280581"/>
            <a:chExt cx="346554" cy="364844"/>
          </a:xfrm>
        </p:grpSpPr>
        <p:sp>
          <p:nvSpPr>
            <p:cNvPr id="12857" name="Google Shape;12857;p72"/>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2"/>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2"/>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2"/>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2"/>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2"/>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2"/>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2"/>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2"/>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2"/>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2"/>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2"/>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9" name="Google Shape;12869;p72"/>
          <p:cNvGrpSpPr/>
          <p:nvPr/>
        </p:nvGrpSpPr>
        <p:grpSpPr>
          <a:xfrm>
            <a:off x="1385020" y="4280607"/>
            <a:ext cx="330440" cy="364791"/>
            <a:chOff x="1385020" y="4280607"/>
            <a:chExt cx="330440" cy="364791"/>
          </a:xfrm>
        </p:grpSpPr>
        <p:sp>
          <p:nvSpPr>
            <p:cNvPr id="12870" name="Google Shape;12870;p72"/>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2"/>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2"/>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2"/>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2"/>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2"/>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2"/>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2"/>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2"/>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2"/>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2"/>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2"/>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2"/>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2"/>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2"/>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2"/>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2"/>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2"/>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2"/>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2"/>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2"/>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2"/>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2"/>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2"/>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2"/>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2"/>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72"/>
          <p:cNvGrpSpPr/>
          <p:nvPr/>
        </p:nvGrpSpPr>
        <p:grpSpPr>
          <a:xfrm>
            <a:off x="1737836" y="1500941"/>
            <a:ext cx="392016" cy="369560"/>
            <a:chOff x="1737836" y="1500941"/>
            <a:chExt cx="392016" cy="369560"/>
          </a:xfrm>
        </p:grpSpPr>
        <p:sp>
          <p:nvSpPr>
            <p:cNvPr id="12897" name="Google Shape;12897;p72"/>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2"/>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2"/>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2"/>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2"/>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2"/>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2"/>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2"/>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2"/>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2"/>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2"/>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2"/>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2"/>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2"/>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2"/>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2"/>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2"/>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2"/>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2"/>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2"/>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2"/>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2"/>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2"/>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2"/>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2"/>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2"/>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2"/>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2"/>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72"/>
          <p:cNvGrpSpPr/>
          <p:nvPr/>
        </p:nvGrpSpPr>
        <p:grpSpPr>
          <a:xfrm>
            <a:off x="1879330" y="4298346"/>
            <a:ext cx="379884" cy="329182"/>
            <a:chOff x="1879330" y="4298346"/>
            <a:chExt cx="379884" cy="329182"/>
          </a:xfrm>
        </p:grpSpPr>
        <p:sp>
          <p:nvSpPr>
            <p:cNvPr id="12935" name="Google Shape;12935;p72"/>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2"/>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2"/>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2"/>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2"/>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2"/>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2"/>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2"/>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2"/>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2"/>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2"/>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2"/>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2"/>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2"/>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2"/>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2"/>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2"/>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2"/>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2"/>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2"/>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2"/>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2"/>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72"/>
          <p:cNvGrpSpPr/>
          <p:nvPr/>
        </p:nvGrpSpPr>
        <p:grpSpPr>
          <a:xfrm>
            <a:off x="2399816" y="4298215"/>
            <a:ext cx="365394" cy="329706"/>
            <a:chOff x="2399816" y="4298215"/>
            <a:chExt cx="365394" cy="329706"/>
          </a:xfrm>
        </p:grpSpPr>
        <p:sp>
          <p:nvSpPr>
            <p:cNvPr id="12958" name="Google Shape;12958;p72"/>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2"/>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2"/>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2"/>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2"/>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2"/>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2"/>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2"/>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2"/>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2"/>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2"/>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2"/>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2"/>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2"/>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2"/>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2"/>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72"/>
          <p:cNvGrpSpPr/>
          <p:nvPr/>
        </p:nvGrpSpPr>
        <p:grpSpPr>
          <a:xfrm>
            <a:off x="2915743" y="4295071"/>
            <a:ext cx="366547" cy="335968"/>
            <a:chOff x="2915743" y="4295071"/>
            <a:chExt cx="366547" cy="335968"/>
          </a:xfrm>
        </p:grpSpPr>
        <p:sp>
          <p:nvSpPr>
            <p:cNvPr id="12975" name="Google Shape;12975;p72"/>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2"/>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2"/>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2"/>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2"/>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2"/>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2"/>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2"/>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2"/>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2"/>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2"/>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2"/>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2"/>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2"/>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2"/>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2"/>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2"/>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2"/>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2"/>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2"/>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2"/>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2"/>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2"/>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2"/>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2"/>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2"/>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2"/>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2"/>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2"/>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72"/>
          <p:cNvGrpSpPr/>
          <p:nvPr/>
        </p:nvGrpSpPr>
        <p:grpSpPr>
          <a:xfrm>
            <a:off x="5712834" y="3812971"/>
            <a:ext cx="347550" cy="324046"/>
            <a:chOff x="5712834" y="3812971"/>
            <a:chExt cx="347550" cy="324046"/>
          </a:xfrm>
        </p:grpSpPr>
        <p:sp>
          <p:nvSpPr>
            <p:cNvPr id="13005" name="Google Shape;13005;p72"/>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2"/>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2"/>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2"/>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2"/>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2"/>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2"/>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2"/>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2"/>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2"/>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2"/>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2"/>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2"/>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2"/>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2"/>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2"/>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72"/>
          <p:cNvGrpSpPr/>
          <p:nvPr/>
        </p:nvGrpSpPr>
        <p:grpSpPr>
          <a:xfrm>
            <a:off x="6181466" y="3859140"/>
            <a:ext cx="347943" cy="231709"/>
            <a:chOff x="6181466" y="3859140"/>
            <a:chExt cx="347943" cy="231709"/>
          </a:xfrm>
        </p:grpSpPr>
        <p:sp>
          <p:nvSpPr>
            <p:cNvPr id="13022" name="Google Shape;13022;p72"/>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2"/>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2"/>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2"/>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2"/>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2"/>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2"/>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2"/>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2"/>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2"/>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2"/>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2"/>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2"/>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2"/>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72"/>
          <p:cNvGrpSpPr/>
          <p:nvPr/>
        </p:nvGrpSpPr>
        <p:grpSpPr>
          <a:xfrm>
            <a:off x="2656024" y="3365144"/>
            <a:ext cx="298735" cy="365472"/>
            <a:chOff x="2656024" y="3365144"/>
            <a:chExt cx="298735" cy="365472"/>
          </a:xfrm>
        </p:grpSpPr>
        <p:sp>
          <p:nvSpPr>
            <p:cNvPr id="13037" name="Google Shape;13037;p72"/>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2"/>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2"/>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2"/>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2"/>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2"/>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2"/>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2"/>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2"/>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2"/>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2"/>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2"/>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2"/>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2"/>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2"/>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2"/>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2"/>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2"/>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2"/>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2"/>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2"/>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2"/>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2"/>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72"/>
          <p:cNvGrpSpPr/>
          <p:nvPr/>
        </p:nvGrpSpPr>
        <p:grpSpPr>
          <a:xfrm>
            <a:off x="7172235" y="3803355"/>
            <a:ext cx="387561" cy="384312"/>
            <a:chOff x="7172235" y="3803355"/>
            <a:chExt cx="387561" cy="384312"/>
          </a:xfrm>
        </p:grpSpPr>
        <p:sp>
          <p:nvSpPr>
            <p:cNvPr id="13061" name="Google Shape;13061;p72"/>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2"/>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2"/>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2"/>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2"/>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2"/>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2"/>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2"/>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2"/>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2"/>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2"/>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2"/>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2"/>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2"/>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2"/>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2"/>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2"/>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2"/>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2"/>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2"/>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2"/>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2"/>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2"/>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2"/>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2"/>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72"/>
          <p:cNvGrpSpPr/>
          <p:nvPr/>
        </p:nvGrpSpPr>
        <p:grpSpPr>
          <a:xfrm>
            <a:off x="6655443" y="3799215"/>
            <a:ext cx="428280" cy="351638"/>
            <a:chOff x="6655443" y="3799215"/>
            <a:chExt cx="428280" cy="351638"/>
          </a:xfrm>
        </p:grpSpPr>
        <p:sp>
          <p:nvSpPr>
            <p:cNvPr id="13087" name="Google Shape;13087;p72"/>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2"/>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2"/>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2"/>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2"/>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2"/>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2"/>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2"/>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2"/>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2"/>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2"/>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2"/>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2"/>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0" name="Google Shape;13100;p72"/>
          <p:cNvGrpSpPr/>
          <p:nvPr/>
        </p:nvGrpSpPr>
        <p:grpSpPr>
          <a:xfrm>
            <a:off x="5224551" y="3793267"/>
            <a:ext cx="366547" cy="363507"/>
            <a:chOff x="5224551" y="3793267"/>
            <a:chExt cx="366547" cy="363507"/>
          </a:xfrm>
        </p:grpSpPr>
        <p:sp>
          <p:nvSpPr>
            <p:cNvPr id="13101" name="Google Shape;13101;p72"/>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2"/>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2"/>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2"/>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2"/>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2"/>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2"/>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2"/>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2"/>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2"/>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2"/>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2"/>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2"/>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2"/>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72"/>
          <p:cNvGrpSpPr/>
          <p:nvPr/>
        </p:nvGrpSpPr>
        <p:grpSpPr>
          <a:xfrm>
            <a:off x="7075390" y="3349554"/>
            <a:ext cx="375429" cy="363822"/>
            <a:chOff x="7075390" y="3349554"/>
            <a:chExt cx="375429" cy="363822"/>
          </a:xfrm>
        </p:grpSpPr>
        <p:sp>
          <p:nvSpPr>
            <p:cNvPr id="13116" name="Google Shape;13116;p72"/>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2"/>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2"/>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2"/>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2"/>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2"/>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2"/>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2"/>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2"/>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2"/>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2"/>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2"/>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2"/>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2"/>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2"/>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2"/>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2"/>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2"/>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2"/>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72"/>
          <p:cNvGrpSpPr/>
          <p:nvPr/>
        </p:nvGrpSpPr>
        <p:grpSpPr>
          <a:xfrm>
            <a:off x="6641451" y="3400544"/>
            <a:ext cx="363402" cy="261527"/>
            <a:chOff x="6641451" y="3400544"/>
            <a:chExt cx="363402" cy="261527"/>
          </a:xfrm>
        </p:grpSpPr>
        <p:sp>
          <p:nvSpPr>
            <p:cNvPr id="13136" name="Google Shape;13136;p72"/>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2"/>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2"/>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2"/>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2"/>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2"/>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2"/>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2"/>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2"/>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2"/>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2"/>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2"/>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2"/>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2"/>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2"/>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2"/>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2"/>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2"/>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2"/>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72"/>
          <p:cNvGrpSpPr/>
          <p:nvPr/>
        </p:nvGrpSpPr>
        <p:grpSpPr>
          <a:xfrm>
            <a:off x="7658737" y="3349606"/>
            <a:ext cx="110208" cy="363219"/>
            <a:chOff x="7658737" y="3349606"/>
            <a:chExt cx="110208" cy="363219"/>
          </a:xfrm>
        </p:grpSpPr>
        <p:sp>
          <p:nvSpPr>
            <p:cNvPr id="13156" name="Google Shape;13156;p72"/>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2"/>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2"/>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2"/>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72"/>
          <p:cNvGrpSpPr/>
          <p:nvPr/>
        </p:nvGrpSpPr>
        <p:grpSpPr>
          <a:xfrm>
            <a:off x="7975263" y="3383696"/>
            <a:ext cx="363717" cy="295355"/>
            <a:chOff x="7975263" y="3383696"/>
            <a:chExt cx="363717" cy="295355"/>
          </a:xfrm>
        </p:grpSpPr>
        <p:sp>
          <p:nvSpPr>
            <p:cNvPr id="13161" name="Google Shape;13161;p72"/>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2"/>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2"/>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2"/>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2"/>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2"/>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2"/>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2"/>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2"/>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2"/>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2"/>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2"/>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2"/>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2"/>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2"/>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2"/>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2"/>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2"/>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2"/>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2"/>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72"/>
          <p:cNvGrpSpPr/>
          <p:nvPr/>
        </p:nvGrpSpPr>
        <p:grpSpPr>
          <a:xfrm>
            <a:off x="4891988" y="2428300"/>
            <a:ext cx="285424" cy="363507"/>
            <a:chOff x="4891988" y="2428300"/>
            <a:chExt cx="285424" cy="363507"/>
          </a:xfrm>
        </p:grpSpPr>
        <p:sp>
          <p:nvSpPr>
            <p:cNvPr id="13182" name="Google Shape;13182;p72"/>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2"/>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2"/>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2"/>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2"/>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2"/>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2"/>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2"/>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2"/>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2"/>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72"/>
          <p:cNvGrpSpPr/>
          <p:nvPr/>
        </p:nvGrpSpPr>
        <p:grpSpPr>
          <a:xfrm>
            <a:off x="6632909" y="2447821"/>
            <a:ext cx="368302" cy="324361"/>
            <a:chOff x="6632909" y="2447821"/>
            <a:chExt cx="368302" cy="324361"/>
          </a:xfrm>
        </p:grpSpPr>
        <p:sp>
          <p:nvSpPr>
            <p:cNvPr id="13193" name="Google Shape;13193;p72"/>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2"/>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2"/>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2"/>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2"/>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2"/>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2"/>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2"/>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2"/>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2"/>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2"/>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2"/>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2"/>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2"/>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2"/>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72"/>
          <p:cNvGrpSpPr/>
          <p:nvPr/>
        </p:nvGrpSpPr>
        <p:grpSpPr>
          <a:xfrm>
            <a:off x="1754187" y="2901098"/>
            <a:ext cx="365289" cy="365525"/>
            <a:chOff x="1754187" y="2901098"/>
            <a:chExt cx="365289" cy="365525"/>
          </a:xfrm>
        </p:grpSpPr>
        <p:sp>
          <p:nvSpPr>
            <p:cNvPr id="13209" name="Google Shape;13209;p72"/>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2"/>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2"/>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2"/>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2"/>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2"/>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2"/>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2"/>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2"/>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2"/>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2"/>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2"/>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2"/>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2"/>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2"/>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2"/>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2"/>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2"/>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2"/>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8" name="Google Shape;13228;p72"/>
          <p:cNvGrpSpPr/>
          <p:nvPr/>
        </p:nvGrpSpPr>
        <p:grpSpPr>
          <a:xfrm>
            <a:off x="5770820" y="2015349"/>
            <a:ext cx="363507" cy="303032"/>
            <a:chOff x="5770820" y="2015349"/>
            <a:chExt cx="363507" cy="303032"/>
          </a:xfrm>
        </p:grpSpPr>
        <p:sp>
          <p:nvSpPr>
            <p:cNvPr id="13229" name="Google Shape;13229;p72"/>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2"/>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2"/>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2"/>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2"/>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2"/>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2"/>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2"/>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2"/>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2"/>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2"/>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2"/>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2"/>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2"/>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2"/>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2"/>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2"/>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2"/>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2"/>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2"/>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2"/>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2"/>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2"/>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2"/>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2"/>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2"/>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72"/>
          <p:cNvGrpSpPr/>
          <p:nvPr/>
        </p:nvGrpSpPr>
        <p:grpSpPr>
          <a:xfrm>
            <a:off x="5322417" y="1986736"/>
            <a:ext cx="368931" cy="359944"/>
            <a:chOff x="5322417" y="1986736"/>
            <a:chExt cx="368931" cy="359944"/>
          </a:xfrm>
        </p:grpSpPr>
        <p:sp>
          <p:nvSpPr>
            <p:cNvPr id="13256" name="Google Shape;13256;p72"/>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2"/>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2"/>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2"/>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2"/>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2"/>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2"/>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2"/>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2"/>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2"/>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2"/>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2"/>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2"/>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2"/>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2"/>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2"/>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2"/>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2"/>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2"/>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2"/>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2"/>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2"/>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2"/>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9" name="Google Shape;13279;p72"/>
          <p:cNvGrpSpPr/>
          <p:nvPr/>
        </p:nvGrpSpPr>
        <p:grpSpPr>
          <a:xfrm>
            <a:off x="6189641" y="2466268"/>
            <a:ext cx="363298" cy="287572"/>
            <a:chOff x="6189641" y="2466268"/>
            <a:chExt cx="363298" cy="287572"/>
          </a:xfrm>
        </p:grpSpPr>
        <p:sp>
          <p:nvSpPr>
            <p:cNvPr id="13280" name="Google Shape;13280;p72"/>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2"/>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2"/>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2"/>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2"/>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2"/>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2"/>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2"/>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2"/>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2"/>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2"/>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2"/>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2"/>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72"/>
          <p:cNvGrpSpPr/>
          <p:nvPr/>
        </p:nvGrpSpPr>
        <p:grpSpPr>
          <a:xfrm>
            <a:off x="7076255" y="2428248"/>
            <a:ext cx="369455" cy="363638"/>
            <a:chOff x="7076255" y="2428248"/>
            <a:chExt cx="369455" cy="363638"/>
          </a:xfrm>
        </p:grpSpPr>
        <p:sp>
          <p:nvSpPr>
            <p:cNvPr id="13294" name="Google Shape;13294;p72"/>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2"/>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2"/>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2"/>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2"/>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2"/>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2"/>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2"/>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2"/>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2"/>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72"/>
          <p:cNvGrpSpPr/>
          <p:nvPr/>
        </p:nvGrpSpPr>
        <p:grpSpPr>
          <a:xfrm>
            <a:off x="5331090" y="3337029"/>
            <a:ext cx="316238" cy="388688"/>
            <a:chOff x="5331090" y="3337029"/>
            <a:chExt cx="316238" cy="388688"/>
          </a:xfrm>
        </p:grpSpPr>
        <p:sp>
          <p:nvSpPr>
            <p:cNvPr id="13305" name="Google Shape;13305;p72"/>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2"/>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2"/>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2"/>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2"/>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2"/>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2"/>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2"/>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2"/>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2"/>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2"/>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2"/>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2"/>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2"/>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2"/>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2"/>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2"/>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2"/>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2"/>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2"/>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2"/>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2"/>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2"/>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2"/>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2"/>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2"/>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72"/>
          <p:cNvGrpSpPr/>
          <p:nvPr/>
        </p:nvGrpSpPr>
        <p:grpSpPr>
          <a:xfrm>
            <a:off x="7995963" y="1985163"/>
            <a:ext cx="343279" cy="363402"/>
            <a:chOff x="7995963" y="1985163"/>
            <a:chExt cx="343279" cy="363402"/>
          </a:xfrm>
        </p:grpSpPr>
        <p:sp>
          <p:nvSpPr>
            <p:cNvPr id="13332" name="Google Shape;13332;p72"/>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2"/>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2"/>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2"/>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2"/>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2"/>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2"/>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2"/>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2"/>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2"/>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2"/>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2"/>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2"/>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2"/>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2"/>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2"/>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2"/>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2"/>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2"/>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2"/>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2" name="Google Shape;13352;p72"/>
          <p:cNvGrpSpPr/>
          <p:nvPr/>
        </p:nvGrpSpPr>
        <p:grpSpPr>
          <a:xfrm>
            <a:off x="5743255" y="2433410"/>
            <a:ext cx="364162" cy="353236"/>
            <a:chOff x="5743255" y="2433410"/>
            <a:chExt cx="364162" cy="353236"/>
          </a:xfrm>
        </p:grpSpPr>
        <p:sp>
          <p:nvSpPr>
            <p:cNvPr id="13353" name="Google Shape;13353;p72"/>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2"/>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2"/>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2"/>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2"/>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2"/>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2"/>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2"/>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2"/>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2"/>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2"/>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2"/>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2"/>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2"/>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2"/>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2"/>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2"/>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2"/>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2"/>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2"/>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2"/>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72"/>
          <p:cNvGrpSpPr/>
          <p:nvPr/>
        </p:nvGrpSpPr>
        <p:grpSpPr>
          <a:xfrm>
            <a:off x="4885202" y="1999260"/>
            <a:ext cx="363271" cy="335104"/>
            <a:chOff x="4885202" y="1999260"/>
            <a:chExt cx="363271" cy="335104"/>
          </a:xfrm>
        </p:grpSpPr>
        <p:sp>
          <p:nvSpPr>
            <p:cNvPr id="13375" name="Google Shape;13375;p72"/>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2"/>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2"/>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2"/>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2"/>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2"/>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2"/>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2"/>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2"/>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2"/>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2"/>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2"/>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2"/>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2"/>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2"/>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2"/>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2"/>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2"/>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72"/>
          <p:cNvGrpSpPr/>
          <p:nvPr/>
        </p:nvGrpSpPr>
        <p:grpSpPr>
          <a:xfrm>
            <a:off x="7062315" y="2901963"/>
            <a:ext cx="363507" cy="346423"/>
            <a:chOff x="7062315" y="2901963"/>
            <a:chExt cx="363507" cy="346423"/>
          </a:xfrm>
        </p:grpSpPr>
        <p:sp>
          <p:nvSpPr>
            <p:cNvPr id="13394" name="Google Shape;13394;p72"/>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2"/>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2"/>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2"/>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2"/>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2"/>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2"/>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2"/>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2"/>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2"/>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2"/>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2"/>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6" name="Google Shape;13406;p72"/>
          <p:cNvGrpSpPr/>
          <p:nvPr/>
        </p:nvGrpSpPr>
        <p:grpSpPr>
          <a:xfrm>
            <a:off x="7541533" y="1985163"/>
            <a:ext cx="359865" cy="363402"/>
            <a:chOff x="7541533" y="1985163"/>
            <a:chExt cx="359865" cy="363402"/>
          </a:xfrm>
        </p:grpSpPr>
        <p:sp>
          <p:nvSpPr>
            <p:cNvPr id="13407" name="Google Shape;13407;p72"/>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2"/>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2"/>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2"/>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2"/>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2"/>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2"/>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2"/>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2"/>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2"/>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2"/>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2"/>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2"/>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2"/>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2"/>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2"/>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2"/>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2"/>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2"/>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2"/>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2"/>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2"/>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2"/>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72"/>
          <p:cNvGrpSpPr/>
          <p:nvPr/>
        </p:nvGrpSpPr>
        <p:grpSpPr>
          <a:xfrm>
            <a:off x="6602959" y="2908513"/>
            <a:ext cx="363402" cy="333322"/>
            <a:chOff x="6602959" y="2908513"/>
            <a:chExt cx="363402" cy="333322"/>
          </a:xfrm>
        </p:grpSpPr>
        <p:sp>
          <p:nvSpPr>
            <p:cNvPr id="13431" name="Google Shape;13431;p72"/>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2"/>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2"/>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2"/>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2"/>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2"/>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2"/>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2"/>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2"/>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2"/>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2"/>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2"/>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2"/>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2"/>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2"/>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2"/>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2"/>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2"/>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2"/>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2"/>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2"/>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2"/>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2"/>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2"/>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2"/>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2"/>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72"/>
          <p:cNvGrpSpPr/>
          <p:nvPr/>
        </p:nvGrpSpPr>
        <p:grpSpPr>
          <a:xfrm>
            <a:off x="5289454" y="2484138"/>
            <a:ext cx="371840" cy="252068"/>
            <a:chOff x="5289454" y="2484138"/>
            <a:chExt cx="371840" cy="252068"/>
          </a:xfrm>
        </p:grpSpPr>
        <p:sp>
          <p:nvSpPr>
            <p:cNvPr id="13458" name="Google Shape;13458;p72"/>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2"/>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2"/>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2"/>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2"/>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2"/>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2"/>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2"/>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2"/>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2"/>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2"/>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2"/>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2"/>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2"/>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2"/>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2"/>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2"/>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2"/>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2"/>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2"/>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2"/>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2"/>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2"/>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2"/>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2"/>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2"/>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2"/>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2"/>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2"/>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2"/>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2"/>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2"/>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2"/>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72"/>
          <p:cNvGrpSpPr/>
          <p:nvPr/>
        </p:nvGrpSpPr>
        <p:grpSpPr>
          <a:xfrm>
            <a:off x="6215319" y="1985085"/>
            <a:ext cx="360258" cy="363455"/>
            <a:chOff x="6215319" y="1985085"/>
            <a:chExt cx="360258" cy="363455"/>
          </a:xfrm>
        </p:grpSpPr>
        <p:sp>
          <p:nvSpPr>
            <p:cNvPr id="13492" name="Google Shape;13492;p72"/>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2"/>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2"/>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2"/>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2"/>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2"/>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2"/>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2"/>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2"/>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72"/>
          <p:cNvGrpSpPr/>
          <p:nvPr/>
        </p:nvGrpSpPr>
        <p:grpSpPr>
          <a:xfrm>
            <a:off x="5354856" y="1502697"/>
            <a:ext cx="251334" cy="363402"/>
            <a:chOff x="5354856" y="1502697"/>
            <a:chExt cx="251334" cy="363402"/>
          </a:xfrm>
        </p:grpSpPr>
        <p:sp>
          <p:nvSpPr>
            <p:cNvPr id="13502" name="Google Shape;13502;p72"/>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2"/>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2"/>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2"/>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2"/>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2"/>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2"/>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2"/>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2"/>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2"/>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2"/>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2"/>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2"/>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72"/>
          <p:cNvGrpSpPr/>
          <p:nvPr/>
        </p:nvGrpSpPr>
        <p:grpSpPr>
          <a:xfrm>
            <a:off x="7967402" y="2475543"/>
            <a:ext cx="374093" cy="267082"/>
            <a:chOff x="7967402" y="2475543"/>
            <a:chExt cx="374093" cy="267082"/>
          </a:xfrm>
        </p:grpSpPr>
        <p:sp>
          <p:nvSpPr>
            <p:cNvPr id="13516" name="Google Shape;13516;p72"/>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2"/>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2"/>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2"/>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2"/>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2"/>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2"/>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2"/>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2"/>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2"/>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2"/>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2"/>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2"/>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2"/>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2"/>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72"/>
          <p:cNvGrpSpPr/>
          <p:nvPr/>
        </p:nvGrpSpPr>
        <p:grpSpPr>
          <a:xfrm>
            <a:off x="7526624" y="2460686"/>
            <a:ext cx="363979" cy="298604"/>
            <a:chOff x="7526624" y="2460686"/>
            <a:chExt cx="363979" cy="298604"/>
          </a:xfrm>
        </p:grpSpPr>
        <p:sp>
          <p:nvSpPr>
            <p:cNvPr id="13532" name="Google Shape;13532;p72"/>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2"/>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2"/>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2"/>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2"/>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2"/>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2"/>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2"/>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2"/>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2"/>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2"/>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2"/>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2"/>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2"/>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2"/>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2"/>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2"/>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2"/>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2"/>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1" name="Google Shape;13551;p72"/>
          <p:cNvGrpSpPr/>
          <p:nvPr/>
        </p:nvGrpSpPr>
        <p:grpSpPr>
          <a:xfrm>
            <a:off x="7108353" y="1985085"/>
            <a:ext cx="346161" cy="363481"/>
            <a:chOff x="7108353" y="1985085"/>
            <a:chExt cx="346161" cy="363481"/>
          </a:xfrm>
        </p:grpSpPr>
        <p:sp>
          <p:nvSpPr>
            <p:cNvPr id="13552" name="Google Shape;13552;p72"/>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2"/>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2"/>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2"/>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2"/>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2"/>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2"/>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2"/>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2"/>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2"/>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2"/>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2"/>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2"/>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2"/>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2"/>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2"/>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2"/>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9" name="Google Shape;13569;p72"/>
          <p:cNvGrpSpPr/>
          <p:nvPr/>
        </p:nvGrpSpPr>
        <p:grpSpPr>
          <a:xfrm>
            <a:off x="6139594" y="2917448"/>
            <a:ext cx="371578" cy="315347"/>
            <a:chOff x="6139594" y="2917448"/>
            <a:chExt cx="371578" cy="315347"/>
          </a:xfrm>
        </p:grpSpPr>
        <p:sp>
          <p:nvSpPr>
            <p:cNvPr id="13570" name="Google Shape;13570;p72"/>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2"/>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2"/>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2"/>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2"/>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2"/>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2"/>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2"/>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72"/>
          <p:cNvGrpSpPr/>
          <p:nvPr/>
        </p:nvGrpSpPr>
        <p:grpSpPr>
          <a:xfrm>
            <a:off x="7539253" y="2893395"/>
            <a:ext cx="328186" cy="363429"/>
            <a:chOff x="7539253" y="2893395"/>
            <a:chExt cx="328186" cy="363429"/>
          </a:xfrm>
        </p:grpSpPr>
        <p:sp>
          <p:nvSpPr>
            <p:cNvPr id="13579" name="Google Shape;13579;p72"/>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2"/>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2"/>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2"/>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2"/>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2"/>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2"/>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2"/>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2"/>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2"/>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2"/>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2"/>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2"/>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2"/>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2"/>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4" name="Google Shape;13594;p72"/>
          <p:cNvGrpSpPr/>
          <p:nvPr/>
        </p:nvGrpSpPr>
        <p:grpSpPr>
          <a:xfrm>
            <a:off x="8004138" y="2893421"/>
            <a:ext cx="317365" cy="363402"/>
            <a:chOff x="8004138" y="2893421"/>
            <a:chExt cx="317365" cy="363402"/>
          </a:xfrm>
        </p:grpSpPr>
        <p:sp>
          <p:nvSpPr>
            <p:cNvPr id="13595" name="Google Shape;13595;p72"/>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2"/>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2"/>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2"/>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2"/>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2"/>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2"/>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2"/>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2"/>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2"/>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2"/>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2"/>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2"/>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2"/>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2"/>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2"/>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2"/>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2"/>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2"/>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2"/>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2"/>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2"/>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2"/>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72"/>
          <p:cNvGrpSpPr/>
          <p:nvPr/>
        </p:nvGrpSpPr>
        <p:grpSpPr>
          <a:xfrm>
            <a:off x="5683016" y="2893499"/>
            <a:ext cx="365551" cy="363376"/>
            <a:chOff x="5683016" y="2893499"/>
            <a:chExt cx="365551" cy="363376"/>
          </a:xfrm>
        </p:grpSpPr>
        <p:sp>
          <p:nvSpPr>
            <p:cNvPr id="13619" name="Google Shape;13619;p72"/>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2"/>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2"/>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2"/>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2"/>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2"/>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2"/>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2"/>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2"/>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2"/>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2"/>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2"/>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2"/>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2"/>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2"/>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72"/>
          <p:cNvGrpSpPr/>
          <p:nvPr/>
        </p:nvGrpSpPr>
        <p:grpSpPr>
          <a:xfrm>
            <a:off x="4891622" y="1502697"/>
            <a:ext cx="255841" cy="363402"/>
            <a:chOff x="4891622" y="1502697"/>
            <a:chExt cx="255841" cy="363402"/>
          </a:xfrm>
        </p:grpSpPr>
        <p:sp>
          <p:nvSpPr>
            <p:cNvPr id="13635" name="Google Shape;13635;p72"/>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2"/>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2"/>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2"/>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2"/>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2"/>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2"/>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2"/>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2"/>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2"/>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2"/>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2"/>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2"/>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2"/>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2"/>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2"/>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72"/>
          <p:cNvGrpSpPr/>
          <p:nvPr/>
        </p:nvGrpSpPr>
        <p:grpSpPr>
          <a:xfrm>
            <a:off x="6281219" y="1502697"/>
            <a:ext cx="243919" cy="363402"/>
            <a:chOff x="6281219" y="1502697"/>
            <a:chExt cx="243919" cy="363402"/>
          </a:xfrm>
        </p:grpSpPr>
        <p:sp>
          <p:nvSpPr>
            <p:cNvPr id="13652" name="Google Shape;13652;p72"/>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2"/>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2"/>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2"/>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2"/>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2"/>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2"/>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2"/>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2"/>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2"/>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2"/>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2"/>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2"/>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2"/>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6" name="Google Shape;13666;p72"/>
          <p:cNvGrpSpPr/>
          <p:nvPr/>
        </p:nvGrpSpPr>
        <p:grpSpPr>
          <a:xfrm>
            <a:off x="4888713" y="3349868"/>
            <a:ext cx="311469" cy="363167"/>
            <a:chOff x="4888713" y="3349868"/>
            <a:chExt cx="311469" cy="363167"/>
          </a:xfrm>
        </p:grpSpPr>
        <p:sp>
          <p:nvSpPr>
            <p:cNvPr id="13667" name="Google Shape;13667;p72"/>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2"/>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2"/>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2"/>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2"/>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2"/>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2"/>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2"/>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2"/>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2"/>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2"/>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2"/>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2"/>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2"/>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2"/>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72"/>
          <p:cNvGrpSpPr/>
          <p:nvPr/>
        </p:nvGrpSpPr>
        <p:grpSpPr>
          <a:xfrm>
            <a:off x="6196821" y="3409296"/>
            <a:ext cx="363402" cy="243971"/>
            <a:chOff x="6196821" y="3409296"/>
            <a:chExt cx="363402" cy="243971"/>
          </a:xfrm>
        </p:grpSpPr>
        <p:sp>
          <p:nvSpPr>
            <p:cNvPr id="13683" name="Google Shape;13683;p72"/>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2"/>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2"/>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2"/>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2"/>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2"/>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2"/>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2"/>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2"/>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2"/>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2"/>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2"/>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2"/>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2"/>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2"/>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2"/>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72"/>
          <p:cNvGrpSpPr/>
          <p:nvPr/>
        </p:nvGrpSpPr>
        <p:grpSpPr>
          <a:xfrm>
            <a:off x="5818221" y="1502697"/>
            <a:ext cx="252723" cy="363402"/>
            <a:chOff x="5818221" y="1502697"/>
            <a:chExt cx="252723" cy="363402"/>
          </a:xfrm>
        </p:grpSpPr>
        <p:sp>
          <p:nvSpPr>
            <p:cNvPr id="13700" name="Google Shape;13700;p72"/>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2"/>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2"/>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2"/>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2"/>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2"/>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2"/>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2"/>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2"/>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2"/>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2"/>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2"/>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2"/>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2"/>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2"/>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72"/>
          <p:cNvGrpSpPr/>
          <p:nvPr/>
        </p:nvGrpSpPr>
        <p:grpSpPr>
          <a:xfrm>
            <a:off x="6660814" y="1985085"/>
            <a:ext cx="355096" cy="363481"/>
            <a:chOff x="6660814" y="1985085"/>
            <a:chExt cx="355096" cy="363481"/>
          </a:xfrm>
        </p:grpSpPr>
        <p:sp>
          <p:nvSpPr>
            <p:cNvPr id="13716" name="Google Shape;13716;p72"/>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2"/>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2"/>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2"/>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2"/>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2"/>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2"/>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2"/>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2"/>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2"/>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2"/>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2"/>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2"/>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2"/>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2"/>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2"/>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2"/>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2"/>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2"/>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2"/>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2"/>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2"/>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2"/>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2"/>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2"/>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2"/>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2"/>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2"/>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2"/>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72"/>
          <p:cNvGrpSpPr/>
          <p:nvPr/>
        </p:nvGrpSpPr>
        <p:grpSpPr>
          <a:xfrm>
            <a:off x="7226448" y="1502697"/>
            <a:ext cx="198379" cy="363402"/>
            <a:chOff x="7226448" y="1502697"/>
            <a:chExt cx="198379" cy="363402"/>
          </a:xfrm>
        </p:grpSpPr>
        <p:sp>
          <p:nvSpPr>
            <p:cNvPr id="13746" name="Google Shape;13746;p72"/>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2"/>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2"/>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2"/>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2"/>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2"/>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2"/>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2"/>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2"/>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2"/>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2"/>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2"/>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2"/>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2"/>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72"/>
          <p:cNvGrpSpPr/>
          <p:nvPr/>
        </p:nvGrpSpPr>
        <p:grpSpPr>
          <a:xfrm>
            <a:off x="8169030" y="1502566"/>
            <a:ext cx="158001" cy="363533"/>
            <a:chOff x="8169030" y="1502566"/>
            <a:chExt cx="158001" cy="363533"/>
          </a:xfrm>
        </p:grpSpPr>
        <p:sp>
          <p:nvSpPr>
            <p:cNvPr id="13761" name="Google Shape;13761;p72"/>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2"/>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2"/>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2"/>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2"/>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2"/>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2"/>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2"/>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2"/>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2"/>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2"/>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2"/>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2"/>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72"/>
          <p:cNvGrpSpPr/>
          <p:nvPr/>
        </p:nvGrpSpPr>
        <p:grpSpPr>
          <a:xfrm>
            <a:off x="7706661" y="1502697"/>
            <a:ext cx="160281" cy="363402"/>
            <a:chOff x="7706661" y="1502697"/>
            <a:chExt cx="160281" cy="363402"/>
          </a:xfrm>
        </p:grpSpPr>
        <p:sp>
          <p:nvSpPr>
            <p:cNvPr id="13775" name="Google Shape;13775;p72"/>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2"/>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2"/>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2"/>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2"/>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2"/>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2"/>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2"/>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2"/>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2"/>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2"/>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2"/>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2"/>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2"/>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72"/>
          <p:cNvGrpSpPr/>
          <p:nvPr/>
        </p:nvGrpSpPr>
        <p:grpSpPr>
          <a:xfrm>
            <a:off x="6753519" y="1502671"/>
            <a:ext cx="225158" cy="365184"/>
            <a:chOff x="6753519" y="1502671"/>
            <a:chExt cx="225158" cy="365184"/>
          </a:xfrm>
        </p:grpSpPr>
        <p:sp>
          <p:nvSpPr>
            <p:cNvPr id="13790" name="Google Shape;13790;p72"/>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2"/>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2"/>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2"/>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2"/>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2"/>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2"/>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2"/>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2"/>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72"/>
          <p:cNvGrpSpPr/>
          <p:nvPr/>
        </p:nvGrpSpPr>
        <p:grpSpPr>
          <a:xfrm>
            <a:off x="5751876" y="3437411"/>
            <a:ext cx="363769" cy="187924"/>
            <a:chOff x="5751876" y="3437411"/>
            <a:chExt cx="363769" cy="187924"/>
          </a:xfrm>
        </p:grpSpPr>
        <p:sp>
          <p:nvSpPr>
            <p:cNvPr id="13800" name="Google Shape;13800;p72"/>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2"/>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2"/>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2"/>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2"/>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2"/>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2"/>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2"/>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2"/>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2"/>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2"/>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2"/>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2"/>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2"/>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2"/>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2"/>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2"/>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2"/>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2"/>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2"/>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2"/>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2"/>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2"/>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2"/>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2"/>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2"/>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2"/>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2"/>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72"/>
          <p:cNvGrpSpPr/>
          <p:nvPr/>
        </p:nvGrpSpPr>
        <p:grpSpPr>
          <a:xfrm>
            <a:off x="7660518" y="3800289"/>
            <a:ext cx="304263" cy="363664"/>
            <a:chOff x="7660518" y="3800289"/>
            <a:chExt cx="304263" cy="363664"/>
          </a:xfrm>
        </p:grpSpPr>
        <p:sp>
          <p:nvSpPr>
            <p:cNvPr id="13829" name="Google Shape;13829;p72"/>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2"/>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2"/>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2"/>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2"/>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2"/>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2"/>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2"/>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2"/>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2"/>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72"/>
          <p:cNvGrpSpPr/>
          <p:nvPr/>
        </p:nvGrpSpPr>
        <p:grpSpPr>
          <a:xfrm>
            <a:off x="5223660" y="2893473"/>
            <a:ext cx="365551" cy="363271"/>
            <a:chOff x="5223660" y="2893473"/>
            <a:chExt cx="365551" cy="363271"/>
          </a:xfrm>
        </p:grpSpPr>
        <p:sp>
          <p:nvSpPr>
            <p:cNvPr id="13840" name="Google Shape;13840;p72"/>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2"/>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2"/>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2"/>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2"/>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2"/>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2"/>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2"/>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2"/>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2"/>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2"/>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2"/>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2"/>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2"/>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72"/>
          <p:cNvGrpSpPr/>
          <p:nvPr/>
        </p:nvGrpSpPr>
        <p:grpSpPr>
          <a:xfrm>
            <a:off x="4864057" y="2893421"/>
            <a:ext cx="166700" cy="363271"/>
            <a:chOff x="4864057" y="2893421"/>
            <a:chExt cx="166700" cy="363271"/>
          </a:xfrm>
        </p:grpSpPr>
        <p:sp>
          <p:nvSpPr>
            <p:cNvPr id="13855" name="Google Shape;13855;p72"/>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2"/>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2"/>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2"/>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2"/>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2"/>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2"/>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2"/>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2"/>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2"/>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2"/>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2"/>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2"/>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71" name="Shape 13871"/>
        <p:cNvGrpSpPr/>
        <p:nvPr/>
      </p:nvGrpSpPr>
      <p:grpSpPr>
        <a:xfrm>
          <a:off x="0" y="0"/>
          <a:ext cx="0" cy="0"/>
          <a:chOff x="0" y="0"/>
          <a:chExt cx="0" cy="0"/>
        </a:xfrm>
      </p:grpSpPr>
      <p:sp>
        <p:nvSpPr>
          <p:cNvPr id="13872" name="Google Shape;13872;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3873" name="Google Shape;13873;p7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4" name="Google Shape;13874;p73"/>
          <p:cNvGrpSpPr/>
          <p:nvPr/>
        </p:nvGrpSpPr>
        <p:grpSpPr>
          <a:xfrm>
            <a:off x="4132674" y="2896128"/>
            <a:ext cx="361261" cy="357748"/>
            <a:chOff x="4132674" y="2896128"/>
            <a:chExt cx="361261" cy="357748"/>
          </a:xfrm>
        </p:grpSpPr>
        <p:sp>
          <p:nvSpPr>
            <p:cNvPr id="13875" name="Google Shape;13875;p73"/>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3"/>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3"/>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73"/>
          <p:cNvGrpSpPr/>
          <p:nvPr/>
        </p:nvGrpSpPr>
        <p:grpSpPr>
          <a:xfrm>
            <a:off x="8018284" y="2896075"/>
            <a:ext cx="248363" cy="357801"/>
            <a:chOff x="8018284" y="2896075"/>
            <a:chExt cx="248363" cy="357801"/>
          </a:xfrm>
        </p:grpSpPr>
        <p:sp>
          <p:nvSpPr>
            <p:cNvPr id="13879" name="Google Shape;13879;p73"/>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3"/>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3"/>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3"/>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3"/>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3"/>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3"/>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73"/>
          <p:cNvGrpSpPr/>
          <p:nvPr/>
        </p:nvGrpSpPr>
        <p:grpSpPr>
          <a:xfrm>
            <a:off x="4680149" y="2896128"/>
            <a:ext cx="360448" cy="357748"/>
            <a:chOff x="4680149" y="2896128"/>
            <a:chExt cx="360448" cy="357748"/>
          </a:xfrm>
        </p:grpSpPr>
        <p:sp>
          <p:nvSpPr>
            <p:cNvPr id="13887" name="Google Shape;13887;p73"/>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3"/>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3"/>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3"/>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3"/>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73"/>
          <p:cNvGrpSpPr/>
          <p:nvPr/>
        </p:nvGrpSpPr>
        <p:grpSpPr>
          <a:xfrm>
            <a:off x="7504703" y="2896049"/>
            <a:ext cx="181259" cy="357827"/>
            <a:chOff x="7504703" y="2896049"/>
            <a:chExt cx="181259" cy="357827"/>
          </a:xfrm>
        </p:grpSpPr>
        <p:sp>
          <p:nvSpPr>
            <p:cNvPr id="13893" name="Google Shape;13893;p73"/>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3"/>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3"/>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3"/>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3"/>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3"/>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3"/>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3"/>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3"/>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3"/>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3"/>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4" name="Google Shape;13904;p73"/>
          <p:cNvGrpSpPr/>
          <p:nvPr/>
        </p:nvGrpSpPr>
        <p:grpSpPr>
          <a:xfrm>
            <a:off x="4680751" y="1499971"/>
            <a:ext cx="374341" cy="364590"/>
            <a:chOff x="4680751" y="1499971"/>
            <a:chExt cx="374341" cy="364590"/>
          </a:xfrm>
        </p:grpSpPr>
        <p:sp>
          <p:nvSpPr>
            <p:cNvPr id="13905" name="Google Shape;13905;p73"/>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3"/>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3"/>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3"/>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3"/>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3"/>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3"/>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3"/>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3"/>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3"/>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3"/>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3"/>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3"/>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3"/>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3"/>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3"/>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3"/>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3"/>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73"/>
          <p:cNvGrpSpPr/>
          <p:nvPr/>
        </p:nvGrpSpPr>
        <p:grpSpPr>
          <a:xfrm>
            <a:off x="853281" y="1499867"/>
            <a:ext cx="374917" cy="364668"/>
            <a:chOff x="853281" y="1499867"/>
            <a:chExt cx="374917" cy="364668"/>
          </a:xfrm>
        </p:grpSpPr>
        <p:sp>
          <p:nvSpPr>
            <p:cNvPr id="13924" name="Google Shape;13924;p73"/>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3"/>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3"/>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3"/>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3"/>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3"/>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3"/>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3"/>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3"/>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3"/>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3"/>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3"/>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3"/>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3"/>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3"/>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3"/>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3"/>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3"/>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3"/>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3"/>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3"/>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3"/>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3"/>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73"/>
          <p:cNvGrpSpPr/>
          <p:nvPr/>
        </p:nvGrpSpPr>
        <p:grpSpPr>
          <a:xfrm>
            <a:off x="6330671" y="1551243"/>
            <a:ext cx="365245" cy="261968"/>
            <a:chOff x="6330671" y="1551243"/>
            <a:chExt cx="365245" cy="261968"/>
          </a:xfrm>
        </p:grpSpPr>
        <p:sp>
          <p:nvSpPr>
            <p:cNvPr id="13948" name="Google Shape;13948;p73"/>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3"/>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3"/>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3"/>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3"/>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3"/>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3"/>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3"/>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3"/>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3"/>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3"/>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3"/>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3"/>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3"/>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3"/>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3"/>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3"/>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3"/>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3"/>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7" name="Google Shape;13967;p73"/>
          <p:cNvGrpSpPr/>
          <p:nvPr/>
        </p:nvGrpSpPr>
        <p:grpSpPr>
          <a:xfrm>
            <a:off x="3596131" y="1508648"/>
            <a:ext cx="367630" cy="347289"/>
            <a:chOff x="3596131" y="1508648"/>
            <a:chExt cx="367630" cy="347289"/>
          </a:xfrm>
        </p:grpSpPr>
        <p:sp>
          <p:nvSpPr>
            <p:cNvPr id="13968" name="Google Shape;13968;p73"/>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3"/>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3"/>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3"/>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3"/>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3"/>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3"/>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3"/>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3"/>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3"/>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3"/>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3"/>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3"/>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3"/>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3"/>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3"/>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3"/>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73"/>
          <p:cNvGrpSpPr/>
          <p:nvPr/>
        </p:nvGrpSpPr>
        <p:grpSpPr>
          <a:xfrm>
            <a:off x="6322493" y="2422415"/>
            <a:ext cx="375809" cy="349019"/>
            <a:chOff x="6322493" y="2422415"/>
            <a:chExt cx="375809" cy="349019"/>
          </a:xfrm>
        </p:grpSpPr>
        <p:sp>
          <p:nvSpPr>
            <p:cNvPr id="13986" name="Google Shape;13986;p73"/>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3"/>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3"/>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3"/>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3"/>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73"/>
          <p:cNvGrpSpPr/>
          <p:nvPr/>
        </p:nvGrpSpPr>
        <p:grpSpPr>
          <a:xfrm>
            <a:off x="2493449" y="2915682"/>
            <a:ext cx="357853" cy="318665"/>
            <a:chOff x="2493449" y="2915682"/>
            <a:chExt cx="357853" cy="318665"/>
          </a:xfrm>
        </p:grpSpPr>
        <p:sp>
          <p:nvSpPr>
            <p:cNvPr id="13992" name="Google Shape;13992;p73"/>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3"/>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3"/>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3"/>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3"/>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3"/>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3"/>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3"/>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3"/>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1" name="Google Shape;14001;p73"/>
          <p:cNvGrpSpPr/>
          <p:nvPr/>
        </p:nvGrpSpPr>
        <p:grpSpPr>
          <a:xfrm>
            <a:off x="1399523" y="2966141"/>
            <a:ext cx="359583" cy="217695"/>
            <a:chOff x="1399523" y="2966141"/>
            <a:chExt cx="359583" cy="217695"/>
          </a:xfrm>
        </p:grpSpPr>
        <p:sp>
          <p:nvSpPr>
            <p:cNvPr id="14002" name="Google Shape;14002;p73"/>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3"/>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3"/>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3"/>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3"/>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3"/>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3"/>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3"/>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3"/>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3"/>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3"/>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3" name="Google Shape;14013;p73"/>
          <p:cNvGrpSpPr/>
          <p:nvPr/>
        </p:nvGrpSpPr>
        <p:grpSpPr>
          <a:xfrm>
            <a:off x="872232" y="2888710"/>
            <a:ext cx="328810" cy="369911"/>
            <a:chOff x="872232" y="2888710"/>
            <a:chExt cx="328810" cy="369911"/>
          </a:xfrm>
        </p:grpSpPr>
        <p:sp>
          <p:nvSpPr>
            <p:cNvPr id="14014" name="Google Shape;14014;p73"/>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3"/>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3"/>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3"/>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3"/>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3"/>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3"/>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3"/>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3"/>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3"/>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3"/>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73"/>
          <p:cNvGrpSpPr/>
          <p:nvPr/>
        </p:nvGrpSpPr>
        <p:grpSpPr>
          <a:xfrm>
            <a:off x="5815045" y="2896128"/>
            <a:ext cx="281181" cy="357958"/>
            <a:chOff x="5815045" y="2896128"/>
            <a:chExt cx="281181" cy="357958"/>
          </a:xfrm>
        </p:grpSpPr>
        <p:sp>
          <p:nvSpPr>
            <p:cNvPr id="14026" name="Google Shape;14026;p73"/>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3"/>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3"/>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3"/>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3"/>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3"/>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73"/>
          <p:cNvGrpSpPr/>
          <p:nvPr/>
        </p:nvGrpSpPr>
        <p:grpSpPr>
          <a:xfrm>
            <a:off x="5238894" y="2896102"/>
            <a:ext cx="336437" cy="357774"/>
            <a:chOff x="5238894" y="2896102"/>
            <a:chExt cx="336437" cy="357774"/>
          </a:xfrm>
        </p:grpSpPr>
        <p:sp>
          <p:nvSpPr>
            <p:cNvPr id="14033" name="Google Shape;14033;p73"/>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3"/>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3"/>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3"/>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3"/>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3"/>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3"/>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73"/>
          <p:cNvGrpSpPr/>
          <p:nvPr/>
        </p:nvGrpSpPr>
        <p:grpSpPr>
          <a:xfrm>
            <a:off x="5226994" y="1499919"/>
            <a:ext cx="374786" cy="364616"/>
            <a:chOff x="5226994" y="1499919"/>
            <a:chExt cx="374786" cy="364616"/>
          </a:xfrm>
        </p:grpSpPr>
        <p:sp>
          <p:nvSpPr>
            <p:cNvPr id="14041" name="Google Shape;14041;p73"/>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3"/>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3"/>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3"/>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3"/>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3"/>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3"/>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3"/>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3"/>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3"/>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3"/>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3"/>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3"/>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3"/>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3"/>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3"/>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3"/>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3"/>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3"/>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3"/>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73"/>
          <p:cNvGrpSpPr/>
          <p:nvPr/>
        </p:nvGrpSpPr>
        <p:grpSpPr>
          <a:xfrm>
            <a:off x="5785923" y="2409807"/>
            <a:ext cx="352794" cy="374262"/>
            <a:chOff x="5785923" y="2409807"/>
            <a:chExt cx="352794" cy="374262"/>
          </a:xfrm>
        </p:grpSpPr>
        <p:sp>
          <p:nvSpPr>
            <p:cNvPr id="14062" name="Google Shape;14062;p73"/>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3"/>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3"/>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3"/>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3"/>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3"/>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73"/>
          <p:cNvGrpSpPr/>
          <p:nvPr/>
        </p:nvGrpSpPr>
        <p:grpSpPr>
          <a:xfrm>
            <a:off x="3587376" y="2937884"/>
            <a:ext cx="357853" cy="274235"/>
            <a:chOff x="3587376" y="2937884"/>
            <a:chExt cx="357853" cy="274235"/>
          </a:xfrm>
        </p:grpSpPr>
        <p:sp>
          <p:nvSpPr>
            <p:cNvPr id="14069" name="Google Shape;14069;p73"/>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3"/>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3"/>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3"/>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3"/>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3"/>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3"/>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3"/>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3"/>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3"/>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3"/>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3"/>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3"/>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73"/>
          <p:cNvGrpSpPr/>
          <p:nvPr/>
        </p:nvGrpSpPr>
        <p:grpSpPr>
          <a:xfrm>
            <a:off x="1944035" y="2896128"/>
            <a:ext cx="362650" cy="357748"/>
            <a:chOff x="1944035" y="2896128"/>
            <a:chExt cx="362650" cy="357748"/>
          </a:xfrm>
        </p:grpSpPr>
        <p:sp>
          <p:nvSpPr>
            <p:cNvPr id="14083" name="Google Shape;14083;p73"/>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3"/>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3"/>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3"/>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3"/>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3"/>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3"/>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3"/>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3"/>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3"/>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3"/>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3"/>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3"/>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3"/>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3"/>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73"/>
          <p:cNvGrpSpPr/>
          <p:nvPr/>
        </p:nvGrpSpPr>
        <p:grpSpPr>
          <a:xfrm>
            <a:off x="3030832" y="2903048"/>
            <a:ext cx="378115" cy="344118"/>
            <a:chOff x="3030832" y="2903048"/>
            <a:chExt cx="378115" cy="344118"/>
          </a:xfrm>
        </p:grpSpPr>
        <p:sp>
          <p:nvSpPr>
            <p:cNvPr id="14099" name="Google Shape;14099;p73"/>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3"/>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3"/>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3"/>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3"/>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3"/>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3"/>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3"/>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3"/>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3"/>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3"/>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73"/>
          <p:cNvGrpSpPr/>
          <p:nvPr/>
        </p:nvGrpSpPr>
        <p:grpSpPr>
          <a:xfrm>
            <a:off x="3036546" y="2430122"/>
            <a:ext cx="379400" cy="333528"/>
            <a:chOff x="3036546" y="2430122"/>
            <a:chExt cx="379400" cy="333528"/>
          </a:xfrm>
        </p:grpSpPr>
        <p:sp>
          <p:nvSpPr>
            <p:cNvPr id="14111" name="Google Shape;14111;p73"/>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3"/>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3"/>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3"/>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3"/>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3"/>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3"/>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73"/>
          <p:cNvGrpSpPr/>
          <p:nvPr/>
        </p:nvGrpSpPr>
        <p:grpSpPr>
          <a:xfrm>
            <a:off x="1944350" y="2476964"/>
            <a:ext cx="375546" cy="240106"/>
            <a:chOff x="1944350" y="2476964"/>
            <a:chExt cx="375546" cy="240106"/>
          </a:xfrm>
        </p:grpSpPr>
        <p:sp>
          <p:nvSpPr>
            <p:cNvPr id="14119" name="Google Shape;14119;p73"/>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3"/>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3"/>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3"/>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3"/>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3"/>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3"/>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3"/>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73"/>
          <p:cNvGrpSpPr/>
          <p:nvPr/>
        </p:nvGrpSpPr>
        <p:grpSpPr>
          <a:xfrm>
            <a:off x="7962635" y="2411695"/>
            <a:ext cx="376752" cy="370540"/>
            <a:chOff x="7962635" y="2411695"/>
            <a:chExt cx="376752" cy="370540"/>
          </a:xfrm>
        </p:grpSpPr>
        <p:sp>
          <p:nvSpPr>
            <p:cNvPr id="14128" name="Google Shape;14128;p73"/>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3"/>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3"/>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3"/>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3"/>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3"/>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3"/>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3"/>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3"/>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73"/>
          <p:cNvGrpSpPr/>
          <p:nvPr/>
        </p:nvGrpSpPr>
        <p:grpSpPr>
          <a:xfrm>
            <a:off x="6869626" y="2451197"/>
            <a:ext cx="374341" cy="291535"/>
            <a:chOff x="6869626" y="2451197"/>
            <a:chExt cx="374341" cy="291535"/>
          </a:xfrm>
        </p:grpSpPr>
        <p:sp>
          <p:nvSpPr>
            <p:cNvPr id="14138" name="Google Shape;14138;p73"/>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3"/>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3"/>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3"/>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3"/>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3"/>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3"/>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3"/>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3"/>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3"/>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73"/>
          <p:cNvGrpSpPr/>
          <p:nvPr/>
        </p:nvGrpSpPr>
        <p:grpSpPr>
          <a:xfrm>
            <a:off x="6321261" y="2896154"/>
            <a:ext cx="359426" cy="357722"/>
            <a:chOff x="6321261" y="2896154"/>
            <a:chExt cx="359426" cy="357722"/>
          </a:xfrm>
        </p:grpSpPr>
        <p:sp>
          <p:nvSpPr>
            <p:cNvPr id="14149" name="Google Shape;14149;p73"/>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3"/>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3"/>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3"/>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3"/>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3"/>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3"/>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3"/>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3"/>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3"/>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3"/>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73"/>
          <p:cNvGrpSpPr/>
          <p:nvPr/>
        </p:nvGrpSpPr>
        <p:grpSpPr>
          <a:xfrm>
            <a:off x="5245867" y="2409781"/>
            <a:ext cx="347447" cy="374341"/>
            <a:chOff x="5245867" y="2409781"/>
            <a:chExt cx="347447" cy="374341"/>
          </a:xfrm>
        </p:grpSpPr>
        <p:sp>
          <p:nvSpPr>
            <p:cNvPr id="14161" name="Google Shape;14161;p73"/>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3"/>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3"/>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3"/>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3"/>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3"/>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3"/>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3"/>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3"/>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73"/>
          <p:cNvGrpSpPr/>
          <p:nvPr/>
        </p:nvGrpSpPr>
        <p:grpSpPr>
          <a:xfrm>
            <a:off x="5782699" y="1500050"/>
            <a:ext cx="367158" cy="364301"/>
            <a:chOff x="5782699" y="1500050"/>
            <a:chExt cx="367158" cy="364301"/>
          </a:xfrm>
        </p:grpSpPr>
        <p:sp>
          <p:nvSpPr>
            <p:cNvPr id="14171" name="Google Shape;14171;p73"/>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3"/>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3"/>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3"/>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3"/>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3"/>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3"/>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3"/>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3"/>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3"/>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3"/>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3"/>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3"/>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3"/>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3"/>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3"/>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3"/>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3"/>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3"/>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0" name="Google Shape;14190;p73"/>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1" name="Google Shape;14191;p73"/>
          <p:cNvGrpSpPr/>
          <p:nvPr/>
        </p:nvGrpSpPr>
        <p:grpSpPr>
          <a:xfrm>
            <a:off x="3048709" y="1523327"/>
            <a:ext cx="366241" cy="317800"/>
            <a:chOff x="3048709" y="1523327"/>
            <a:chExt cx="366241" cy="317800"/>
          </a:xfrm>
        </p:grpSpPr>
        <p:sp>
          <p:nvSpPr>
            <p:cNvPr id="14192" name="Google Shape;14192;p73"/>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3"/>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3"/>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3"/>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3"/>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3"/>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3"/>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3"/>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3"/>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3"/>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73"/>
          <p:cNvGrpSpPr/>
          <p:nvPr/>
        </p:nvGrpSpPr>
        <p:grpSpPr>
          <a:xfrm>
            <a:off x="7423706" y="1506760"/>
            <a:ext cx="365297" cy="351038"/>
            <a:chOff x="7423706" y="1506760"/>
            <a:chExt cx="365297" cy="351038"/>
          </a:xfrm>
        </p:grpSpPr>
        <p:sp>
          <p:nvSpPr>
            <p:cNvPr id="14203" name="Google Shape;14203;p73"/>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3"/>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3"/>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3"/>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3"/>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3"/>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3"/>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3"/>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3"/>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3"/>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3"/>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3"/>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3"/>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3"/>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3"/>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3"/>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3"/>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3"/>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3"/>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3"/>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3"/>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3"/>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3"/>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3"/>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7" name="Google Shape;14227;p73"/>
          <p:cNvGrpSpPr/>
          <p:nvPr/>
        </p:nvGrpSpPr>
        <p:grpSpPr>
          <a:xfrm>
            <a:off x="4680096" y="2409807"/>
            <a:ext cx="375782" cy="374262"/>
            <a:chOff x="4680096" y="2409807"/>
            <a:chExt cx="375782" cy="374262"/>
          </a:xfrm>
        </p:grpSpPr>
        <p:sp>
          <p:nvSpPr>
            <p:cNvPr id="14228" name="Google Shape;14228;p73"/>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3"/>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3"/>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3"/>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3"/>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3"/>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3"/>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3"/>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3"/>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3"/>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3"/>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3"/>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3"/>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1" name="Google Shape;14241;p73"/>
          <p:cNvGrpSpPr/>
          <p:nvPr/>
        </p:nvGrpSpPr>
        <p:grpSpPr>
          <a:xfrm>
            <a:off x="4133330" y="2459663"/>
            <a:ext cx="374944" cy="274550"/>
            <a:chOff x="4133330" y="2459663"/>
            <a:chExt cx="374944" cy="274550"/>
          </a:xfrm>
        </p:grpSpPr>
        <p:sp>
          <p:nvSpPr>
            <p:cNvPr id="14242" name="Google Shape;14242;p73"/>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3"/>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3"/>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3"/>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3"/>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3"/>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3"/>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3"/>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3"/>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3"/>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3"/>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3"/>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3"/>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3"/>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73"/>
          <p:cNvGrpSpPr/>
          <p:nvPr/>
        </p:nvGrpSpPr>
        <p:grpSpPr>
          <a:xfrm>
            <a:off x="7415266" y="2439925"/>
            <a:ext cx="376228" cy="313816"/>
            <a:chOff x="7415266" y="2439925"/>
            <a:chExt cx="376228" cy="313816"/>
          </a:xfrm>
        </p:grpSpPr>
        <p:sp>
          <p:nvSpPr>
            <p:cNvPr id="14257" name="Google Shape;14257;p73"/>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3"/>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3"/>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3"/>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3"/>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3"/>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3"/>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3"/>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3"/>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3"/>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3"/>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3"/>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3"/>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3"/>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3"/>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3"/>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3"/>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3"/>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73"/>
          <p:cNvGrpSpPr/>
          <p:nvPr/>
        </p:nvGrpSpPr>
        <p:grpSpPr>
          <a:xfrm>
            <a:off x="6903388" y="2896102"/>
            <a:ext cx="289255" cy="357774"/>
            <a:chOff x="6903388" y="2896102"/>
            <a:chExt cx="289255" cy="357774"/>
          </a:xfrm>
        </p:grpSpPr>
        <p:sp>
          <p:nvSpPr>
            <p:cNvPr id="14276" name="Google Shape;14276;p73"/>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3"/>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3"/>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3"/>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3"/>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3"/>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3"/>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3"/>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3"/>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3"/>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3"/>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3"/>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3"/>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3"/>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3"/>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3"/>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3"/>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3"/>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3"/>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3"/>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3"/>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3"/>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3"/>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73"/>
          <p:cNvGrpSpPr/>
          <p:nvPr/>
        </p:nvGrpSpPr>
        <p:grpSpPr>
          <a:xfrm>
            <a:off x="3579459" y="2409886"/>
            <a:ext cx="385717" cy="374288"/>
            <a:chOff x="3579459" y="2409886"/>
            <a:chExt cx="385717" cy="374288"/>
          </a:xfrm>
        </p:grpSpPr>
        <p:sp>
          <p:nvSpPr>
            <p:cNvPr id="14300" name="Google Shape;14300;p73"/>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3"/>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3"/>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3"/>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3"/>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3"/>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3"/>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3"/>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3"/>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3"/>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3"/>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73"/>
          <p:cNvGrpSpPr/>
          <p:nvPr/>
        </p:nvGrpSpPr>
        <p:grpSpPr>
          <a:xfrm>
            <a:off x="6877101" y="1507431"/>
            <a:ext cx="365402" cy="360343"/>
            <a:chOff x="6876913" y="1502068"/>
            <a:chExt cx="365402" cy="360343"/>
          </a:xfrm>
        </p:grpSpPr>
        <p:sp>
          <p:nvSpPr>
            <p:cNvPr id="14312" name="Google Shape;14312;p73"/>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3"/>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3"/>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3"/>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3"/>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3"/>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3"/>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3"/>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3"/>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3"/>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3"/>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3"/>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3"/>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3"/>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3"/>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3"/>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3"/>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3"/>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3"/>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3"/>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3"/>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73"/>
          <p:cNvGrpSpPr/>
          <p:nvPr/>
        </p:nvGrpSpPr>
        <p:grpSpPr>
          <a:xfrm>
            <a:off x="1426889" y="1499867"/>
            <a:ext cx="331405" cy="364563"/>
            <a:chOff x="1426889" y="1499867"/>
            <a:chExt cx="331405" cy="364563"/>
          </a:xfrm>
        </p:grpSpPr>
        <p:sp>
          <p:nvSpPr>
            <p:cNvPr id="14334" name="Google Shape;14334;p73"/>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3"/>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3"/>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3"/>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3"/>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3"/>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3"/>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3"/>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3"/>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3"/>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3"/>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3"/>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3"/>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3"/>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3"/>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3"/>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3"/>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3"/>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3"/>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3"/>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3"/>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73"/>
          <p:cNvGrpSpPr/>
          <p:nvPr/>
        </p:nvGrpSpPr>
        <p:grpSpPr>
          <a:xfrm>
            <a:off x="4137838" y="1505659"/>
            <a:ext cx="370566" cy="353056"/>
            <a:chOff x="4137838" y="1505659"/>
            <a:chExt cx="370566" cy="353056"/>
          </a:xfrm>
        </p:grpSpPr>
        <p:sp>
          <p:nvSpPr>
            <p:cNvPr id="14356" name="Google Shape;14356;p73"/>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3"/>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3"/>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3"/>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3"/>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3"/>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3"/>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3"/>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3"/>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3"/>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3"/>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3"/>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3"/>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3"/>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3"/>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3"/>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3"/>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3"/>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3"/>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3"/>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3"/>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3"/>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3"/>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73"/>
          <p:cNvGrpSpPr/>
          <p:nvPr/>
        </p:nvGrpSpPr>
        <p:grpSpPr>
          <a:xfrm>
            <a:off x="7970761" y="1506839"/>
            <a:ext cx="364668" cy="350776"/>
            <a:chOff x="7970761" y="1506839"/>
            <a:chExt cx="364668" cy="350776"/>
          </a:xfrm>
        </p:grpSpPr>
        <p:sp>
          <p:nvSpPr>
            <p:cNvPr id="14380" name="Google Shape;14380;p73"/>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3"/>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3"/>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3"/>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3"/>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3"/>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3"/>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3"/>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3"/>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3"/>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3"/>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3"/>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3"/>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3"/>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3"/>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3"/>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3"/>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3"/>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3"/>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3"/>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3"/>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3"/>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73"/>
          <p:cNvGrpSpPr/>
          <p:nvPr/>
        </p:nvGrpSpPr>
        <p:grpSpPr>
          <a:xfrm>
            <a:off x="1397033" y="2409781"/>
            <a:ext cx="374341" cy="374839"/>
            <a:chOff x="1397033" y="2409781"/>
            <a:chExt cx="374341" cy="374839"/>
          </a:xfrm>
        </p:grpSpPr>
        <p:sp>
          <p:nvSpPr>
            <p:cNvPr id="14403" name="Google Shape;14403;p73"/>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3"/>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3"/>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3"/>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3"/>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3"/>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3"/>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3"/>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3"/>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3"/>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3"/>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3"/>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3"/>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3"/>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73"/>
          <p:cNvGrpSpPr/>
          <p:nvPr/>
        </p:nvGrpSpPr>
        <p:grpSpPr>
          <a:xfrm>
            <a:off x="849795" y="2411695"/>
            <a:ext cx="374524" cy="370540"/>
            <a:chOff x="849795" y="2411695"/>
            <a:chExt cx="374524" cy="370540"/>
          </a:xfrm>
        </p:grpSpPr>
        <p:sp>
          <p:nvSpPr>
            <p:cNvPr id="14418" name="Google Shape;14418;p73"/>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3"/>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3"/>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3"/>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3"/>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3"/>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3"/>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3"/>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3"/>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3"/>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3"/>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3"/>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3"/>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3"/>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73"/>
          <p:cNvGrpSpPr/>
          <p:nvPr/>
        </p:nvGrpSpPr>
        <p:grpSpPr>
          <a:xfrm>
            <a:off x="2503672" y="1499971"/>
            <a:ext cx="364668" cy="364459"/>
            <a:chOff x="2503672" y="1499971"/>
            <a:chExt cx="364668" cy="364459"/>
          </a:xfrm>
        </p:grpSpPr>
        <p:sp>
          <p:nvSpPr>
            <p:cNvPr id="14433" name="Google Shape;14433;p73"/>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3"/>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3"/>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3"/>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3"/>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3"/>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3"/>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3"/>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3"/>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3"/>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3"/>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3"/>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3"/>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3"/>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3"/>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3"/>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3"/>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3"/>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3"/>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3"/>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3"/>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3"/>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3"/>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3"/>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3"/>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73"/>
          <p:cNvGrpSpPr/>
          <p:nvPr/>
        </p:nvGrpSpPr>
        <p:grpSpPr>
          <a:xfrm>
            <a:off x="1950982" y="1499971"/>
            <a:ext cx="376674" cy="364563"/>
            <a:chOff x="1950982" y="1499971"/>
            <a:chExt cx="376674" cy="364563"/>
          </a:xfrm>
        </p:grpSpPr>
        <p:sp>
          <p:nvSpPr>
            <p:cNvPr id="14459" name="Google Shape;14459;p73"/>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3"/>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3"/>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3"/>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3"/>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3"/>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3"/>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3"/>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3"/>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3"/>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3"/>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3"/>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3"/>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3"/>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3"/>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3"/>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3"/>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3"/>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3"/>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3"/>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3"/>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3"/>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3"/>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3"/>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3"/>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3"/>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3"/>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3"/>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3"/>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3"/>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3"/>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73"/>
          <p:cNvGrpSpPr/>
          <p:nvPr/>
        </p:nvGrpSpPr>
        <p:grpSpPr>
          <a:xfrm>
            <a:off x="2491588" y="2464120"/>
            <a:ext cx="374367" cy="265742"/>
            <a:chOff x="2491588" y="2464120"/>
            <a:chExt cx="374367" cy="265742"/>
          </a:xfrm>
        </p:grpSpPr>
        <p:sp>
          <p:nvSpPr>
            <p:cNvPr id="14491" name="Google Shape;14491;p73"/>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3"/>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3"/>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3"/>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3"/>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3"/>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3"/>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3"/>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3"/>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3"/>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3"/>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3"/>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3"/>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3"/>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3"/>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3"/>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3"/>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3"/>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3"/>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3"/>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1" name="Google Shape;14511;p73"/>
          <p:cNvGrpSpPr/>
          <p:nvPr/>
        </p:nvGrpSpPr>
        <p:grpSpPr>
          <a:xfrm>
            <a:off x="3897260" y="3348136"/>
            <a:ext cx="271850" cy="360999"/>
            <a:chOff x="3897260" y="3348136"/>
            <a:chExt cx="271850" cy="360999"/>
          </a:xfrm>
        </p:grpSpPr>
        <p:sp>
          <p:nvSpPr>
            <p:cNvPr id="14512" name="Google Shape;14512;p73"/>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3"/>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3"/>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3"/>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3"/>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3"/>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3"/>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73"/>
          <p:cNvGrpSpPr/>
          <p:nvPr/>
        </p:nvGrpSpPr>
        <p:grpSpPr>
          <a:xfrm>
            <a:off x="3584414" y="1959319"/>
            <a:ext cx="384328" cy="378430"/>
            <a:chOff x="3584414" y="1959319"/>
            <a:chExt cx="384328" cy="378430"/>
          </a:xfrm>
        </p:grpSpPr>
        <p:sp>
          <p:nvSpPr>
            <p:cNvPr id="14520" name="Google Shape;14520;p73"/>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3"/>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3"/>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3"/>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3"/>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3"/>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3"/>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3"/>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3"/>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3"/>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3"/>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3"/>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73"/>
          <p:cNvGrpSpPr/>
          <p:nvPr/>
        </p:nvGrpSpPr>
        <p:grpSpPr>
          <a:xfrm>
            <a:off x="6041259" y="3348084"/>
            <a:ext cx="362729" cy="361051"/>
            <a:chOff x="6041259" y="3348084"/>
            <a:chExt cx="362729" cy="361051"/>
          </a:xfrm>
        </p:grpSpPr>
        <p:sp>
          <p:nvSpPr>
            <p:cNvPr id="14533" name="Google Shape;14533;p73"/>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3"/>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3"/>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3"/>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3"/>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73"/>
          <p:cNvGrpSpPr/>
          <p:nvPr/>
        </p:nvGrpSpPr>
        <p:grpSpPr>
          <a:xfrm>
            <a:off x="5222013" y="1968415"/>
            <a:ext cx="378849" cy="360317"/>
            <a:chOff x="5222013" y="1968415"/>
            <a:chExt cx="378849" cy="360317"/>
          </a:xfrm>
        </p:grpSpPr>
        <p:sp>
          <p:nvSpPr>
            <p:cNvPr id="14539" name="Google Shape;14539;p73"/>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3"/>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3"/>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3"/>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3"/>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3"/>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3"/>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3"/>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3"/>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3"/>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73"/>
          <p:cNvGrpSpPr/>
          <p:nvPr/>
        </p:nvGrpSpPr>
        <p:grpSpPr>
          <a:xfrm>
            <a:off x="4127982" y="2033055"/>
            <a:ext cx="381444" cy="231063"/>
            <a:chOff x="4127982" y="2033055"/>
            <a:chExt cx="381444" cy="231063"/>
          </a:xfrm>
        </p:grpSpPr>
        <p:sp>
          <p:nvSpPr>
            <p:cNvPr id="14550" name="Google Shape;14550;p73"/>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3"/>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3"/>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3"/>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3"/>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73"/>
          <p:cNvGrpSpPr/>
          <p:nvPr/>
        </p:nvGrpSpPr>
        <p:grpSpPr>
          <a:xfrm>
            <a:off x="5768046" y="1979057"/>
            <a:ext cx="381549" cy="339059"/>
            <a:chOff x="5768046" y="1979057"/>
            <a:chExt cx="381549" cy="339059"/>
          </a:xfrm>
        </p:grpSpPr>
        <p:sp>
          <p:nvSpPr>
            <p:cNvPr id="14556" name="Google Shape;14556;p73"/>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3"/>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3"/>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3"/>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3"/>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3"/>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3"/>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3"/>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3"/>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73"/>
          <p:cNvGrpSpPr/>
          <p:nvPr/>
        </p:nvGrpSpPr>
        <p:grpSpPr>
          <a:xfrm>
            <a:off x="7665936" y="3349997"/>
            <a:ext cx="386058" cy="360972"/>
            <a:chOff x="7665936" y="3349997"/>
            <a:chExt cx="386058" cy="360972"/>
          </a:xfrm>
        </p:grpSpPr>
        <p:sp>
          <p:nvSpPr>
            <p:cNvPr id="14566" name="Google Shape;14566;p73"/>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3"/>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3"/>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3"/>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3"/>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3"/>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73"/>
          <p:cNvGrpSpPr/>
          <p:nvPr/>
        </p:nvGrpSpPr>
        <p:grpSpPr>
          <a:xfrm>
            <a:off x="6316123" y="1994654"/>
            <a:ext cx="380579" cy="307709"/>
            <a:chOff x="6316123" y="1994654"/>
            <a:chExt cx="380579" cy="307709"/>
          </a:xfrm>
        </p:grpSpPr>
        <p:sp>
          <p:nvSpPr>
            <p:cNvPr id="14573" name="Google Shape;14573;p73"/>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3"/>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3"/>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3"/>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3"/>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3"/>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3"/>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3"/>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3"/>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73"/>
          <p:cNvGrpSpPr/>
          <p:nvPr/>
        </p:nvGrpSpPr>
        <p:grpSpPr>
          <a:xfrm>
            <a:off x="7118514" y="3348136"/>
            <a:ext cx="380317" cy="360972"/>
            <a:chOff x="7118514" y="3348136"/>
            <a:chExt cx="380317" cy="360972"/>
          </a:xfrm>
        </p:grpSpPr>
        <p:sp>
          <p:nvSpPr>
            <p:cNvPr id="14583" name="Google Shape;14583;p73"/>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3"/>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3"/>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3"/>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3"/>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3"/>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3"/>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3"/>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73"/>
          <p:cNvGrpSpPr/>
          <p:nvPr/>
        </p:nvGrpSpPr>
        <p:grpSpPr>
          <a:xfrm>
            <a:off x="4674382" y="1997747"/>
            <a:ext cx="381706" cy="301391"/>
            <a:chOff x="4674382" y="1997747"/>
            <a:chExt cx="381706" cy="301391"/>
          </a:xfrm>
        </p:grpSpPr>
        <p:sp>
          <p:nvSpPr>
            <p:cNvPr id="14592" name="Google Shape;14592;p73"/>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3"/>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3"/>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3"/>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3"/>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3"/>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3"/>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3"/>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3"/>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3"/>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73"/>
          <p:cNvGrpSpPr/>
          <p:nvPr/>
        </p:nvGrpSpPr>
        <p:grpSpPr>
          <a:xfrm>
            <a:off x="1936145" y="1959319"/>
            <a:ext cx="387526" cy="378351"/>
            <a:chOff x="1936145" y="1959319"/>
            <a:chExt cx="387526" cy="378351"/>
          </a:xfrm>
        </p:grpSpPr>
        <p:sp>
          <p:nvSpPr>
            <p:cNvPr id="14603" name="Google Shape;14603;p73"/>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3"/>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3"/>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3"/>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3"/>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3"/>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3"/>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3"/>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3"/>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3"/>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3"/>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3"/>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3"/>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3"/>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3"/>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3"/>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3"/>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3"/>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3"/>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73"/>
          <p:cNvGrpSpPr/>
          <p:nvPr/>
        </p:nvGrpSpPr>
        <p:grpSpPr>
          <a:xfrm>
            <a:off x="6865118" y="1959345"/>
            <a:ext cx="374262" cy="378404"/>
            <a:chOff x="6865118" y="1959345"/>
            <a:chExt cx="374262" cy="378404"/>
          </a:xfrm>
        </p:grpSpPr>
        <p:sp>
          <p:nvSpPr>
            <p:cNvPr id="14623" name="Google Shape;14623;p73"/>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3"/>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3"/>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3"/>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3"/>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3"/>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3"/>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3"/>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3"/>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3"/>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3"/>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3"/>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3"/>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6" name="Google Shape;14636;p73"/>
          <p:cNvGrpSpPr/>
          <p:nvPr/>
        </p:nvGrpSpPr>
        <p:grpSpPr>
          <a:xfrm>
            <a:off x="1710141" y="3348162"/>
            <a:ext cx="269019" cy="360972"/>
            <a:chOff x="1710141" y="3348162"/>
            <a:chExt cx="269019" cy="360972"/>
          </a:xfrm>
        </p:grpSpPr>
        <p:sp>
          <p:nvSpPr>
            <p:cNvPr id="14637" name="Google Shape;14637;p73"/>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3"/>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3"/>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3"/>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3"/>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3"/>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3"/>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3"/>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3"/>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3"/>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3"/>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73"/>
          <p:cNvGrpSpPr/>
          <p:nvPr/>
        </p:nvGrpSpPr>
        <p:grpSpPr>
          <a:xfrm>
            <a:off x="4948250" y="3365122"/>
            <a:ext cx="360972" cy="327053"/>
            <a:chOff x="4948250" y="3365122"/>
            <a:chExt cx="360972" cy="327053"/>
          </a:xfrm>
        </p:grpSpPr>
        <p:sp>
          <p:nvSpPr>
            <p:cNvPr id="14649" name="Google Shape;14649;p73"/>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3"/>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3"/>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3"/>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3"/>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3"/>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3"/>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3"/>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3"/>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3"/>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3"/>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73"/>
          <p:cNvGrpSpPr/>
          <p:nvPr/>
        </p:nvGrpSpPr>
        <p:grpSpPr>
          <a:xfrm>
            <a:off x="3312144" y="3348241"/>
            <a:ext cx="348154" cy="360789"/>
            <a:chOff x="3312144" y="3348241"/>
            <a:chExt cx="348154" cy="360789"/>
          </a:xfrm>
        </p:grpSpPr>
        <p:sp>
          <p:nvSpPr>
            <p:cNvPr id="14661" name="Google Shape;14661;p73"/>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3"/>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3"/>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3"/>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3"/>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3"/>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3"/>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3"/>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3"/>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3"/>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3"/>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3"/>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3"/>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73"/>
          <p:cNvGrpSpPr/>
          <p:nvPr/>
        </p:nvGrpSpPr>
        <p:grpSpPr>
          <a:xfrm>
            <a:off x="1137555" y="3348162"/>
            <a:ext cx="317564" cy="360972"/>
            <a:chOff x="1137555" y="3348162"/>
            <a:chExt cx="317564" cy="360972"/>
          </a:xfrm>
        </p:grpSpPr>
        <p:sp>
          <p:nvSpPr>
            <p:cNvPr id="14675" name="Google Shape;14675;p73"/>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3"/>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3"/>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3"/>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3"/>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3"/>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3"/>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3"/>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3"/>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3"/>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3"/>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3"/>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3"/>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3"/>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3"/>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3"/>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3"/>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3"/>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3"/>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3"/>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73"/>
          <p:cNvGrpSpPr/>
          <p:nvPr/>
        </p:nvGrpSpPr>
        <p:grpSpPr>
          <a:xfrm>
            <a:off x="7397808" y="1959345"/>
            <a:ext cx="403463" cy="378325"/>
            <a:chOff x="7397808" y="1959345"/>
            <a:chExt cx="403463" cy="378325"/>
          </a:xfrm>
        </p:grpSpPr>
        <p:sp>
          <p:nvSpPr>
            <p:cNvPr id="14696" name="Google Shape;14696;p73"/>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3"/>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3"/>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3"/>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3"/>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3"/>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3"/>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3"/>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3"/>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3"/>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3"/>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3"/>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3"/>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3"/>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3"/>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3"/>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3"/>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73"/>
          <p:cNvGrpSpPr/>
          <p:nvPr/>
        </p:nvGrpSpPr>
        <p:grpSpPr>
          <a:xfrm>
            <a:off x="6569336" y="3348136"/>
            <a:ext cx="387893" cy="360972"/>
            <a:chOff x="6569336" y="3348136"/>
            <a:chExt cx="387893" cy="360972"/>
          </a:xfrm>
        </p:grpSpPr>
        <p:sp>
          <p:nvSpPr>
            <p:cNvPr id="14714" name="Google Shape;14714;p73"/>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3"/>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3"/>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3"/>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3"/>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3"/>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3"/>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3"/>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3"/>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3"/>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3"/>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3"/>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3"/>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3"/>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3"/>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73"/>
          <p:cNvGrpSpPr/>
          <p:nvPr/>
        </p:nvGrpSpPr>
        <p:grpSpPr>
          <a:xfrm>
            <a:off x="7955715" y="1986004"/>
            <a:ext cx="380081" cy="325114"/>
            <a:chOff x="7955715" y="1986004"/>
            <a:chExt cx="380081" cy="325114"/>
          </a:xfrm>
        </p:grpSpPr>
        <p:sp>
          <p:nvSpPr>
            <p:cNvPr id="14730" name="Google Shape;14730;p73"/>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3"/>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3"/>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3"/>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3"/>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3"/>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3"/>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3"/>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3"/>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3"/>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3"/>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73"/>
          <p:cNvGrpSpPr/>
          <p:nvPr/>
        </p:nvGrpSpPr>
        <p:grpSpPr>
          <a:xfrm>
            <a:off x="2238218" y="3348162"/>
            <a:ext cx="306765" cy="360999"/>
            <a:chOff x="2238218" y="3348162"/>
            <a:chExt cx="306765" cy="360999"/>
          </a:xfrm>
        </p:grpSpPr>
        <p:sp>
          <p:nvSpPr>
            <p:cNvPr id="14742" name="Google Shape;14742;p73"/>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3"/>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3"/>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3"/>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3"/>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3"/>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3"/>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3"/>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3"/>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3"/>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3"/>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3"/>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3"/>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73"/>
          <p:cNvGrpSpPr/>
          <p:nvPr/>
        </p:nvGrpSpPr>
        <p:grpSpPr>
          <a:xfrm>
            <a:off x="2794028" y="3348110"/>
            <a:ext cx="290461" cy="360658"/>
            <a:chOff x="2794028" y="3348110"/>
            <a:chExt cx="290461" cy="360658"/>
          </a:xfrm>
        </p:grpSpPr>
        <p:sp>
          <p:nvSpPr>
            <p:cNvPr id="14756" name="Google Shape;14756;p73"/>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3"/>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3"/>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3"/>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3"/>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3"/>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3"/>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3"/>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3"/>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3"/>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3"/>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3"/>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3"/>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3"/>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73"/>
          <p:cNvGrpSpPr/>
          <p:nvPr/>
        </p:nvGrpSpPr>
        <p:grpSpPr>
          <a:xfrm>
            <a:off x="2496516" y="1959319"/>
            <a:ext cx="358823" cy="378430"/>
            <a:chOff x="2496516" y="1959319"/>
            <a:chExt cx="358823" cy="378430"/>
          </a:xfrm>
        </p:grpSpPr>
        <p:sp>
          <p:nvSpPr>
            <p:cNvPr id="14771" name="Google Shape;14771;p73"/>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3"/>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3"/>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3"/>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3"/>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3"/>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3"/>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3"/>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3"/>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3"/>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3"/>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3"/>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3"/>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3"/>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3"/>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3"/>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3"/>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3"/>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3"/>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3"/>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3"/>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73"/>
          <p:cNvGrpSpPr/>
          <p:nvPr/>
        </p:nvGrpSpPr>
        <p:grpSpPr>
          <a:xfrm>
            <a:off x="4413174" y="3348241"/>
            <a:ext cx="336726" cy="360972"/>
            <a:chOff x="4413174" y="3348241"/>
            <a:chExt cx="336726" cy="360972"/>
          </a:xfrm>
        </p:grpSpPr>
        <p:sp>
          <p:nvSpPr>
            <p:cNvPr id="14793" name="Google Shape;14793;p73"/>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3"/>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3"/>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3"/>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3"/>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3"/>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3"/>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3"/>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3"/>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3"/>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3"/>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3"/>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3"/>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3"/>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3"/>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3"/>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3"/>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3"/>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3"/>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73"/>
          <p:cNvGrpSpPr/>
          <p:nvPr/>
        </p:nvGrpSpPr>
        <p:grpSpPr>
          <a:xfrm>
            <a:off x="1387256" y="1968179"/>
            <a:ext cx="391484" cy="360553"/>
            <a:chOff x="1387256" y="1968179"/>
            <a:chExt cx="391484" cy="360553"/>
          </a:xfrm>
        </p:grpSpPr>
        <p:sp>
          <p:nvSpPr>
            <p:cNvPr id="14813" name="Google Shape;14813;p73"/>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3"/>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3"/>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3"/>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3"/>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3"/>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3"/>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3"/>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3"/>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3"/>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3"/>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3"/>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3"/>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3"/>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3"/>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3"/>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3"/>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3"/>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3"/>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3"/>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3"/>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3"/>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3"/>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3"/>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3"/>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3"/>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73"/>
          <p:cNvGrpSpPr/>
          <p:nvPr/>
        </p:nvGrpSpPr>
        <p:grpSpPr>
          <a:xfrm>
            <a:off x="3034239" y="1980106"/>
            <a:ext cx="379033" cy="336752"/>
            <a:chOff x="3034239" y="1980106"/>
            <a:chExt cx="379033" cy="336752"/>
          </a:xfrm>
        </p:grpSpPr>
        <p:sp>
          <p:nvSpPr>
            <p:cNvPr id="14840" name="Google Shape;14840;p73"/>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3"/>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3"/>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3"/>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3"/>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3"/>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3"/>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3"/>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3"/>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3"/>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3"/>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3"/>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3"/>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3"/>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3"/>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3"/>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3"/>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3"/>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3"/>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3"/>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3"/>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73"/>
          <p:cNvGrpSpPr/>
          <p:nvPr/>
        </p:nvGrpSpPr>
        <p:grpSpPr>
          <a:xfrm>
            <a:off x="874854" y="1965322"/>
            <a:ext cx="322361" cy="368653"/>
            <a:chOff x="874854" y="1965322"/>
            <a:chExt cx="322361" cy="368653"/>
          </a:xfrm>
        </p:grpSpPr>
        <p:sp>
          <p:nvSpPr>
            <p:cNvPr id="14862" name="Google Shape;14862;p73"/>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3"/>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3"/>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3"/>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3"/>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3"/>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3"/>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3"/>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3"/>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3"/>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3"/>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3"/>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3"/>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3"/>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3"/>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3"/>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3"/>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3"/>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3"/>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73"/>
          <p:cNvGrpSpPr/>
          <p:nvPr/>
        </p:nvGrpSpPr>
        <p:grpSpPr>
          <a:xfrm>
            <a:off x="5494938" y="3366826"/>
            <a:ext cx="362545" cy="323593"/>
            <a:chOff x="5494938" y="3366826"/>
            <a:chExt cx="362545" cy="323593"/>
          </a:xfrm>
        </p:grpSpPr>
        <p:sp>
          <p:nvSpPr>
            <p:cNvPr id="14882" name="Google Shape;14882;p73"/>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3"/>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3"/>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3"/>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3"/>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3"/>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3"/>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3"/>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3"/>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3"/>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3"/>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3"/>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3"/>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3"/>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3"/>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3"/>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3"/>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3"/>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3"/>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3"/>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3"/>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3"/>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3"/>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3"/>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3"/>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3"/>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3"/>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3"/>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3"/>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3"/>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15" name="Shape 14915"/>
        <p:cNvGrpSpPr/>
        <p:nvPr/>
      </p:nvGrpSpPr>
      <p:grpSpPr>
        <a:xfrm>
          <a:off x="0" y="0"/>
          <a:ext cx="0" cy="0"/>
          <a:chOff x="0" y="0"/>
          <a:chExt cx="0" cy="0"/>
        </a:xfrm>
      </p:grpSpPr>
      <p:sp>
        <p:nvSpPr>
          <p:cNvPr id="14916" name="Google Shape;14916;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4917" name="Google Shape;14917;p74"/>
          <p:cNvGrpSpPr/>
          <p:nvPr/>
        </p:nvGrpSpPr>
        <p:grpSpPr>
          <a:xfrm>
            <a:off x="1807567" y="3398339"/>
            <a:ext cx="363604" cy="278156"/>
            <a:chOff x="1807567" y="3398339"/>
            <a:chExt cx="363604" cy="278156"/>
          </a:xfrm>
        </p:grpSpPr>
        <p:sp>
          <p:nvSpPr>
            <p:cNvPr id="14918" name="Google Shape;14918;p74"/>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4"/>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4"/>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4"/>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4"/>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4"/>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4"/>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4"/>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4"/>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4"/>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4"/>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4"/>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4"/>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4"/>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4"/>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4"/>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4"/>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4"/>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4"/>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4"/>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4"/>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4"/>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4"/>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4"/>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4"/>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4"/>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4"/>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4"/>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4"/>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4"/>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4"/>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9" name="Google Shape;14949;p74"/>
          <p:cNvGrpSpPr/>
          <p:nvPr/>
        </p:nvGrpSpPr>
        <p:grpSpPr>
          <a:xfrm>
            <a:off x="2273251" y="3385065"/>
            <a:ext cx="363760" cy="304600"/>
            <a:chOff x="2273251" y="3385065"/>
            <a:chExt cx="363760" cy="304600"/>
          </a:xfrm>
        </p:grpSpPr>
        <p:sp>
          <p:nvSpPr>
            <p:cNvPr id="14950" name="Google Shape;14950;p74"/>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4"/>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4"/>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4"/>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4"/>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4"/>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4"/>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4"/>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4"/>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4"/>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4"/>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4"/>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4"/>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4"/>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4"/>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4"/>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4"/>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4"/>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4"/>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4"/>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4"/>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4"/>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4"/>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4"/>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4"/>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4"/>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4"/>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4"/>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4"/>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4"/>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4"/>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4"/>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4"/>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4"/>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4"/>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4"/>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4"/>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4"/>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4"/>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4"/>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4"/>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4"/>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4"/>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4"/>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4"/>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4"/>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4"/>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4"/>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4"/>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4"/>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4"/>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4"/>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4"/>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4"/>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4"/>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4"/>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4"/>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4"/>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4"/>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4"/>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4"/>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4"/>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4"/>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4"/>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4"/>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4"/>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4"/>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4"/>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4"/>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4"/>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4"/>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4"/>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4"/>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4"/>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4"/>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74"/>
          <p:cNvGrpSpPr/>
          <p:nvPr/>
        </p:nvGrpSpPr>
        <p:grpSpPr>
          <a:xfrm>
            <a:off x="2738545" y="3367028"/>
            <a:ext cx="363500" cy="340674"/>
            <a:chOff x="2738545" y="3367028"/>
            <a:chExt cx="363500" cy="340674"/>
          </a:xfrm>
        </p:grpSpPr>
        <p:sp>
          <p:nvSpPr>
            <p:cNvPr id="15026" name="Google Shape;15026;p74"/>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4"/>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4"/>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4"/>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4"/>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4"/>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4"/>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4"/>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4"/>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4"/>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4"/>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4"/>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4"/>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4"/>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4"/>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4"/>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74"/>
          <p:cNvGrpSpPr/>
          <p:nvPr/>
        </p:nvGrpSpPr>
        <p:grpSpPr>
          <a:xfrm>
            <a:off x="3669445" y="3378376"/>
            <a:ext cx="363474" cy="317978"/>
            <a:chOff x="3669445" y="3378376"/>
            <a:chExt cx="363474" cy="317978"/>
          </a:xfrm>
        </p:grpSpPr>
        <p:sp>
          <p:nvSpPr>
            <p:cNvPr id="15043" name="Google Shape;15043;p74"/>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4"/>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4"/>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4"/>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4"/>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4"/>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4"/>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4"/>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4"/>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4"/>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4"/>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4"/>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4"/>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4"/>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4"/>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4"/>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4"/>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4"/>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4"/>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4"/>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4"/>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4"/>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4"/>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4"/>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4"/>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74"/>
          <p:cNvGrpSpPr/>
          <p:nvPr/>
        </p:nvGrpSpPr>
        <p:grpSpPr>
          <a:xfrm>
            <a:off x="1835495" y="1506921"/>
            <a:ext cx="356629" cy="356525"/>
            <a:chOff x="1835495" y="1506921"/>
            <a:chExt cx="356629" cy="356525"/>
          </a:xfrm>
        </p:grpSpPr>
        <p:sp>
          <p:nvSpPr>
            <p:cNvPr id="15069" name="Google Shape;15069;p74"/>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4"/>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4"/>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4"/>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4"/>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4"/>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4"/>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4"/>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4"/>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4"/>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4"/>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4"/>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4"/>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4"/>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3" name="Google Shape;15083;p74"/>
          <p:cNvGrpSpPr/>
          <p:nvPr/>
        </p:nvGrpSpPr>
        <p:grpSpPr>
          <a:xfrm>
            <a:off x="4187027" y="1499946"/>
            <a:ext cx="375941" cy="363500"/>
            <a:chOff x="4187027" y="1499946"/>
            <a:chExt cx="375941" cy="363500"/>
          </a:xfrm>
        </p:grpSpPr>
        <p:sp>
          <p:nvSpPr>
            <p:cNvPr id="15084" name="Google Shape;15084;p74"/>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4"/>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4"/>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4"/>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4"/>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4"/>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4"/>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4"/>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4"/>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4"/>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4"/>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4"/>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4"/>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4"/>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4"/>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4"/>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4"/>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74"/>
          <p:cNvGrpSpPr/>
          <p:nvPr/>
        </p:nvGrpSpPr>
        <p:grpSpPr>
          <a:xfrm>
            <a:off x="2300528" y="1508404"/>
            <a:ext cx="362771" cy="355223"/>
            <a:chOff x="2300528" y="1508404"/>
            <a:chExt cx="362771" cy="355223"/>
          </a:xfrm>
        </p:grpSpPr>
        <p:sp>
          <p:nvSpPr>
            <p:cNvPr id="15102" name="Google Shape;15102;p74"/>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4"/>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4"/>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4"/>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4"/>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4"/>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4"/>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4"/>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4"/>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4"/>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4"/>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4"/>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4"/>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4"/>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4"/>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4"/>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4"/>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4"/>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4"/>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4"/>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74"/>
          <p:cNvGrpSpPr/>
          <p:nvPr/>
        </p:nvGrpSpPr>
        <p:grpSpPr>
          <a:xfrm>
            <a:off x="880806" y="1528081"/>
            <a:ext cx="376956" cy="335651"/>
            <a:chOff x="880806" y="1528081"/>
            <a:chExt cx="376956" cy="335651"/>
          </a:xfrm>
        </p:grpSpPr>
        <p:sp>
          <p:nvSpPr>
            <p:cNvPr id="15123" name="Google Shape;15123;p74"/>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4"/>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4"/>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4"/>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4"/>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4"/>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4"/>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4"/>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4"/>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4"/>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4"/>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4"/>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4"/>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4"/>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4"/>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4"/>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4"/>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4"/>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4"/>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4"/>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4"/>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4"/>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74"/>
          <p:cNvGrpSpPr/>
          <p:nvPr/>
        </p:nvGrpSpPr>
        <p:grpSpPr>
          <a:xfrm>
            <a:off x="1410960" y="1509341"/>
            <a:ext cx="261108" cy="363552"/>
            <a:chOff x="1410960" y="1509341"/>
            <a:chExt cx="261108" cy="363552"/>
          </a:xfrm>
        </p:grpSpPr>
        <p:sp>
          <p:nvSpPr>
            <p:cNvPr id="15146" name="Google Shape;15146;p74"/>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4"/>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4"/>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4"/>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4"/>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4"/>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4"/>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4"/>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4"/>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4"/>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4"/>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4"/>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4"/>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4"/>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4"/>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4"/>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4"/>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4"/>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4"/>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4"/>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4"/>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4"/>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4"/>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4"/>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74"/>
          <p:cNvGrpSpPr/>
          <p:nvPr/>
        </p:nvGrpSpPr>
        <p:grpSpPr>
          <a:xfrm>
            <a:off x="2269399" y="1990746"/>
            <a:ext cx="392260" cy="356160"/>
            <a:chOff x="2269399" y="1990746"/>
            <a:chExt cx="392260" cy="356160"/>
          </a:xfrm>
        </p:grpSpPr>
        <p:sp>
          <p:nvSpPr>
            <p:cNvPr id="15171" name="Google Shape;15171;p74"/>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4"/>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4"/>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4"/>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4"/>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4"/>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4"/>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4"/>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74"/>
          <p:cNvGrpSpPr/>
          <p:nvPr/>
        </p:nvGrpSpPr>
        <p:grpSpPr>
          <a:xfrm>
            <a:off x="5605734" y="1525687"/>
            <a:ext cx="371829" cy="355978"/>
            <a:chOff x="5605734" y="1525687"/>
            <a:chExt cx="371829" cy="355978"/>
          </a:xfrm>
        </p:grpSpPr>
        <p:sp>
          <p:nvSpPr>
            <p:cNvPr id="15180" name="Google Shape;15180;p74"/>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4"/>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4"/>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4"/>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4"/>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4"/>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4"/>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4"/>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4"/>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4"/>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0" name="Google Shape;15190;p74"/>
          <p:cNvGrpSpPr/>
          <p:nvPr/>
        </p:nvGrpSpPr>
        <p:grpSpPr>
          <a:xfrm>
            <a:off x="5186041" y="1525609"/>
            <a:ext cx="266964" cy="356056"/>
            <a:chOff x="5186041" y="1525609"/>
            <a:chExt cx="266964" cy="356056"/>
          </a:xfrm>
        </p:grpSpPr>
        <p:sp>
          <p:nvSpPr>
            <p:cNvPr id="15191" name="Google Shape;15191;p74"/>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4"/>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4"/>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4"/>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4"/>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4"/>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4"/>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4"/>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4"/>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4"/>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4"/>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4"/>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4"/>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74"/>
          <p:cNvGrpSpPr/>
          <p:nvPr/>
        </p:nvGrpSpPr>
        <p:grpSpPr>
          <a:xfrm>
            <a:off x="1356198" y="2907591"/>
            <a:ext cx="379143" cy="337655"/>
            <a:chOff x="1356198" y="2907591"/>
            <a:chExt cx="379143" cy="337655"/>
          </a:xfrm>
        </p:grpSpPr>
        <p:sp>
          <p:nvSpPr>
            <p:cNvPr id="15205" name="Google Shape;15205;p74"/>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4"/>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4"/>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4"/>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4"/>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4"/>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4"/>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4"/>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4"/>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4"/>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4"/>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4"/>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4"/>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4"/>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4"/>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74"/>
          <p:cNvGrpSpPr/>
          <p:nvPr/>
        </p:nvGrpSpPr>
        <p:grpSpPr>
          <a:xfrm>
            <a:off x="1860689" y="2886795"/>
            <a:ext cx="307905" cy="379143"/>
            <a:chOff x="1860689" y="2886795"/>
            <a:chExt cx="307905" cy="379143"/>
          </a:xfrm>
        </p:grpSpPr>
        <p:sp>
          <p:nvSpPr>
            <p:cNvPr id="15221" name="Google Shape;15221;p74"/>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4"/>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4"/>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4"/>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4"/>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4"/>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4"/>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4"/>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4"/>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4"/>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4"/>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4"/>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4"/>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4"/>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4"/>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4"/>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4"/>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4"/>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4"/>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4"/>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4"/>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4"/>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4"/>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4"/>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4"/>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4"/>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4"/>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4"/>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4"/>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4"/>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4"/>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4"/>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4"/>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4"/>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4"/>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4"/>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4"/>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4"/>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4"/>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4"/>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4"/>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4"/>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4"/>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4"/>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4"/>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4"/>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4"/>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4"/>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4"/>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4"/>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4"/>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74"/>
          <p:cNvGrpSpPr/>
          <p:nvPr/>
        </p:nvGrpSpPr>
        <p:grpSpPr>
          <a:xfrm>
            <a:off x="1817093" y="1990798"/>
            <a:ext cx="356004" cy="355900"/>
            <a:chOff x="1817093" y="1990798"/>
            <a:chExt cx="356004" cy="355900"/>
          </a:xfrm>
        </p:grpSpPr>
        <p:sp>
          <p:nvSpPr>
            <p:cNvPr id="15273" name="Google Shape;15273;p74"/>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4"/>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4"/>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4"/>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4"/>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4"/>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4"/>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4"/>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4"/>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4"/>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4"/>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4"/>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4"/>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4"/>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4"/>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74"/>
          <p:cNvGrpSpPr/>
          <p:nvPr/>
        </p:nvGrpSpPr>
        <p:grpSpPr>
          <a:xfrm>
            <a:off x="6558237" y="1550777"/>
            <a:ext cx="355978" cy="305797"/>
            <a:chOff x="6558237" y="1550777"/>
            <a:chExt cx="355978" cy="305797"/>
          </a:xfrm>
        </p:grpSpPr>
        <p:sp>
          <p:nvSpPr>
            <p:cNvPr id="15289" name="Google Shape;15289;p74"/>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4"/>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4"/>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4"/>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4"/>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4"/>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4"/>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4"/>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4"/>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4"/>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4"/>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4"/>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4"/>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4"/>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4"/>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4"/>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4"/>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4"/>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4"/>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8" name="Google Shape;15308;p74"/>
          <p:cNvGrpSpPr/>
          <p:nvPr/>
        </p:nvGrpSpPr>
        <p:grpSpPr>
          <a:xfrm>
            <a:off x="1809858" y="2454296"/>
            <a:ext cx="417065" cy="312018"/>
            <a:chOff x="1809858" y="2454296"/>
            <a:chExt cx="417065" cy="312018"/>
          </a:xfrm>
        </p:grpSpPr>
        <p:sp>
          <p:nvSpPr>
            <p:cNvPr id="15309" name="Google Shape;15309;p74"/>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4"/>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4"/>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4"/>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4"/>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4"/>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4"/>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4"/>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4"/>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8" name="Google Shape;15318;p74"/>
          <p:cNvGrpSpPr/>
          <p:nvPr/>
        </p:nvGrpSpPr>
        <p:grpSpPr>
          <a:xfrm>
            <a:off x="877266" y="1990798"/>
            <a:ext cx="340934" cy="355952"/>
            <a:chOff x="877266" y="1990798"/>
            <a:chExt cx="340934" cy="355952"/>
          </a:xfrm>
        </p:grpSpPr>
        <p:sp>
          <p:nvSpPr>
            <p:cNvPr id="15319" name="Google Shape;15319;p74"/>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4"/>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4"/>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4"/>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4"/>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4"/>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4"/>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4"/>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4"/>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4"/>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4"/>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4"/>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4"/>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4"/>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4"/>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4"/>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4"/>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6" name="Google Shape;15336;p74"/>
          <p:cNvGrpSpPr/>
          <p:nvPr/>
        </p:nvGrpSpPr>
        <p:grpSpPr>
          <a:xfrm>
            <a:off x="6523907" y="2422490"/>
            <a:ext cx="400928" cy="375603"/>
            <a:chOff x="6523907" y="2422490"/>
            <a:chExt cx="400928" cy="375603"/>
          </a:xfrm>
        </p:grpSpPr>
        <p:sp>
          <p:nvSpPr>
            <p:cNvPr id="15337" name="Google Shape;15337;p74"/>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4"/>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4"/>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4"/>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4"/>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4"/>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4"/>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4"/>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4"/>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4"/>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4"/>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4"/>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4"/>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4"/>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74"/>
          <p:cNvGrpSpPr/>
          <p:nvPr/>
        </p:nvGrpSpPr>
        <p:grpSpPr>
          <a:xfrm>
            <a:off x="5191637" y="1972006"/>
            <a:ext cx="231332" cy="370580"/>
            <a:chOff x="5191637" y="1972006"/>
            <a:chExt cx="231332" cy="370580"/>
          </a:xfrm>
        </p:grpSpPr>
        <p:sp>
          <p:nvSpPr>
            <p:cNvPr id="15352" name="Google Shape;15352;p74"/>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4"/>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4"/>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4"/>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4"/>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74"/>
          <p:cNvGrpSpPr/>
          <p:nvPr/>
        </p:nvGrpSpPr>
        <p:grpSpPr>
          <a:xfrm>
            <a:off x="4667521" y="1540132"/>
            <a:ext cx="363786" cy="326983"/>
            <a:chOff x="4667521" y="1540132"/>
            <a:chExt cx="363786" cy="326983"/>
          </a:xfrm>
        </p:grpSpPr>
        <p:sp>
          <p:nvSpPr>
            <p:cNvPr id="15358" name="Google Shape;15358;p74"/>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4"/>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4"/>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4"/>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4"/>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4"/>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4"/>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4"/>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4"/>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4"/>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4"/>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4"/>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4"/>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4"/>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4"/>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4"/>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4"/>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4"/>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4"/>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4"/>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4"/>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4"/>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0" name="Google Shape;15380;p74"/>
          <p:cNvGrpSpPr/>
          <p:nvPr/>
        </p:nvGrpSpPr>
        <p:grpSpPr>
          <a:xfrm>
            <a:off x="2293943" y="2937262"/>
            <a:ext cx="379065" cy="278130"/>
            <a:chOff x="2293943" y="2937262"/>
            <a:chExt cx="379065" cy="278130"/>
          </a:xfrm>
        </p:grpSpPr>
        <p:sp>
          <p:nvSpPr>
            <p:cNvPr id="15381" name="Google Shape;15381;p74"/>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4"/>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4"/>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4"/>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4"/>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4"/>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4"/>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4"/>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4"/>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4"/>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4"/>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4"/>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4"/>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4"/>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4"/>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4"/>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4"/>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4"/>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4"/>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4"/>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4"/>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4"/>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4"/>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4"/>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4"/>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4"/>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4"/>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4"/>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74"/>
          <p:cNvGrpSpPr/>
          <p:nvPr/>
        </p:nvGrpSpPr>
        <p:grpSpPr>
          <a:xfrm>
            <a:off x="2762829" y="2898611"/>
            <a:ext cx="378960" cy="355536"/>
            <a:chOff x="2762829" y="2898611"/>
            <a:chExt cx="378960" cy="355536"/>
          </a:xfrm>
        </p:grpSpPr>
        <p:sp>
          <p:nvSpPr>
            <p:cNvPr id="15410" name="Google Shape;15410;p74"/>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4"/>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4"/>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4"/>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4"/>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4"/>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4"/>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4"/>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4"/>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4"/>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4"/>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4"/>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4"/>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4"/>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4"/>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4"/>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4"/>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4"/>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4"/>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4"/>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4"/>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4"/>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2" name="Google Shape;15432;p74"/>
          <p:cNvGrpSpPr/>
          <p:nvPr/>
        </p:nvGrpSpPr>
        <p:grpSpPr>
          <a:xfrm>
            <a:off x="4181432" y="1990720"/>
            <a:ext cx="357436" cy="356056"/>
            <a:chOff x="4181432" y="1990720"/>
            <a:chExt cx="357436" cy="356056"/>
          </a:xfrm>
        </p:grpSpPr>
        <p:sp>
          <p:nvSpPr>
            <p:cNvPr id="15433" name="Google Shape;15433;p74"/>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4"/>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4"/>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4"/>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4"/>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4"/>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4"/>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4"/>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4"/>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4"/>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4"/>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4"/>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4"/>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4"/>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4"/>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4"/>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4"/>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4"/>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1" name="Google Shape;15451;p74"/>
          <p:cNvGrpSpPr/>
          <p:nvPr/>
        </p:nvGrpSpPr>
        <p:grpSpPr>
          <a:xfrm>
            <a:off x="3227107" y="2886821"/>
            <a:ext cx="383932" cy="379117"/>
            <a:chOff x="3227107" y="2886821"/>
            <a:chExt cx="383932" cy="379117"/>
          </a:xfrm>
        </p:grpSpPr>
        <p:sp>
          <p:nvSpPr>
            <p:cNvPr id="15452" name="Google Shape;15452;p74"/>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4"/>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4"/>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4"/>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4"/>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4"/>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4"/>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4"/>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4"/>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4"/>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4"/>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4"/>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4"/>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5" name="Google Shape;15465;p74"/>
          <p:cNvGrpSpPr/>
          <p:nvPr/>
        </p:nvGrpSpPr>
        <p:grpSpPr>
          <a:xfrm>
            <a:off x="3702395" y="1990746"/>
            <a:ext cx="363396" cy="356030"/>
            <a:chOff x="3702395" y="1990746"/>
            <a:chExt cx="363396" cy="356030"/>
          </a:xfrm>
        </p:grpSpPr>
        <p:sp>
          <p:nvSpPr>
            <p:cNvPr id="15466" name="Google Shape;15466;p74"/>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4"/>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4"/>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4"/>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4"/>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4"/>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4"/>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4"/>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4"/>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4"/>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4"/>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4"/>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4"/>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4"/>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4"/>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4"/>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4"/>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4"/>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4"/>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4"/>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4"/>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7" name="Google Shape;15487;p74"/>
          <p:cNvGrpSpPr/>
          <p:nvPr/>
        </p:nvGrpSpPr>
        <p:grpSpPr>
          <a:xfrm>
            <a:off x="1319656" y="2442662"/>
            <a:ext cx="457173" cy="335364"/>
            <a:chOff x="1319656" y="2442662"/>
            <a:chExt cx="457173" cy="335364"/>
          </a:xfrm>
        </p:grpSpPr>
        <p:sp>
          <p:nvSpPr>
            <p:cNvPr id="15488" name="Google Shape;15488;p74"/>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4"/>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4"/>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4"/>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4"/>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4"/>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4"/>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4"/>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4"/>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4"/>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4"/>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4"/>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4"/>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4"/>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4"/>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4"/>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4"/>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4"/>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4"/>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7" name="Google Shape;15507;p74"/>
          <p:cNvGrpSpPr/>
          <p:nvPr/>
        </p:nvGrpSpPr>
        <p:grpSpPr>
          <a:xfrm>
            <a:off x="4214512" y="2453905"/>
            <a:ext cx="314126" cy="312955"/>
            <a:chOff x="4214512" y="2453905"/>
            <a:chExt cx="314126" cy="312955"/>
          </a:xfrm>
        </p:grpSpPr>
        <p:sp>
          <p:nvSpPr>
            <p:cNvPr id="15508" name="Google Shape;15508;p74"/>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4"/>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4"/>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4"/>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4"/>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4"/>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4"/>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4"/>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4"/>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4"/>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4"/>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4"/>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4"/>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4"/>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4"/>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74"/>
          <p:cNvGrpSpPr/>
          <p:nvPr/>
        </p:nvGrpSpPr>
        <p:grpSpPr>
          <a:xfrm>
            <a:off x="895824" y="2452812"/>
            <a:ext cx="361938" cy="315063"/>
            <a:chOff x="895824" y="2452812"/>
            <a:chExt cx="361938" cy="315063"/>
          </a:xfrm>
        </p:grpSpPr>
        <p:sp>
          <p:nvSpPr>
            <p:cNvPr id="15524" name="Google Shape;15524;p74"/>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4"/>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4"/>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4"/>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4"/>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4"/>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4"/>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4"/>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4"/>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4"/>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4"/>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4"/>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4"/>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4"/>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4"/>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4"/>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4"/>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4"/>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4"/>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4"/>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74"/>
          <p:cNvGrpSpPr/>
          <p:nvPr/>
        </p:nvGrpSpPr>
        <p:grpSpPr>
          <a:xfrm>
            <a:off x="3768323" y="2886769"/>
            <a:ext cx="242811" cy="379091"/>
            <a:chOff x="3768323" y="2886769"/>
            <a:chExt cx="242811" cy="379091"/>
          </a:xfrm>
        </p:grpSpPr>
        <p:sp>
          <p:nvSpPr>
            <p:cNvPr id="15545" name="Google Shape;15545;p74"/>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4"/>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4"/>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4"/>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4"/>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4"/>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4"/>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4"/>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4"/>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4"/>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4"/>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74"/>
          <p:cNvGrpSpPr/>
          <p:nvPr/>
        </p:nvGrpSpPr>
        <p:grpSpPr>
          <a:xfrm>
            <a:off x="3727590" y="2438549"/>
            <a:ext cx="346921" cy="343953"/>
            <a:chOff x="3727590" y="2438549"/>
            <a:chExt cx="346921" cy="343953"/>
          </a:xfrm>
        </p:grpSpPr>
        <p:sp>
          <p:nvSpPr>
            <p:cNvPr id="15557" name="Google Shape;15557;p74"/>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4"/>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4"/>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4"/>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4"/>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4"/>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4"/>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4"/>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4"/>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4"/>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4"/>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4"/>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4"/>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4"/>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4"/>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4"/>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4"/>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4"/>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4"/>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6" name="Google Shape;15576;p74"/>
          <p:cNvGrpSpPr/>
          <p:nvPr/>
        </p:nvGrpSpPr>
        <p:grpSpPr>
          <a:xfrm>
            <a:off x="6085968" y="1559106"/>
            <a:ext cx="356004" cy="289061"/>
            <a:chOff x="6085968" y="1559106"/>
            <a:chExt cx="356004" cy="289061"/>
          </a:xfrm>
        </p:grpSpPr>
        <p:sp>
          <p:nvSpPr>
            <p:cNvPr id="15577" name="Google Shape;15577;p74"/>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4"/>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4"/>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4"/>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4"/>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4"/>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4"/>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4"/>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4"/>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4"/>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4"/>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4"/>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4"/>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4"/>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4"/>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4"/>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4"/>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4"/>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4"/>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4"/>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4"/>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4"/>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4"/>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4"/>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4"/>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4"/>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4"/>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4" name="Google Shape;15604;p74"/>
          <p:cNvGrpSpPr/>
          <p:nvPr/>
        </p:nvGrpSpPr>
        <p:grpSpPr>
          <a:xfrm>
            <a:off x="7026393" y="1998398"/>
            <a:ext cx="347363" cy="317223"/>
            <a:chOff x="7026393" y="1998398"/>
            <a:chExt cx="347363" cy="317223"/>
          </a:xfrm>
        </p:grpSpPr>
        <p:sp>
          <p:nvSpPr>
            <p:cNvPr id="15605" name="Google Shape;15605;p74"/>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4"/>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4"/>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4"/>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4"/>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4"/>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4"/>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4"/>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4"/>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4"/>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4"/>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74"/>
          <p:cNvGrpSpPr/>
          <p:nvPr/>
        </p:nvGrpSpPr>
        <p:grpSpPr>
          <a:xfrm>
            <a:off x="2761007" y="2017372"/>
            <a:ext cx="360845" cy="302674"/>
            <a:chOff x="2761007" y="2017372"/>
            <a:chExt cx="360845" cy="302674"/>
          </a:xfrm>
        </p:grpSpPr>
        <p:sp>
          <p:nvSpPr>
            <p:cNvPr id="15617" name="Google Shape;15617;p74"/>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4"/>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4"/>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4"/>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4"/>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4"/>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4"/>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4"/>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4"/>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4"/>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4"/>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4"/>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4"/>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4"/>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4"/>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4"/>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4"/>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4"/>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4"/>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4"/>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4"/>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4"/>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4"/>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4"/>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4"/>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4"/>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4"/>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4"/>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74"/>
          <p:cNvGrpSpPr/>
          <p:nvPr/>
        </p:nvGrpSpPr>
        <p:grpSpPr>
          <a:xfrm>
            <a:off x="5575621" y="2902906"/>
            <a:ext cx="379143" cy="337499"/>
            <a:chOff x="5575621" y="2902906"/>
            <a:chExt cx="379143" cy="337499"/>
          </a:xfrm>
        </p:grpSpPr>
        <p:sp>
          <p:nvSpPr>
            <p:cNvPr id="15646" name="Google Shape;15646;p74"/>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4"/>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4"/>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4"/>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4"/>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4"/>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4"/>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4"/>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4"/>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4"/>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4"/>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4"/>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4"/>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4"/>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4"/>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74"/>
          <p:cNvGrpSpPr/>
          <p:nvPr/>
        </p:nvGrpSpPr>
        <p:grpSpPr>
          <a:xfrm>
            <a:off x="7540306" y="1997409"/>
            <a:ext cx="265611" cy="319800"/>
            <a:chOff x="7540306" y="1997409"/>
            <a:chExt cx="265611" cy="319800"/>
          </a:xfrm>
        </p:grpSpPr>
        <p:sp>
          <p:nvSpPr>
            <p:cNvPr id="15662" name="Google Shape;15662;p74"/>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4"/>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4"/>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4"/>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4"/>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4"/>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4"/>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4"/>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4"/>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4"/>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4"/>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4"/>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4"/>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74"/>
          <p:cNvGrpSpPr/>
          <p:nvPr/>
        </p:nvGrpSpPr>
        <p:grpSpPr>
          <a:xfrm>
            <a:off x="917089" y="2925706"/>
            <a:ext cx="319722" cy="301320"/>
            <a:chOff x="917089" y="2925706"/>
            <a:chExt cx="319722" cy="301320"/>
          </a:xfrm>
        </p:grpSpPr>
        <p:sp>
          <p:nvSpPr>
            <p:cNvPr id="15676" name="Google Shape;15676;p74"/>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4"/>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4"/>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4"/>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4"/>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4"/>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4"/>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4"/>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4"/>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4"/>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4"/>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4"/>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4"/>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4"/>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4"/>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4"/>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4"/>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4"/>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4"/>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4"/>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4"/>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4"/>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4"/>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4"/>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4"/>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4"/>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4"/>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3" name="Google Shape;15703;p74"/>
          <p:cNvGrpSpPr/>
          <p:nvPr/>
        </p:nvGrpSpPr>
        <p:grpSpPr>
          <a:xfrm>
            <a:off x="4599121" y="3415570"/>
            <a:ext cx="365973" cy="243695"/>
            <a:chOff x="4599121" y="3415570"/>
            <a:chExt cx="365973" cy="243695"/>
          </a:xfrm>
        </p:grpSpPr>
        <p:sp>
          <p:nvSpPr>
            <p:cNvPr id="15704" name="Google Shape;15704;p74"/>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4"/>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4"/>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4"/>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4"/>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4"/>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4"/>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4"/>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4"/>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4"/>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4"/>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4"/>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4"/>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4"/>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74"/>
          <p:cNvGrpSpPr/>
          <p:nvPr/>
        </p:nvGrpSpPr>
        <p:grpSpPr>
          <a:xfrm>
            <a:off x="3236451" y="1990798"/>
            <a:ext cx="356160" cy="356186"/>
            <a:chOff x="3236451" y="1990798"/>
            <a:chExt cx="356160" cy="356186"/>
          </a:xfrm>
        </p:grpSpPr>
        <p:sp>
          <p:nvSpPr>
            <p:cNvPr id="15719" name="Google Shape;15719;p74"/>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4"/>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4"/>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4"/>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4"/>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4"/>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4"/>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4"/>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4"/>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4"/>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4"/>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4"/>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4"/>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4"/>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4"/>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4"/>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4"/>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4"/>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4"/>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4"/>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4"/>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4"/>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4"/>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4"/>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4"/>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4"/>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4"/>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4"/>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4"/>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4"/>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4"/>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4"/>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4"/>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2" name="Google Shape;15752;p74"/>
          <p:cNvGrpSpPr/>
          <p:nvPr/>
        </p:nvGrpSpPr>
        <p:grpSpPr>
          <a:xfrm>
            <a:off x="4198844" y="2918392"/>
            <a:ext cx="319982" cy="315974"/>
            <a:chOff x="4198844" y="2918392"/>
            <a:chExt cx="319982" cy="315974"/>
          </a:xfrm>
        </p:grpSpPr>
        <p:sp>
          <p:nvSpPr>
            <p:cNvPr id="15753" name="Google Shape;15753;p74"/>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4"/>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4"/>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4"/>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4"/>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4"/>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4"/>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4"/>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4"/>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4"/>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4"/>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4"/>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4"/>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4"/>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4"/>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4"/>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4"/>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4"/>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4"/>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4"/>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3" name="Google Shape;15773;p74"/>
          <p:cNvGrpSpPr/>
          <p:nvPr/>
        </p:nvGrpSpPr>
        <p:grpSpPr>
          <a:xfrm>
            <a:off x="4657084" y="2911911"/>
            <a:ext cx="332007" cy="319592"/>
            <a:chOff x="4657084" y="2911911"/>
            <a:chExt cx="332007" cy="319592"/>
          </a:xfrm>
        </p:grpSpPr>
        <p:sp>
          <p:nvSpPr>
            <p:cNvPr id="15774" name="Google Shape;15774;p74"/>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4"/>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4"/>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4"/>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4"/>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4"/>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4"/>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4"/>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4"/>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4"/>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4"/>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4"/>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74"/>
          <p:cNvGrpSpPr/>
          <p:nvPr/>
        </p:nvGrpSpPr>
        <p:grpSpPr>
          <a:xfrm>
            <a:off x="7003021" y="2476992"/>
            <a:ext cx="383749" cy="266600"/>
            <a:chOff x="7003021" y="2476992"/>
            <a:chExt cx="383749" cy="266600"/>
          </a:xfrm>
        </p:grpSpPr>
        <p:sp>
          <p:nvSpPr>
            <p:cNvPr id="15787" name="Google Shape;15787;p74"/>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4"/>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4"/>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4"/>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4"/>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4"/>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4"/>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4"/>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4"/>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4"/>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4"/>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4"/>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9" name="Google Shape;15799;p74"/>
          <p:cNvGrpSpPr/>
          <p:nvPr/>
        </p:nvGrpSpPr>
        <p:grpSpPr>
          <a:xfrm>
            <a:off x="5597041" y="2013989"/>
            <a:ext cx="366884" cy="286563"/>
            <a:chOff x="5597041" y="2013989"/>
            <a:chExt cx="366884" cy="286563"/>
          </a:xfrm>
        </p:grpSpPr>
        <p:sp>
          <p:nvSpPr>
            <p:cNvPr id="15800" name="Google Shape;15800;p74"/>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4"/>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4"/>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4"/>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4"/>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4"/>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4"/>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4"/>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4"/>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4"/>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4"/>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4"/>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4"/>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4"/>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4"/>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4"/>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4"/>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4"/>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4"/>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4"/>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4"/>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4"/>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74"/>
          <p:cNvGrpSpPr/>
          <p:nvPr/>
        </p:nvGrpSpPr>
        <p:grpSpPr>
          <a:xfrm>
            <a:off x="5147755" y="2911807"/>
            <a:ext cx="297286" cy="319696"/>
            <a:chOff x="5147755" y="2911807"/>
            <a:chExt cx="297286" cy="319696"/>
          </a:xfrm>
        </p:grpSpPr>
        <p:sp>
          <p:nvSpPr>
            <p:cNvPr id="15823" name="Google Shape;15823;p74"/>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4"/>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4"/>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4"/>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4"/>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4"/>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4"/>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4"/>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4"/>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4"/>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4"/>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4"/>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4"/>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4"/>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4"/>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4"/>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9" name="Google Shape;15839;p74"/>
          <p:cNvGrpSpPr/>
          <p:nvPr/>
        </p:nvGrpSpPr>
        <p:grpSpPr>
          <a:xfrm>
            <a:off x="6138804" y="1997409"/>
            <a:ext cx="224669" cy="319748"/>
            <a:chOff x="6138804" y="1997409"/>
            <a:chExt cx="224669" cy="319748"/>
          </a:xfrm>
        </p:grpSpPr>
        <p:sp>
          <p:nvSpPr>
            <p:cNvPr id="15840" name="Google Shape;15840;p74"/>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4"/>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4"/>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4"/>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4"/>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4"/>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4"/>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4"/>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4"/>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4"/>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4"/>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4"/>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4"/>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4"/>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4"/>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4"/>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4"/>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4"/>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4"/>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4"/>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4"/>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1" name="Google Shape;15861;p74"/>
          <p:cNvGrpSpPr/>
          <p:nvPr/>
        </p:nvGrpSpPr>
        <p:grpSpPr>
          <a:xfrm>
            <a:off x="6612088" y="1997409"/>
            <a:ext cx="224565" cy="319748"/>
            <a:chOff x="6612088" y="1997409"/>
            <a:chExt cx="224565" cy="319748"/>
          </a:xfrm>
        </p:grpSpPr>
        <p:sp>
          <p:nvSpPr>
            <p:cNvPr id="15862" name="Google Shape;15862;p74"/>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4"/>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4"/>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4"/>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4"/>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4"/>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4"/>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4"/>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4"/>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4"/>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4"/>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4"/>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4"/>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4"/>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4"/>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4"/>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4"/>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4"/>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4"/>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4"/>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4"/>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4"/>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74"/>
          <p:cNvGrpSpPr/>
          <p:nvPr/>
        </p:nvGrpSpPr>
        <p:grpSpPr>
          <a:xfrm>
            <a:off x="6060617" y="2898247"/>
            <a:ext cx="346738" cy="346816"/>
            <a:chOff x="6060617" y="2898247"/>
            <a:chExt cx="346738" cy="346816"/>
          </a:xfrm>
        </p:grpSpPr>
        <p:sp>
          <p:nvSpPr>
            <p:cNvPr id="15885" name="Google Shape;15885;p74"/>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4"/>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4"/>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4"/>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4"/>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4"/>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4"/>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4"/>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4"/>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74"/>
          <p:cNvGrpSpPr/>
          <p:nvPr/>
        </p:nvGrpSpPr>
        <p:grpSpPr>
          <a:xfrm>
            <a:off x="1342820" y="1992178"/>
            <a:ext cx="358737" cy="353245"/>
            <a:chOff x="1342820" y="1992178"/>
            <a:chExt cx="358737" cy="353245"/>
          </a:xfrm>
        </p:grpSpPr>
        <p:sp>
          <p:nvSpPr>
            <p:cNvPr id="15895" name="Google Shape;15895;p74"/>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4"/>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4"/>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4"/>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4"/>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4"/>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4"/>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4"/>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4"/>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4"/>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4"/>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4"/>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4"/>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4"/>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4"/>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4"/>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4"/>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4"/>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4"/>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4"/>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4"/>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4"/>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4"/>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4"/>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4"/>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4"/>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4"/>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4"/>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4"/>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4"/>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4"/>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4"/>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4"/>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4"/>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4"/>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4"/>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4"/>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4"/>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4"/>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4"/>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4"/>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4"/>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4"/>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4"/>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4"/>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4"/>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74"/>
          <p:cNvGrpSpPr/>
          <p:nvPr/>
        </p:nvGrpSpPr>
        <p:grpSpPr>
          <a:xfrm>
            <a:off x="7959662" y="2436857"/>
            <a:ext cx="352829" cy="347467"/>
            <a:chOff x="7959662" y="2436857"/>
            <a:chExt cx="352829" cy="347467"/>
          </a:xfrm>
        </p:grpSpPr>
        <p:sp>
          <p:nvSpPr>
            <p:cNvPr id="15942" name="Google Shape;15942;p74"/>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4"/>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4"/>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4"/>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4"/>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4"/>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4"/>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4"/>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4"/>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4"/>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4"/>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4"/>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4"/>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4"/>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4"/>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4"/>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74"/>
          <p:cNvGrpSpPr/>
          <p:nvPr/>
        </p:nvGrpSpPr>
        <p:grpSpPr>
          <a:xfrm>
            <a:off x="7009528" y="2897961"/>
            <a:ext cx="325578" cy="347207"/>
            <a:chOff x="7009528" y="2897961"/>
            <a:chExt cx="325578" cy="347207"/>
          </a:xfrm>
        </p:grpSpPr>
        <p:sp>
          <p:nvSpPr>
            <p:cNvPr id="15959" name="Google Shape;15959;p74"/>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4"/>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4"/>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4"/>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4"/>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4"/>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4"/>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4"/>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4"/>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4"/>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4"/>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4"/>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4"/>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4"/>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4"/>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4"/>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4"/>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4"/>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4"/>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4"/>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4"/>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74"/>
          <p:cNvGrpSpPr/>
          <p:nvPr/>
        </p:nvGrpSpPr>
        <p:grpSpPr>
          <a:xfrm>
            <a:off x="6980143" y="1563869"/>
            <a:ext cx="456522" cy="279535"/>
            <a:chOff x="6980143" y="1563869"/>
            <a:chExt cx="456522" cy="279535"/>
          </a:xfrm>
        </p:grpSpPr>
        <p:sp>
          <p:nvSpPr>
            <p:cNvPr id="15981" name="Google Shape;15981;p74"/>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4"/>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4"/>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4"/>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4"/>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4"/>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4"/>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4"/>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4"/>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4"/>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4"/>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4"/>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4"/>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4"/>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4"/>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6" name="Google Shape;15996;p74"/>
          <p:cNvGrpSpPr/>
          <p:nvPr/>
        </p:nvGrpSpPr>
        <p:grpSpPr>
          <a:xfrm>
            <a:off x="2827559" y="2428451"/>
            <a:ext cx="264778" cy="363864"/>
            <a:chOff x="2827559" y="2428451"/>
            <a:chExt cx="264778" cy="363864"/>
          </a:xfrm>
        </p:grpSpPr>
        <p:sp>
          <p:nvSpPr>
            <p:cNvPr id="15997" name="Google Shape;15997;p74"/>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4"/>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4"/>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4"/>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4"/>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4"/>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4"/>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4"/>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4"/>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4"/>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4"/>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4"/>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4"/>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4"/>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4"/>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4"/>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4"/>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4" name="Google Shape;16014;p74"/>
          <p:cNvGrpSpPr/>
          <p:nvPr/>
        </p:nvGrpSpPr>
        <p:grpSpPr>
          <a:xfrm>
            <a:off x="7488303" y="2436571"/>
            <a:ext cx="352490" cy="347493"/>
            <a:chOff x="7488303" y="2436571"/>
            <a:chExt cx="352490" cy="347493"/>
          </a:xfrm>
        </p:grpSpPr>
        <p:sp>
          <p:nvSpPr>
            <p:cNvPr id="16015" name="Google Shape;16015;p74"/>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4"/>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4"/>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4"/>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4"/>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4"/>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4"/>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4"/>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4"/>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4"/>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4"/>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4"/>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4"/>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4"/>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4"/>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4"/>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4"/>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4"/>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4"/>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4"/>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4"/>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4"/>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4"/>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74"/>
          <p:cNvGrpSpPr/>
          <p:nvPr/>
        </p:nvGrpSpPr>
        <p:grpSpPr>
          <a:xfrm>
            <a:off x="4146190" y="3339908"/>
            <a:ext cx="341975" cy="394915"/>
            <a:chOff x="4146190" y="3339908"/>
            <a:chExt cx="341975" cy="394915"/>
          </a:xfrm>
        </p:grpSpPr>
        <p:sp>
          <p:nvSpPr>
            <p:cNvPr id="16039" name="Google Shape;16039;p74"/>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4"/>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4"/>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4"/>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4"/>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4"/>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4"/>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4"/>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4"/>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4"/>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4"/>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4"/>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4"/>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4"/>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4"/>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4"/>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4"/>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4"/>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7" name="Google Shape;16057;p74"/>
          <p:cNvGrpSpPr/>
          <p:nvPr/>
        </p:nvGrpSpPr>
        <p:grpSpPr>
          <a:xfrm>
            <a:off x="6529398" y="2898143"/>
            <a:ext cx="346999" cy="347025"/>
            <a:chOff x="6529398" y="2898143"/>
            <a:chExt cx="346999" cy="347025"/>
          </a:xfrm>
        </p:grpSpPr>
        <p:sp>
          <p:nvSpPr>
            <p:cNvPr id="16058" name="Google Shape;16058;p74"/>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4"/>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4"/>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4"/>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4"/>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4"/>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4"/>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4"/>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4"/>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4"/>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4"/>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4"/>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4"/>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4"/>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4"/>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4"/>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4"/>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4"/>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4"/>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4"/>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4"/>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4"/>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4"/>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4"/>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4"/>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4"/>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4" name="Google Shape;16084;p74"/>
          <p:cNvGrpSpPr/>
          <p:nvPr/>
        </p:nvGrpSpPr>
        <p:grpSpPr>
          <a:xfrm>
            <a:off x="6011529" y="3354899"/>
            <a:ext cx="403582" cy="382344"/>
            <a:chOff x="6011529" y="3354899"/>
            <a:chExt cx="403582" cy="382344"/>
          </a:xfrm>
        </p:grpSpPr>
        <p:sp>
          <p:nvSpPr>
            <p:cNvPr id="16085" name="Google Shape;16085;p74"/>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4"/>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4"/>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4"/>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4"/>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4"/>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4"/>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2" name="Google Shape;16092;p74"/>
          <p:cNvGrpSpPr/>
          <p:nvPr/>
        </p:nvGrpSpPr>
        <p:grpSpPr>
          <a:xfrm>
            <a:off x="5588348" y="2418482"/>
            <a:ext cx="386847" cy="383723"/>
            <a:chOff x="5588348" y="2418482"/>
            <a:chExt cx="386847" cy="383723"/>
          </a:xfrm>
        </p:grpSpPr>
        <p:sp>
          <p:nvSpPr>
            <p:cNvPr id="16093" name="Google Shape;16093;p74"/>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4"/>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4"/>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4"/>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4"/>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4"/>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4"/>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0" name="Google Shape;16100;p74"/>
          <p:cNvGrpSpPr/>
          <p:nvPr/>
        </p:nvGrpSpPr>
        <p:grpSpPr>
          <a:xfrm>
            <a:off x="6065458" y="2434229"/>
            <a:ext cx="378154" cy="352230"/>
            <a:chOff x="6065458" y="2434229"/>
            <a:chExt cx="378154" cy="352230"/>
          </a:xfrm>
        </p:grpSpPr>
        <p:sp>
          <p:nvSpPr>
            <p:cNvPr id="16101" name="Google Shape;16101;p74"/>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4"/>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4"/>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4"/>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4"/>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4"/>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4"/>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4"/>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4"/>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4"/>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4"/>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4"/>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3" name="Google Shape;16113;p74"/>
          <p:cNvGrpSpPr/>
          <p:nvPr/>
        </p:nvGrpSpPr>
        <p:grpSpPr>
          <a:xfrm>
            <a:off x="2870687" y="3796508"/>
            <a:ext cx="375421" cy="353610"/>
            <a:chOff x="2870687" y="3796508"/>
            <a:chExt cx="375421" cy="353610"/>
          </a:xfrm>
        </p:grpSpPr>
        <p:sp>
          <p:nvSpPr>
            <p:cNvPr id="16114" name="Google Shape;16114;p74"/>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4"/>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4"/>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4"/>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8" name="Google Shape;16118;p74"/>
          <p:cNvGrpSpPr/>
          <p:nvPr/>
        </p:nvGrpSpPr>
        <p:grpSpPr>
          <a:xfrm>
            <a:off x="8020722" y="1543724"/>
            <a:ext cx="264309" cy="319826"/>
            <a:chOff x="8020722" y="1543724"/>
            <a:chExt cx="264309" cy="319826"/>
          </a:xfrm>
        </p:grpSpPr>
        <p:sp>
          <p:nvSpPr>
            <p:cNvPr id="16119" name="Google Shape;16119;p74"/>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4"/>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4"/>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4"/>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4"/>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4"/>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4"/>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4"/>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4"/>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4"/>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4"/>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4"/>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4"/>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4"/>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4"/>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4"/>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74"/>
          <p:cNvGrpSpPr/>
          <p:nvPr/>
        </p:nvGrpSpPr>
        <p:grpSpPr>
          <a:xfrm>
            <a:off x="2319216" y="2452526"/>
            <a:ext cx="343875" cy="315609"/>
            <a:chOff x="2319216" y="2452526"/>
            <a:chExt cx="343875" cy="315609"/>
          </a:xfrm>
        </p:grpSpPr>
        <p:sp>
          <p:nvSpPr>
            <p:cNvPr id="16136" name="Google Shape;16136;p74"/>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4"/>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4"/>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4"/>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4"/>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4"/>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4"/>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4"/>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4"/>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4"/>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4"/>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4"/>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4"/>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4"/>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0" name="Google Shape;16150;p74"/>
          <p:cNvGrpSpPr/>
          <p:nvPr/>
        </p:nvGrpSpPr>
        <p:grpSpPr>
          <a:xfrm>
            <a:off x="7990504" y="1997539"/>
            <a:ext cx="301320" cy="319592"/>
            <a:chOff x="7990504" y="1997539"/>
            <a:chExt cx="301320" cy="319592"/>
          </a:xfrm>
        </p:grpSpPr>
        <p:sp>
          <p:nvSpPr>
            <p:cNvPr id="16151" name="Google Shape;16151;p74"/>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4"/>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4"/>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4"/>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4"/>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4"/>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4"/>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4"/>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4"/>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4"/>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4"/>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4"/>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4"/>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4"/>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4"/>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4"/>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4"/>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4"/>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4"/>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4"/>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4"/>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4"/>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4"/>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4"/>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4"/>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4"/>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4"/>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4"/>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4"/>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4"/>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4"/>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4"/>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4"/>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4"/>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4"/>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4"/>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74"/>
          <p:cNvGrpSpPr/>
          <p:nvPr/>
        </p:nvGrpSpPr>
        <p:grpSpPr>
          <a:xfrm>
            <a:off x="3302118" y="3796534"/>
            <a:ext cx="372844" cy="353610"/>
            <a:chOff x="3302118" y="3796534"/>
            <a:chExt cx="372844" cy="353610"/>
          </a:xfrm>
        </p:grpSpPr>
        <p:sp>
          <p:nvSpPr>
            <p:cNvPr id="16188" name="Google Shape;16188;p74"/>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4"/>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4"/>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4"/>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6" name="Google Shape;16196;p74"/>
          <p:cNvGrpSpPr/>
          <p:nvPr/>
        </p:nvGrpSpPr>
        <p:grpSpPr>
          <a:xfrm>
            <a:off x="6962652" y="3354899"/>
            <a:ext cx="404051" cy="382344"/>
            <a:chOff x="6962652" y="3354899"/>
            <a:chExt cx="404051" cy="382344"/>
          </a:xfrm>
        </p:grpSpPr>
        <p:sp>
          <p:nvSpPr>
            <p:cNvPr id="16197" name="Google Shape;16197;p74"/>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4"/>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4"/>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4"/>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4"/>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4"/>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4"/>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4"/>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4"/>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4"/>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4"/>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8" name="Google Shape;16208;p74"/>
          <p:cNvGrpSpPr/>
          <p:nvPr/>
        </p:nvGrpSpPr>
        <p:grpSpPr>
          <a:xfrm>
            <a:off x="3744430" y="3796534"/>
            <a:ext cx="372740" cy="353610"/>
            <a:chOff x="3744430" y="3796534"/>
            <a:chExt cx="372740" cy="353610"/>
          </a:xfrm>
        </p:grpSpPr>
        <p:sp>
          <p:nvSpPr>
            <p:cNvPr id="16209" name="Google Shape;16209;p74"/>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4"/>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4"/>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4"/>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4"/>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4"/>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4"/>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4"/>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4"/>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8" name="Google Shape;16218;p74"/>
          <p:cNvGrpSpPr/>
          <p:nvPr/>
        </p:nvGrpSpPr>
        <p:grpSpPr>
          <a:xfrm>
            <a:off x="5071104" y="3796534"/>
            <a:ext cx="372844" cy="353610"/>
            <a:chOff x="5071104" y="3796534"/>
            <a:chExt cx="372844" cy="353610"/>
          </a:xfrm>
        </p:grpSpPr>
        <p:sp>
          <p:nvSpPr>
            <p:cNvPr id="16219" name="Google Shape;16219;p74"/>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4"/>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4"/>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4"/>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4"/>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4"/>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4"/>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74"/>
          <p:cNvGrpSpPr/>
          <p:nvPr/>
        </p:nvGrpSpPr>
        <p:grpSpPr>
          <a:xfrm>
            <a:off x="7438201" y="3354899"/>
            <a:ext cx="403504" cy="382318"/>
            <a:chOff x="7438201" y="3354899"/>
            <a:chExt cx="403504" cy="382318"/>
          </a:xfrm>
        </p:grpSpPr>
        <p:sp>
          <p:nvSpPr>
            <p:cNvPr id="16227" name="Google Shape;16227;p74"/>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4"/>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4"/>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4"/>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4"/>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4"/>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4"/>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4"/>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4"/>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4"/>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4"/>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4"/>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4"/>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4"/>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4"/>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74"/>
          <p:cNvGrpSpPr/>
          <p:nvPr/>
        </p:nvGrpSpPr>
        <p:grpSpPr>
          <a:xfrm>
            <a:off x="5160300" y="2435035"/>
            <a:ext cx="288515" cy="350512"/>
            <a:chOff x="5160300" y="2435035"/>
            <a:chExt cx="288515" cy="350512"/>
          </a:xfrm>
        </p:grpSpPr>
        <p:sp>
          <p:nvSpPr>
            <p:cNvPr id="16243" name="Google Shape;16243;p74"/>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4"/>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4"/>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4"/>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4"/>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4"/>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4"/>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4"/>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4"/>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4"/>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4"/>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4"/>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5" name="Google Shape;16255;p74"/>
          <p:cNvGrpSpPr/>
          <p:nvPr/>
        </p:nvGrpSpPr>
        <p:grpSpPr>
          <a:xfrm>
            <a:off x="5955648" y="3796534"/>
            <a:ext cx="372766" cy="353610"/>
            <a:chOff x="5955648" y="3796534"/>
            <a:chExt cx="372766" cy="353610"/>
          </a:xfrm>
        </p:grpSpPr>
        <p:sp>
          <p:nvSpPr>
            <p:cNvPr id="16256" name="Google Shape;16256;p74"/>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4"/>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4"/>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4"/>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4"/>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4"/>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4"/>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74"/>
          <p:cNvGrpSpPr/>
          <p:nvPr/>
        </p:nvGrpSpPr>
        <p:grpSpPr>
          <a:xfrm>
            <a:off x="4655731" y="2446592"/>
            <a:ext cx="372818" cy="327504"/>
            <a:chOff x="4655731" y="2446592"/>
            <a:chExt cx="372818" cy="327504"/>
          </a:xfrm>
        </p:grpSpPr>
        <p:sp>
          <p:nvSpPr>
            <p:cNvPr id="16264" name="Google Shape;16264;p74"/>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4"/>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4"/>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4"/>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4"/>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4"/>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4"/>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4"/>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4"/>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4"/>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4"/>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4"/>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4"/>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4"/>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8" name="Google Shape;16278;p74"/>
          <p:cNvGrpSpPr/>
          <p:nvPr/>
        </p:nvGrpSpPr>
        <p:grpSpPr>
          <a:xfrm>
            <a:off x="7459075" y="2926643"/>
            <a:ext cx="365062" cy="290024"/>
            <a:chOff x="7459075" y="2926643"/>
            <a:chExt cx="365062" cy="290024"/>
          </a:xfrm>
        </p:grpSpPr>
        <p:sp>
          <p:nvSpPr>
            <p:cNvPr id="16279" name="Google Shape;16279;p74"/>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4"/>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4"/>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4"/>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4"/>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4"/>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4"/>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4"/>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4"/>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4"/>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4"/>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4"/>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4"/>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4"/>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4"/>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4"/>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4"/>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4"/>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4"/>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4"/>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4"/>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4"/>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4"/>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74"/>
          <p:cNvGrpSpPr/>
          <p:nvPr/>
        </p:nvGrpSpPr>
        <p:grpSpPr>
          <a:xfrm>
            <a:off x="5060406" y="3354899"/>
            <a:ext cx="403582" cy="382344"/>
            <a:chOff x="5060406" y="3354899"/>
            <a:chExt cx="403582" cy="382344"/>
          </a:xfrm>
        </p:grpSpPr>
        <p:sp>
          <p:nvSpPr>
            <p:cNvPr id="16303" name="Google Shape;16303;p74"/>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4"/>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4"/>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4"/>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4"/>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74"/>
          <p:cNvGrpSpPr/>
          <p:nvPr/>
        </p:nvGrpSpPr>
        <p:grpSpPr>
          <a:xfrm>
            <a:off x="5535955" y="3354899"/>
            <a:ext cx="403608" cy="382344"/>
            <a:chOff x="5535955" y="3354899"/>
            <a:chExt cx="403608" cy="382344"/>
          </a:xfrm>
        </p:grpSpPr>
        <p:sp>
          <p:nvSpPr>
            <p:cNvPr id="16309" name="Google Shape;16309;p74"/>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4"/>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4"/>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4"/>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4"/>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4" name="Google Shape;16314;p74"/>
          <p:cNvGrpSpPr/>
          <p:nvPr/>
        </p:nvGrpSpPr>
        <p:grpSpPr>
          <a:xfrm>
            <a:off x="7913775" y="3354795"/>
            <a:ext cx="423285" cy="382422"/>
            <a:chOff x="7913775" y="3354795"/>
            <a:chExt cx="423285" cy="382422"/>
          </a:xfrm>
        </p:grpSpPr>
        <p:sp>
          <p:nvSpPr>
            <p:cNvPr id="16315" name="Google Shape;16315;p74"/>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4"/>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4"/>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4"/>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4"/>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4"/>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4"/>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4"/>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4"/>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4"/>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4"/>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4"/>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4"/>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4"/>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74"/>
          <p:cNvGrpSpPr/>
          <p:nvPr/>
        </p:nvGrpSpPr>
        <p:grpSpPr>
          <a:xfrm>
            <a:off x="7499365" y="1534536"/>
            <a:ext cx="354807" cy="338357"/>
            <a:chOff x="7499365" y="1534536"/>
            <a:chExt cx="354807" cy="338357"/>
          </a:xfrm>
        </p:grpSpPr>
        <p:sp>
          <p:nvSpPr>
            <p:cNvPr id="16330" name="Google Shape;16330;p74"/>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4"/>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4"/>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4"/>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4"/>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4"/>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4"/>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4"/>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4"/>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4"/>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4"/>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4"/>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4"/>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4"/>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4"/>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4"/>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4"/>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4"/>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4"/>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74"/>
          <p:cNvGrpSpPr/>
          <p:nvPr/>
        </p:nvGrpSpPr>
        <p:grpSpPr>
          <a:xfrm>
            <a:off x="4186663" y="3796534"/>
            <a:ext cx="372844" cy="353610"/>
            <a:chOff x="4186663" y="3796534"/>
            <a:chExt cx="372844" cy="353610"/>
          </a:xfrm>
        </p:grpSpPr>
        <p:sp>
          <p:nvSpPr>
            <p:cNvPr id="16350" name="Google Shape;16350;p74"/>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4"/>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4"/>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4"/>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4"/>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5" name="Google Shape;16355;p74"/>
          <p:cNvGrpSpPr/>
          <p:nvPr/>
        </p:nvGrpSpPr>
        <p:grpSpPr>
          <a:xfrm>
            <a:off x="4628896" y="3796534"/>
            <a:ext cx="372740" cy="353610"/>
            <a:chOff x="4628896" y="3796534"/>
            <a:chExt cx="372740" cy="353610"/>
          </a:xfrm>
        </p:grpSpPr>
        <p:sp>
          <p:nvSpPr>
            <p:cNvPr id="16356" name="Google Shape;16356;p74"/>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4"/>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4"/>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4"/>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4"/>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4"/>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4"/>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4"/>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4" name="Google Shape;16364;p74"/>
          <p:cNvGrpSpPr/>
          <p:nvPr/>
        </p:nvGrpSpPr>
        <p:grpSpPr>
          <a:xfrm>
            <a:off x="5513441" y="3796534"/>
            <a:ext cx="372818" cy="353610"/>
            <a:chOff x="5513441" y="3796534"/>
            <a:chExt cx="372818" cy="353610"/>
          </a:xfrm>
        </p:grpSpPr>
        <p:sp>
          <p:nvSpPr>
            <p:cNvPr id="16365" name="Google Shape;16365;p74"/>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4"/>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4"/>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4"/>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4"/>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4"/>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4"/>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2" name="Google Shape;16372;p74"/>
          <p:cNvGrpSpPr/>
          <p:nvPr/>
        </p:nvGrpSpPr>
        <p:grpSpPr>
          <a:xfrm>
            <a:off x="6487078" y="3354899"/>
            <a:ext cx="403608" cy="382344"/>
            <a:chOff x="6487078" y="3354899"/>
            <a:chExt cx="403608" cy="382344"/>
          </a:xfrm>
        </p:grpSpPr>
        <p:sp>
          <p:nvSpPr>
            <p:cNvPr id="16373" name="Google Shape;16373;p74"/>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4"/>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4"/>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4"/>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4"/>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4"/>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4"/>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4"/>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4"/>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4"/>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3" name="Google Shape;16383;p74"/>
          <p:cNvGrpSpPr/>
          <p:nvPr/>
        </p:nvGrpSpPr>
        <p:grpSpPr>
          <a:xfrm>
            <a:off x="3190851" y="3342484"/>
            <a:ext cx="389684" cy="389684"/>
            <a:chOff x="3190851" y="3342484"/>
            <a:chExt cx="389684" cy="389684"/>
          </a:xfrm>
        </p:grpSpPr>
        <p:sp>
          <p:nvSpPr>
            <p:cNvPr id="16384" name="Google Shape;16384;p74"/>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4"/>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4"/>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4"/>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4"/>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4"/>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4"/>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4"/>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4"/>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4"/>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4"/>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4"/>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4"/>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4"/>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4"/>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4"/>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4"/>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4"/>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4"/>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4"/>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4"/>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4"/>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4"/>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4"/>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4"/>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4"/>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4"/>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4"/>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2" name="Google Shape;16412;p74"/>
          <p:cNvGrpSpPr/>
          <p:nvPr/>
        </p:nvGrpSpPr>
        <p:grpSpPr>
          <a:xfrm>
            <a:off x="7927127" y="2879845"/>
            <a:ext cx="364515" cy="383619"/>
            <a:chOff x="7927127" y="2879845"/>
            <a:chExt cx="364515" cy="383619"/>
          </a:xfrm>
        </p:grpSpPr>
        <p:sp>
          <p:nvSpPr>
            <p:cNvPr id="16413" name="Google Shape;16413;p74"/>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4"/>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4"/>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4"/>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4"/>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4"/>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4"/>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4"/>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4"/>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4"/>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4"/>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4"/>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4"/>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4"/>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4"/>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4"/>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4"/>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4"/>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4"/>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4"/>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4"/>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4"/>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4"/>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4"/>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4"/>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4"/>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4"/>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4"/>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4"/>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74"/>
          <p:cNvGrpSpPr/>
          <p:nvPr/>
        </p:nvGrpSpPr>
        <p:grpSpPr>
          <a:xfrm>
            <a:off x="859281" y="3352531"/>
            <a:ext cx="327426" cy="357826"/>
            <a:chOff x="859281" y="3352531"/>
            <a:chExt cx="327426" cy="357826"/>
          </a:xfrm>
        </p:grpSpPr>
        <p:sp>
          <p:nvSpPr>
            <p:cNvPr id="16443" name="Google Shape;16443;p74"/>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4"/>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4"/>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4"/>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4"/>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4"/>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4"/>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4"/>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4"/>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4"/>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4"/>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4"/>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4"/>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4"/>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4"/>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4"/>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4"/>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4"/>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1" name="Google Shape;16461;p74"/>
          <p:cNvGrpSpPr/>
          <p:nvPr/>
        </p:nvGrpSpPr>
        <p:grpSpPr>
          <a:xfrm>
            <a:off x="1317912" y="3388371"/>
            <a:ext cx="372115" cy="273185"/>
            <a:chOff x="1317912" y="3388371"/>
            <a:chExt cx="372115" cy="273185"/>
          </a:xfrm>
        </p:grpSpPr>
        <p:sp>
          <p:nvSpPr>
            <p:cNvPr id="16462" name="Google Shape;16462;p74"/>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4"/>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4"/>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4"/>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4"/>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4"/>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4"/>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4"/>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4"/>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4"/>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4"/>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4"/>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4"/>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4"/>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4"/>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4"/>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4"/>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4"/>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4"/>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4"/>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4"/>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4"/>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4"/>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4"/>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4"/>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4"/>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4"/>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4"/>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4"/>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4"/>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4"/>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4"/>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4"/>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74"/>
          <p:cNvGrpSpPr/>
          <p:nvPr/>
        </p:nvGrpSpPr>
        <p:grpSpPr>
          <a:xfrm>
            <a:off x="2779747" y="1525426"/>
            <a:ext cx="356993" cy="344214"/>
            <a:chOff x="2779747" y="1525426"/>
            <a:chExt cx="356993" cy="344214"/>
          </a:xfrm>
        </p:grpSpPr>
        <p:sp>
          <p:nvSpPr>
            <p:cNvPr id="16496" name="Google Shape;16496;p74"/>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4"/>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4"/>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4"/>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4"/>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4"/>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4"/>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4"/>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4"/>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4"/>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4"/>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4"/>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4"/>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4"/>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4"/>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4"/>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4"/>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4"/>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4"/>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4"/>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4"/>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4"/>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4"/>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4"/>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0" name="Google Shape;16520;p74"/>
          <p:cNvGrpSpPr/>
          <p:nvPr/>
        </p:nvGrpSpPr>
        <p:grpSpPr>
          <a:xfrm>
            <a:off x="3317969" y="1515432"/>
            <a:ext cx="225112" cy="360663"/>
            <a:chOff x="3317969" y="1515432"/>
            <a:chExt cx="225112" cy="360663"/>
          </a:xfrm>
        </p:grpSpPr>
        <p:sp>
          <p:nvSpPr>
            <p:cNvPr id="16521" name="Google Shape;16521;p74"/>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4"/>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4"/>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4"/>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4"/>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4"/>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4"/>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4"/>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4"/>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4"/>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4"/>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4"/>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4"/>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4"/>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4"/>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4"/>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4"/>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4"/>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4"/>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4"/>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4"/>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4"/>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4"/>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4"/>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74"/>
          <p:cNvGrpSpPr/>
          <p:nvPr/>
        </p:nvGrpSpPr>
        <p:grpSpPr>
          <a:xfrm>
            <a:off x="3707887" y="1526233"/>
            <a:ext cx="389684" cy="339164"/>
            <a:chOff x="3707887" y="1526233"/>
            <a:chExt cx="389684" cy="339164"/>
          </a:xfrm>
        </p:grpSpPr>
        <p:sp>
          <p:nvSpPr>
            <p:cNvPr id="16546" name="Google Shape;16546;p74"/>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4"/>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4"/>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4"/>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4"/>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4"/>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4"/>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4"/>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4"/>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4"/>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4"/>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4"/>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4"/>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74"/>
          <p:cNvGrpSpPr/>
          <p:nvPr/>
        </p:nvGrpSpPr>
        <p:grpSpPr>
          <a:xfrm>
            <a:off x="4660676" y="1985853"/>
            <a:ext cx="346921" cy="346921"/>
            <a:chOff x="4660676" y="1985853"/>
            <a:chExt cx="346921" cy="346921"/>
          </a:xfrm>
        </p:grpSpPr>
        <p:sp>
          <p:nvSpPr>
            <p:cNvPr id="16560" name="Google Shape;16560;p74"/>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4"/>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4"/>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4"/>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4"/>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4"/>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4"/>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4"/>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4"/>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4"/>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4"/>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4"/>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4"/>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4"/>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4"/>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4"/>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4"/>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4"/>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4"/>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4"/>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4"/>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4"/>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4"/>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4"/>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4"/>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4"/>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4"/>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4"/>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4"/>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4"/>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4"/>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4"/>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4"/>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4"/>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4"/>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4"/>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4"/>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4"/>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4"/>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4"/>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4"/>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4"/>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4"/>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3" name="Google Shape;16603;p74"/>
          <p:cNvGrpSpPr/>
          <p:nvPr/>
        </p:nvGrpSpPr>
        <p:grpSpPr>
          <a:xfrm>
            <a:off x="3238846" y="2464342"/>
            <a:ext cx="383177" cy="291976"/>
            <a:chOff x="3238846" y="2464342"/>
            <a:chExt cx="383177" cy="291976"/>
          </a:xfrm>
        </p:grpSpPr>
        <p:sp>
          <p:nvSpPr>
            <p:cNvPr id="16604" name="Google Shape;16604;p74"/>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4"/>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4"/>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4"/>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4"/>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4"/>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4"/>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4"/>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4"/>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4"/>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4"/>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4"/>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4"/>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4"/>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4"/>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4"/>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4"/>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4"/>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25" name="Shape 16625"/>
        <p:cNvGrpSpPr/>
        <p:nvPr/>
      </p:nvGrpSpPr>
      <p:grpSpPr>
        <a:xfrm>
          <a:off x="0" y="0"/>
          <a:ext cx="0" cy="0"/>
          <a:chOff x="0" y="0"/>
          <a:chExt cx="0" cy="0"/>
        </a:xfrm>
      </p:grpSpPr>
      <p:pic>
        <p:nvPicPr>
          <p:cNvPr id="16626" name="Google Shape;16626;p7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astel Blue Clinical Case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