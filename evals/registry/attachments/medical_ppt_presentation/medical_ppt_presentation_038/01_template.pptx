
<file path=[Content_Types].xml><?xml version="1.0" encoding="utf-8"?>
<Types xmlns="http://schemas.openxmlformats.org/package/2006/content-types">
  <Default ContentType="image/jpeg" Extension="jpg"/>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42.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4.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95" r:id="rId4"/>
    <p:sldMasterId id="2147483696" r:id="rId5"/>
    <p:sldMasterId id="2147483697"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E735721-626D-49C8-AF50-F418BC21A1D5}">
  <a:tblStyle styleId="{9E735721-626D-49C8-AF50-F418BC21A1D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4.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12" Type="http://schemas.openxmlformats.org/officeDocument/2006/relationships/slide" Target="slides/slide5.xml"/><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 name="Shape 301"/>
        <p:cNvGrpSpPr/>
        <p:nvPr/>
      </p:nvGrpSpPr>
      <p:grpSpPr>
        <a:xfrm>
          <a:off x="0" y="0"/>
          <a:ext cx="0" cy="0"/>
          <a:chOff x="0" y="0"/>
          <a:chExt cx="0" cy="0"/>
        </a:xfrm>
      </p:grpSpPr>
      <p:sp>
        <p:nvSpPr>
          <p:cNvPr id="302" name="Google Shape;302;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03" name="Google Shape;30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 name="Shape 311"/>
        <p:cNvGrpSpPr/>
        <p:nvPr/>
      </p:nvGrpSpPr>
      <p:grpSpPr>
        <a:xfrm>
          <a:off x="0" y="0"/>
          <a:ext cx="0" cy="0"/>
          <a:chOff x="0" y="0"/>
          <a:chExt cx="0" cy="0"/>
        </a:xfrm>
      </p:grpSpPr>
      <p:sp>
        <p:nvSpPr>
          <p:cNvPr id="312" name="Google Shape;312;g8da63420ed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 name="Google Shape;313;g8da63420ed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 name="Shape 318"/>
        <p:cNvGrpSpPr/>
        <p:nvPr/>
      </p:nvGrpSpPr>
      <p:grpSpPr>
        <a:xfrm>
          <a:off x="0" y="0"/>
          <a:ext cx="0" cy="0"/>
          <a:chOff x="0" y="0"/>
          <a:chExt cx="0" cy="0"/>
        </a:xfrm>
      </p:grpSpPr>
      <p:sp>
        <p:nvSpPr>
          <p:cNvPr id="319" name="Google Shape;319;g8da63420ed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0" name="Google Shape;320;g8da63420ed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 name="Shape 342"/>
        <p:cNvGrpSpPr/>
        <p:nvPr/>
      </p:nvGrpSpPr>
      <p:grpSpPr>
        <a:xfrm>
          <a:off x="0" y="0"/>
          <a:ext cx="0" cy="0"/>
          <a:chOff x="0" y="0"/>
          <a:chExt cx="0" cy="0"/>
        </a:xfrm>
      </p:grpSpPr>
      <p:sp>
        <p:nvSpPr>
          <p:cNvPr id="343" name="Google Shape;343;g8da63420ed_0_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4" name="Google Shape;344;g8da63420ed_0_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 name="Shape 356"/>
        <p:cNvGrpSpPr/>
        <p:nvPr/>
      </p:nvGrpSpPr>
      <p:grpSpPr>
        <a:xfrm>
          <a:off x="0" y="0"/>
          <a:ext cx="0" cy="0"/>
          <a:chOff x="0" y="0"/>
          <a:chExt cx="0" cy="0"/>
        </a:xfrm>
      </p:grpSpPr>
      <p:sp>
        <p:nvSpPr>
          <p:cNvPr id="357" name="Google Shape;357;g8da63420ed_0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8" name="Google Shape;358;g8da63420ed_0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 name="Shape 367"/>
        <p:cNvGrpSpPr/>
        <p:nvPr/>
      </p:nvGrpSpPr>
      <p:grpSpPr>
        <a:xfrm>
          <a:off x="0" y="0"/>
          <a:ext cx="0" cy="0"/>
          <a:chOff x="0" y="0"/>
          <a:chExt cx="0" cy="0"/>
        </a:xfrm>
      </p:grpSpPr>
      <p:sp>
        <p:nvSpPr>
          <p:cNvPr id="368" name="Google Shape;368;g8da63420ed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 name="Google Shape;369;g8da63420ed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 name="Shape 396"/>
        <p:cNvGrpSpPr/>
        <p:nvPr/>
      </p:nvGrpSpPr>
      <p:grpSpPr>
        <a:xfrm>
          <a:off x="0" y="0"/>
          <a:ext cx="0" cy="0"/>
          <a:chOff x="0" y="0"/>
          <a:chExt cx="0" cy="0"/>
        </a:xfrm>
      </p:grpSpPr>
      <p:sp>
        <p:nvSpPr>
          <p:cNvPr id="397" name="Google Shape;397;g939d4bae08_0_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 name="Google Shape;398;g939d4bae08_0_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 name="Shape 404"/>
        <p:cNvGrpSpPr/>
        <p:nvPr/>
      </p:nvGrpSpPr>
      <p:grpSpPr>
        <a:xfrm>
          <a:off x="0" y="0"/>
          <a:ext cx="0" cy="0"/>
          <a:chOff x="0" y="0"/>
          <a:chExt cx="0" cy="0"/>
        </a:xfrm>
      </p:grpSpPr>
      <p:sp>
        <p:nvSpPr>
          <p:cNvPr id="405" name="Google Shape;405;ga45499a858_5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6" name="Google Shape;406;ga45499a858_5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 name="Shape 419"/>
        <p:cNvGrpSpPr/>
        <p:nvPr/>
      </p:nvGrpSpPr>
      <p:grpSpPr>
        <a:xfrm>
          <a:off x="0" y="0"/>
          <a:ext cx="0" cy="0"/>
          <a:chOff x="0" y="0"/>
          <a:chExt cx="0" cy="0"/>
        </a:xfrm>
      </p:grpSpPr>
      <p:sp>
        <p:nvSpPr>
          <p:cNvPr id="420" name="Google Shape;420;g939d4bae08_0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1" name="Google Shape;421;g939d4bae08_0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 name="Shape 428"/>
        <p:cNvGrpSpPr/>
        <p:nvPr/>
      </p:nvGrpSpPr>
      <p:grpSpPr>
        <a:xfrm>
          <a:off x="0" y="0"/>
          <a:ext cx="0" cy="0"/>
          <a:chOff x="0" y="0"/>
          <a:chExt cx="0" cy="0"/>
        </a:xfrm>
      </p:grpSpPr>
      <p:sp>
        <p:nvSpPr>
          <p:cNvPr id="429" name="Google Shape;429;g8da63420ed_0_2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0" name="Google Shape;430;g8da63420ed_0_2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 name="Shape 447"/>
        <p:cNvGrpSpPr/>
        <p:nvPr/>
      </p:nvGrpSpPr>
      <p:grpSpPr>
        <a:xfrm>
          <a:off x="0" y="0"/>
          <a:ext cx="0" cy="0"/>
          <a:chOff x="0" y="0"/>
          <a:chExt cx="0" cy="0"/>
        </a:xfrm>
      </p:grpSpPr>
      <p:sp>
        <p:nvSpPr>
          <p:cNvPr id="448" name="Google Shape;448;g8da63420ed_0_3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 name="Google Shape;449;g8da63420ed_0_3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 name="Shape 467"/>
        <p:cNvGrpSpPr/>
        <p:nvPr/>
      </p:nvGrpSpPr>
      <p:grpSpPr>
        <a:xfrm>
          <a:off x="0" y="0"/>
          <a:ext cx="0" cy="0"/>
          <a:chOff x="0" y="0"/>
          <a:chExt cx="0" cy="0"/>
        </a:xfrm>
      </p:grpSpPr>
      <p:sp>
        <p:nvSpPr>
          <p:cNvPr id="468" name="Google Shape;468;g939d4bae08_0_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9" name="Google Shape;469;g939d4bae08_0_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 name="Shape 473"/>
        <p:cNvGrpSpPr/>
        <p:nvPr/>
      </p:nvGrpSpPr>
      <p:grpSpPr>
        <a:xfrm>
          <a:off x="0" y="0"/>
          <a:ext cx="0" cy="0"/>
          <a:chOff x="0" y="0"/>
          <a:chExt cx="0" cy="0"/>
        </a:xfrm>
      </p:grpSpPr>
      <p:sp>
        <p:nvSpPr>
          <p:cNvPr id="474" name="Google Shape;474;g8da63420ed_0_4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 name="Google Shape;475;g8da63420ed_0_4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 name="Shape 489"/>
        <p:cNvGrpSpPr/>
        <p:nvPr/>
      </p:nvGrpSpPr>
      <p:grpSpPr>
        <a:xfrm>
          <a:off x="0" y="0"/>
          <a:ext cx="0" cy="0"/>
          <a:chOff x="0" y="0"/>
          <a:chExt cx="0" cy="0"/>
        </a:xfrm>
      </p:grpSpPr>
      <p:sp>
        <p:nvSpPr>
          <p:cNvPr id="490" name="Google Shape;490;g8da63420ed_0_4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1" name="Google Shape;491;g8da63420ed_0_4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 name="Shape 503"/>
        <p:cNvGrpSpPr/>
        <p:nvPr/>
      </p:nvGrpSpPr>
      <p:grpSpPr>
        <a:xfrm>
          <a:off x="0" y="0"/>
          <a:ext cx="0" cy="0"/>
          <a:chOff x="0" y="0"/>
          <a:chExt cx="0" cy="0"/>
        </a:xfrm>
      </p:grpSpPr>
      <p:sp>
        <p:nvSpPr>
          <p:cNvPr id="504" name="Google Shape;504;g8da63420ed_0_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 name="Google Shape;505;g8da63420ed_0_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 name="Shape 518"/>
        <p:cNvGrpSpPr/>
        <p:nvPr/>
      </p:nvGrpSpPr>
      <p:grpSpPr>
        <a:xfrm>
          <a:off x="0" y="0"/>
          <a:ext cx="0" cy="0"/>
          <a:chOff x="0" y="0"/>
          <a:chExt cx="0" cy="0"/>
        </a:xfrm>
      </p:grpSpPr>
      <p:sp>
        <p:nvSpPr>
          <p:cNvPr id="519" name="Google Shape;519;g8da63420ed_0_5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 name="Google Shape;520;g8da63420ed_0_5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 name="Shape 556"/>
        <p:cNvGrpSpPr/>
        <p:nvPr/>
      </p:nvGrpSpPr>
      <p:grpSpPr>
        <a:xfrm>
          <a:off x="0" y="0"/>
          <a:ext cx="0" cy="0"/>
          <a:chOff x="0" y="0"/>
          <a:chExt cx="0" cy="0"/>
        </a:xfrm>
      </p:grpSpPr>
      <p:sp>
        <p:nvSpPr>
          <p:cNvPr id="557" name="Google Shape;557;g8da63420ed_0_25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 name="Google Shape;558;g8da63420ed_0_25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 name="Shape 564"/>
        <p:cNvGrpSpPr/>
        <p:nvPr/>
      </p:nvGrpSpPr>
      <p:grpSpPr>
        <a:xfrm>
          <a:off x="0" y="0"/>
          <a:ext cx="0" cy="0"/>
          <a:chOff x="0" y="0"/>
          <a:chExt cx="0" cy="0"/>
        </a:xfrm>
      </p:grpSpPr>
      <p:sp>
        <p:nvSpPr>
          <p:cNvPr id="565" name="Google Shape;565;g8da63420ed_0_7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 name="Google Shape;566;g8da63420ed_0_7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8da63420ed_0_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8da63420ed_0_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2" name="Shape 752"/>
        <p:cNvGrpSpPr/>
        <p:nvPr/>
      </p:nvGrpSpPr>
      <p:grpSpPr>
        <a:xfrm>
          <a:off x="0" y="0"/>
          <a:ext cx="0" cy="0"/>
          <a:chOff x="0" y="0"/>
          <a:chExt cx="0" cy="0"/>
        </a:xfrm>
      </p:grpSpPr>
      <p:sp>
        <p:nvSpPr>
          <p:cNvPr id="753" name="Google Shape;753;g8da63420ed_0_8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 name="Google Shape;754;g8da63420ed_0_8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 name="Shape 828"/>
        <p:cNvGrpSpPr/>
        <p:nvPr/>
      </p:nvGrpSpPr>
      <p:grpSpPr>
        <a:xfrm>
          <a:off x="0" y="0"/>
          <a:ext cx="0" cy="0"/>
          <a:chOff x="0" y="0"/>
          <a:chExt cx="0" cy="0"/>
        </a:xfrm>
      </p:grpSpPr>
      <p:sp>
        <p:nvSpPr>
          <p:cNvPr id="829" name="Google Shape;829;g8da63420ed_0_7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 name="Google Shape;830;g8da63420ed_0_7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 name="Shape 837"/>
        <p:cNvGrpSpPr/>
        <p:nvPr/>
      </p:nvGrpSpPr>
      <p:grpSpPr>
        <a:xfrm>
          <a:off x="0" y="0"/>
          <a:ext cx="0" cy="0"/>
          <a:chOff x="0" y="0"/>
          <a:chExt cx="0" cy="0"/>
        </a:xfrm>
      </p:grpSpPr>
      <p:sp>
        <p:nvSpPr>
          <p:cNvPr id="838" name="Google Shape;838;g8da63420ed_0_8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9" name="Google Shape;839;g8da63420ed_0_8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 name="Shape 857"/>
        <p:cNvGrpSpPr/>
        <p:nvPr/>
      </p:nvGrpSpPr>
      <p:grpSpPr>
        <a:xfrm>
          <a:off x="0" y="0"/>
          <a:ext cx="0" cy="0"/>
          <a:chOff x="0" y="0"/>
          <a:chExt cx="0" cy="0"/>
        </a:xfrm>
      </p:grpSpPr>
      <p:sp>
        <p:nvSpPr>
          <p:cNvPr id="858" name="Google Shape;858;g8da63420ed_0_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9" name="Google Shape;859;g8da63420ed_0_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 name="Shape 898"/>
        <p:cNvGrpSpPr/>
        <p:nvPr/>
      </p:nvGrpSpPr>
      <p:grpSpPr>
        <a:xfrm>
          <a:off x="0" y="0"/>
          <a:ext cx="0" cy="0"/>
          <a:chOff x="0" y="0"/>
          <a:chExt cx="0" cy="0"/>
        </a:xfrm>
      </p:grpSpPr>
      <p:sp>
        <p:nvSpPr>
          <p:cNvPr id="899" name="Google Shape;899;g8da63420ed_0_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 name="Google Shape;900;g8da63420ed_0_9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 name="Shape 909"/>
        <p:cNvGrpSpPr/>
        <p:nvPr/>
      </p:nvGrpSpPr>
      <p:grpSpPr>
        <a:xfrm>
          <a:off x="0" y="0"/>
          <a:ext cx="0" cy="0"/>
          <a:chOff x="0" y="0"/>
          <a:chExt cx="0" cy="0"/>
        </a:xfrm>
      </p:grpSpPr>
      <p:sp>
        <p:nvSpPr>
          <p:cNvPr id="910" name="Google Shape;910;g8da63420ed_0_9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1" name="Google Shape;911;g8da63420ed_0_9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 name="Shape 936"/>
        <p:cNvGrpSpPr/>
        <p:nvPr/>
      </p:nvGrpSpPr>
      <p:grpSpPr>
        <a:xfrm>
          <a:off x="0" y="0"/>
          <a:ext cx="0" cy="0"/>
          <a:chOff x="0" y="0"/>
          <a:chExt cx="0" cy="0"/>
        </a:xfrm>
      </p:grpSpPr>
      <p:sp>
        <p:nvSpPr>
          <p:cNvPr id="937" name="Google Shape;937;g8da63420ed_0_10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8" name="Google Shape;938;g8da63420ed_0_10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 name="Shape 957"/>
        <p:cNvGrpSpPr/>
        <p:nvPr/>
      </p:nvGrpSpPr>
      <p:grpSpPr>
        <a:xfrm>
          <a:off x="0" y="0"/>
          <a:ext cx="0" cy="0"/>
          <a:chOff x="0" y="0"/>
          <a:chExt cx="0" cy="0"/>
        </a:xfrm>
      </p:grpSpPr>
      <p:sp>
        <p:nvSpPr>
          <p:cNvPr id="958" name="Google Shape;958;g8da63420ed_0_10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 name="Google Shape;959;g8da63420ed_0_10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 name="Shape 963"/>
        <p:cNvGrpSpPr/>
        <p:nvPr/>
      </p:nvGrpSpPr>
      <p:grpSpPr>
        <a:xfrm>
          <a:off x="0" y="0"/>
          <a:ext cx="0" cy="0"/>
          <a:chOff x="0" y="0"/>
          <a:chExt cx="0" cy="0"/>
        </a:xfrm>
      </p:grpSpPr>
      <p:sp>
        <p:nvSpPr>
          <p:cNvPr id="964" name="Google Shape;964;g8da63420ed_0_10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 name="Google Shape;965;g8da63420ed_0_10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 name="Shape 969"/>
        <p:cNvGrpSpPr/>
        <p:nvPr/>
      </p:nvGrpSpPr>
      <p:grpSpPr>
        <a:xfrm>
          <a:off x="0" y="0"/>
          <a:ext cx="0" cy="0"/>
          <a:chOff x="0" y="0"/>
          <a:chExt cx="0" cy="0"/>
        </a:xfrm>
      </p:grpSpPr>
      <p:sp>
        <p:nvSpPr>
          <p:cNvPr id="970" name="Google Shape;970;g8da63420ed_0_13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1" name="Google Shape;971;g8da63420ed_0_13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6" name="Shape 976"/>
        <p:cNvGrpSpPr/>
        <p:nvPr/>
      </p:nvGrpSpPr>
      <p:grpSpPr>
        <a:xfrm>
          <a:off x="0" y="0"/>
          <a:ext cx="0" cy="0"/>
          <a:chOff x="0" y="0"/>
          <a:chExt cx="0" cy="0"/>
        </a:xfrm>
      </p:grpSpPr>
      <p:sp>
        <p:nvSpPr>
          <p:cNvPr id="977" name="Google Shape;977;g8da63420ed_0_132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8" name="Google Shape;978;g8da63420ed_0_132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 name="Shape 993"/>
        <p:cNvGrpSpPr/>
        <p:nvPr/>
      </p:nvGrpSpPr>
      <p:grpSpPr>
        <a:xfrm>
          <a:off x="0" y="0"/>
          <a:ext cx="0" cy="0"/>
          <a:chOff x="0" y="0"/>
          <a:chExt cx="0" cy="0"/>
        </a:xfrm>
      </p:grpSpPr>
      <p:sp>
        <p:nvSpPr>
          <p:cNvPr id="994" name="Google Shape;994;g939d4bae08_0_3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5" name="Google Shape;995;g939d4bae08_0_3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 name="Shape 1009"/>
        <p:cNvGrpSpPr/>
        <p:nvPr/>
      </p:nvGrpSpPr>
      <p:grpSpPr>
        <a:xfrm>
          <a:off x="0" y="0"/>
          <a:ext cx="0" cy="0"/>
          <a:chOff x="0" y="0"/>
          <a:chExt cx="0" cy="0"/>
        </a:xfrm>
      </p:grpSpPr>
      <p:sp>
        <p:nvSpPr>
          <p:cNvPr id="1010" name="Google Shape;1010;g8da63420ed_0_13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1" name="Google Shape;1011;g8da63420ed_0_13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6" name="Shape 1346"/>
        <p:cNvGrpSpPr/>
        <p:nvPr/>
      </p:nvGrpSpPr>
      <p:grpSpPr>
        <a:xfrm>
          <a:off x="0" y="0"/>
          <a:ext cx="0" cy="0"/>
          <a:chOff x="0" y="0"/>
          <a:chExt cx="0" cy="0"/>
        </a:xfrm>
      </p:grpSpPr>
      <p:sp>
        <p:nvSpPr>
          <p:cNvPr id="1347" name="Google Shape;1347;g8da63420ed_0_135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8" name="Google Shape;1348;g8da63420ed_0_135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46" name="Shape 7846"/>
        <p:cNvGrpSpPr/>
        <p:nvPr/>
      </p:nvGrpSpPr>
      <p:grpSpPr>
        <a:xfrm>
          <a:off x="0" y="0"/>
          <a:ext cx="0" cy="0"/>
          <a:chOff x="0" y="0"/>
          <a:chExt cx="0" cy="0"/>
        </a:xfrm>
      </p:grpSpPr>
      <p:sp>
        <p:nvSpPr>
          <p:cNvPr id="7847" name="Google Shape;7847;g8da63420ed_0_200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48" name="Google Shape;7848;g8da63420ed_0_200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3" name="Shape 8273"/>
        <p:cNvGrpSpPr/>
        <p:nvPr/>
      </p:nvGrpSpPr>
      <p:grpSpPr>
        <a:xfrm>
          <a:off x="0" y="0"/>
          <a:ext cx="0" cy="0"/>
          <a:chOff x="0" y="0"/>
          <a:chExt cx="0" cy="0"/>
        </a:xfrm>
      </p:grpSpPr>
      <p:sp>
        <p:nvSpPr>
          <p:cNvPr id="8274" name="Google Shape;8274;g8da63420ed_0_20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5" name="Google Shape;8275;g8da63420ed_0_20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6" name="Shape 8436"/>
        <p:cNvGrpSpPr/>
        <p:nvPr/>
      </p:nvGrpSpPr>
      <p:grpSpPr>
        <a:xfrm>
          <a:off x="0" y="0"/>
          <a:ext cx="0" cy="0"/>
          <a:chOff x="0" y="0"/>
          <a:chExt cx="0" cy="0"/>
        </a:xfrm>
      </p:grpSpPr>
      <p:sp>
        <p:nvSpPr>
          <p:cNvPr id="8437" name="Google Shape;8437;g8da63420ed_0_206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8" name="Google Shape;8438;g8da63420ed_0_206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38" name="Shape 8838"/>
        <p:cNvGrpSpPr/>
        <p:nvPr/>
      </p:nvGrpSpPr>
      <p:grpSpPr>
        <a:xfrm>
          <a:off x="0" y="0"/>
          <a:ext cx="0" cy="0"/>
          <a:chOff x="0" y="0"/>
          <a:chExt cx="0" cy="0"/>
        </a:xfrm>
      </p:grpSpPr>
      <p:sp>
        <p:nvSpPr>
          <p:cNvPr id="8839" name="Google Shape;8839;g8da63420ed_0_21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40" name="Google Shape;8840;g8da63420ed_0_21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9" name="Shape 9209"/>
        <p:cNvGrpSpPr/>
        <p:nvPr/>
      </p:nvGrpSpPr>
      <p:grpSpPr>
        <a:xfrm>
          <a:off x="0" y="0"/>
          <a:ext cx="0" cy="0"/>
          <a:chOff x="0" y="0"/>
          <a:chExt cx="0" cy="0"/>
        </a:xfrm>
      </p:grpSpPr>
      <p:sp>
        <p:nvSpPr>
          <p:cNvPr id="9210" name="Google Shape;9210;g8da63420ed_0_21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11" name="Google Shape;9211;g8da63420ed_0_21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06" name="Shape 9706"/>
        <p:cNvGrpSpPr/>
        <p:nvPr/>
      </p:nvGrpSpPr>
      <p:grpSpPr>
        <a:xfrm>
          <a:off x="0" y="0"/>
          <a:ext cx="0" cy="0"/>
          <a:chOff x="0" y="0"/>
          <a:chExt cx="0" cy="0"/>
        </a:xfrm>
      </p:grpSpPr>
      <p:sp>
        <p:nvSpPr>
          <p:cNvPr id="9707" name="Google Shape;9707;g8da63420ed_0_219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08" name="Google Shape;9708;g8da63420ed_0_219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9" name="Shape 10319"/>
        <p:cNvGrpSpPr/>
        <p:nvPr/>
      </p:nvGrpSpPr>
      <p:grpSpPr>
        <a:xfrm>
          <a:off x="0" y="0"/>
          <a:ext cx="0" cy="0"/>
          <a:chOff x="0" y="0"/>
          <a:chExt cx="0" cy="0"/>
        </a:xfrm>
      </p:grpSpPr>
      <p:sp>
        <p:nvSpPr>
          <p:cNvPr id="10320" name="Google Shape;10320;g8da63420ed_0_225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1" name="Google Shape;10321;g8da63420ed_0_225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71" name="Shape 10871"/>
        <p:cNvGrpSpPr/>
        <p:nvPr/>
      </p:nvGrpSpPr>
      <p:grpSpPr>
        <a:xfrm>
          <a:off x="0" y="0"/>
          <a:ext cx="0" cy="0"/>
          <a:chOff x="0" y="0"/>
          <a:chExt cx="0" cy="0"/>
        </a:xfrm>
      </p:grpSpPr>
      <p:sp>
        <p:nvSpPr>
          <p:cNvPr id="10872" name="Google Shape;10872;g8da63420ed_0_23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73" name="Google Shape;10873;g8da63420ed_0_23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73" name="Shape 11173"/>
        <p:cNvGrpSpPr/>
        <p:nvPr/>
      </p:nvGrpSpPr>
      <p:grpSpPr>
        <a:xfrm>
          <a:off x="0" y="0"/>
          <a:ext cx="0" cy="0"/>
          <a:chOff x="0" y="0"/>
          <a:chExt cx="0" cy="0"/>
        </a:xfrm>
      </p:grpSpPr>
      <p:sp>
        <p:nvSpPr>
          <p:cNvPr id="11174" name="Google Shape;11174;g8da63420ed_0_234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5" name="Google Shape;11175;g8da63420ed_0_234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5" name="Shape 11465"/>
        <p:cNvGrpSpPr/>
        <p:nvPr/>
      </p:nvGrpSpPr>
      <p:grpSpPr>
        <a:xfrm>
          <a:off x="0" y="0"/>
          <a:ext cx="0" cy="0"/>
          <a:chOff x="0" y="0"/>
          <a:chExt cx="0" cy="0"/>
        </a:xfrm>
      </p:grpSpPr>
      <p:sp>
        <p:nvSpPr>
          <p:cNvPr id="11466" name="Google Shape;11466;g8da63420ed_0_236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7" name="Google Shape;11467;g8da63420ed_0_236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24" name="Shape 11824"/>
        <p:cNvGrpSpPr/>
        <p:nvPr/>
      </p:nvGrpSpPr>
      <p:grpSpPr>
        <a:xfrm>
          <a:off x="0" y="0"/>
          <a:ext cx="0" cy="0"/>
          <a:chOff x="0" y="0"/>
          <a:chExt cx="0" cy="0"/>
        </a:xfrm>
      </p:grpSpPr>
      <p:sp>
        <p:nvSpPr>
          <p:cNvPr id="11825" name="Google Shape;11825;g8da63420ed_0_240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26" name="Google Shape;11826;g8da63420ed_0_240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41" name="Shape 12241"/>
        <p:cNvGrpSpPr/>
        <p:nvPr/>
      </p:nvGrpSpPr>
      <p:grpSpPr>
        <a:xfrm>
          <a:off x="0" y="0"/>
          <a:ext cx="0" cy="0"/>
          <a:chOff x="0" y="0"/>
          <a:chExt cx="0" cy="0"/>
        </a:xfrm>
      </p:grpSpPr>
      <p:sp>
        <p:nvSpPr>
          <p:cNvPr id="12242" name="Google Shape;12242;g8da63420ed_0_244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43" name="Google Shape;12243;g8da63420ed_0_244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80" name="Shape 12580"/>
        <p:cNvGrpSpPr/>
        <p:nvPr/>
      </p:nvGrpSpPr>
      <p:grpSpPr>
        <a:xfrm>
          <a:off x="0" y="0"/>
          <a:ext cx="0" cy="0"/>
          <a:chOff x="0" y="0"/>
          <a:chExt cx="0" cy="0"/>
        </a:xfrm>
      </p:grpSpPr>
      <p:sp>
        <p:nvSpPr>
          <p:cNvPr id="12581" name="Google Shape;12581;g8da63420ed_0_24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82" name="Google Shape;12582;g8da63420ed_0_24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68" name="Shape 12768"/>
        <p:cNvGrpSpPr/>
        <p:nvPr/>
      </p:nvGrpSpPr>
      <p:grpSpPr>
        <a:xfrm>
          <a:off x="0" y="0"/>
          <a:ext cx="0" cy="0"/>
          <a:chOff x="0" y="0"/>
          <a:chExt cx="0" cy="0"/>
        </a:xfrm>
      </p:grpSpPr>
      <p:sp>
        <p:nvSpPr>
          <p:cNvPr id="12769" name="Google Shape;12769;g8da63420ed_0_24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70" name="Google Shape;12770;g8da63420ed_0_24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11" name="Shape 13011"/>
        <p:cNvGrpSpPr/>
        <p:nvPr/>
      </p:nvGrpSpPr>
      <p:grpSpPr>
        <a:xfrm>
          <a:off x="0" y="0"/>
          <a:ext cx="0" cy="0"/>
          <a:chOff x="0" y="0"/>
          <a:chExt cx="0" cy="0"/>
        </a:xfrm>
      </p:grpSpPr>
      <p:sp>
        <p:nvSpPr>
          <p:cNvPr id="13012" name="Google Shape;13012;g8da63420ed_0_25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13" name="Google Shape;13013;g8da63420ed_0_25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s://slack-redir.net/link?url=https%3A%2F%2Fwww.freepik.com%2F"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jp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jp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jp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jp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lt2"/>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713100" y="928650"/>
            <a:ext cx="3621900" cy="2371800"/>
          </a:xfrm>
          <a:prstGeom prst="rect">
            <a:avLst/>
          </a:prstGeom>
        </p:spPr>
        <p:txBody>
          <a:bodyPr anchorCtr="0" anchor="b" bIns="91425" lIns="91425" spcFirstLastPara="1" rIns="91425" wrap="square" tIns="91425">
            <a:noAutofit/>
          </a:bodyPr>
          <a:lstStyle>
            <a:lvl1pPr lvl="0" rtl="0">
              <a:lnSpc>
                <a:spcPct val="90000"/>
              </a:lnSpc>
              <a:spcBef>
                <a:spcPts val="0"/>
              </a:spcBef>
              <a:spcAft>
                <a:spcPts val="0"/>
              </a:spcAft>
              <a:buSzPts val="5000"/>
              <a:buNone/>
              <a:defRPr b="1" sz="5500">
                <a:solidFill>
                  <a:schemeClr val="accent2"/>
                </a:solidFill>
              </a:defRPr>
            </a:lvl1pPr>
            <a:lvl2pPr lvl="1" rtl="0">
              <a:spcBef>
                <a:spcPts val="0"/>
              </a:spcBef>
              <a:spcAft>
                <a:spcPts val="0"/>
              </a:spcAft>
              <a:buSzPts val="4800"/>
              <a:buNone/>
              <a:defRPr b="1" sz="4800"/>
            </a:lvl2pPr>
            <a:lvl3pPr lvl="2" rtl="0">
              <a:spcBef>
                <a:spcPts val="0"/>
              </a:spcBef>
              <a:spcAft>
                <a:spcPts val="0"/>
              </a:spcAft>
              <a:buSzPts val="4800"/>
              <a:buNone/>
              <a:defRPr b="1" sz="4800"/>
            </a:lvl3pPr>
            <a:lvl4pPr lvl="3" rtl="0">
              <a:spcBef>
                <a:spcPts val="0"/>
              </a:spcBef>
              <a:spcAft>
                <a:spcPts val="0"/>
              </a:spcAft>
              <a:buSzPts val="4800"/>
              <a:buNone/>
              <a:defRPr b="1" sz="4800"/>
            </a:lvl4pPr>
            <a:lvl5pPr lvl="4" rtl="0">
              <a:spcBef>
                <a:spcPts val="0"/>
              </a:spcBef>
              <a:spcAft>
                <a:spcPts val="0"/>
              </a:spcAft>
              <a:buSzPts val="4800"/>
              <a:buNone/>
              <a:defRPr b="1" sz="4800"/>
            </a:lvl5pPr>
            <a:lvl6pPr lvl="5" rtl="0">
              <a:spcBef>
                <a:spcPts val="0"/>
              </a:spcBef>
              <a:spcAft>
                <a:spcPts val="0"/>
              </a:spcAft>
              <a:buSzPts val="4800"/>
              <a:buNone/>
              <a:defRPr b="1" sz="4800"/>
            </a:lvl6pPr>
            <a:lvl7pPr lvl="6" rtl="0">
              <a:spcBef>
                <a:spcPts val="0"/>
              </a:spcBef>
              <a:spcAft>
                <a:spcPts val="0"/>
              </a:spcAft>
              <a:buSzPts val="4800"/>
              <a:buNone/>
              <a:defRPr b="1" sz="4800"/>
            </a:lvl7pPr>
            <a:lvl8pPr lvl="7" rtl="0">
              <a:spcBef>
                <a:spcPts val="0"/>
              </a:spcBef>
              <a:spcAft>
                <a:spcPts val="0"/>
              </a:spcAft>
              <a:buSzPts val="4800"/>
              <a:buNone/>
              <a:defRPr b="1" sz="4800"/>
            </a:lvl8pPr>
            <a:lvl9pPr lvl="8" rtl="0">
              <a:spcBef>
                <a:spcPts val="0"/>
              </a:spcBef>
              <a:spcAft>
                <a:spcPts val="0"/>
              </a:spcAft>
              <a:buSzPts val="4800"/>
              <a:buNone/>
              <a:defRPr b="1" sz="4800"/>
            </a:lvl9pPr>
          </a:lstStyle>
          <a:p/>
        </p:txBody>
      </p:sp>
      <p:sp>
        <p:nvSpPr>
          <p:cNvPr id="10" name="Google Shape;10;p2"/>
          <p:cNvSpPr txBox="1"/>
          <p:nvPr>
            <p:ph idx="1" type="subTitle"/>
          </p:nvPr>
        </p:nvSpPr>
        <p:spPr>
          <a:xfrm>
            <a:off x="713100" y="3516200"/>
            <a:ext cx="2535000" cy="609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lt1"/>
              </a:buClr>
              <a:buSzPts val="1800"/>
              <a:buNone/>
              <a:defRPr sz="1600">
                <a:solidFill>
                  <a:schemeClr val="lt1"/>
                </a:solidFill>
              </a:defRPr>
            </a:lvl1pPr>
            <a:lvl2pPr lvl="1" rtl="0">
              <a:lnSpc>
                <a:spcPct val="100000"/>
              </a:lnSpc>
              <a:spcBef>
                <a:spcPts val="0"/>
              </a:spcBef>
              <a:spcAft>
                <a:spcPts val="0"/>
              </a:spcAft>
              <a:buSzPts val="1800"/>
              <a:buNone/>
              <a:defRPr sz="1800"/>
            </a:lvl2pPr>
            <a:lvl3pPr lvl="2" rtl="0">
              <a:lnSpc>
                <a:spcPct val="100000"/>
              </a:lnSpc>
              <a:spcBef>
                <a:spcPts val="0"/>
              </a:spcBef>
              <a:spcAft>
                <a:spcPts val="0"/>
              </a:spcAft>
              <a:buSzPts val="1800"/>
              <a:buNone/>
              <a:defRPr sz="1800"/>
            </a:lvl3pPr>
            <a:lvl4pPr lvl="3" rtl="0">
              <a:lnSpc>
                <a:spcPct val="100000"/>
              </a:lnSpc>
              <a:spcBef>
                <a:spcPts val="0"/>
              </a:spcBef>
              <a:spcAft>
                <a:spcPts val="0"/>
              </a:spcAft>
              <a:buSzPts val="1800"/>
              <a:buNone/>
              <a:defRPr sz="1800"/>
            </a:lvl4pPr>
            <a:lvl5pPr lvl="4" rtl="0">
              <a:lnSpc>
                <a:spcPct val="100000"/>
              </a:lnSpc>
              <a:spcBef>
                <a:spcPts val="0"/>
              </a:spcBef>
              <a:spcAft>
                <a:spcPts val="0"/>
              </a:spcAft>
              <a:buSzPts val="1800"/>
              <a:buNone/>
              <a:defRPr sz="1800"/>
            </a:lvl5pPr>
            <a:lvl6pPr lvl="5" rtl="0">
              <a:lnSpc>
                <a:spcPct val="100000"/>
              </a:lnSpc>
              <a:spcBef>
                <a:spcPts val="0"/>
              </a:spcBef>
              <a:spcAft>
                <a:spcPts val="0"/>
              </a:spcAft>
              <a:buSzPts val="1800"/>
              <a:buNone/>
              <a:defRPr sz="1800"/>
            </a:lvl6pPr>
            <a:lvl7pPr lvl="6" rtl="0">
              <a:lnSpc>
                <a:spcPct val="100000"/>
              </a:lnSpc>
              <a:spcBef>
                <a:spcPts val="0"/>
              </a:spcBef>
              <a:spcAft>
                <a:spcPts val="0"/>
              </a:spcAft>
              <a:buSzPts val="1800"/>
              <a:buNone/>
              <a:defRPr sz="1800"/>
            </a:lvl7pPr>
            <a:lvl8pPr lvl="7" rtl="0">
              <a:lnSpc>
                <a:spcPct val="100000"/>
              </a:lnSpc>
              <a:spcBef>
                <a:spcPts val="0"/>
              </a:spcBef>
              <a:spcAft>
                <a:spcPts val="0"/>
              </a:spcAft>
              <a:buSzPts val="1800"/>
              <a:buNone/>
              <a:defRPr sz="1800"/>
            </a:lvl8pPr>
            <a:lvl9pPr lvl="8" rtl="0">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lt2"/>
        </a:solidFill>
      </p:bgPr>
    </p:bg>
    <p:spTree>
      <p:nvGrpSpPr>
        <p:cNvPr id="11" name="Shape 11"/>
        <p:cNvGrpSpPr/>
        <p:nvPr/>
      </p:nvGrpSpPr>
      <p:grpSpPr>
        <a:xfrm>
          <a:off x="0" y="0"/>
          <a:ext cx="0" cy="0"/>
          <a:chOff x="0" y="0"/>
          <a:chExt cx="0" cy="0"/>
        </a:xfrm>
      </p:grpSpPr>
      <p:sp>
        <p:nvSpPr>
          <p:cNvPr id="12" name="Google Shape;12;p3"/>
          <p:cNvSpPr txBox="1"/>
          <p:nvPr>
            <p:ph type="title"/>
          </p:nvPr>
        </p:nvSpPr>
        <p:spPr>
          <a:xfrm>
            <a:off x="714125" y="1873650"/>
            <a:ext cx="3451200" cy="8898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4000">
                <a:solidFill>
                  <a:schemeClr val="accent3"/>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3" name="Google Shape;13;p3"/>
          <p:cNvSpPr txBox="1"/>
          <p:nvPr>
            <p:ph idx="1" type="subTitle"/>
          </p:nvPr>
        </p:nvSpPr>
        <p:spPr>
          <a:xfrm>
            <a:off x="714125" y="2634675"/>
            <a:ext cx="3163500" cy="1170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600">
                <a:solidFill>
                  <a:schemeClr val="lt1"/>
                </a:solidFill>
              </a:defRPr>
            </a:lvl1pPr>
            <a:lvl2pPr lvl="1" rtl="0">
              <a:lnSpc>
                <a:spcPct val="100000"/>
              </a:lnSpc>
              <a:spcBef>
                <a:spcPts val="0"/>
              </a:spcBef>
              <a:spcAft>
                <a:spcPts val="0"/>
              </a:spcAft>
              <a:buNone/>
              <a:defRPr sz="1600">
                <a:solidFill>
                  <a:schemeClr val="lt1"/>
                </a:solidFill>
              </a:defRPr>
            </a:lvl2pPr>
            <a:lvl3pPr lvl="2" rtl="0">
              <a:lnSpc>
                <a:spcPct val="100000"/>
              </a:lnSpc>
              <a:spcBef>
                <a:spcPts val="0"/>
              </a:spcBef>
              <a:spcAft>
                <a:spcPts val="0"/>
              </a:spcAft>
              <a:buNone/>
              <a:defRPr sz="1600">
                <a:solidFill>
                  <a:schemeClr val="lt1"/>
                </a:solidFill>
              </a:defRPr>
            </a:lvl3pPr>
            <a:lvl4pPr lvl="3" rtl="0">
              <a:lnSpc>
                <a:spcPct val="100000"/>
              </a:lnSpc>
              <a:spcBef>
                <a:spcPts val="0"/>
              </a:spcBef>
              <a:spcAft>
                <a:spcPts val="0"/>
              </a:spcAft>
              <a:buNone/>
              <a:defRPr sz="1600">
                <a:solidFill>
                  <a:schemeClr val="lt1"/>
                </a:solidFill>
              </a:defRPr>
            </a:lvl4pPr>
            <a:lvl5pPr lvl="4" rtl="0">
              <a:lnSpc>
                <a:spcPct val="100000"/>
              </a:lnSpc>
              <a:spcBef>
                <a:spcPts val="0"/>
              </a:spcBef>
              <a:spcAft>
                <a:spcPts val="0"/>
              </a:spcAft>
              <a:buNone/>
              <a:defRPr sz="1600">
                <a:solidFill>
                  <a:schemeClr val="lt1"/>
                </a:solidFill>
              </a:defRPr>
            </a:lvl5pPr>
            <a:lvl6pPr lvl="5" rtl="0">
              <a:lnSpc>
                <a:spcPct val="100000"/>
              </a:lnSpc>
              <a:spcBef>
                <a:spcPts val="0"/>
              </a:spcBef>
              <a:spcAft>
                <a:spcPts val="0"/>
              </a:spcAft>
              <a:buNone/>
              <a:defRPr sz="1600">
                <a:solidFill>
                  <a:schemeClr val="lt1"/>
                </a:solidFill>
              </a:defRPr>
            </a:lvl6pPr>
            <a:lvl7pPr lvl="6" rtl="0">
              <a:lnSpc>
                <a:spcPct val="100000"/>
              </a:lnSpc>
              <a:spcBef>
                <a:spcPts val="0"/>
              </a:spcBef>
              <a:spcAft>
                <a:spcPts val="0"/>
              </a:spcAft>
              <a:buNone/>
              <a:defRPr sz="1600">
                <a:solidFill>
                  <a:schemeClr val="lt1"/>
                </a:solidFill>
              </a:defRPr>
            </a:lvl7pPr>
            <a:lvl8pPr lvl="7" rtl="0">
              <a:lnSpc>
                <a:spcPct val="100000"/>
              </a:lnSpc>
              <a:spcBef>
                <a:spcPts val="0"/>
              </a:spcBef>
              <a:spcAft>
                <a:spcPts val="0"/>
              </a:spcAft>
              <a:buNone/>
              <a:defRPr sz="1600">
                <a:solidFill>
                  <a:schemeClr val="lt1"/>
                </a:solidFill>
              </a:defRPr>
            </a:lvl8pPr>
            <a:lvl9pPr lvl="8" rtl="0">
              <a:lnSpc>
                <a:spcPct val="100000"/>
              </a:lnSpc>
              <a:spcBef>
                <a:spcPts val="0"/>
              </a:spcBef>
              <a:spcAft>
                <a:spcPts val="0"/>
              </a:spcAft>
              <a:buNone/>
              <a:defRPr sz="1600">
                <a:solidFill>
                  <a:schemeClr val="lt1"/>
                </a:solidFill>
              </a:defRPr>
            </a:lvl9pPr>
          </a:lstStyle>
          <a:p/>
        </p:txBody>
      </p:sp>
      <p:sp>
        <p:nvSpPr>
          <p:cNvPr id="14" name="Google Shape;14;p3"/>
          <p:cNvSpPr txBox="1"/>
          <p:nvPr>
            <p:ph hasCustomPrompt="1" idx="2" type="title"/>
          </p:nvPr>
        </p:nvSpPr>
        <p:spPr>
          <a:xfrm>
            <a:off x="714125" y="1338225"/>
            <a:ext cx="984900" cy="5790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5"/>
              </a:buClr>
              <a:buSzPts val="4200"/>
              <a:buNone/>
              <a:defRPr sz="4000">
                <a:solidFill>
                  <a:schemeClr val="dk2"/>
                </a:solidFill>
              </a:defRPr>
            </a:lvl1pPr>
            <a:lvl2pPr lvl="1" rtl="0" algn="ctr">
              <a:spcBef>
                <a:spcPts val="0"/>
              </a:spcBef>
              <a:spcAft>
                <a:spcPts val="0"/>
              </a:spcAft>
              <a:buClr>
                <a:schemeClr val="accent5"/>
              </a:buClr>
              <a:buSzPts val="6000"/>
              <a:buNone/>
              <a:defRPr sz="6000">
                <a:solidFill>
                  <a:schemeClr val="accent5"/>
                </a:solidFill>
              </a:defRPr>
            </a:lvl2pPr>
            <a:lvl3pPr lvl="2" rtl="0" algn="ctr">
              <a:spcBef>
                <a:spcPts val="0"/>
              </a:spcBef>
              <a:spcAft>
                <a:spcPts val="0"/>
              </a:spcAft>
              <a:buClr>
                <a:schemeClr val="accent5"/>
              </a:buClr>
              <a:buSzPts val="6000"/>
              <a:buNone/>
              <a:defRPr sz="6000">
                <a:solidFill>
                  <a:schemeClr val="accent5"/>
                </a:solidFill>
              </a:defRPr>
            </a:lvl3pPr>
            <a:lvl4pPr lvl="3" rtl="0" algn="ctr">
              <a:spcBef>
                <a:spcPts val="0"/>
              </a:spcBef>
              <a:spcAft>
                <a:spcPts val="0"/>
              </a:spcAft>
              <a:buClr>
                <a:schemeClr val="accent5"/>
              </a:buClr>
              <a:buSzPts val="6000"/>
              <a:buNone/>
              <a:defRPr sz="6000">
                <a:solidFill>
                  <a:schemeClr val="accent5"/>
                </a:solidFill>
              </a:defRPr>
            </a:lvl4pPr>
            <a:lvl5pPr lvl="4" rtl="0" algn="ctr">
              <a:spcBef>
                <a:spcPts val="0"/>
              </a:spcBef>
              <a:spcAft>
                <a:spcPts val="0"/>
              </a:spcAft>
              <a:buClr>
                <a:schemeClr val="accent5"/>
              </a:buClr>
              <a:buSzPts val="6000"/>
              <a:buNone/>
              <a:defRPr sz="6000">
                <a:solidFill>
                  <a:schemeClr val="accent5"/>
                </a:solidFill>
              </a:defRPr>
            </a:lvl5pPr>
            <a:lvl6pPr lvl="5" rtl="0" algn="ctr">
              <a:spcBef>
                <a:spcPts val="0"/>
              </a:spcBef>
              <a:spcAft>
                <a:spcPts val="0"/>
              </a:spcAft>
              <a:buClr>
                <a:schemeClr val="accent5"/>
              </a:buClr>
              <a:buSzPts val="6000"/>
              <a:buNone/>
              <a:defRPr sz="6000">
                <a:solidFill>
                  <a:schemeClr val="accent5"/>
                </a:solidFill>
              </a:defRPr>
            </a:lvl6pPr>
            <a:lvl7pPr lvl="6" rtl="0" algn="ctr">
              <a:spcBef>
                <a:spcPts val="0"/>
              </a:spcBef>
              <a:spcAft>
                <a:spcPts val="0"/>
              </a:spcAft>
              <a:buClr>
                <a:schemeClr val="accent5"/>
              </a:buClr>
              <a:buSzPts val="6000"/>
              <a:buNone/>
              <a:defRPr sz="6000">
                <a:solidFill>
                  <a:schemeClr val="accent5"/>
                </a:solidFill>
              </a:defRPr>
            </a:lvl7pPr>
            <a:lvl8pPr lvl="7" rtl="0" algn="ctr">
              <a:spcBef>
                <a:spcPts val="0"/>
              </a:spcBef>
              <a:spcAft>
                <a:spcPts val="0"/>
              </a:spcAft>
              <a:buClr>
                <a:schemeClr val="accent5"/>
              </a:buClr>
              <a:buSzPts val="6000"/>
              <a:buNone/>
              <a:defRPr sz="6000">
                <a:solidFill>
                  <a:schemeClr val="accent5"/>
                </a:solidFill>
              </a:defRPr>
            </a:lvl8pPr>
            <a:lvl9pPr lvl="8" rtl="0" algn="ctr">
              <a:spcBef>
                <a:spcPts val="0"/>
              </a:spcBef>
              <a:spcAft>
                <a:spcPts val="0"/>
              </a:spcAft>
              <a:buClr>
                <a:schemeClr val="accent5"/>
              </a:buClr>
              <a:buSzPts val="6000"/>
              <a:buNone/>
              <a:defRPr sz="6000">
                <a:solidFill>
                  <a:schemeClr val="accent5"/>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accent3"/>
        </a:solidFill>
      </p:bgPr>
    </p:bg>
    <p:spTree>
      <p:nvGrpSpPr>
        <p:cNvPr id="15" name="Shape 15"/>
        <p:cNvGrpSpPr/>
        <p:nvPr/>
      </p:nvGrpSpPr>
      <p:grpSpPr>
        <a:xfrm>
          <a:off x="0" y="0"/>
          <a:ext cx="0" cy="0"/>
          <a:chOff x="0" y="0"/>
          <a:chExt cx="0" cy="0"/>
        </a:xfrm>
      </p:grpSpPr>
      <p:sp>
        <p:nvSpPr>
          <p:cNvPr id="16" name="Google Shape;16;p4"/>
          <p:cNvSpPr txBox="1"/>
          <p:nvPr>
            <p:ph idx="1" type="body"/>
          </p:nvPr>
        </p:nvSpPr>
        <p:spPr>
          <a:xfrm>
            <a:off x="714125" y="1034575"/>
            <a:ext cx="7716600" cy="3308700"/>
          </a:xfrm>
          <a:prstGeom prst="rect">
            <a:avLst/>
          </a:prstGeom>
        </p:spPr>
        <p:txBody>
          <a:bodyPr anchorCtr="0" anchor="ctr" bIns="91425" lIns="91425" spcFirstLastPara="1" rIns="91425" wrap="square" tIns="91425">
            <a:noAutofit/>
          </a:bodyPr>
          <a:lstStyle>
            <a:lvl1pPr indent="-292100" lvl="0" marL="457200" rtl="0">
              <a:lnSpc>
                <a:spcPct val="100000"/>
              </a:lnSpc>
              <a:spcBef>
                <a:spcPts val="0"/>
              </a:spcBef>
              <a:spcAft>
                <a:spcPts val="0"/>
              </a:spcAft>
              <a:buClr>
                <a:schemeClr val="dk2"/>
              </a:buClr>
              <a:buSzPts val="1000"/>
              <a:buFont typeface="Open Sans SemiBold"/>
              <a:buChar char="●"/>
              <a:defRPr sz="1200">
                <a:solidFill>
                  <a:schemeClr val="dk2"/>
                </a:solidFill>
              </a:defRPr>
            </a:lvl1pPr>
            <a:lvl2pPr indent="-304800" lvl="1" marL="914400" rtl="0">
              <a:spcBef>
                <a:spcPts val="0"/>
              </a:spcBef>
              <a:spcAft>
                <a:spcPts val="0"/>
              </a:spcAft>
              <a:buClr>
                <a:schemeClr val="dk2"/>
              </a:buClr>
              <a:buSzPts val="1200"/>
              <a:buFont typeface="Josefin Slab Thin"/>
              <a:buChar char="○"/>
              <a:defRPr>
                <a:solidFill>
                  <a:schemeClr val="dk2"/>
                </a:solidFill>
              </a:defRPr>
            </a:lvl2pPr>
            <a:lvl3pPr indent="-304800" lvl="2" marL="1371600" rtl="0">
              <a:spcBef>
                <a:spcPts val="1600"/>
              </a:spcBef>
              <a:spcAft>
                <a:spcPts val="0"/>
              </a:spcAft>
              <a:buClr>
                <a:schemeClr val="dk2"/>
              </a:buClr>
              <a:buSzPts val="1200"/>
              <a:buFont typeface="Josefin Slab Thin"/>
              <a:buChar char="■"/>
              <a:defRPr>
                <a:solidFill>
                  <a:schemeClr val="dk2"/>
                </a:solidFill>
              </a:defRPr>
            </a:lvl3pPr>
            <a:lvl4pPr indent="-304800" lvl="3" marL="1828800" rtl="0">
              <a:spcBef>
                <a:spcPts val="1600"/>
              </a:spcBef>
              <a:spcAft>
                <a:spcPts val="0"/>
              </a:spcAft>
              <a:buClr>
                <a:schemeClr val="dk2"/>
              </a:buClr>
              <a:buSzPts val="1200"/>
              <a:buFont typeface="Josefin Slab Thin"/>
              <a:buChar char="●"/>
              <a:defRPr>
                <a:solidFill>
                  <a:schemeClr val="dk2"/>
                </a:solidFill>
              </a:defRPr>
            </a:lvl4pPr>
            <a:lvl5pPr indent="-304800" lvl="4" marL="2286000" rtl="0">
              <a:spcBef>
                <a:spcPts val="1600"/>
              </a:spcBef>
              <a:spcAft>
                <a:spcPts val="0"/>
              </a:spcAft>
              <a:buClr>
                <a:schemeClr val="dk2"/>
              </a:buClr>
              <a:buSzPts val="1200"/>
              <a:buFont typeface="Josefin Slab Thin"/>
              <a:buChar char="○"/>
              <a:defRPr>
                <a:solidFill>
                  <a:schemeClr val="dk2"/>
                </a:solidFill>
              </a:defRPr>
            </a:lvl5pPr>
            <a:lvl6pPr indent="-304800" lvl="5" marL="2743200" rtl="0">
              <a:spcBef>
                <a:spcPts val="1600"/>
              </a:spcBef>
              <a:spcAft>
                <a:spcPts val="0"/>
              </a:spcAft>
              <a:buClr>
                <a:schemeClr val="dk2"/>
              </a:buClr>
              <a:buSzPts val="1200"/>
              <a:buFont typeface="Josefin Slab Thin"/>
              <a:buChar char="■"/>
              <a:defRPr>
                <a:solidFill>
                  <a:schemeClr val="dk2"/>
                </a:solidFill>
              </a:defRPr>
            </a:lvl6pPr>
            <a:lvl7pPr indent="-304800" lvl="6" marL="3200400" rtl="0">
              <a:spcBef>
                <a:spcPts val="1600"/>
              </a:spcBef>
              <a:spcAft>
                <a:spcPts val="0"/>
              </a:spcAft>
              <a:buClr>
                <a:schemeClr val="dk2"/>
              </a:buClr>
              <a:buSzPts val="1200"/>
              <a:buFont typeface="Josefin Slab Thin"/>
              <a:buChar char="●"/>
              <a:defRPr>
                <a:solidFill>
                  <a:schemeClr val="dk2"/>
                </a:solidFill>
              </a:defRPr>
            </a:lvl7pPr>
            <a:lvl8pPr indent="-304800" lvl="7" marL="3657600" rtl="0">
              <a:spcBef>
                <a:spcPts val="1600"/>
              </a:spcBef>
              <a:spcAft>
                <a:spcPts val="0"/>
              </a:spcAft>
              <a:buClr>
                <a:schemeClr val="dk2"/>
              </a:buClr>
              <a:buSzPts val="1200"/>
              <a:buFont typeface="Josefin Slab Thin"/>
              <a:buChar char="○"/>
              <a:defRPr>
                <a:solidFill>
                  <a:schemeClr val="dk2"/>
                </a:solidFill>
              </a:defRPr>
            </a:lvl8pPr>
            <a:lvl9pPr indent="-304800" lvl="8" marL="4114800" rtl="0">
              <a:spcBef>
                <a:spcPts val="1600"/>
              </a:spcBef>
              <a:spcAft>
                <a:spcPts val="1600"/>
              </a:spcAft>
              <a:buClr>
                <a:schemeClr val="dk2"/>
              </a:buClr>
              <a:buSzPts val="1200"/>
              <a:buFont typeface="Josefin Slab Thin"/>
              <a:buChar char="■"/>
              <a:defRPr>
                <a:solidFill>
                  <a:schemeClr val="dk2"/>
                </a:solidFill>
              </a:defRPr>
            </a:lvl9pPr>
          </a:lstStyle>
          <a:p/>
        </p:txBody>
      </p:sp>
      <p:sp>
        <p:nvSpPr>
          <p:cNvPr id="17" name="Google Shape;17;p4"/>
          <p:cNvSpPr txBox="1"/>
          <p:nvPr>
            <p:ph type="title"/>
          </p:nvPr>
        </p:nvSpPr>
        <p:spPr>
          <a:xfrm>
            <a:off x="714125" y="538575"/>
            <a:ext cx="5786700" cy="365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 name="Google Shape;18;p4"/>
          <p:cNvSpPr/>
          <p:nvPr/>
        </p:nvSpPr>
        <p:spPr>
          <a:xfrm flipH="1">
            <a:off x="0" y="0"/>
            <a:ext cx="1227900" cy="1255800"/>
          </a:xfrm>
          <a:prstGeom prst="ellipse">
            <a:avLst/>
          </a:prstGeom>
          <a:solidFill>
            <a:srgbClr val="7DB0EB">
              <a:alpha val="42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4"/>
          <p:cNvSpPr/>
          <p:nvPr/>
        </p:nvSpPr>
        <p:spPr>
          <a:xfrm flipH="1">
            <a:off x="4003951" y="3981600"/>
            <a:ext cx="1136100" cy="1161900"/>
          </a:xfrm>
          <a:prstGeom prst="ellipse">
            <a:avLst/>
          </a:prstGeom>
          <a:solidFill>
            <a:srgbClr val="AAB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4"/>
          <p:cNvSpPr/>
          <p:nvPr/>
        </p:nvSpPr>
        <p:spPr>
          <a:xfrm flipH="1">
            <a:off x="8105700" y="347930"/>
            <a:ext cx="1038300" cy="1062000"/>
          </a:xfrm>
          <a:prstGeom prst="ellipse">
            <a:avLst/>
          </a:prstGeom>
          <a:solidFill>
            <a:srgbClr val="6580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lt2"/>
        </a:solidFill>
      </p:bgPr>
    </p:bg>
    <p:spTree>
      <p:nvGrpSpPr>
        <p:cNvPr id="21" name="Shape 21"/>
        <p:cNvGrpSpPr/>
        <p:nvPr/>
      </p:nvGrpSpPr>
      <p:grpSpPr>
        <a:xfrm>
          <a:off x="0" y="0"/>
          <a:ext cx="0" cy="0"/>
          <a:chOff x="0" y="0"/>
          <a:chExt cx="0" cy="0"/>
        </a:xfrm>
      </p:grpSpPr>
      <p:sp>
        <p:nvSpPr>
          <p:cNvPr id="22" name="Google Shape;22;p5"/>
          <p:cNvSpPr txBox="1"/>
          <p:nvPr>
            <p:ph type="title"/>
          </p:nvPr>
        </p:nvSpPr>
        <p:spPr>
          <a:xfrm>
            <a:off x="704088" y="539496"/>
            <a:ext cx="3154800" cy="365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5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 name="Google Shape;23;p5"/>
          <p:cNvSpPr txBox="1"/>
          <p:nvPr>
            <p:ph idx="1" type="subTitle"/>
          </p:nvPr>
        </p:nvSpPr>
        <p:spPr>
          <a:xfrm>
            <a:off x="714125" y="1499000"/>
            <a:ext cx="1037400" cy="347400"/>
          </a:xfrm>
          <a:prstGeom prst="rect">
            <a:avLst/>
          </a:prstGeom>
        </p:spPr>
        <p:txBody>
          <a:bodyPr anchorCtr="0" anchor="ctr" bIns="91425" lIns="91425" spcFirstLastPara="1" rIns="91425" wrap="square" tIns="91425">
            <a:noAutofit/>
          </a:bodyPr>
          <a:lstStyle>
            <a:lvl1pPr lvl="0" rtl="0">
              <a:spcBef>
                <a:spcPts val="0"/>
              </a:spcBef>
              <a:spcAft>
                <a:spcPts val="0"/>
              </a:spcAft>
              <a:buNone/>
              <a:defRPr b="1" sz="1600">
                <a:solidFill>
                  <a:schemeClr val="lt1"/>
                </a:solidFill>
                <a:latin typeface="Lato"/>
                <a:ea typeface="Lato"/>
                <a:cs typeface="Lato"/>
                <a:sym typeface="Lato"/>
              </a:defRPr>
            </a:lvl1pPr>
            <a:lvl2pPr lvl="1" rtl="0">
              <a:spcBef>
                <a:spcPts val="0"/>
              </a:spcBef>
              <a:spcAft>
                <a:spcPts val="0"/>
              </a:spcAft>
              <a:buNone/>
              <a:defRPr b="1" sz="1600">
                <a:solidFill>
                  <a:schemeClr val="lt1"/>
                </a:solidFill>
                <a:latin typeface="Lato"/>
                <a:ea typeface="Lato"/>
                <a:cs typeface="Lato"/>
                <a:sym typeface="Lato"/>
              </a:defRPr>
            </a:lvl2pPr>
            <a:lvl3pPr lvl="2" rtl="0">
              <a:spcBef>
                <a:spcPts val="0"/>
              </a:spcBef>
              <a:spcAft>
                <a:spcPts val="0"/>
              </a:spcAft>
              <a:buNone/>
              <a:defRPr b="1" sz="1600">
                <a:solidFill>
                  <a:schemeClr val="lt1"/>
                </a:solidFill>
                <a:latin typeface="Lato"/>
                <a:ea typeface="Lato"/>
                <a:cs typeface="Lato"/>
                <a:sym typeface="Lato"/>
              </a:defRPr>
            </a:lvl3pPr>
            <a:lvl4pPr lvl="3" rtl="0">
              <a:spcBef>
                <a:spcPts val="0"/>
              </a:spcBef>
              <a:spcAft>
                <a:spcPts val="0"/>
              </a:spcAft>
              <a:buNone/>
              <a:defRPr b="1" sz="1600">
                <a:solidFill>
                  <a:schemeClr val="lt1"/>
                </a:solidFill>
                <a:latin typeface="Lato"/>
                <a:ea typeface="Lato"/>
                <a:cs typeface="Lato"/>
                <a:sym typeface="Lato"/>
              </a:defRPr>
            </a:lvl4pPr>
            <a:lvl5pPr lvl="4" rtl="0">
              <a:spcBef>
                <a:spcPts val="0"/>
              </a:spcBef>
              <a:spcAft>
                <a:spcPts val="0"/>
              </a:spcAft>
              <a:buNone/>
              <a:defRPr b="1" sz="1600">
                <a:solidFill>
                  <a:schemeClr val="lt1"/>
                </a:solidFill>
                <a:latin typeface="Lato"/>
                <a:ea typeface="Lato"/>
                <a:cs typeface="Lato"/>
                <a:sym typeface="Lato"/>
              </a:defRPr>
            </a:lvl5pPr>
            <a:lvl6pPr lvl="5" rtl="0">
              <a:spcBef>
                <a:spcPts val="0"/>
              </a:spcBef>
              <a:spcAft>
                <a:spcPts val="0"/>
              </a:spcAft>
              <a:buNone/>
              <a:defRPr b="1" sz="1600">
                <a:solidFill>
                  <a:schemeClr val="lt1"/>
                </a:solidFill>
                <a:latin typeface="Lato"/>
                <a:ea typeface="Lato"/>
                <a:cs typeface="Lato"/>
                <a:sym typeface="Lato"/>
              </a:defRPr>
            </a:lvl6pPr>
            <a:lvl7pPr lvl="6" rtl="0">
              <a:spcBef>
                <a:spcPts val="0"/>
              </a:spcBef>
              <a:spcAft>
                <a:spcPts val="0"/>
              </a:spcAft>
              <a:buNone/>
              <a:defRPr b="1" sz="1600">
                <a:solidFill>
                  <a:schemeClr val="lt1"/>
                </a:solidFill>
                <a:latin typeface="Lato"/>
                <a:ea typeface="Lato"/>
                <a:cs typeface="Lato"/>
                <a:sym typeface="Lato"/>
              </a:defRPr>
            </a:lvl7pPr>
            <a:lvl8pPr lvl="7" rtl="0">
              <a:spcBef>
                <a:spcPts val="0"/>
              </a:spcBef>
              <a:spcAft>
                <a:spcPts val="0"/>
              </a:spcAft>
              <a:buNone/>
              <a:defRPr b="1" sz="1600">
                <a:solidFill>
                  <a:schemeClr val="lt1"/>
                </a:solidFill>
                <a:latin typeface="Lato"/>
                <a:ea typeface="Lato"/>
                <a:cs typeface="Lato"/>
                <a:sym typeface="Lato"/>
              </a:defRPr>
            </a:lvl8pPr>
            <a:lvl9pPr lvl="8" rtl="0">
              <a:spcBef>
                <a:spcPts val="0"/>
              </a:spcBef>
              <a:spcAft>
                <a:spcPts val="0"/>
              </a:spcAft>
              <a:buNone/>
              <a:defRPr b="1" sz="1600">
                <a:solidFill>
                  <a:schemeClr val="lt1"/>
                </a:solidFill>
                <a:latin typeface="Lato"/>
                <a:ea typeface="Lato"/>
                <a:cs typeface="Lato"/>
                <a:sym typeface="Lato"/>
              </a:defRPr>
            </a:lvl9pPr>
          </a:lstStyle>
          <a:p/>
        </p:txBody>
      </p:sp>
      <p:sp>
        <p:nvSpPr>
          <p:cNvPr id="24" name="Google Shape;24;p5"/>
          <p:cNvSpPr txBox="1"/>
          <p:nvPr>
            <p:ph idx="2" type="subTitle"/>
          </p:nvPr>
        </p:nvSpPr>
        <p:spPr>
          <a:xfrm>
            <a:off x="714125" y="1922600"/>
            <a:ext cx="2257800" cy="502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25" name="Google Shape;25;p5"/>
          <p:cNvSpPr txBox="1"/>
          <p:nvPr>
            <p:ph idx="3" type="subTitle"/>
          </p:nvPr>
        </p:nvSpPr>
        <p:spPr>
          <a:xfrm>
            <a:off x="714125" y="3366441"/>
            <a:ext cx="1037400" cy="347400"/>
          </a:xfrm>
          <a:prstGeom prst="rect">
            <a:avLst/>
          </a:prstGeom>
        </p:spPr>
        <p:txBody>
          <a:bodyPr anchorCtr="0" anchor="ctr" bIns="91425" lIns="91425" spcFirstLastPara="1" rIns="91425" wrap="square" tIns="91425">
            <a:noAutofit/>
          </a:bodyPr>
          <a:lstStyle>
            <a:lvl1pPr lvl="0" rtl="0">
              <a:spcBef>
                <a:spcPts val="0"/>
              </a:spcBef>
              <a:spcAft>
                <a:spcPts val="0"/>
              </a:spcAft>
              <a:buNone/>
              <a:defRPr b="1" sz="1600">
                <a:solidFill>
                  <a:schemeClr val="lt1"/>
                </a:solidFill>
                <a:latin typeface="Lato"/>
                <a:ea typeface="Lato"/>
                <a:cs typeface="Lato"/>
                <a:sym typeface="Lato"/>
              </a:defRPr>
            </a:lvl1pPr>
            <a:lvl2pPr lvl="1" rtl="0">
              <a:spcBef>
                <a:spcPts val="0"/>
              </a:spcBef>
              <a:spcAft>
                <a:spcPts val="0"/>
              </a:spcAft>
              <a:buNone/>
              <a:defRPr b="1" sz="1600">
                <a:solidFill>
                  <a:schemeClr val="lt1"/>
                </a:solidFill>
                <a:latin typeface="Lato"/>
                <a:ea typeface="Lato"/>
                <a:cs typeface="Lato"/>
                <a:sym typeface="Lato"/>
              </a:defRPr>
            </a:lvl2pPr>
            <a:lvl3pPr lvl="2" rtl="0">
              <a:spcBef>
                <a:spcPts val="0"/>
              </a:spcBef>
              <a:spcAft>
                <a:spcPts val="0"/>
              </a:spcAft>
              <a:buNone/>
              <a:defRPr b="1" sz="1600">
                <a:solidFill>
                  <a:schemeClr val="lt1"/>
                </a:solidFill>
                <a:latin typeface="Lato"/>
                <a:ea typeface="Lato"/>
                <a:cs typeface="Lato"/>
                <a:sym typeface="Lato"/>
              </a:defRPr>
            </a:lvl3pPr>
            <a:lvl4pPr lvl="3" rtl="0">
              <a:spcBef>
                <a:spcPts val="0"/>
              </a:spcBef>
              <a:spcAft>
                <a:spcPts val="0"/>
              </a:spcAft>
              <a:buNone/>
              <a:defRPr b="1" sz="1600">
                <a:solidFill>
                  <a:schemeClr val="lt1"/>
                </a:solidFill>
                <a:latin typeface="Lato"/>
                <a:ea typeface="Lato"/>
                <a:cs typeface="Lato"/>
                <a:sym typeface="Lato"/>
              </a:defRPr>
            </a:lvl4pPr>
            <a:lvl5pPr lvl="4" rtl="0">
              <a:spcBef>
                <a:spcPts val="0"/>
              </a:spcBef>
              <a:spcAft>
                <a:spcPts val="0"/>
              </a:spcAft>
              <a:buNone/>
              <a:defRPr b="1" sz="1600">
                <a:solidFill>
                  <a:schemeClr val="lt1"/>
                </a:solidFill>
                <a:latin typeface="Lato"/>
                <a:ea typeface="Lato"/>
                <a:cs typeface="Lato"/>
                <a:sym typeface="Lato"/>
              </a:defRPr>
            </a:lvl5pPr>
            <a:lvl6pPr lvl="5" rtl="0">
              <a:spcBef>
                <a:spcPts val="0"/>
              </a:spcBef>
              <a:spcAft>
                <a:spcPts val="0"/>
              </a:spcAft>
              <a:buNone/>
              <a:defRPr b="1" sz="1600">
                <a:solidFill>
                  <a:schemeClr val="lt1"/>
                </a:solidFill>
                <a:latin typeface="Lato"/>
                <a:ea typeface="Lato"/>
                <a:cs typeface="Lato"/>
                <a:sym typeface="Lato"/>
              </a:defRPr>
            </a:lvl6pPr>
            <a:lvl7pPr lvl="6" rtl="0">
              <a:spcBef>
                <a:spcPts val="0"/>
              </a:spcBef>
              <a:spcAft>
                <a:spcPts val="0"/>
              </a:spcAft>
              <a:buNone/>
              <a:defRPr b="1" sz="1600">
                <a:solidFill>
                  <a:schemeClr val="lt1"/>
                </a:solidFill>
                <a:latin typeface="Lato"/>
                <a:ea typeface="Lato"/>
                <a:cs typeface="Lato"/>
                <a:sym typeface="Lato"/>
              </a:defRPr>
            </a:lvl7pPr>
            <a:lvl8pPr lvl="7" rtl="0">
              <a:spcBef>
                <a:spcPts val="0"/>
              </a:spcBef>
              <a:spcAft>
                <a:spcPts val="0"/>
              </a:spcAft>
              <a:buNone/>
              <a:defRPr b="1" sz="1600">
                <a:solidFill>
                  <a:schemeClr val="lt1"/>
                </a:solidFill>
                <a:latin typeface="Lato"/>
                <a:ea typeface="Lato"/>
                <a:cs typeface="Lato"/>
                <a:sym typeface="Lato"/>
              </a:defRPr>
            </a:lvl8pPr>
            <a:lvl9pPr lvl="8" rtl="0">
              <a:spcBef>
                <a:spcPts val="0"/>
              </a:spcBef>
              <a:spcAft>
                <a:spcPts val="0"/>
              </a:spcAft>
              <a:buNone/>
              <a:defRPr b="1" sz="1600">
                <a:solidFill>
                  <a:schemeClr val="lt1"/>
                </a:solidFill>
                <a:latin typeface="Lato"/>
                <a:ea typeface="Lato"/>
                <a:cs typeface="Lato"/>
                <a:sym typeface="Lato"/>
              </a:defRPr>
            </a:lvl9pPr>
          </a:lstStyle>
          <a:p/>
        </p:txBody>
      </p:sp>
      <p:sp>
        <p:nvSpPr>
          <p:cNvPr id="26" name="Google Shape;26;p5"/>
          <p:cNvSpPr txBox="1"/>
          <p:nvPr>
            <p:ph idx="4" type="subTitle"/>
          </p:nvPr>
        </p:nvSpPr>
        <p:spPr>
          <a:xfrm>
            <a:off x="714125" y="3789741"/>
            <a:ext cx="2257800" cy="50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27" name="Google Shape;27;p5"/>
          <p:cNvSpPr txBox="1"/>
          <p:nvPr>
            <p:ph hasCustomPrompt="1" idx="5" type="title"/>
          </p:nvPr>
        </p:nvSpPr>
        <p:spPr>
          <a:xfrm>
            <a:off x="714125" y="3110041"/>
            <a:ext cx="317100" cy="273900"/>
          </a:xfrm>
          <a:prstGeom prst="rect">
            <a:avLst/>
          </a:prstGeom>
          <a:solidFill>
            <a:schemeClr val="accent5"/>
          </a:solidFill>
        </p:spPr>
        <p:txBody>
          <a:bodyPr anchorCtr="0" anchor="ctr" bIns="91425" lIns="0" spcFirstLastPara="1" rIns="0" wrap="square" tIns="91425">
            <a:noAutofit/>
          </a:bodyPr>
          <a:lstStyle>
            <a:lvl1pPr lvl="0" rtl="0" algn="ctr">
              <a:spcBef>
                <a:spcPts val="0"/>
              </a:spcBef>
              <a:spcAft>
                <a:spcPts val="0"/>
              </a:spcAft>
              <a:buClr>
                <a:srgbClr val="FFFFFF"/>
              </a:buClr>
              <a:buSzPts val="1400"/>
              <a:buNone/>
              <a:defRPr b="1" sz="1600">
                <a:solidFill>
                  <a:schemeClr val="dk2"/>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
        <p:nvSpPr>
          <p:cNvPr id="28" name="Google Shape;28;p5"/>
          <p:cNvSpPr txBox="1"/>
          <p:nvPr>
            <p:ph hasCustomPrompt="1" idx="6" type="title"/>
          </p:nvPr>
        </p:nvSpPr>
        <p:spPr>
          <a:xfrm>
            <a:off x="714125" y="1242600"/>
            <a:ext cx="317100" cy="273900"/>
          </a:xfrm>
          <a:prstGeom prst="rect">
            <a:avLst/>
          </a:prstGeom>
          <a:solidFill>
            <a:schemeClr val="accent5"/>
          </a:solidFill>
        </p:spPr>
        <p:txBody>
          <a:bodyPr anchorCtr="0" anchor="ctr" bIns="91425" lIns="0" spcFirstLastPara="1" rIns="0" wrap="square" tIns="91425">
            <a:noAutofit/>
          </a:bodyPr>
          <a:lstStyle>
            <a:lvl1pPr lvl="0" rtl="0" algn="ctr">
              <a:spcBef>
                <a:spcPts val="0"/>
              </a:spcBef>
              <a:spcAft>
                <a:spcPts val="0"/>
              </a:spcAft>
              <a:buClr>
                <a:srgbClr val="FFFFFF"/>
              </a:buClr>
              <a:buSzPts val="1400"/>
              <a:buNone/>
              <a:defRPr b="1" sz="1600">
                <a:solidFill>
                  <a:schemeClr val="dk2"/>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accent3"/>
        </a:solidFill>
      </p:bgPr>
    </p:bg>
    <p:spTree>
      <p:nvGrpSpPr>
        <p:cNvPr id="29" name="Shape 29"/>
        <p:cNvGrpSpPr/>
        <p:nvPr/>
      </p:nvGrpSpPr>
      <p:grpSpPr>
        <a:xfrm>
          <a:off x="0" y="0"/>
          <a:ext cx="0" cy="0"/>
          <a:chOff x="0" y="0"/>
          <a:chExt cx="0" cy="0"/>
        </a:xfrm>
      </p:grpSpPr>
      <p:sp>
        <p:nvSpPr>
          <p:cNvPr id="30" name="Google Shape;30;p6"/>
          <p:cNvSpPr/>
          <p:nvPr/>
        </p:nvSpPr>
        <p:spPr>
          <a:xfrm flipH="1">
            <a:off x="0" y="0"/>
            <a:ext cx="1227900" cy="1255800"/>
          </a:xfrm>
          <a:prstGeom prst="ellipse">
            <a:avLst/>
          </a:prstGeom>
          <a:solidFill>
            <a:srgbClr val="7DB0EB">
              <a:alpha val="42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6"/>
          <p:cNvSpPr txBox="1"/>
          <p:nvPr>
            <p:ph type="title"/>
          </p:nvPr>
        </p:nvSpPr>
        <p:spPr>
          <a:xfrm>
            <a:off x="708625" y="538575"/>
            <a:ext cx="7721100" cy="365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sz="2500">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2" name="Google Shape;32;p6"/>
          <p:cNvSpPr/>
          <p:nvPr/>
        </p:nvSpPr>
        <p:spPr>
          <a:xfrm flipH="1">
            <a:off x="8023501" y="3981600"/>
            <a:ext cx="1136100" cy="1161900"/>
          </a:xfrm>
          <a:prstGeom prst="ellipse">
            <a:avLst/>
          </a:prstGeom>
          <a:solidFill>
            <a:srgbClr val="AAB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6"/>
          <p:cNvSpPr/>
          <p:nvPr/>
        </p:nvSpPr>
        <p:spPr>
          <a:xfrm flipH="1">
            <a:off x="8296200" y="369428"/>
            <a:ext cx="863400" cy="882900"/>
          </a:xfrm>
          <a:prstGeom prst="ellipse">
            <a:avLst/>
          </a:prstGeom>
          <a:solidFill>
            <a:srgbClr val="6580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lt2"/>
        </a:solidFill>
      </p:bgPr>
    </p:bg>
    <p:spTree>
      <p:nvGrpSpPr>
        <p:cNvPr id="34" name="Shape 34"/>
        <p:cNvGrpSpPr/>
        <p:nvPr/>
      </p:nvGrpSpPr>
      <p:grpSpPr>
        <a:xfrm>
          <a:off x="0" y="0"/>
          <a:ext cx="0" cy="0"/>
          <a:chOff x="0" y="0"/>
          <a:chExt cx="0" cy="0"/>
        </a:xfrm>
      </p:grpSpPr>
      <p:sp>
        <p:nvSpPr>
          <p:cNvPr id="35" name="Google Shape;35;p7"/>
          <p:cNvSpPr txBox="1"/>
          <p:nvPr>
            <p:ph idx="1" type="body"/>
          </p:nvPr>
        </p:nvSpPr>
        <p:spPr>
          <a:xfrm>
            <a:off x="714125" y="1019175"/>
            <a:ext cx="7716900" cy="3585600"/>
          </a:xfrm>
          <a:prstGeom prst="rect">
            <a:avLst/>
          </a:prstGeom>
        </p:spPr>
        <p:txBody>
          <a:bodyPr anchorCtr="0" anchor="ctr" bIns="91425" lIns="91425" spcFirstLastPara="1" rIns="91425" wrap="square" tIns="91425">
            <a:noAutofit/>
          </a:bodyPr>
          <a:lstStyle>
            <a:lvl1pPr indent="-292100" lvl="0" marL="457200" marR="50800" rtl="0">
              <a:lnSpc>
                <a:spcPct val="100000"/>
              </a:lnSpc>
              <a:spcBef>
                <a:spcPts val="0"/>
              </a:spcBef>
              <a:spcAft>
                <a:spcPts val="0"/>
              </a:spcAft>
              <a:buClr>
                <a:schemeClr val="lt1"/>
              </a:buClr>
              <a:buSzPts val="1000"/>
              <a:buFont typeface="Muli"/>
              <a:buChar char="●"/>
              <a:defRPr sz="1200">
                <a:solidFill>
                  <a:schemeClr val="lt1"/>
                </a:solidFill>
              </a:defRPr>
            </a:lvl1pPr>
            <a:lvl2pPr indent="-304800" lvl="1" marL="914400" rtl="0">
              <a:spcBef>
                <a:spcPts val="100"/>
              </a:spcBef>
              <a:spcAft>
                <a:spcPts val="0"/>
              </a:spcAft>
              <a:buClr>
                <a:schemeClr val="lt1"/>
              </a:buClr>
              <a:buSzPts val="1200"/>
              <a:buFont typeface="Josefin Slab Thin"/>
              <a:buChar char="○"/>
              <a:defRPr>
                <a:solidFill>
                  <a:schemeClr val="lt1"/>
                </a:solidFill>
              </a:defRPr>
            </a:lvl2pPr>
            <a:lvl3pPr indent="-304800" lvl="2" marL="1371600" rtl="0">
              <a:spcBef>
                <a:spcPts val="1600"/>
              </a:spcBef>
              <a:spcAft>
                <a:spcPts val="0"/>
              </a:spcAft>
              <a:buClr>
                <a:schemeClr val="lt1"/>
              </a:buClr>
              <a:buSzPts val="1200"/>
              <a:buFont typeface="Josefin Slab Thin"/>
              <a:buChar char="■"/>
              <a:defRPr>
                <a:solidFill>
                  <a:schemeClr val="lt1"/>
                </a:solidFill>
              </a:defRPr>
            </a:lvl3pPr>
            <a:lvl4pPr indent="-304800" lvl="3" marL="1828800" rtl="0">
              <a:spcBef>
                <a:spcPts val="1600"/>
              </a:spcBef>
              <a:spcAft>
                <a:spcPts val="0"/>
              </a:spcAft>
              <a:buClr>
                <a:schemeClr val="lt1"/>
              </a:buClr>
              <a:buSzPts val="1200"/>
              <a:buFont typeface="Josefin Slab Thin"/>
              <a:buChar char="●"/>
              <a:defRPr>
                <a:solidFill>
                  <a:schemeClr val="lt1"/>
                </a:solidFill>
              </a:defRPr>
            </a:lvl4pPr>
            <a:lvl5pPr indent="-304800" lvl="4" marL="2286000" rtl="0">
              <a:spcBef>
                <a:spcPts val="1600"/>
              </a:spcBef>
              <a:spcAft>
                <a:spcPts val="0"/>
              </a:spcAft>
              <a:buClr>
                <a:schemeClr val="lt1"/>
              </a:buClr>
              <a:buSzPts val="1200"/>
              <a:buFont typeface="Josefin Slab Thin"/>
              <a:buChar char="○"/>
              <a:defRPr>
                <a:solidFill>
                  <a:schemeClr val="lt1"/>
                </a:solidFill>
              </a:defRPr>
            </a:lvl5pPr>
            <a:lvl6pPr indent="-304800" lvl="5" marL="2743200" rtl="0">
              <a:spcBef>
                <a:spcPts val="1600"/>
              </a:spcBef>
              <a:spcAft>
                <a:spcPts val="0"/>
              </a:spcAft>
              <a:buClr>
                <a:schemeClr val="lt1"/>
              </a:buClr>
              <a:buSzPts val="1200"/>
              <a:buFont typeface="Josefin Slab Thin"/>
              <a:buChar char="■"/>
              <a:defRPr>
                <a:solidFill>
                  <a:schemeClr val="lt1"/>
                </a:solidFill>
              </a:defRPr>
            </a:lvl6pPr>
            <a:lvl7pPr indent="-304800" lvl="6" marL="3200400" rtl="0">
              <a:spcBef>
                <a:spcPts val="1600"/>
              </a:spcBef>
              <a:spcAft>
                <a:spcPts val="0"/>
              </a:spcAft>
              <a:buClr>
                <a:schemeClr val="lt1"/>
              </a:buClr>
              <a:buSzPts val="1200"/>
              <a:buFont typeface="Josefin Slab Thin"/>
              <a:buChar char="●"/>
              <a:defRPr>
                <a:solidFill>
                  <a:schemeClr val="lt1"/>
                </a:solidFill>
              </a:defRPr>
            </a:lvl7pPr>
            <a:lvl8pPr indent="-304800" lvl="7" marL="3657600" rtl="0">
              <a:spcBef>
                <a:spcPts val="1600"/>
              </a:spcBef>
              <a:spcAft>
                <a:spcPts val="0"/>
              </a:spcAft>
              <a:buClr>
                <a:schemeClr val="lt1"/>
              </a:buClr>
              <a:buSzPts val="1200"/>
              <a:buFont typeface="Josefin Slab Thin"/>
              <a:buChar char="○"/>
              <a:defRPr>
                <a:solidFill>
                  <a:schemeClr val="lt1"/>
                </a:solidFill>
              </a:defRPr>
            </a:lvl8pPr>
            <a:lvl9pPr indent="-304800" lvl="8" marL="4114800" rtl="0">
              <a:spcBef>
                <a:spcPts val="1600"/>
              </a:spcBef>
              <a:spcAft>
                <a:spcPts val="1600"/>
              </a:spcAft>
              <a:buClr>
                <a:schemeClr val="lt1"/>
              </a:buClr>
              <a:buSzPts val="1200"/>
              <a:buFont typeface="Josefin Slab Thin"/>
              <a:buChar char="■"/>
              <a:defRPr>
                <a:solidFill>
                  <a:schemeClr val="lt1"/>
                </a:solidFill>
              </a:defRPr>
            </a:lvl9pPr>
          </a:lstStyle>
          <a:p/>
        </p:txBody>
      </p:sp>
      <p:sp>
        <p:nvSpPr>
          <p:cNvPr id="36" name="Google Shape;36;p7"/>
          <p:cNvSpPr txBox="1"/>
          <p:nvPr>
            <p:ph type="title"/>
          </p:nvPr>
        </p:nvSpPr>
        <p:spPr>
          <a:xfrm>
            <a:off x="714125" y="538575"/>
            <a:ext cx="4033800" cy="365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5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7" name="Google Shape;37;p7"/>
          <p:cNvSpPr/>
          <p:nvPr/>
        </p:nvSpPr>
        <p:spPr>
          <a:xfrm>
            <a:off x="6442300" y="3048950"/>
            <a:ext cx="1664400" cy="17010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7"/>
          <p:cNvSpPr/>
          <p:nvPr/>
        </p:nvSpPr>
        <p:spPr>
          <a:xfrm>
            <a:off x="7738050" y="-371025"/>
            <a:ext cx="2720400" cy="27285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7"/>
          <p:cNvSpPr/>
          <p:nvPr/>
        </p:nvSpPr>
        <p:spPr>
          <a:xfrm>
            <a:off x="0" y="4294675"/>
            <a:ext cx="829800" cy="849000"/>
          </a:xfrm>
          <a:prstGeom prst="ellipse">
            <a:avLst/>
          </a:prstGeom>
          <a:solidFill>
            <a:srgbClr val="C1CFE0">
              <a:alpha val="40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lt2"/>
        </a:solidFill>
      </p:bgPr>
    </p:bg>
    <p:spTree>
      <p:nvGrpSpPr>
        <p:cNvPr id="40" name="Shape 40"/>
        <p:cNvGrpSpPr/>
        <p:nvPr/>
      </p:nvGrpSpPr>
      <p:grpSpPr>
        <a:xfrm>
          <a:off x="0" y="0"/>
          <a:ext cx="0" cy="0"/>
          <a:chOff x="0" y="0"/>
          <a:chExt cx="0" cy="0"/>
        </a:xfrm>
      </p:grpSpPr>
      <p:sp>
        <p:nvSpPr>
          <p:cNvPr id="41" name="Google Shape;41;p8"/>
          <p:cNvSpPr txBox="1"/>
          <p:nvPr>
            <p:ph type="title"/>
          </p:nvPr>
        </p:nvSpPr>
        <p:spPr>
          <a:xfrm>
            <a:off x="714125" y="1214400"/>
            <a:ext cx="3057900" cy="27147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4000">
                <a:solidFill>
                  <a:schemeClr val="accent3"/>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2" name="Google Shape;42;p8"/>
          <p:cNvSpPr/>
          <p:nvPr/>
        </p:nvSpPr>
        <p:spPr>
          <a:xfrm>
            <a:off x="0" y="0"/>
            <a:ext cx="1295400" cy="13242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accent3"/>
        </a:solidFill>
      </p:bgPr>
    </p:bg>
    <p:spTree>
      <p:nvGrpSpPr>
        <p:cNvPr id="43" name="Shape 43"/>
        <p:cNvGrpSpPr/>
        <p:nvPr/>
      </p:nvGrpSpPr>
      <p:grpSpPr>
        <a:xfrm>
          <a:off x="0" y="0"/>
          <a:ext cx="0" cy="0"/>
          <a:chOff x="0" y="0"/>
          <a:chExt cx="0" cy="0"/>
        </a:xfrm>
      </p:grpSpPr>
      <p:sp>
        <p:nvSpPr>
          <p:cNvPr id="44" name="Google Shape;44;p9"/>
          <p:cNvSpPr txBox="1"/>
          <p:nvPr>
            <p:ph type="title"/>
          </p:nvPr>
        </p:nvSpPr>
        <p:spPr>
          <a:xfrm>
            <a:off x="713100" y="1702225"/>
            <a:ext cx="3197400" cy="843300"/>
          </a:xfrm>
          <a:prstGeom prst="rect">
            <a:avLst/>
          </a:prstGeom>
        </p:spPr>
        <p:txBody>
          <a:bodyPr anchorCtr="0" anchor="ctr" bIns="91425" lIns="91425" spcFirstLastPara="1" rIns="91425" wrap="square" tIns="91425">
            <a:noAutofit/>
          </a:bodyPr>
          <a:lstStyle>
            <a:lvl1pPr lvl="0" rtl="0">
              <a:spcBef>
                <a:spcPts val="0"/>
              </a:spcBef>
              <a:spcAft>
                <a:spcPts val="0"/>
              </a:spcAft>
              <a:buNone/>
              <a:defRPr b="1" sz="4000">
                <a:solidFill>
                  <a:schemeClr val="dk2"/>
                </a:solidFill>
              </a:defRPr>
            </a:lvl1pPr>
            <a:lvl2pPr lvl="1" rtl="0">
              <a:spcBef>
                <a:spcPts val="0"/>
              </a:spcBef>
              <a:spcAft>
                <a:spcPts val="0"/>
              </a:spcAft>
              <a:buNone/>
              <a:defRPr b="1" sz="4000">
                <a:solidFill>
                  <a:schemeClr val="dk2"/>
                </a:solidFill>
              </a:defRPr>
            </a:lvl2pPr>
            <a:lvl3pPr lvl="2" rtl="0">
              <a:spcBef>
                <a:spcPts val="0"/>
              </a:spcBef>
              <a:spcAft>
                <a:spcPts val="0"/>
              </a:spcAft>
              <a:buNone/>
              <a:defRPr b="1" sz="4000">
                <a:solidFill>
                  <a:schemeClr val="dk2"/>
                </a:solidFill>
              </a:defRPr>
            </a:lvl3pPr>
            <a:lvl4pPr lvl="3" rtl="0">
              <a:spcBef>
                <a:spcPts val="0"/>
              </a:spcBef>
              <a:spcAft>
                <a:spcPts val="0"/>
              </a:spcAft>
              <a:buNone/>
              <a:defRPr b="1" sz="4000">
                <a:solidFill>
                  <a:schemeClr val="dk2"/>
                </a:solidFill>
              </a:defRPr>
            </a:lvl4pPr>
            <a:lvl5pPr lvl="4" rtl="0">
              <a:spcBef>
                <a:spcPts val="0"/>
              </a:spcBef>
              <a:spcAft>
                <a:spcPts val="0"/>
              </a:spcAft>
              <a:buNone/>
              <a:defRPr b="1" sz="4000">
                <a:solidFill>
                  <a:schemeClr val="dk2"/>
                </a:solidFill>
              </a:defRPr>
            </a:lvl5pPr>
            <a:lvl6pPr lvl="5" rtl="0">
              <a:spcBef>
                <a:spcPts val="0"/>
              </a:spcBef>
              <a:spcAft>
                <a:spcPts val="0"/>
              </a:spcAft>
              <a:buNone/>
              <a:defRPr b="1" sz="4000">
                <a:solidFill>
                  <a:schemeClr val="dk2"/>
                </a:solidFill>
              </a:defRPr>
            </a:lvl6pPr>
            <a:lvl7pPr lvl="6" rtl="0">
              <a:spcBef>
                <a:spcPts val="0"/>
              </a:spcBef>
              <a:spcAft>
                <a:spcPts val="0"/>
              </a:spcAft>
              <a:buNone/>
              <a:defRPr b="1" sz="4000">
                <a:solidFill>
                  <a:schemeClr val="dk2"/>
                </a:solidFill>
              </a:defRPr>
            </a:lvl7pPr>
            <a:lvl8pPr lvl="7" rtl="0">
              <a:spcBef>
                <a:spcPts val="0"/>
              </a:spcBef>
              <a:spcAft>
                <a:spcPts val="0"/>
              </a:spcAft>
              <a:buNone/>
              <a:defRPr b="1" sz="4000">
                <a:solidFill>
                  <a:schemeClr val="dk2"/>
                </a:solidFill>
              </a:defRPr>
            </a:lvl8pPr>
            <a:lvl9pPr lvl="8" rtl="0">
              <a:spcBef>
                <a:spcPts val="0"/>
              </a:spcBef>
              <a:spcAft>
                <a:spcPts val="0"/>
              </a:spcAft>
              <a:buNone/>
              <a:defRPr b="1" sz="4000">
                <a:solidFill>
                  <a:schemeClr val="dk2"/>
                </a:solidFill>
              </a:defRPr>
            </a:lvl9pPr>
          </a:lstStyle>
          <a:p/>
        </p:txBody>
      </p:sp>
      <p:sp>
        <p:nvSpPr>
          <p:cNvPr id="45" name="Google Shape;45;p9"/>
          <p:cNvSpPr txBox="1"/>
          <p:nvPr>
            <p:ph idx="1" type="subTitle"/>
          </p:nvPr>
        </p:nvSpPr>
        <p:spPr>
          <a:xfrm>
            <a:off x="713100" y="2619000"/>
            <a:ext cx="2631300" cy="777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solidFill>
                  <a:schemeClr val="dk2"/>
                </a:solidFill>
              </a:defRPr>
            </a:lvl1pPr>
            <a:lvl2pPr lvl="1" rtl="0">
              <a:lnSpc>
                <a:spcPct val="100000"/>
              </a:lnSpc>
              <a:spcBef>
                <a:spcPts val="0"/>
              </a:spcBef>
              <a:spcAft>
                <a:spcPts val="0"/>
              </a:spcAft>
              <a:buNone/>
              <a:defRPr>
                <a:solidFill>
                  <a:schemeClr val="dk2"/>
                </a:solidFill>
              </a:defRPr>
            </a:lvl2pPr>
            <a:lvl3pPr lvl="2" rtl="0">
              <a:lnSpc>
                <a:spcPct val="100000"/>
              </a:lnSpc>
              <a:spcBef>
                <a:spcPts val="0"/>
              </a:spcBef>
              <a:spcAft>
                <a:spcPts val="0"/>
              </a:spcAft>
              <a:buNone/>
              <a:defRPr>
                <a:solidFill>
                  <a:schemeClr val="dk2"/>
                </a:solidFill>
              </a:defRPr>
            </a:lvl3pPr>
            <a:lvl4pPr lvl="3" rtl="0">
              <a:lnSpc>
                <a:spcPct val="100000"/>
              </a:lnSpc>
              <a:spcBef>
                <a:spcPts val="0"/>
              </a:spcBef>
              <a:spcAft>
                <a:spcPts val="0"/>
              </a:spcAft>
              <a:buNone/>
              <a:defRPr>
                <a:solidFill>
                  <a:schemeClr val="dk2"/>
                </a:solidFill>
              </a:defRPr>
            </a:lvl4pPr>
            <a:lvl5pPr lvl="4" rtl="0">
              <a:lnSpc>
                <a:spcPct val="100000"/>
              </a:lnSpc>
              <a:spcBef>
                <a:spcPts val="0"/>
              </a:spcBef>
              <a:spcAft>
                <a:spcPts val="0"/>
              </a:spcAft>
              <a:buNone/>
              <a:defRPr>
                <a:solidFill>
                  <a:schemeClr val="dk2"/>
                </a:solidFill>
              </a:defRPr>
            </a:lvl5pPr>
            <a:lvl6pPr lvl="5" rtl="0">
              <a:lnSpc>
                <a:spcPct val="100000"/>
              </a:lnSpc>
              <a:spcBef>
                <a:spcPts val="0"/>
              </a:spcBef>
              <a:spcAft>
                <a:spcPts val="0"/>
              </a:spcAft>
              <a:buNone/>
              <a:defRPr>
                <a:solidFill>
                  <a:schemeClr val="dk2"/>
                </a:solidFill>
              </a:defRPr>
            </a:lvl6pPr>
            <a:lvl7pPr lvl="6" rtl="0">
              <a:lnSpc>
                <a:spcPct val="100000"/>
              </a:lnSpc>
              <a:spcBef>
                <a:spcPts val="0"/>
              </a:spcBef>
              <a:spcAft>
                <a:spcPts val="0"/>
              </a:spcAft>
              <a:buNone/>
              <a:defRPr>
                <a:solidFill>
                  <a:schemeClr val="dk2"/>
                </a:solidFill>
              </a:defRPr>
            </a:lvl7pPr>
            <a:lvl8pPr lvl="7" rtl="0">
              <a:lnSpc>
                <a:spcPct val="100000"/>
              </a:lnSpc>
              <a:spcBef>
                <a:spcPts val="0"/>
              </a:spcBef>
              <a:spcAft>
                <a:spcPts val="0"/>
              </a:spcAft>
              <a:buNone/>
              <a:defRPr>
                <a:solidFill>
                  <a:schemeClr val="dk2"/>
                </a:solidFill>
              </a:defRPr>
            </a:lvl8pPr>
            <a:lvl9pPr lvl="8" rtl="0">
              <a:lnSpc>
                <a:spcPct val="100000"/>
              </a:lnSpc>
              <a:spcBef>
                <a:spcPts val="0"/>
              </a:spcBef>
              <a:spcAft>
                <a:spcPts val="0"/>
              </a:spcAft>
              <a:buNone/>
              <a:defRPr>
                <a:solidFill>
                  <a:schemeClr val="dk2"/>
                </a:solidFill>
              </a:defRPr>
            </a:lvl9pPr>
          </a:lstStyle>
          <a:p/>
        </p:txBody>
      </p:sp>
      <p:sp>
        <p:nvSpPr>
          <p:cNvPr id="46" name="Google Shape;46;p9"/>
          <p:cNvSpPr/>
          <p:nvPr/>
        </p:nvSpPr>
        <p:spPr>
          <a:xfrm flipH="1">
            <a:off x="0" y="0"/>
            <a:ext cx="1227900" cy="1255800"/>
          </a:xfrm>
          <a:prstGeom prst="ellipse">
            <a:avLst/>
          </a:prstGeom>
          <a:solidFill>
            <a:srgbClr val="7DB0EB">
              <a:alpha val="42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9"/>
          <p:cNvSpPr/>
          <p:nvPr/>
        </p:nvSpPr>
        <p:spPr>
          <a:xfrm flipH="1">
            <a:off x="2692374" y="3267000"/>
            <a:ext cx="1834800" cy="1876500"/>
          </a:xfrm>
          <a:prstGeom prst="ellipse">
            <a:avLst/>
          </a:prstGeom>
          <a:solidFill>
            <a:srgbClr val="AAB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lt2"/>
        </a:solidFill>
      </p:bgPr>
    </p:bg>
    <p:spTree>
      <p:nvGrpSpPr>
        <p:cNvPr id="48" name="Shape 48"/>
        <p:cNvGrpSpPr/>
        <p:nvPr/>
      </p:nvGrpSpPr>
      <p:grpSpPr>
        <a:xfrm>
          <a:off x="0" y="0"/>
          <a:ext cx="0" cy="0"/>
          <a:chOff x="0" y="0"/>
          <a:chExt cx="0" cy="0"/>
        </a:xfrm>
      </p:grpSpPr>
      <p:sp>
        <p:nvSpPr>
          <p:cNvPr id="49" name="Google Shape;49;p10"/>
          <p:cNvSpPr txBox="1"/>
          <p:nvPr>
            <p:ph type="title"/>
          </p:nvPr>
        </p:nvSpPr>
        <p:spPr>
          <a:xfrm>
            <a:off x="609600" y="3152925"/>
            <a:ext cx="3522000" cy="1452000"/>
          </a:xfrm>
          <a:prstGeom prst="rect">
            <a:avLst/>
          </a:prstGeom>
        </p:spPr>
        <p:txBody>
          <a:bodyPr anchorCtr="0" anchor="t" bIns="91425" lIns="91425" spcFirstLastPara="1" rIns="91425" wrap="square" tIns="91425">
            <a:noAutofit/>
          </a:bodyPr>
          <a:lstStyle>
            <a:lvl1pPr lvl="0">
              <a:spcBef>
                <a:spcPts val="0"/>
              </a:spcBef>
              <a:spcAft>
                <a:spcPts val="0"/>
              </a:spcAft>
              <a:buClr>
                <a:schemeClr val="accent3"/>
              </a:buClr>
              <a:buSzPts val="2800"/>
              <a:buNone/>
              <a:defRPr sz="3100">
                <a:solidFill>
                  <a:schemeClr val="lt1"/>
                </a:solidFill>
              </a:defRPr>
            </a:lvl1pPr>
            <a:lvl2pPr lvl="1">
              <a:spcBef>
                <a:spcPts val="0"/>
              </a:spcBef>
              <a:spcAft>
                <a:spcPts val="0"/>
              </a:spcAft>
              <a:buSzPts val="2800"/>
              <a:buNone/>
              <a:defRPr>
                <a:latin typeface="Open Sans"/>
                <a:ea typeface="Open Sans"/>
                <a:cs typeface="Open Sans"/>
                <a:sym typeface="Open Sans"/>
              </a:defRPr>
            </a:lvl2pPr>
            <a:lvl3pPr lvl="2">
              <a:spcBef>
                <a:spcPts val="0"/>
              </a:spcBef>
              <a:spcAft>
                <a:spcPts val="0"/>
              </a:spcAft>
              <a:buSzPts val="2800"/>
              <a:buNone/>
              <a:defRPr>
                <a:latin typeface="Open Sans"/>
                <a:ea typeface="Open Sans"/>
                <a:cs typeface="Open Sans"/>
                <a:sym typeface="Open Sans"/>
              </a:defRPr>
            </a:lvl3pPr>
            <a:lvl4pPr lvl="3">
              <a:spcBef>
                <a:spcPts val="0"/>
              </a:spcBef>
              <a:spcAft>
                <a:spcPts val="0"/>
              </a:spcAft>
              <a:buSzPts val="2800"/>
              <a:buNone/>
              <a:defRPr>
                <a:latin typeface="Open Sans"/>
                <a:ea typeface="Open Sans"/>
                <a:cs typeface="Open Sans"/>
                <a:sym typeface="Open Sans"/>
              </a:defRPr>
            </a:lvl4pPr>
            <a:lvl5pPr lvl="4">
              <a:spcBef>
                <a:spcPts val="0"/>
              </a:spcBef>
              <a:spcAft>
                <a:spcPts val="0"/>
              </a:spcAft>
              <a:buSzPts val="2800"/>
              <a:buNone/>
              <a:defRPr>
                <a:latin typeface="Open Sans"/>
                <a:ea typeface="Open Sans"/>
                <a:cs typeface="Open Sans"/>
                <a:sym typeface="Open Sans"/>
              </a:defRPr>
            </a:lvl5pPr>
            <a:lvl6pPr lvl="5">
              <a:spcBef>
                <a:spcPts val="0"/>
              </a:spcBef>
              <a:spcAft>
                <a:spcPts val="0"/>
              </a:spcAft>
              <a:buSzPts val="2800"/>
              <a:buNone/>
              <a:defRPr>
                <a:latin typeface="Open Sans"/>
                <a:ea typeface="Open Sans"/>
                <a:cs typeface="Open Sans"/>
                <a:sym typeface="Open Sans"/>
              </a:defRPr>
            </a:lvl6pPr>
            <a:lvl7pPr lvl="6">
              <a:spcBef>
                <a:spcPts val="0"/>
              </a:spcBef>
              <a:spcAft>
                <a:spcPts val="0"/>
              </a:spcAft>
              <a:buSzPts val="2800"/>
              <a:buNone/>
              <a:defRPr>
                <a:latin typeface="Open Sans"/>
                <a:ea typeface="Open Sans"/>
                <a:cs typeface="Open Sans"/>
                <a:sym typeface="Open Sans"/>
              </a:defRPr>
            </a:lvl7pPr>
            <a:lvl8pPr lvl="7">
              <a:spcBef>
                <a:spcPts val="0"/>
              </a:spcBef>
              <a:spcAft>
                <a:spcPts val="0"/>
              </a:spcAft>
              <a:buSzPts val="2800"/>
              <a:buNone/>
              <a:defRPr>
                <a:latin typeface="Open Sans"/>
                <a:ea typeface="Open Sans"/>
                <a:cs typeface="Open Sans"/>
                <a:sym typeface="Open Sans"/>
              </a:defRPr>
            </a:lvl8pPr>
            <a:lvl9pPr lvl="8">
              <a:spcBef>
                <a:spcPts val="0"/>
              </a:spcBef>
              <a:spcAft>
                <a:spcPts val="0"/>
              </a:spcAft>
              <a:buSzPts val="2800"/>
              <a:buNone/>
              <a:defRPr>
                <a:latin typeface="Open Sans"/>
                <a:ea typeface="Open Sans"/>
                <a:cs typeface="Open Sans"/>
                <a:sym typeface="Open Sans"/>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3"/>
        </a:solidFill>
      </p:bgPr>
    </p:bg>
    <p:spTree>
      <p:nvGrpSpPr>
        <p:cNvPr id="50" name="Shape 50"/>
        <p:cNvGrpSpPr/>
        <p:nvPr/>
      </p:nvGrpSpPr>
      <p:grpSpPr>
        <a:xfrm>
          <a:off x="0" y="0"/>
          <a:ext cx="0" cy="0"/>
          <a:chOff x="0" y="0"/>
          <a:chExt cx="0" cy="0"/>
        </a:xfrm>
      </p:grpSpPr>
      <p:sp>
        <p:nvSpPr>
          <p:cNvPr id="51" name="Google Shape;51;p11"/>
          <p:cNvSpPr txBox="1"/>
          <p:nvPr>
            <p:ph hasCustomPrompt="1" type="title"/>
          </p:nvPr>
        </p:nvSpPr>
        <p:spPr>
          <a:xfrm>
            <a:off x="714150" y="1747525"/>
            <a:ext cx="7715700" cy="1322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8100">
                <a:solidFill>
                  <a:schemeClr val="dk2"/>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2" name="Google Shape;52;p11"/>
          <p:cNvSpPr txBox="1"/>
          <p:nvPr>
            <p:ph idx="2" type="title"/>
          </p:nvPr>
        </p:nvSpPr>
        <p:spPr>
          <a:xfrm>
            <a:off x="3247950" y="3076575"/>
            <a:ext cx="2648100" cy="609600"/>
          </a:xfrm>
          <a:prstGeom prst="rect">
            <a:avLst/>
          </a:prstGeom>
        </p:spPr>
        <p:txBody>
          <a:bodyPr anchorCtr="0" anchor="ctr" bIns="91425" lIns="91425" spcFirstLastPara="1" rIns="91425" wrap="square" tIns="91425">
            <a:noAutofit/>
          </a:bodyPr>
          <a:lstStyle>
            <a:lvl1pPr lvl="0" algn="ctr">
              <a:spcBef>
                <a:spcPts val="0"/>
              </a:spcBef>
              <a:spcAft>
                <a:spcPts val="0"/>
              </a:spcAft>
              <a:buSzPts val="1600"/>
              <a:buNone/>
              <a:defRPr b="0" sz="1600">
                <a:solidFill>
                  <a:schemeClr val="dk2"/>
                </a:solidFill>
                <a:latin typeface="Open Sans"/>
                <a:ea typeface="Open Sans"/>
                <a:cs typeface="Open Sans"/>
                <a:sym typeface="Open Sans"/>
              </a:defRPr>
            </a:lvl1pPr>
            <a:lvl2pPr lvl="1">
              <a:spcBef>
                <a:spcPts val="0"/>
              </a:spcBef>
              <a:spcAft>
                <a:spcPts val="0"/>
              </a:spcAft>
              <a:buSzPts val="2800"/>
              <a:buNone/>
              <a:defRPr>
                <a:latin typeface="Open Sans"/>
                <a:ea typeface="Open Sans"/>
                <a:cs typeface="Open Sans"/>
                <a:sym typeface="Open Sans"/>
              </a:defRPr>
            </a:lvl2pPr>
            <a:lvl3pPr lvl="2">
              <a:spcBef>
                <a:spcPts val="0"/>
              </a:spcBef>
              <a:spcAft>
                <a:spcPts val="0"/>
              </a:spcAft>
              <a:buSzPts val="2800"/>
              <a:buNone/>
              <a:defRPr>
                <a:latin typeface="Open Sans"/>
                <a:ea typeface="Open Sans"/>
                <a:cs typeface="Open Sans"/>
                <a:sym typeface="Open Sans"/>
              </a:defRPr>
            </a:lvl3pPr>
            <a:lvl4pPr lvl="3">
              <a:spcBef>
                <a:spcPts val="0"/>
              </a:spcBef>
              <a:spcAft>
                <a:spcPts val="0"/>
              </a:spcAft>
              <a:buSzPts val="2800"/>
              <a:buNone/>
              <a:defRPr>
                <a:latin typeface="Open Sans"/>
                <a:ea typeface="Open Sans"/>
                <a:cs typeface="Open Sans"/>
                <a:sym typeface="Open Sans"/>
              </a:defRPr>
            </a:lvl4pPr>
            <a:lvl5pPr lvl="4">
              <a:spcBef>
                <a:spcPts val="0"/>
              </a:spcBef>
              <a:spcAft>
                <a:spcPts val="0"/>
              </a:spcAft>
              <a:buSzPts val="2800"/>
              <a:buNone/>
              <a:defRPr>
                <a:latin typeface="Open Sans"/>
                <a:ea typeface="Open Sans"/>
                <a:cs typeface="Open Sans"/>
                <a:sym typeface="Open Sans"/>
              </a:defRPr>
            </a:lvl5pPr>
            <a:lvl6pPr lvl="5">
              <a:spcBef>
                <a:spcPts val="0"/>
              </a:spcBef>
              <a:spcAft>
                <a:spcPts val="0"/>
              </a:spcAft>
              <a:buSzPts val="2800"/>
              <a:buNone/>
              <a:defRPr>
                <a:latin typeface="Open Sans"/>
                <a:ea typeface="Open Sans"/>
                <a:cs typeface="Open Sans"/>
                <a:sym typeface="Open Sans"/>
              </a:defRPr>
            </a:lvl6pPr>
            <a:lvl7pPr lvl="6">
              <a:spcBef>
                <a:spcPts val="0"/>
              </a:spcBef>
              <a:spcAft>
                <a:spcPts val="0"/>
              </a:spcAft>
              <a:buSzPts val="2800"/>
              <a:buNone/>
              <a:defRPr>
                <a:latin typeface="Open Sans"/>
                <a:ea typeface="Open Sans"/>
                <a:cs typeface="Open Sans"/>
                <a:sym typeface="Open Sans"/>
              </a:defRPr>
            </a:lvl7pPr>
            <a:lvl8pPr lvl="7">
              <a:spcBef>
                <a:spcPts val="0"/>
              </a:spcBef>
              <a:spcAft>
                <a:spcPts val="0"/>
              </a:spcAft>
              <a:buSzPts val="2800"/>
              <a:buNone/>
              <a:defRPr>
                <a:latin typeface="Open Sans"/>
                <a:ea typeface="Open Sans"/>
                <a:cs typeface="Open Sans"/>
                <a:sym typeface="Open Sans"/>
              </a:defRPr>
            </a:lvl8pPr>
            <a:lvl9pPr lvl="8">
              <a:spcBef>
                <a:spcPts val="0"/>
              </a:spcBef>
              <a:spcAft>
                <a:spcPts val="0"/>
              </a:spcAft>
              <a:buSzPts val="2800"/>
              <a:buNone/>
              <a:defRPr>
                <a:latin typeface="Open Sans"/>
                <a:ea typeface="Open Sans"/>
                <a:cs typeface="Open Sans"/>
                <a:sym typeface="Open Sans"/>
              </a:defRPr>
            </a:lvl9pPr>
          </a:lstStyle>
          <a:p/>
        </p:txBody>
      </p:sp>
      <p:sp>
        <p:nvSpPr>
          <p:cNvPr id="53" name="Google Shape;53;p11"/>
          <p:cNvSpPr/>
          <p:nvPr/>
        </p:nvSpPr>
        <p:spPr>
          <a:xfrm flipH="1">
            <a:off x="0" y="0"/>
            <a:ext cx="1227900" cy="1255800"/>
          </a:xfrm>
          <a:prstGeom prst="ellipse">
            <a:avLst/>
          </a:prstGeom>
          <a:solidFill>
            <a:srgbClr val="7DB0EB">
              <a:alpha val="42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11"/>
          <p:cNvSpPr/>
          <p:nvPr/>
        </p:nvSpPr>
        <p:spPr>
          <a:xfrm flipH="1">
            <a:off x="-225" y="2114075"/>
            <a:ext cx="2962500" cy="3029400"/>
          </a:xfrm>
          <a:prstGeom prst="ellipse">
            <a:avLst/>
          </a:prstGeom>
          <a:solidFill>
            <a:srgbClr val="AAB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11"/>
          <p:cNvSpPr/>
          <p:nvPr/>
        </p:nvSpPr>
        <p:spPr>
          <a:xfrm flipH="1">
            <a:off x="6630000" y="0"/>
            <a:ext cx="2514000" cy="2571600"/>
          </a:xfrm>
          <a:prstGeom prst="ellipse">
            <a:avLst/>
          </a:prstGeom>
          <a:solidFill>
            <a:srgbClr val="6580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6" name="Shape 5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cription">
  <p:cSld name="SECTION_HEADER_1_1">
    <p:bg>
      <p:bgPr>
        <a:solidFill>
          <a:schemeClr val="lt2"/>
        </a:solidFill>
      </p:bgPr>
    </p:bg>
    <p:spTree>
      <p:nvGrpSpPr>
        <p:cNvPr id="57" name="Shape 57"/>
        <p:cNvGrpSpPr/>
        <p:nvPr/>
      </p:nvGrpSpPr>
      <p:grpSpPr>
        <a:xfrm>
          <a:off x="0" y="0"/>
          <a:ext cx="0" cy="0"/>
          <a:chOff x="0" y="0"/>
          <a:chExt cx="0" cy="0"/>
        </a:xfrm>
      </p:grpSpPr>
      <p:sp>
        <p:nvSpPr>
          <p:cNvPr id="58" name="Google Shape;58;p13"/>
          <p:cNvSpPr txBox="1"/>
          <p:nvPr>
            <p:ph idx="1" type="subTitle"/>
          </p:nvPr>
        </p:nvSpPr>
        <p:spPr>
          <a:xfrm>
            <a:off x="713100" y="2405100"/>
            <a:ext cx="2887500" cy="1171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600">
                <a:solidFill>
                  <a:schemeClr val="lt1"/>
                </a:solidFill>
              </a:defRPr>
            </a:lvl1pPr>
            <a:lvl2pPr lvl="1" rtl="0">
              <a:lnSpc>
                <a:spcPct val="100000"/>
              </a:lnSpc>
              <a:spcBef>
                <a:spcPts val="0"/>
              </a:spcBef>
              <a:spcAft>
                <a:spcPts val="0"/>
              </a:spcAft>
              <a:buNone/>
              <a:defRPr sz="1600">
                <a:solidFill>
                  <a:schemeClr val="lt1"/>
                </a:solidFill>
              </a:defRPr>
            </a:lvl2pPr>
            <a:lvl3pPr lvl="2" rtl="0">
              <a:lnSpc>
                <a:spcPct val="100000"/>
              </a:lnSpc>
              <a:spcBef>
                <a:spcPts val="0"/>
              </a:spcBef>
              <a:spcAft>
                <a:spcPts val="0"/>
              </a:spcAft>
              <a:buNone/>
              <a:defRPr sz="1600">
                <a:solidFill>
                  <a:schemeClr val="lt1"/>
                </a:solidFill>
              </a:defRPr>
            </a:lvl3pPr>
            <a:lvl4pPr lvl="3" rtl="0">
              <a:lnSpc>
                <a:spcPct val="100000"/>
              </a:lnSpc>
              <a:spcBef>
                <a:spcPts val="0"/>
              </a:spcBef>
              <a:spcAft>
                <a:spcPts val="0"/>
              </a:spcAft>
              <a:buNone/>
              <a:defRPr sz="1600">
                <a:solidFill>
                  <a:schemeClr val="lt1"/>
                </a:solidFill>
              </a:defRPr>
            </a:lvl4pPr>
            <a:lvl5pPr lvl="4" rtl="0">
              <a:lnSpc>
                <a:spcPct val="100000"/>
              </a:lnSpc>
              <a:spcBef>
                <a:spcPts val="0"/>
              </a:spcBef>
              <a:spcAft>
                <a:spcPts val="0"/>
              </a:spcAft>
              <a:buNone/>
              <a:defRPr sz="1600">
                <a:solidFill>
                  <a:schemeClr val="lt1"/>
                </a:solidFill>
              </a:defRPr>
            </a:lvl5pPr>
            <a:lvl6pPr lvl="5" rtl="0">
              <a:lnSpc>
                <a:spcPct val="100000"/>
              </a:lnSpc>
              <a:spcBef>
                <a:spcPts val="0"/>
              </a:spcBef>
              <a:spcAft>
                <a:spcPts val="0"/>
              </a:spcAft>
              <a:buNone/>
              <a:defRPr sz="1600">
                <a:solidFill>
                  <a:schemeClr val="lt1"/>
                </a:solidFill>
              </a:defRPr>
            </a:lvl6pPr>
            <a:lvl7pPr lvl="6" rtl="0">
              <a:lnSpc>
                <a:spcPct val="100000"/>
              </a:lnSpc>
              <a:spcBef>
                <a:spcPts val="0"/>
              </a:spcBef>
              <a:spcAft>
                <a:spcPts val="0"/>
              </a:spcAft>
              <a:buNone/>
              <a:defRPr sz="1600">
                <a:solidFill>
                  <a:schemeClr val="lt1"/>
                </a:solidFill>
              </a:defRPr>
            </a:lvl7pPr>
            <a:lvl8pPr lvl="7" rtl="0">
              <a:lnSpc>
                <a:spcPct val="100000"/>
              </a:lnSpc>
              <a:spcBef>
                <a:spcPts val="0"/>
              </a:spcBef>
              <a:spcAft>
                <a:spcPts val="0"/>
              </a:spcAft>
              <a:buNone/>
              <a:defRPr sz="1600">
                <a:solidFill>
                  <a:schemeClr val="lt1"/>
                </a:solidFill>
              </a:defRPr>
            </a:lvl8pPr>
            <a:lvl9pPr lvl="8" rtl="0">
              <a:lnSpc>
                <a:spcPct val="100000"/>
              </a:lnSpc>
              <a:spcBef>
                <a:spcPts val="0"/>
              </a:spcBef>
              <a:spcAft>
                <a:spcPts val="0"/>
              </a:spcAft>
              <a:buNone/>
              <a:defRPr sz="1600">
                <a:solidFill>
                  <a:schemeClr val="lt1"/>
                </a:solidFill>
              </a:defRPr>
            </a:lvl9pPr>
          </a:lstStyle>
          <a:p/>
        </p:txBody>
      </p:sp>
      <p:sp>
        <p:nvSpPr>
          <p:cNvPr id="59" name="Google Shape;59;p13"/>
          <p:cNvSpPr txBox="1"/>
          <p:nvPr>
            <p:ph type="title"/>
          </p:nvPr>
        </p:nvSpPr>
        <p:spPr>
          <a:xfrm>
            <a:off x="714125" y="1566900"/>
            <a:ext cx="3105600" cy="885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2"/>
              </a:buClr>
              <a:buSzPts val="3600"/>
              <a:buNone/>
              <a:defRPr b="1" sz="4000">
                <a:solidFill>
                  <a:schemeClr val="accent3"/>
                </a:solidFill>
              </a:defRPr>
            </a:lvl1pPr>
            <a:lvl2pPr lvl="1" rtl="0">
              <a:spcBef>
                <a:spcPts val="0"/>
              </a:spcBef>
              <a:spcAft>
                <a:spcPts val="0"/>
              </a:spcAft>
              <a:buClr>
                <a:schemeClr val="dk2"/>
              </a:buClr>
              <a:buSzPts val="3600"/>
              <a:buNone/>
              <a:defRPr sz="3600">
                <a:solidFill>
                  <a:schemeClr val="dk2"/>
                </a:solidFill>
              </a:defRPr>
            </a:lvl2pPr>
            <a:lvl3pPr lvl="2" rtl="0">
              <a:spcBef>
                <a:spcPts val="0"/>
              </a:spcBef>
              <a:spcAft>
                <a:spcPts val="0"/>
              </a:spcAft>
              <a:buClr>
                <a:schemeClr val="dk2"/>
              </a:buClr>
              <a:buSzPts val="3600"/>
              <a:buNone/>
              <a:defRPr sz="3600">
                <a:solidFill>
                  <a:schemeClr val="dk2"/>
                </a:solidFill>
              </a:defRPr>
            </a:lvl3pPr>
            <a:lvl4pPr lvl="3" rtl="0">
              <a:spcBef>
                <a:spcPts val="0"/>
              </a:spcBef>
              <a:spcAft>
                <a:spcPts val="0"/>
              </a:spcAft>
              <a:buClr>
                <a:schemeClr val="dk2"/>
              </a:buClr>
              <a:buSzPts val="3600"/>
              <a:buNone/>
              <a:defRPr sz="3600">
                <a:solidFill>
                  <a:schemeClr val="dk2"/>
                </a:solidFill>
              </a:defRPr>
            </a:lvl4pPr>
            <a:lvl5pPr lvl="4" rtl="0">
              <a:spcBef>
                <a:spcPts val="0"/>
              </a:spcBef>
              <a:spcAft>
                <a:spcPts val="0"/>
              </a:spcAft>
              <a:buClr>
                <a:schemeClr val="dk2"/>
              </a:buClr>
              <a:buSzPts val="3600"/>
              <a:buNone/>
              <a:defRPr sz="3600">
                <a:solidFill>
                  <a:schemeClr val="dk2"/>
                </a:solidFill>
              </a:defRPr>
            </a:lvl5pPr>
            <a:lvl6pPr lvl="5" rtl="0">
              <a:spcBef>
                <a:spcPts val="0"/>
              </a:spcBef>
              <a:spcAft>
                <a:spcPts val="0"/>
              </a:spcAft>
              <a:buClr>
                <a:schemeClr val="dk2"/>
              </a:buClr>
              <a:buSzPts val="3600"/>
              <a:buNone/>
              <a:defRPr sz="3600">
                <a:solidFill>
                  <a:schemeClr val="dk2"/>
                </a:solidFill>
              </a:defRPr>
            </a:lvl6pPr>
            <a:lvl7pPr lvl="6" rtl="0">
              <a:spcBef>
                <a:spcPts val="0"/>
              </a:spcBef>
              <a:spcAft>
                <a:spcPts val="0"/>
              </a:spcAft>
              <a:buClr>
                <a:schemeClr val="dk2"/>
              </a:buClr>
              <a:buSzPts val="3600"/>
              <a:buNone/>
              <a:defRPr sz="3600">
                <a:solidFill>
                  <a:schemeClr val="dk2"/>
                </a:solidFill>
              </a:defRPr>
            </a:lvl7pPr>
            <a:lvl8pPr lvl="7" rtl="0">
              <a:spcBef>
                <a:spcPts val="0"/>
              </a:spcBef>
              <a:spcAft>
                <a:spcPts val="0"/>
              </a:spcAft>
              <a:buClr>
                <a:schemeClr val="dk2"/>
              </a:buClr>
              <a:buSzPts val="3600"/>
              <a:buNone/>
              <a:defRPr sz="3600">
                <a:solidFill>
                  <a:schemeClr val="dk2"/>
                </a:solidFill>
              </a:defRPr>
            </a:lvl8pPr>
            <a:lvl9pPr lvl="8" rtl="0">
              <a:spcBef>
                <a:spcPts val="0"/>
              </a:spcBef>
              <a:spcAft>
                <a:spcPts val="0"/>
              </a:spcAft>
              <a:buClr>
                <a:schemeClr val="dk2"/>
              </a:buClr>
              <a:buSzPts val="3600"/>
              <a:buNone/>
              <a:defRPr sz="3600">
                <a:solidFill>
                  <a:schemeClr val="dk2"/>
                </a:solidFill>
              </a:defRPr>
            </a:lvl9pPr>
          </a:lstStyle>
          <a:p/>
        </p:txBody>
      </p:sp>
      <p:sp>
        <p:nvSpPr>
          <p:cNvPr id="60" name="Google Shape;60;p13"/>
          <p:cNvSpPr/>
          <p:nvPr/>
        </p:nvSpPr>
        <p:spPr>
          <a:xfrm flipH="1">
            <a:off x="0" y="0"/>
            <a:ext cx="1227900" cy="1255800"/>
          </a:xfrm>
          <a:prstGeom prst="ellipse">
            <a:avLst/>
          </a:prstGeom>
          <a:solidFill>
            <a:srgbClr val="7DB0EB">
              <a:alpha val="42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5">
    <p:bg>
      <p:bgPr>
        <a:solidFill>
          <a:schemeClr val="lt2"/>
        </a:solidFill>
      </p:bgPr>
    </p:bg>
    <p:spTree>
      <p:nvGrpSpPr>
        <p:cNvPr id="61" name="Shape 61"/>
        <p:cNvGrpSpPr/>
        <p:nvPr/>
      </p:nvGrpSpPr>
      <p:grpSpPr>
        <a:xfrm>
          <a:off x="0" y="0"/>
          <a:ext cx="0" cy="0"/>
          <a:chOff x="0" y="0"/>
          <a:chExt cx="0" cy="0"/>
        </a:xfrm>
      </p:grpSpPr>
      <p:sp>
        <p:nvSpPr>
          <p:cNvPr id="62" name="Google Shape;62;p14"/>
          <p:cNvSpPr/>
          <p:nvPr/>
        </p:nvSpPr>
        <p:spPr>
          <a:xfrm>
            <a:off x="7738050" y="-371025"/>
            <a:ext cx="2720400" cy="2728500"/>
          </a:xfrm>
          <a:prstGeom prst="ellipse">
            <a:avLst/>
          </a:prstGeom>
          <a:solidFill>
            <a:srgbClr val="B6CFE6">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4"/>
          <p:cNvSpPr/>
          <p:nvPr/>
        </p:nvSpPr>
        <p:spPr>
          <a:xfrm>
            <a:off x="4023750" y="0"/>
            <a:ext cx="1175100" cy="1201800"/>
          </a:xfrm>
          <a:prstGeom prst="ellipse">
            <a:avLst/>
          </a:prstGeom>
          <a:solidFill>
            <a:srgbClr val="0B2446">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4"/>
          <p:cNvSpPr txBox="1"/>
          <p:nvPr>
            <p:ph hasCustomPrompt="1" type="title"/>
          </p:nvPr>
        </p:nvSpPr>
        <p:spPr>
          <a:xfrm>
            <a:off x="731525" y="1332050"/>
            <a:ext cx="402300" cy="347400"/>
          </a:xfrm>
          <a:prstGeom prst="rect">
            <a:avLst/>
          </a:prstGeom>
          <a:noFill/>
        </p:spPr>
        <p:txBody>
          <a:bodyPr anchorCtr="0" anchor="ctr" bIns="91425" lIns="0" spcFirstLastPara="1" rIns="0" wrap="square" tIns="91425">
            <a:noAutofit/>
          </a:bodyPr>
          <a:lstStyle>
            <a:lvl1pPr lvl="0" rtl="0" algn="ctr">
              <a:spcBef>
                <a:spcPts val="0"/>
              </a:spcBef>
              <a:spcAft>
                <a:spcPts val="0"/>
              </a:spcAft>
              <a:buClr>
                <a:srgbClr val="FFFFFF"/>
              </a:buClr>
              <a:buSzPts val="1400"/>
              <a:buNone/>
              <a:defRPr b="1" sz="2300">
                <a:solidFill>
                  <a:schemeClr val="dk2"/>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
        <p:nvSpPr>
          <p:cNvPr id="65" name="Google Shape;65;p14"/>
          <p:cNvSpPr txBox="1"/>
          <p:nvPr>
            <p:ph idx="1" type="subTitle"/>
          </p:nvPr>
        </p:nvSpPr>
        <p:spPr>
          <a:xfrm>
            <a:off x="740375" y="1731325"/>
            <a:ext cx="1856100" cy="34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66" name="Google Shape;66;p14"/>
          <p:cNvSpPr txBox="1"/>
          <p:nvPr>
            <p:ph idx="2" type="subTitle"/>
          </p:nvPr>
        </p:nvSpPr>
        <p:spPr>
          <a:xfrm>
            <a:off x="740375" y="2002525"/>
            <a:ext cx="2442000" cy="502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67" name="Google Shape;67;p14"/>
          <p:cNvSpPr txBox="1"/>
          <p:nvPr>
            <p:ph idx="3" type="subTitle"/>
          </p:nvPr>
        </p:nvSpPr>
        <p:spPr>
          <a:xfrm>
            <a:off x="3352800" y="1731325"/>
            <a:ext cx="1856100" cy="34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68" name="Google Shape;68;p14"/>
          <p:cNvSpPr txBox="1"/>
          <p:nvPr>
            <p:ph idx="4" type="subTitle"/>
          </p:nvPr>
        </p:nvSpPr>
        <p:spPr>
          <a:xfrm>
            <a:off x="3352800" y="2002525"/>
            <a:ext cx="2442000" cy="502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69" name="Google Shape;69;p14"/>
          <p:cNvSpPr txBox="1"/>
          <p:nvPr>
            <p:ph hasCustomPrompt="1" idx="5" type="title"/>
          </p:nvPr>
        </p:nvSpPr>
        <p:spPr>
          <a:xfrm>
            <a:off x="740375" y="1332050"/>
            <a:ext cx="413100" cy="347400"/>
          </a:xfrm>
          <a:prstGeom prst="rect">
            <a:avLst/>
          </a:prstGeom>
          <a:solidFill>
            <a:schemeClr val="lt2"/>
          </a:solidFill>
          <a:ln>
            <a:noFill/>
          </a:ln>
        </p:spPr>
        <p:txBody>
          <a:bodyPr anchorCtr="0" anchor="ctr" bIns="91425" lIns="0" spcFirstLastPara="1" rIns="0" wrap="square" tIns="91425">
            <a:noAutofit/>
          </a:bodyPr>
          <a:lstStyle>
            <a:lvl1pPr lvl="0" rtl="0" algn="ctr">
              <a:spcBef>
                <a:spcPts val="0"/>
              </a:spcBef>
              <a:spcAft>
                <a:spcPts val="0"/>
              </a:spcAft>
              <a:buClr>
                <a:srgbClr val="FFFFFF"/>
              </a:buClr>
              <a:buSzPts val="1400"/>
              <a:buNone/>
              <a:defRPr b="1" sz="2300">
                <a:solidFill>
                  <a:schemeClr val="dk2"/>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
        <p:nvSpPr>
          <p:cNvPr id="70" name="Google Shape;70;p14"/>
          <p:cNvSpPr txBox="1"/>
          <p:nvPr>
            <p:ph idx="6" type="subTitle"/>
          </p:nvPr>
        </p:nvSpPr>
        <p:spPr>
          <a:xfrm>
            <a:off x="5961625" y="1731325"/>
            <a:ext cx="1856100" cy="34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71" name="Google Shape;71;p14"/>
          <p:cNvSpPr txBox="1"/>
          <p:nvPr>
            <p:ph idx="7" type="subTitle"/>
          </p:nvPr>
        </p:nvSpPr>
        <p:spPr>
          <a:xfrm>
            <a:off x="5961625" y="2002525"/>
            <a:ext cx="2442000" cy="50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72" name="Google Shape;72;p14"/>
          <p:cNvSpPr txBox="1"/>
          <p:nvPr>
            <p:ph hasCustomPrompt="1" idx="8" type="title"/>
          </p:nvPr>
        </p:nvSpPr>
        <p:spPr>
          <a:xfrm>
            <a:off x="5961625" y="1332050"/>
            <a:ext cx="402300" cy="347400"/>
          </a:xfrm>
          <a:prstGeom prst="rect">
            <a:avLst/>
          </a:prstGeom>
          <a:solidFill>
            <a:schemeClr val="lt2"/>
          </a:solidFill>
        </p:spPr>
        <p:txBody>
          <a:bodyPr anchorCtr="0" anchor="ctr" bIns="91425" lIns="0" spcFirstLastPara="1" rIns="0" wrap="square" tIns="91425">
            <a:noAutofit/>
          </a:bodyPr>
          <a:lstStyle>
            <a:lvl1pPr lvl="0" rtl="0" algn="ctr">
              <a:spcBef>
                <a:spcPts val="0"/>
              </a:spcBef>
              <a:spcAft>
                <a:spcPts val="0"/>
              </a:spcAft>
              <a:buClr>
                <a:srgbClr val="FFFFFF"/>
              </a:buClr>
              <a:buSzPts val="1400"/>
              <a:buNone/>
              <a:defRPr b="1" sz="2300">
                <a:solidFill>
                  <a:schemeClr val="dk2"/>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
        <p:nvSpPr>
          <p:cNvPr id="73" name="Google Shape;73;p14"/>
          <p:cNvSpPr txBox="1"/>
          <p:nvPr>
            <p:ph idx="9" type="subTitle"/>
          </p:nvPr>
        </p:nvSpPr>
        <p:spPr>
          <a:xfrm>
            <a:off x="740375" y="3998700"/>
            <a:ext cx="2442000" cy="50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74" name="Google Shape;74;p14"/>
          <p:cNvSpPr txBox="1"/>
          <p:nvPr>
            <p:ph idx="13" type="subTitle"/>
          </p:nvPr>
        </p:nvSpPr>
        <p:spPr>
          <a:xfrm>
            <a:off x="740375" y="3727500"/>
            <a:ext cx="1856100" cy="34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75" name="Google Shape;75;p14"/>
          <p:cNvSpPr txBox="1"/>
          <p:nvPr>
            <p:ph hasCustomPrompt="1" idx="14" type="title"/>
          </p:nvPr>
        </p:nvSpPr>
        <p:spPr>
          <a:xfrm>
            <a:off x="740375" y="3355200"/>
            <a:ext cx="402300" cy="347400"/>
          </a:xfrm>
          <a:prstGeom prst="rect">
            <a:avLst/>
          </a:prstGeom>
          <a:solidFill>
            <a:schemeClr val="lt2"/>
          </a:solidFill>
        </p:spPr>
        <p:txBody>
          <a:bodyPr anchorCtr="0" anchor="ctr" bIns="91425" lIns="0" spcFirstLastPara="1" rIns="0" wrap="square" tIns="91425">
            <a:noAutofit/>
          </a:bodyPr>
          <a:lstStyle>
            <a:lvl1pPr lvl="0" rtl="0">
              <a:spcBef>
                <a:spcPts val="0"/>
              </a:spcBef>
              <a:spcAft>
                <a:spcPts val="0"/>
              </a:spcAft>
              <a:buClr>
                <a:srgbClr val="FFFFFF"/>
              </a:buClr>
              <a:buSzPts val="1400"/>
              <a:buNone/>
              <a:defRPr b="1" sz="2300">
                <a:solidFill>
                  <a:schemeClr val="dk2"/>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
        <p:nvSpPr>
          <p:cNvPr id="76" name="Google Shape;76;p14"/>
          <p:cNvSpPr txBox="1"/>
          <p:nvPr>
            <p:ph idx="15" type="subTitle"/>
          </p:nvPr>
        </p:nvSpPr>
        <p:spPr>
          <a:xfrm>
            <a:off x="3352800" y="3727500"/>
            <a:ext cx="1856100" cy="34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77" name="Google Shape;77;p14"/>
          <p:cNvSpPr txBox="1"/>
          <p:nvPr>
            <p:ph idx="16" type="subTitle"/>
          </p:nvPr>
        </p:nvSpPr>
        <p:spPr>
          <a:xfrm>
            <a:off x="3352800" y="3998700"/>
            <a:ext cx="2442000" cy="50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78" name="Google Shape;78;p14"/>
          <p:cNvSpPr txBox="1"/>
          <p:nvPr>
            <p:ph hasCustomPrompt="1" idx="17" type="title"/>
          </p:nvPr>
        </p:nvSpPr>
        <p:spPr>
          <a:xfrm>
            <a:off x="3352800" y="3355200"/>
            <a:ext cx="402300" cy="347400"/>
          </a:xfrm>
          <a:prstGeom prst="rect">
            <a:avLst/>
          </a:prstGeom>
          <a:solidFill>
            <a:schemeClr val="lt2"/>
          </a:solidFill>
        </p:spPr>
        <p:txBody>
          <a:bodyPr anchorCtr="0" anchor="ctr" bIns="91425" lIns="0" spcFirstLastPara="1" rIns="0" wrap="square" tIns="91425">
            <a:noAutofit/>
          </a:bodyPr>
          <a:lstStyle>
            <a:lvl1pPr lvl="0" rtl="0">
              <a:spcBef>
                <a:spcPts val="0"/>
              </a:spcBef>
              <a:spcAft>
                <a:spcPts val="0"/>
              </a:spcAft>
              <a:buClr>
                <a:srgbClr val="FFFFFF"/>
              </a:buClr>
              <a:buSzPts val="1400"/>
              <a:buNone/>
              <a:defRPr b="1" sz="2300">
                <a:solidFill>
                  <a:schemeClr val="dk2"/>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
        <p:nvSpPr>
          <p:cNvPr id="79" name="Google Shape;79;p14"/>
          <p:cNvSpPr txBox="1"/>
          <p:nvPr>
            <p:ph idx="18" type="subTitle"/>
          </p:nvPr>
        </p:nvSpPr>
        <p:spPr>
          <a:xfrm>
            <a:off x="5961625" y="3727500"/>
            <a:ext cx="1856100" cy="34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80" name="Google Shape;80;p14"/>
          <p:cNvSpPr txBox="1"/>
          <p:nvPr>
            <p:ph idx="19" type="subTitle"/>
          </p:nvPr>
        </p:nvSpPr>
        <p:spPr>
          <a:xfrm>
            <a:off x="5961625" y="3998700"/>
            <a:ext cx="2442000" cy="50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81" name="Google Shape;81;p14"/>
          <p:cNvSpPr txBox="1"/>
          <p:nvPr>
            <p:ph hasCustomPrompt="1" idx="20" type="title"/>
          </p:nvPr>
        </p:nvSpPr>
        <p:spPr>
          <a:xfrm>
            <a:off x="5961625" y="3355200"/>
            <a:ext cx="402300" cy="347400"/>
          </a:xfrm>
          <a:prstGeom prst="rect">
            <a:avLst/>
          </a:prstGeom>
          <a:solidFill>
            <a:schemeClr val="lt2"/>
          </a:solidFill>
        </p:spPr>
        <p:txBody>
          <a:bodyPr anchorCtr="0" anchor="ctr" bIns="91425" lIns="0" spcFirstLastPara="1" rIns="0" wrap="square" tIns="91425">
            <a:noAutofit/>
          </a:bodyPr>
          <a:lstStyle>
            <a:lvl1pPr lvl="0" rtl="0">
              <a:spcBef>
                <a:spcPts val="0"/>
              </a:spcBef>
              <a:spcAft>
                <a:spcPts val="0"/>
              </a:spcAft>
              <a:buClr>
                <a:srgbClr val="FFFFFF"/>
              </a:buClr>
              <a:buSzPts val="1400"/>
              <a:buNone/>
              <a:defRPr b="1" sz="2300">
                <a:solidFill>
                  <a:schemeClr val="dk2"/>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
        <p:nvSpPr>
          <p:cNvPr id="82" name="Google Shape;82;p14"/>
          <p:cNvSpPr txBox="1"/>
          <p:nvPr>
            <p:ph hasCustomPrompt="1" idx="21" type="title"/>
          </p:nvPr>
        </p:nvSpPr>
        <p:spPr>
          <a:xfrm>
            <a:off x="3352800" y="1332050"/>
            <a:ext cx="402300" cy="347400"/>
          </a:xfrm>
          <a:prstGeom prst="rect">
            <a:avLst/>
          </a:prstGeom>
          <a:solidFill>
            <a:schemeClr val="lt2"/>
          </a:solidFill>
        </p:spPr>
        <p:txBody>
          <a:bodyPr anchorCtr="0" anchor="ctr" bIns="91425" lIns="0" spcFirstLastPara="1" rIns="0" wrap="square" tIns="91425">
            <a:noAutofit/>
          </a:bodyPr>
          <a:lstStyle>
            <a:lvl1pPr lvl="0" rtl="0" algn="ctr">
              <a:spcBef>
                <a:spcPts val="0"/>
              </a:spcBef>
              <a:spcAft>
                <a:spcPts val="0"/>
              </a:spcAft>
              <a:buClr>
                <a:srgbClr val="FFFFFF"/>
              </a:buClr>
              <a:buSzPts val="1400"/>
              <a:buNone/>
              <a:defRPr b="1" sz="2300">
                <a:solidFill>
                  <a:schemeClr val="dk2"/>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
        <p:nvSpPr>
          <p:cNvPr id="83" name="Google Shape;83;p14"/>
          <p:cNvSpPr txBox="1"/>
          <p:nvPr>
            <p:ph idx="22" type="title"/>
          </p:nvPr>
        </p:nvSpPr>
        <p:spPr>
          <a:xfrm>
            <a:off x="714125" y="538575"/>
            <a:ext cx="3858000" cy="365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2500">
                <a:solidFill>
                  <a:schemeClr val="accent2"/>
                </a:solidFill>
              </a:defRPr>
            </a:lvl1pPr>
            <a:lvl2pPr lvl="1" rtl="0">
              <a:spcBef>
                <a:spcPts val="0"/>
              </a:spcBef>
              <a:spcAft>
                <a:spcPts val="0"/>
              </a:spcAft>
              <a:buNone/>
              <a:defRPr sz="2500">
                <a:solidFill>
                  <a:schemeClr val="accent2"/>
                </a:solidFill>
              </a:defRPr>
            </a:lvl2pPr>
            <a:lvl3pPr lvl="2" rtl="0">
              <a:spcBef>
                <a:spcPts val="0"/>
              </a:spcBef>
              <a:spcAft>
                <a:spcPts val="0"/>
              </a:spcAft>
              <a:buNone/>
              <a:defRPr sz="2500">
                <a:solidFill>
                  <a:schemeClr val="accent2"/>
                </a:solidFill>
              </a:defRPr>
            </a:lvl3pPr>
            <a:lvl4pPr lvl="3" rtl="0">
              <a:spcBef>
                <a:spcPts val="0"/>
              </a:spcBef>
              <a:spcAft>
                <a:spcPts val="0"/>
              </a:spcAft>
              <a:buNone/>
              <a:defRPr sz="2500">
                <a:solidFill>
                  <a:schemeClr val="accent2"/>
                </a:solidFill>
              </a:defRPr>
            </a:lvl4pPr>
            <a:lvl5pPr lvl="4" rtl="0">
              <a:spcBef>
                <a:spcPts val="0"/>
              </a:spcBef>
              <a:spcAft>
                <a:spcPts val="0"/>
              </a:spcAft>
              <a:buNone/>
              <a:defRPr sz="2500">
                <a:solidFill>
                  <a:schemeClr val="accent2"/>
                </a:solidFill>
              </a:defRPr>
            </a:lvl5pPr>
            <a:lvl6pPr lvl="5" rtl="0">
              <a:spcBef>
                <a:spcPts val="0"/>
              </a:spcBef>
              <a:spcAft>
                <a:spcPts val="0"/>
              </a:spcAft>
              <a:buNone/>
              <a:defRPr sz="2500">
                <a:solidFill>
                  <a:schemeClr val="accent2"/>
                </a:solidFill>
              </a:defRPr>
            </a:lvl6pPr>
            <a:lvl7pPr lvl="6" rtl="0">
              <a:spcBef>
                <a:spcPts val="0"/>
              </a:spcBef>
              <a:spcAft>
                <a:spcPts val="0"/>
              </a:spcAft>
              <a:buNone/>
              <a:defRPr sz="2500">
                <a:solidFill>
                  <a:schemeClr val="accent2"/>
                </a:solidFill>
              </a:defRPr>
            </a:lvl7pPr>
            <a:lvl8pPr lvl="7" rtl="0">
              <a:spcBef>
                <a:spcPts val="0"/>
              </a:spcBef>
              <a:spcAft>
                <a:spcPts val="0"/>
              </a:spcAft>
              <a:buNone/>
              <a:defRPr sz="2500">
                <a:solidFill>
                  <a:schemeClr val="accent2"/>
                </a:solidFill>
              </a:defRPr>
            </a:lvl8pPr>
            <a:lvl9pPr lvl="8" rtl="0">
              <a:spcBef>
                <a:spcPts val="0"/>
              </a:spcBef>
              <a:spcAft>
                <a:spcPts val="0"/>
              </a:spcAft>
              <a:buNone/>
              <a:defRPr sz="2500">
                <a:solidFill>
                  <a:schemeClr val="accent2"/>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4_1">
    <p:bg>
      <p:bgPr>
        <a:solidFill>
          <a:schemeClr val="lt2"/>
        </a:solidFill>
      </p:bgPr>
    </p:bg>
    <p:spTree>
      <p:nvGrpSpPr>
        <p:cNvPr id="84" name="Shape 84"/>
        <p:cNvGrpSpPr/>
        <p:nvPr/>
      </p:nvGrpSpPr>
      <p:grpSpPr>
        <a:xfrm>
          <a:off x="0" y="0"/>
          <a:ext cx="0" cy="0"/>
          <a:chOff x="0" y="0"/>
          <a:chExt cx="0" cy="0"/>
        </a:xfrm>
      </p:grpSpPr>
      <p:sp>
        <p:nvSpPr>
          <p:cNvPr id="85" name="Google Shape;85;p15"/>
          <p:cNvSpPr txBox="1"/>
          <p:nvPr>
            <p:ph type="title"/>
          </p:nvPr>
        </p:nvSpPr>
        <p:spPr>
          <a:xfrm>
            <a:off x="714125" y="538575"/>
            <a:ext cx="1929000" cy="365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2500">
                <a:solidFill>
                  <a:schemeClr val="accent3"/>
                </a:solidFill>
              </a:defRPr>
            </a:lvl1pPr>
            <a:lvl2pPr lvl="1" rtl="0">
              <a:spcBef>
                <a:spcPts val="0"/>
              </a:spcBef>
              <a:spcAft>
                <a:spcPts val="0"/>
              </a:spcAft>
              <a:buNone/>
              <a:defRPr sz="2500">
                <a:solidFill>
                  <a:schemeClr val="accent3"/>
                </a:solidFill>
              </a:defRPr>
            </a:lvl2pPr>
            <a:lvl3pPr lvl="2" rtl="0">
              <a:spcBef>
                <a:spcPts val="0"/>
              </a:spcBef>
              <a:spcAft>
                <a:spcPts val="0"/>
              </a:spcAft>
              <a:buNone/>
              <a:defRPr sz="2500">
                <a:solidFill>
                  <a:schemeClr val="accent3"/>
                </a:solidFill>
              </a:defRPr>
            </a:lvl3pPr>
            <a:lvl4pPr lvl="3" rtl="0">
              <a:spcBef>
                <a:spcPts val="0"/>
              </a:spcBef>
              <a:spcAft>
                <a:spcPts val="0"/>
              </a:spcAft>
              <a:buNone/>
              <a:defRPr sz="2500">
                <a:solidFill>
                  <a:schemeClr val="accent3"/>
                </a:solidFill>
              </a:defRPr>
            </a:lvl4pPr>
            <a:lvl5pPr lvl="4" rtl="0">
              <a:spcBef>
                <a:spcPts val="0"/>
              </a:spcBef>
              <a:spcAft>
                <a:spcPts val="0"/>
              </a:spcAft>
              <a:buNone/>
              <a:defRPr sz="2500">
                <a:solidFill>
                  <a:schemeClr val="accent3"/>
                </a:solidFill>
              </a:defRPr>
            </a:lvl5pPr>
            <a:lvl6pPr lvl="5" rtl="0">
              <a:spcBef>
                <a:spcPts val="0"/>
              </a:spcBef>
              <a:spcAft>
                <a:spcPts val="0"/>
              </a:spcAft>
              <a:buNone/>
              <a:defRPr sz="2500">
                <a:solidFill>
                  <a:schemeClr val="accent3"/>
                </a:solidFill>
              </a:defRPr>
            </a:lvl6pPr>
            <a:lvl7pPr lvl="6" rtl="0">
              <a:spcBef>
                <a:spcPts val="0"/>
              </a:spcBef>
              <a:spcAft>
                <a:spcPts val="0"/>
              </a:spcAft>
              <a:buNone/>
              <a:defRPr sz="2500">
                <a:solidFill>
                  <a:schemeClr val="accent3"/>
                </a:solidFill>
              </a:defRPr>
            </a:lvl7pPr>
            <a:lvl8pPr lvl="7" rtl="0">
              <a:spcBef>
                <a:spcPts val="0"/>
              </a:spcBef>
              <a:spcAft>
                <a:spcPts val="0"/>
              </a:spcAft>
              <a:buNone/>
              <a:defRPr sz="2500">
                <a:solidFill>
                  <a:schemeClr val="accent3"/>
                </a:solidFill>
              </a:defRPr>
            </a:lvl8pPr>
            <a:lvl9pPr lvl="8" rtl="0">
              <a:spcBef>
                <a:spcPts val="0"/>
              </a:spcBef>
              <a:spcAft>
                <a:spcPts val="0"/>
              </a:spcAft>
              <a:buNone/>
              <a:defRPr sz="2500">
                <a:solidFill>
                  <a:schemeClr val="accent3"/>
                </a:solidFill>
              </a:defRPr>
            </a:lvl9pPr>
          </a:lstStyle>
          <a:p/>
        </p:txBody>
      </p:sp>
      <p:sp>
        <p:nvSpPr>
          <p:cNvPr id="86" name="Google Shape;86;p15"/>
          <p:cNvSpPr txBox="1"/>
          <p:nvPr>
            <p:ph idx="1" type="subTitle"/>
          </p:nvPr>
        </p:nvSpPr>
        <p:spPr>
          <a:xfrm>
            <a:off x="1899974" y="2551700"/>
            <a:ext cx="2481900" cy="50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87" name="Google Shape;87;p15"/>
          <p:cNvSpPr txBox="1"/>
          <p:nvPr>
            <p:ph idx="2" type="subTitle"/>
          </p:nvPr>
        </p:nvSpPr>
        <p:spPr>
          <a:xfrm>
            <a:off x="1899988" y="2280575"/>
            <a:ext cx="1029300" cy="3474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88" name="Google Shape;88;p15"/>
          <p:cNvSpPr txBox="1"/>
          <p:nvPr>
            <p:ph idx="3" type="subTitle"/>
          </p:nvPr>
        </p:nvSpPr>
        <p:spPr>
          <a:xfrm>
            <a:off x="1899974" y="3817075"/>
            <a:ext cx="2481900" cy="426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89" name="Google Shape;89;p15"/>
          <p:cNvSpPr txBox="1"/>
          <p:nvPr>
            <p:ph idx="4" type="subTitle"/>
          </p:nvPr>
        </p:nvSpPr>
        <p:spPr>
          <a:xfrm>
            <a:off x="1899988" y="3508250"/>
            <a:ext cx="1029300" cy="3474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90" name="Google Shape;90;p15"/>
          <p:cNvSpPr txBox="1"/>
          <p:nvPr>
            <p:ph idx="5" type="subTitle"/>
          </p:nvPr>
        </p:nvSpPr>
        <p:spPr>
          <a:xfrm>
            <a:off x="1899974" y="1441675"/>
            <a:ext cx="2481900" cy="50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91" name="Google Shape;91;p15"/>
          <p:cNvSpPr txBox="1"/>
          <p:nvPr>
            <p:ph idx="6" type="subTitle"/>
          </p:nvPr>
        </p:nvSpPr>
        <p:spPr>
          <a:xfrm>
            <a:off x="1899988" y="1166350"/>
            <a:ext cx="1029300" cy="3474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92" name="Google Shape;92;p15"/>
          <p:cNvSpPr txBox="1"/>
          <p:nvPr>
            <p:ph idx="7" type="subTitle"/>
          </p:nvPr>
        </p:nvSpPr>
        <p:spPr>
          <a:xfrm>
            <a:off x="4914524" y="1441675"/>
            <a:ext cx="2481900" cy="50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93" name="Google Shape;93;p15"/>
          <p:cNvSpPr txBox="1"/>
          <p:nvPr>
            <p:ph idx="8" type="subTitle"/>
          </p:nvPr>
        </p:nvSpPr>
        <p:spPr>
          <a:xfrm>
            <a:off x="4914538" y="1166350"/>
            <a:ext cx="1029300" cy="3474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94" name="Google Shape;94;p15"/>
          <p:cNvSpPr txBox="1"/>
          <p:nvPr>
            <p:ph idx="9" type="subTitle"/>
          </p:nvPr>
        </p:nvSpPr>
        <p:spPr>
          <a:xfrm>
            <a:off x="4914524" y="2551700"/>
            <a:ext cx="2481900" cy="50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95" name="Google Shape;95;p15"/>
          <p:cNvSpPr txBox="1"/>
          <p:nvPr>
            <p:ph idx="13" type="subTitle"/>
          </p:nvPr>
        </p:nvSpPr>
        <p:spPr>
          <a:xfrm>
            <a:off x="4914538" y="2280575"/>
            <a:ext cx="1029300" cy="3474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96" name="Google Shape;96;p15"/>
          <p:cNvSpPr txBox="1"/>
          <p:nvPr>
            <p:ph idx="14" type="subTitle"/>
          </p:nvPr>
        </p:nvSpPr>
        <p:spPr>
          <a:xfrm>
            <a:off x="4914524" y="3779150"/>
            <a:ext cx="2481900" cy="50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97" name="Google Shape;97;p15"/>
          <p:cNvSpPr txBox="1"/>
          <p:nvPr>
            <p:ph idx="15" type="subTitle"/>
          </p:nvPr>
        </p:nvSpPr>
        <p:spPr>
          <a:xfrm>
            <a:off x="4914538" y="3508250"/>
            <a:ext cx="1029300" cy="3474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98" name="Google Shape;98;p15"/>
          <p:cNvSpPr/>
          <p:nvPr/>
        </p:nvSpPr>
        <p:spPr>
          <a:xfrm>
            <a:off x="7738050" y="-371025"/>
            <a:ext cx="2720400" cy="27285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5"/>
          <p:cNvSpPr/>
          <p:nvPr/>
        </p:nvSpPr>
        <p:spPr>
          <a:xfrm>
            <a:off x="0" y="1909650"/>
            <a:ext cx="1295400" cy="13242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5"/>
          <p:cNvSpPr/>
          <p:nvPr/>
        </p:nvSpPr>
        <p:spPr>
          <a:xfrm>
            <a:off x="7180775" y="3963600"/>
            <a:ext cx="1153500" cy="1179900"/>
          </a:xfrm>
          <a:prstGeom prst="ellipse">
            <a:avLst/>
          </a:prstGeom>
          <a:solidFill>
            <a:srgbClr val="7DB0EB">
              <a:alpha val="653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TITLE_AND_TWO_COLUMNS_1_2">
    <p:bg>
      <p:bgPr>
        <a:solidFill>
          <a:schemeClr val="accent3"/>
        </a:solidFill>
      </p:bgPr>
    </p:bg>
    <p:spTree>
      <p:nvGrpSpPr>
        <p:cNvPr id="101" name="Shape 101"/>
        <p:cNvGrpSpPr/>
        <p:nvPr/>
      </p:nvGrpSpPr>
      <p:grpSpPr>
        <a:xfrm>
          <a:off x="0" y="0"/>
          <a:ext cx="0" cy="0"/>
          <a:chOff x="0" y="0"/>
          <a:chExt cx="0" cy="0"/>
        </a:xfrm>
      </p:grpSpPr>
      <p:sp>
        <p:nvSpPr>
          <p:cNvPr id="102" name="Google Shape;102;p16"/>
          <p:cNvSpPr txBox="1"/>
          <p:nvPr>
            <p:ph type="title"/>
          </p:nvPr>
        </p:nvSpPr>
        <p:spPr>
          <a:xfrm>
            <a:off x="2255550" y="538572"/>
            <a:ext cx="46329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b="1" sz="2500">
                <a:solidFill>
                  <a:schemeClr val="dk2"/>
                </a:solidFill>
              </a:defRPr>
            </a:lvl1pPr>
            <a:lvl2pPr lvl="1" rtl="0" algn="ctr">
              <a:spcBef>
                <a:spcPts val="0"/>
              </a:spcBef>
              <a:spcAft>
                <a:spcPts val="0"/>
              </a:spcAft>
              <a:buNone/>
              <a:defRPr b="1" sz="2500">
                <a:solidFill>
                  <a:schemeClr val="dk2"/>
                </a:solidFill>
              </a:defRPr>
            </a:lvl2pPr>
            <a:lvl3pPr lvl="2" rtl="0" algn="ctr">
              <a:spcBef>
                <a:spcPts val="0"/>
              </a:spcBef>
              <a:spcAft>
                <a:spcPts val="0"/>
              </a:spcAft>
              <a:buNone/>
              <a:defRPr b="1" sz="2500">
                <a:solidFill>
                  <a:schemeClr val="dk2"/>
                </a:solidFill>
              </a:defRPr>
            </a:lvl3pPr>
            <a:lvl4pPr lvl="3" rtl="0" algn="ctr">
              <a:spcBef>
                <a:spcPts val="0"/>
              </a:spcBef>
              <a:spcAft>
                <a:spcPts val="0"/>
              </a:spcAft>
              <a:buNone/>
              <a:defRPr b="1" sz="2500">
                <a:solidFill>
                  <a:schemeClr val="dk2"/>
                </a:solidFill>
              </a:defRPr>
            </a:lvl4pPr>
            <a:lvl5pPr lvl="4" rtl="0" algn="ctr">
              <a:spcBef>
                <a:spcPts val="0"/>
              </a:spcBef>
              <a:spcAft>
                <a:spcPts val="0"/>
              </a:spcAft>
              <a:buNone/>
              <a:defRPr b="1" sz="2500">
                <a:solidFill>
                  <a:schemeClr val="dk2"/>
                </a:solidFill>
              </a:defRPr>
            </a:lvl5pPr>
            <a:lvl6pPr lvl="5" rtl="0" algn="ctr">
              <a:spcBef>
                <a:spcPts val="0"/>
              </a:spcBef>
              <a:spcAft>
                <a:spcPts val="0"/>
              </a:spcAft>
              <a:buNone/>
              <a:defRPr b="1" sz="2500">
                <a:solidFill>
                  <a:schemeClr val="dk2"/>
                </a:solidFill>
              </a:defRPr>
            </a:lvl6pPr>
            <a:lvl7pPr lvl="6" rtl="0" algn="ctr">
              <a:spcBef>
                <a:spcPts val="0"/>
              </a:spcBef>
              <a:spcAft>
                <a:spcPts val="0"/>
              </a:spcAft>
              <a:buNone/>
              <a:defRPr b="1" sz="2500">
                <a:solidFill>
                  <a:schemeClr val="dk2"/>
                </a:solidFill>
              </a:defRPr>
            </a:lvl7pPr>
            <a:lvl8pPr lvl="7" rtl="0" algn="ctr">
              <a:spcBef>
                <a:spcPts val="0"/>
              </a:spcBef>
              <a:spcAft>
                <a:spcPts val="0"/>
              </a:spcAft>
              <a:buNone/>
              <a:defRPr b="1" sz="2500">
                <a:solidFill>
                  <a:schemeClr val="dk2"/>
                </a:solidFill>
              </a:defRPr>
            </a:lvl8pPr>
            <a:lvl9pPr lvl="8" rtl="0" algn="ctr">
              <a:spcBef>
                <a:spcPts val="0"/>
              </a:spcBef>
              <a:spcAft>
                <a:spcPts val="0"/>
              </a:spcAft>
              <a:buNone/>
              <a:defRPr b="1" sz="2500">
                <a:solidFill>
                  <a:schemeClr val="dk2"/>
                </a:solidFill>
              </a:defRPr>
            </a:lvl9pPr>
          </a:lstStyle>
          <a:p/>
        </p:txBody>
      </p:sp>
      <p:sp>
        <p:nvSpPr>
          <p:cNvPr id="103" name="Google Shape;103;p16"/>
          <p:cNvSpPr txBox="1"/>
          <p:nvPr>
            <p:ph idx="1" type="subTitle"/>
          </p:nvPr>
        </p:nvSpPr>
        <p:spPr>
          <a:xfrm>
            <a:off x="915475" y="3087575"/>
            <a:ext cx="2233500" cy="581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chemeClr val="dk2"/>
                </a:solidFill>
              </a:defRPr>
            </a:lvl1pPr>
            <a:lvl2pPr lvl="1" rtl="0" algn="ctr">
              <a:lnSpc>
                <a:spcPct val="100000"/>
              </a:lnSpc>
              <a:spcBef>
                <a:spcPts val="0"/>
              </a:spcBef>
              <a:spcAft>
                <a:spcPts val="0"/>
              </a:spcAft>
              <a:buNone/>
              <a:defRPr sz="1400">
                <a:solidFill>
                  <a:schemeClr val="dk2"/>
                </a:solidFill>
              </a:defRPr>
            </a:lvl2pPr>
            <a:lvl3pPr lvl="2" rtl="0" algn="ctr">
              <a:lnSpc>
                <a:spcPct val="100000"/>
              </a:lnSpc>
              <a:spcBef>
                <a:spcPts val="0"/>
              </a:spcBef>
              <a:spcAft>
                <a:spcPts val="0"/>
              </a:spcAft>
              <a:buNone/>
              <a:defRPr sz="1400">
                <a:solidFill>
                  <a:schemeClr val="dk2"/>
                </a:solidFill>
              </a:defRPr>
            </a:lvl3pPr>
            <a:lvl4pPr lvl="3" rtl="0" algn="ctr">
              <a:lnSpc>
                <a:spcPct val="100000"/>
              </a:lnSpc>
              <a:spcBef>
                <a:spcPts val="0"/>
              </a:spcBef>
              <a:spcAft>
                <a:spcPts val="0"/>
              </a:spcAft>
              <a:buNone/>
              <a:defRPr sz="1400">
                <a:solidFill>
                  <a:schemeClr val="dk2"/>
                </a:solidFill>
              </a:defRPr>
            </a:lvl4pPr>
            <a:lvl5pPr lvl="4" rtl="0" algn="ctr">
              <a:lnSpc>
                <a:spcPct val="100000"/>
              </a:lnSpc>
              <a:spcBef>
                <a:spcPts val="0"/>
              </a:spcBef>
              <a:spcAft>
                <a:spcPts val="0"/>
              </a:spcAft>
              <a:buNone/>
              <a:defRPr sz="1400">
                <a:solidFill>
                  <a:schemeClr val="dk2"/>
                </a:solidFill>
              </a:defRPr>
            </a:lvl5pPr>
            <a:lvl6pPr lvl="5" rtl="0" algn="ctr">
              <a:lnSpc>
                <a:spcPct val="100000"/>
              </a:lnSpc>
              <a:spcBef>
                <a:spcPts val="0"/>
              </a:spcBef>
              <a:spcAft>
                <a:spcPts val="0"/>
              </a:spcAft>
              <a:buNone/>
              <a:defRPr sz="1400">
                <a:solidFill>
                  <a:schemeClr val="dk2"/>
                </a:solidFill>
              </a:defRPr>
            </a:lvl6pPr>
            <a:lvl7pPr lvl="6" rtl="0" algn="ctr">
              <a:lnSpc>
                <a:spcPct val="100000"/>
              </a:lnSpc>
              <a:spcBef>
                <a:spcPts val="0"/>
              </a:spcBef>
              <a:spcAft>
                <a:spcPts val="0"/>
              </a:spcAft>
              <a:buNone/>
              <a:defRPr sz="1400">
                <a:solidFill>
                  <a:schemeClr val="dk2"/>
                </a:solidFill>
              </a:defRPr>
            </a:lvl7pPr>
            <a:lvl8pPr lvl="7" rtl="0" algn="ctr">
              <a:lnSpc>
                <a:spcPct val="100000"/>
              </a:lnSpc>
              <a:spcBef>
                <a:spcPts val="0"/>
              </a:spcBef>
              <a:spcAft>
                <a:spcPts val="0"/>
              </a:spcAft>
              <a:buNone/>
              <a:defRPr sz="1400">
                <a:solidFill>
                  <a:schemeClr val="dk2"/>
                </a:solidFill>
              </a:defRPr>
            </a:lvl8pPr>
            <a:lvl9pPr lvl="8" rtl="0" algn="ctr">
              <a:lnSpc>
                <a:spcPct val="100000"/>
              </a:lnSpc>
              <a:spcBef>
                <a:spcPts val="0"/>
              </a:spcBef>
              <a:spcAft>
                <a:spcPts val="0"/>
              </a:spcAft>
              <a:buNone/>
              <a:defRPr sz="1400">
                <a:solidFill>
                  <a:schemeClr val="dk2"/>
                </a:solidFill>
              </a:defRPr>
            </a:lvl9pPr>
          </a:lstStyle>
          <a:p/>
        </p:txBody>
      </p:sp>
      <p:sp>
        <p:nvSpPr>
          <p:cNvPr id="104" name="Google Shape;104;p16"/>
          <p:cNvSpPr txBox="1"/>
          <p:nvPr>
            <p:ph idx="2" type="subTitle"/>
          </p:nvPr>
        </p:nvSpPr>
        <p:spPr>
          <a:xfrm>
            <a:off x="3455263" y="3087575"/>
            <a:ext cx="2233500" cy="581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chemeClr val="dk2"/>
                </a:solidFill>
              </a:defRPr>
            </a:lvl1pPr>
            <a:lvl2pPr lvl="1" rtl="0" algn="ctr">
              <a:lnSpc>
                <a:spcPct val="100000"/>
              </a:lnSpc>
              <a:spcBef>
                <a:spcPts val="0"/>
              </a:spcBef>
              <a:spcAft>
                <a:spcPts val="0"/>
              </a:spcAft>
              <a:buNone/>
              <a:defRPr sz="1400">
                <a:solidFill>
                  <a:schemeClr val="dk2"/>
                </a:solidFill>
              </a:defRPr>
            </a:lvl2pPr>
            <a:lvl3pPr lvl="2" rtl="0" algn="ctr">
              <a:lnSpc>
                <a:spcPct val="100000"/>
              </a:lnSpc>
              <a:spcBef>
                <a:spcPts val="0"/>
              </a:spcBef>
              <a:spcAft>
                <a:spcPts val="0"/>
              </a:spcAft>
              <a:buNone/>
              <a:defRPr sz="1400">
                <a:solidFill>
                  <a:schemeClr val="dk2"/>
                </a:solidFill>
              </a:defRPr>
            </a:lvl3pPr>
            <a:lvl4pPr lvl="3" rtl="0" algn="ctr">
              <a:lnSpc>
                <a:spcPct val="100000"/>
              </a:lnSpc>
              <a:spcBef>
                <a:spcPts val="0"/>
              </a:spcBef>
              <a:spcAft>
                <a:spcPts val="0"/>
              </a:spcAft>
              <a:buNone/>
              <a:defRPr sz="1400">
                <a:solidFill>
                  <a:schemeClr val="dk2"/>
                </a:solidFill>
              </a:defRPr>
            </a:lvl4pPr>
            <a:lvl5pPr lvl="4" rtl="0" algn="ctr">
              <a:lnSpc>
                <a:spcPct val="100000"/>
              </a:lnSpc>
              <a:spcBef>
                <a:spcPts val="0"/>
              </a:spcBef>
              <a:spcAft>
                <a:spcPts val="0"/>
              </a:spcAft>
              <a:buNone/>
              <a:defRPr sz="1400">
                <a:solidFill>
                  <a:schemeClr val="dk2"/>
                </a:solidFill>
              </a:defRPr>
            </a:lvl5pPr>
            <a:lvl6pPr lvl="5" rtl="0" algn="ctr">
              <a:lnSpc>
                <a:spcPct val="100000"/>
              </a:lnSpc>
              <a:spcBef>
                <a:spcPts val="0"/>
              </a:spcBef>
              <a:spcAft>
                <a:spcPts val="0"/>
              </a:spcAft>
              <a:buNone/>
              <a:defRPr sz="1400">
                <a:solidFill>
                  <a:schemeClr val="dk2"/>
                </a:solidFill>
              </a:defRPr>
            </a:lvl6pPr>
            <a:lvl7pPr lvl="6" rtl="0" algn="ctr">
              <a:lnSpc>
                <a:spcPct val="100000"/>
              </a:lnSpc>
              <a:spcBef>
                <a:spcPts val="0"/>
              </a:spcBef>
              <a:spcAft>
                <a:spcPts val="0"/>
              </a:spcAft>
              <a:buNone/>
              <a:defRPr sz="1400">
                <a:solidFill>
                  <a:schemeClr val="dk2"/>
                </a:solidFill>
              </a:defRPr>
            </a:lvl7pPr>
            <a:lvl8pPr lvl="7" rtl="0" algn="ctr">
              <a:lnSpc>
                <a:spcPct val="100000"/>
              </a:lnSpc>
              <a:spcBef>
                <a:spcPts val="0"/>
              </a:spcBef>
              <a:spcAft>
                <a:spcPts val="0"/>
              </a:spcAft>
              <a:buNone/>
              <a:defRPr sz="1400">
                <a:solidFill>
                  <a:schemeClr val="dk2"/>
                </a:solidFill>
              </a:defRPr>
            </a:lvl8pPr>
            <a:lvl9pPr lvl="8" rtl="0" algn="ctr">
              <a:lnSpc>
                <a:spcPct val="100000"/>
              </a:lnSpc>
              <a:spcBef>
                <a:spcPts val="0"/>
              </a:spcBef>
              <a:spcAft>
                <a:spcPts val="0"/>
              </a:spcAft>
              <a:buNone/>
              <a:defRPr sz="1400">
                <a:solidFill>
                  <a:schemeClr val="dk2"/>
                </a:solidFill>
              </a:defRPr>
            </a:lvl9pPr>
          </a:lstStyle>
          <a:p/>
        </p:txBody>
      </p:sp>
      <p:sp>
        <p:nvSpPr>
          <p:cNvPr id="105" name="Google Shape;105;p16"/>
          <p:cNvSpPr txBox="1"/>
          <p:nvPr>
            <p:ph idx="3" type="subTitle"/>
          </p:nvPr>
        </p:nvSpPr>
        <p:spPr>
          <a:xfrm>
            <a:off x="5995050" y="3087575"/>
            <a:ext cx="2233500" cy="581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chemeClr val="dk2"/>
                </a:solidFill>
              </a:defRPr>
            </a:lvl1pPr>
            <a:lvl2pPr lvl="1" rtl="0" algn="ctr">
              <a:lnSpc>
                <a:spcPct val="100000"/>
              </a:lnSpc>
              <a:spcBef>
                <a:spcPts val="0"/>
              </a:spcBef>
              <a:spcAft>
                <a:spcPts val="0"/>
              </a:spcAft>
              <a:buNone/>
              <a:defRPr sz="1400">
                <a:solidFill>
                  <a:schemeClr val="dk2"/>
                </a:solidFill>
              </a:defRPr>
            </a:lvl2pPr>
            <a:lvl3pPr lvl="2" rtl="0" algn="ctr">
              <a:lnSpc>
                <a:spcPct val="100000"/>
              </a:lnSpc>
              <a:spcBef>
                <a:spcPts val="0"/>
              </a:spcBef>
              <a:spcAft>
                <a:spcPts val="0"/>
              </a:spcAft>
              <a:buNone/>
              <a:defRPr sz="1400">
                <a:solidFill>
                  <a:schemeClr val="dk2"/>
                </a:solidFill>
              </a:defRPr>
            </a:lvl3pPr>
            <a:lvl4pPr lvl="3" rtl="0" algn="ctr">
              <a:lnSpc>
                <a:spcPct val="100000"/>
              </a:lnSpc>
              <a:spcBef>
                <a:spcPts val="0"/>
              </a:spcBef>
              <a:spcAft>
                <a:spcPts val="0"/>
              </a:spcAft>
              <a:buNone/>
              <a:defRPr sz="1400">
                <a:solidFill>
                  <a:schemeClr val="dk2"/>
                </a:solidFill>
              </a:defRPr>
            </a:lvl4pPr>
            <a:lvl5pPr lvl="4" rtl="0" algn="ctr">
              <a:lnSpc>
                <a:spcPct val="100000"/>
              </a:lnSpc>
              <a:spcBef>
                <a:spcPts val="0"/>
              </a:spcBef>
              <a:spcAft>
                <a:spcPts val="0"/>
              </a:spcAft>
              <a:buNone/>
              <a:defRPr sz="1400">
                <a:solidFill>
                  <a:schemeClr val="dk2"/>
                </a:solidFill>
              </a:defRPr>
            </a:lvl5pPr>
            <a:lvl6pPr lvl="5" rtl="0" algn="ctr">
              <a:lnSpc>
                <a:spcPct val="100000"/>
              </a:lnSpc>
              <a:spcBef>
                <a:spcPts val="0"/>
              </a:spcBef>
              <a:spcAft>
                <a:spcPts val="0"/>
              </a:spcAft>
              <a:buNone/>
              <a:defRPr sz="1400">
                <a:solidFill>
                  <a:schemeClr val="dk2"/>
                </a:solidFill>
              </a:defRPr>
            </a:lvl6pPr>
            <a:lvl7pPr lvl="6" rtl="0" algn="ctr">
              <a:lnSpc>
                <a:spcPct val="100000"/>
              </a:lnSpc>
              <a:spcBef>
                <a:spcPts val="0"/>
              </a:spcBef>
              <a:spcAft>
                <a:spcPts val="0"/>
              </a:spcAft>
              <a:buNone/>
              <a:defRPr sz="1400">
                <a:solidFill>
                  <a:schemeClr val="dk2"/>
                </a:solidFill>
              </a:defRPr>
            </a:lvl7pPr>
            <a:lvl8pPr lvl="7" rtl="0" algn="ctr">
              <a:lnSpc>
                <a:spcPct val="100000"/>
              </a:lnSpc>
              <a:spcBef>
                <a:spcPts val="0"/>
              </a:spcBef>
              <a:spcAft>
                <a:spcPts val="0"/>
              </a:spcAft>
              <a:buNone/>
              <a:defRPr sz="1400">
                <a:solidFill>
                  <a:schemeClr val="dk2"/>
                </a:solidFill>
              </a:defRPr>
            </a:lvl8pPr>
            <a:lvl9pPr lvl="8" rtl="0" algn="ctr">
              <a:lnSpc>
                <a:spcPct val="100000"/>
              </a:lnSpc>
              <a:spcBef>
                <a:spcPts val="0"/>
              </a:spcBef>
              <a:spcAft>
                <a:spcPts val="0"/>
              </a:spcAft>
              <a:buNone/>
              <a:defRPr sz="1400">
                <a:solidFill>
                  <a:schemeClr val="dk2"/>
                </a:solidFill>
              </a:defRPr>
            </a:lvl9pPr>
          </a:lstStyle>
          <a:p/>
        </p:txBody>
      </p:sp>
      <p:sp>
        <p:nvSpPr>
          <p:cNvPr id="106" name="Google Shape;106;p16"/>
          <p:cNvSpPr/>
          <p:nvPr/>
        </p:nvSpPr>
        <p:spPr>
          <a:xfrm flipH="1">
            <a:off x="0" y="0"/>
            <a:ext cx="1227900" cy="1255800"/>
          </a:xfrm>
          <a:prstGeom prst="ellipse">
            <a:avLst/>
          </a:prstGeom>
          <a:solidFill>
            <a:srgbClr val="7DB0EB">
              <a:alpha val="42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6"/>
          <p:cNvSpPr/>
          <p:nvPr/>
        </p:nvSpPr>
        <p:spPr>
          <a:xfrm flipH="1">
            <a:off x="3933775" y="3838189"/>
            <a:ext cx="1276500" cy="1305300"/>
          </a:xfrm>
          <a:prstGeom prst="ellipse">
            <a:avLst/>
          </a:prstGeom>
          <a:solidFill>
            <a:srgbClr val="AAB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6"/>
          <p:cNvSpPr/>
          <p:nvPr/>
        </p:nvSpPr>
        <p:spPr>
          <a:xfrm flipH="1">
            <a:off x="7705200" y="224250"/>
            <a:ext cx="1438800" cy="1471500"/>
          </a:xfrm>
          <a:prstGeom prst="ellipse">
            <a:avLst/>
          </a:prstGeom>
          <a:solidFill>
            <a:srgbClr val="6580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01">
  <p:cSld name="TITLE_AND_TWO_COLUMNS_1_1_1">
    <p:bg>
      <p:bgPr>
        <a:solidFill>
          <a:schemeClr val="accent3"/>
        </a:solidFill>
      </p:bgPr>
    </p:bg>
    <p:spTree>
      <p:nvGrpSpPr>
        <p:cNvPr id="109" name="Shape 109"/>
        <p:cNvGrpSpPr/>
        <p:nvPr/>
      </p:nvGrpSpPr>
      <p:grpSpPr>
        <a:xfrm>
          <a:off x="0" y="0"/>
          <a:ext cx="0" cy="0"/>
          <a:chOff x="0" y="0"/>
          <a:chExt cx="0" cy="0"/>
        </a:xfrm>
      </p:grpSpPr>
      <p:sp>
        <p:nvSpPr>
          <p:cNvPr id="110" name="Google Shape;110;p17"/>
          <p:cNvSpPr txBox="1"/>
          <p:nvPr>
            <p:ph type="title"/>
          </p:nvPr>
        </p:nvSpPr>
        <p:spPr>
          <a:xfrm>
            <a:off x="2555700" y="538272"/>
            <a:ext cx="40326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solidFill>
                  <a:schemeClr val="dk2"/>
                </a:solidFill>
              </a:defRPr>
            </a:lvl1pPr>
            <a:lvl2pPr lvl="1" rtl="0" algn="ctr">
              <a:spcBef>
                <a:spcPts val="0"/>
              </a:spcBef>
              <a:spcAft>
                <a:spcPts val="0"/>
              </a:spcAft>
              <a:buNone/>
              <a:defRPr sz="2500">
                <a:solidFill>
                  <a:schemeClr val="dk2"/>
                </a:solidFill>
              </a:defRPr>
            </a:lvl2pPr>
            <a:lvl3pPr lvl="2" rtl="0" algn="ctr">
              <a:spcBef>
                <a:spcPts val="0"/>
              </a:spcBef>
              <a:spcAft>
                <a:spcPts val="0"/>
              </a:spcAft>
              <a:buNone/>
              <a:defRPr sz="2500">
                <a:solidFill>
                  <a:schemeClr val="dk2"/>
                </a:solidFill>
              </a:defRPr>
            </a:lvl3pPr>
            <a:lvl4pPr lvl="3" rtl="0" algn="ctr">
              <a:spcBef>
                <a:spcPts val="0"/>
              </a:spcBef>
              <a:spcAft>
                <a:spcPts val="0"/>
              </a:spcAft>
              <a:buNone/>
              <a:defRPr sz="2500">
                <a:solidFill>
                  <a:schemeClr val="dk2"/>
                </a:solidFill>
              </a:defRPr>
            </a:lvl4pPr>
            <a:lvl5pPr lvl="4" rtl="0" algn="ctr">
              <a:spcBef>
                <a:spcPts val="0"/>
              </a:spcBef>
              <a:spcAft>
                <a:spcPts val="0"/>
              </a:spcAft>
              <a:buNone/>
              <a:defRPr sz="2500">
                <a:solidFill>
                  <a:schemeClr val="dk2"/>
                </a:solidFill>
              </a:defRPr>
            </a:lvl5pPr>
            <a:lvl6pPr lvl="5" rtl="0" algn="ctr">
              <a:spcBef>
                <a:spcPts val="0"/>
              </a:spcBef>
              <a:spcAft>
                <a:spcPts val="0"/>
              </a:spcAft>
              <a:buNone/>
              <a:defRPr sz="2500">
                <a:solidFill>
                  <a:schemeClr val="dk2"/>
                </a:solidFill>
              </a:defRPr>
            </a:lvl6pPr>
            <a:lvl7pPr lvl="6" rtl="0" algn="ctr">
              <a:spcBef>
                <a:spcPts val="0"/>
              </a:spcBef>
              <a:spcAft>
                <a:spcPts val="0"/>
              </a:spcAft>
              <a:buNone/>
              <a:defRPr sz="2500">
                <a:solidFill>
                  <a:schemeClr val="dk2"/>
                </a:solidFill>
              </a:defRPr>
            </a:lvl7pPr>
            <a:lvl8pPr lvl="7" rtl="0" algn="ctr">
              <a:spcBef>
                <a:spcPts val="0"/>
              </a:spcBef>
              <a:spcAft>
                <a:spcPts val="0"/>
              </a:spcAft>
              <a:buNone/>
              <a:defRPr sz="2500">
                <a:solidFill>
                  <a:schemeClr val="dk2"/>
                </a:solidFill>
              </a:defRPr>
            </a:lvl8pPr>
            <a:lvl9pPr lvl="8" rtl="0" algn="ctr">
              <a:spcBef>
                <a:spcPts val="0"/>
              </a:spcBef>
              <a:spcAft>
                <a:spcPts val="0"/>
              </a:spcAft>
              <a:buNone/>
              <a:defRPr sz="2500">
                <a:solidFill>
                  <a:schemeClr val="dk2"/>
                </a:solidFill>
              </a:defRPr>
            </a:lvl9pPr>
          </a:lstStyle>
          <a:p/>
        </p:txBody>
      </p:sp>
      <p:sp>
        <p:nvSpPr>
          <p:cNvPr id="111" name="Google Shape;111;p17"/>
          <p:cNvSpPr txBox="1"/>
          <p:nvPr>
            <p:ph idx="1" type="subTitle"/>
          </p:nvPr>
        </p:nvSpPr>
        <p:spPr>
          <a:xfrm>
            <a:off x="3643950" y="3349694"/>
            <a:ext cx="1856100" cy="34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1600">
                <a:solidFill>
                  <a:schemeClr val="dk2"/>
                </a:solidFill>
                <a:latin typeface="Lato"/>
                <a:ea typeface="Lato"/>
                <a:cs typeface="Lato"/>
                <a:sym typeface="Lato"/>
              </a:defRPr>
            </a:lvl1pPr>
            <a:lvl2pPr lvl="1" rtl="0" algn="r">
              <a:lnSpc>
                <a:spcPct val="100000"/>
              </a:lnSpc>
              <a:spcBef>
                <a:spcPts val="0"/>
              </a:spcBef>
              <a:spcAft>
                <a:spcPts val="0"/>
              </a:spcAft>
              <a:buNone/>
              <a:defRPr b="1" sz="1600">
                <a:solidFill>
                  <a:schemeClr val="dk2"/>
                </a:solidFill>
                <a:latin typeface="Lato"/>
                <a:ea typeface="Lato"/>
                <a:cs typeface="Lato"/>
                <a:sym typeface="Lato"/>
              </a:defRPr>
            </a:lvl2pPr>
            <a:lvl3pPr lvl="2" rtl="0" algn="r">
              <a:lnSpc>
                <a:spcPct val="100000"/>
              </a:lnSpc>
              <a:spcBef>
                <a:spcPts val="0"/>
              </a:spcBef>
              <a:spcAft>
                <a:spcPts val="0"/>
              </a:spcAft>
              <a:buNone/>
              <a:defRPr b="1" sz="1600">
                <a:solidFill>
                  <a:schemeClr val="dk2"/>
                </a:solidFill>
                <a:latin typeface="Lato"/>
                <a:ea typeface="Lato"/>
                <a:cs typeface="Lato"/>
                <a:sym typeface="Lato"/>
              </a:defRPr>
            </a:lvl3pPr>
            <a:lvl4pPr lvl="3" rtl="0" algn="r">
              <a:lnSpc>
                <a:spcPct val="100000"/>
              </a:lnSpc>
              <a:spcBef>
                <a:spcPts val="0"/>
              </a:spcBef>
              <a:spcAft>
                <a:spcPts val="0"/>
              </a:spcAft>
              <a:buNone/>
              <a:defRPr b="1" sz="1600">
                <a:solidFill>
                  <a:schemeClr val="dk2"/>
                </a:solidFill>
                <a:latin typeface="Lato"/>
                <a:ea typeface="Lato"/>
                <a:cs typeface="Lato"/>
                <a:sym typeface="Lato"/>
              </a:defRPr>
            </a:lvl4pPr>
            <a:lvl5pPr lvl="4" rtl="0" algn="r">
              <a:lnSpc>
                <a:spcPct val="100000"/>
              </a:lnSpc>
              <a:spcBef>
                <a:spcPts val="0"/>
              </a:spcBef>
              <a:spcAft>
                <a:spcPts val="0"/>
              </a:spcAft>
              <a:buNone/>
              <a:defRPr b="1" sz="1600">
                <a:solidFill>
                  <a:schemeClr val="dk2"/>
                </a:solidFill>
                <a:latin typeface="Lato"/>
                <a:ea typeface="Lato"/>
                <a:cs typeface="Lato"/>
                <a:sym typeface="Lato"/>
              </a:defRPr>
            </a:lvl5pPr>
            <a:lvl6pPr lvl="5" rtl="0" algn="r">
              <a:lnSpc>
                <a:spcPct val="100000"/>
              </a:lnSpc>
              <a:spcBef>
                <a:spcPts val="0"/>
              </a:spcBef>
              <a:spcAft>
                <a:spcPts val="0"/>
              </a:spcAft>
              <a:buNone/>
              <a:defRPr b="1" sz="1600">
                <a:solidFill>
                  <a:schemeClr val="dk2"/>
                </a:solidFill>
                <a:latin typeface="Lato"/>
                <a:ea typeface="Lato"/>
                <a:cs typeface="Lato"/>
                <a:sym typeface="Lato"/>
              </a:defRPr>
            </a:lvl6pPr>
            <a:lvl7pPr lvl="6" rtl="0" algn="r">
              <a:lnSpc>
                <a:spcPct val="100000"/>
              </a:lnSpc>
              <a:spcBef>
                <a:spcPts val="0"/>
              </a:spcBef>
              <a:spcAft>
                <a:spcPts val="0"/>
              </a:spcAft>
              <a:buNone/>
              <a:defRPr b="1" sz="1600">
                <a:solidFill>
                  <a:schemeClr val="dk2"/>
                </a:solidFill>
                <a:latin typeface="Lato"/>
                <a:ea typeface="Lato"/>
                <a:cs typeface="Lato"/>
                <a:sym typeface="Lato"/>
              </a:defRPr>
            </a:lvl7pPr>
            <a:lvl8pPr lvl="7" rtl="0" algn="r">
              <a:lnSpc>
                <a:spcPct val="100000"/>
              </a:lnSpc>
              <a:spcBef>
                <a:spcPts val="0"/>
              </a:spcBef>
              <a:spcAft>
                <a:spcPts val="0"/>
              </a:spcAft>
              <a:buNone/>
              <a:defRPr b="1" sz="1600">
                <a:solidFill>
                  <a:schemeClr val="dk2"/>
                </a:solidFill>
                <a:latin typeface="Lato"/>
                <a:ea typeface="Lato"/>
                <a:cs typeface="Lato"/>
                <a:sym typeface="Lato"/>
              </a:defRPr>
            </a:lvl8pPr>
            <a:lvl9pPr lvl="8" rtl="0" algn="r">
              <a:lnSpc>
                <a:spcPct val="100000"/>
              </a:lnSpc>
              <a:spcBef>
                <a:spcPts val="0"/>
              </a:spcBef>
              <a:spcAft>
                <a:spcPts val="0"/>
              </a:spcAft>
              <a:buNone/>
              <a:defRPr b="1" sz="1600">
                <a:solidFill>
                  <a:schemeClr val="dk2"/>
                </a:solidFill>
                <a:latin typeface="Lato"/>
                <a:ea typeface="Lato"/>
                <a:cs typeface="Lato"/>
                <a:sym typeface="Lato"/>
              </a:defRPr>
            </a:lvl9pPr>
          </a:lstStyle>
          <a:p/>
        </p:txBody>
      </p:sp>
      <p:sp>
        <p:nvSpPr>
          <p:cNvPr id="112" name="Google Shape;112;p17"/>
          <p:cNvSpPr txBox="1"/>
          <p:nvPr>
            <p:ph idx="2" type="subTitle"/>
          </p:nvPr>
        </p:nvSpPr>
        <p:spPr>
          <a:xfrm>
            <a:off x="3408900" y="3515830"/>
            <a:ext cx="2326200" cy="913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chemeClr val="dk2"/>
                </a:solidFill>
              </a:defRPr>
            </a:lvl1pPr>
            <a:lvl2pPr lvl="1" rtl="0" algn="r">
              <a:lnSpc>
                <a:spcPct val="100000"/>
              </a:lnSpc>
              <a:spcBef>
                <a:spcPts val="0"/>
              </a:spcBef>
              <a:spcAft>
                <a:spcPts val="0"/>
              </a:spcAft>
              <a:buNone/>
              <a:defRPr sz="1400">
                <a:solidFill>
                  <a:schemeClr val="dk2"/>
                </a:solidFill>
              </a:defRPr>
            </a:lvl2pPr>
            <a:lvl3pPr lvl="2" rtl="0" algn="r">
              <a:lnSpc>
                <a:spcPct val="100000"/>
              </a:lnSpc>
              <a:spcBef>
                <a:spcPts val="0"/>
              </a:spcBef>
              <a:spcAft>
                <a:spcPts val="0"/>
              </a:spcAft>
              <a:buNone/>
              <a:defRPr sz="1400">
                <a:solidFill>
                  <a:schemeClr val="dk2"/>
                </a:solidFill>
              </a:defRPr>
            </a:lvl3pPr>
            <a:lvl4pPr lvl="3" rtl="0" algn="r">
              <a:lnSpc>
                <a:spcPct val="100000"/>
              </a:lnSpc>
              <a:spcBef>
                <a:spcPts val="0"/>
              </a:spcBef>
              <a:spcAft>
                <a:spcPts val="0"/>
              </a:spcAft>
              <a:buNone/>
              <a:defRPr sz="1400">
                <a:solidFill>
                  <a:schemeClr val="dk2"/>
                </a:solidFill>
              </a:defRPr>
            </a:lvl4pPr>
            <a:lvl5pPr lvl="4" rtl="0" algn="r">
              <a:lnSpc>
                <a:spcPct val="100000"/>
              </a:lnSpc>
              <a:spcBef>
                <a:spcPts val="0"/>
              </a:spcBef>
              <a:spcAft>
                <a:spcPts val="0"/>
              </a:spcAft>
              <a:buNone/>
              <a:defRPr sz="1400">
                <a:solidFill>
                  <a:schemeClr val="dk2"/>
                </a:solidFill>
              </a:defRPr>
            </a:lvl5pPr>
            <a:lvl6pPr lvl="5" rtl="0" algn="r">
              <a:lnSpc>
                <a:spcPct val="100000"/>
              </a:lnSpc>
              <a:spcBef>
                <a:spcPts val="0"/>
              </a:spcBef>
              <a:spcAft>
                <a:spcPts val="0"/>
              </a:spcAft>
              <a:buNone/>
              <a:defRPr sz="1400">
                <a:solidFill>
                  <a:schemeClr val="dk2"/>
                </a:solidFill>
              </a:defRPr>
            </a:lvl6pPr>
            <a:lvl7pPr lvl="6" rtl="0" algn="r">
              <a:lnSpc>
                <a:spcPct val="100000"/>
              </a:lnSpc>
              <a:spcBef>
                <a:spcPts val="0"/>
              </a:spcBef>
              <a:spcAft>
                <a:spcPts val="0"/>
              </a:spcAft>
              <a:buNone/>
              <a:defRPr sz="1400">
                <a:solidFill>
                  <a:schemeClr val="dk2"/>
                </a:solidFill>
              </a:defRPr>
            </a:lvl7pPr>
            <a:lvl8pPr lvl="7" rtl="0" algn="r">
              <a:lnSpc>
                <a:spcPct val="100000"/>
              </a:lnSpc>
              <a:spcBef>
                <a:spcPts val="0"/>
              </a:spcBef>
              <a:spcAft>
                <a:spcPts val="0"/>
              </a:spcAft>
              <a:buNone/>
              <a:defRPr sz="1400">
                <a:solidFill>
                  <a:schemeClr val="dk2"/>
                </a:solidFill>
              </a:defRPr>
            </a:lvl8pPr>
            <a:lvl9pPr lvl="8" rtl="0" algn="r">
              <a:lnSpc>
                <a:spcPct val="100000"/>
              </a:lnSpc>
              <a:spcBef>
                <a:spcPts val="0"/>
              </a:spcBef>
              <a:spcAft>
                <a:spcPts val="0"/>
              </a:spcAft>
              <a:buNone/>
              <a:defRPr sz="1400">
                <a:solidFill>
                  <a:schemeClr val="dk2"/>
                </a:solidFill>
              </a:defRPr>
            </a:lvl9pPr>
          </a:lstStyle>
          <a:p/>
        </p:txBody>
      </p:sp>
      <p:sp>
        <p:nvSpPr>
          <p:cNvPr id="113" name="Google Shape;113;p17"/>
          <p:cNvSpPr txBox="1"/>
          <p:nvPr>
            <p:ph idx="3" type="subTitle"/>
          </p:nvPr>
        </p:nvSpPr>
        <p:spPr>
          <a:xfrm>
            <a:off x="948150" y="3349694"/>
            <a:ext cx="1856100" cy="34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1600">
                <a:solidFill>
                  <a:schemeClr val="dk2"/>
                </a:solidFill>
                <a:latin typeface="Lato"/>
                <a:ea typeface="Lato"/>
                <a:cs typeface="Lato"/>
                <a:sym typeface="Lato"/>
              </a:defRPr>
            </a:lvl1pPr>
            <a:lvl2pPr lvl="1" rtl="0" algn="r">
              <a:lnSpc>
                <a:spcPct val="100000"/>
              </a:lnSpc>
              <a:spcBef>
                <a:spcPts val="0"/>
              </a:spcBef>
              <a:spcAft>
                <a:spcPts val="0"/>
              </a:spcAft>
              <a:buNone/>
              <a:defRPr b="1" sz="1600">
                <a:solidFill>
                  <a:schemeClr val="dk2"/>
                </a:solidFill>
                <a:latin typeface="Lato"/>
                <a:ea typeface="Lato"/>
                <a:cs typeface="Lato"/>
                <a:sym typeface="Lato"/>
              </a:defRPr>
            </a:lvl2pPr>
            <a:lvl3pPr lvl="2" rtl="0" algn="r">
              <a:lnSpc>
                <a:spcPct val="100000"/>
              </a:lnSpc>
              <a:spcBef>
                <a:spcPts val="0"/>
              </a:spcBef>
              <a:spcAft>
                <a:spcPts val="0"/>
              </a:spcAft>
              <a:buNone/>
              <a:defRPr b="1" sz="1600">
                <a:solidFill>
                  <a:schemeClr val="dk2"/>
                </a:solidFill>
                <a:latin typeface="Lato"/>
                <a:ea typeface="Lato"/>
                <a:cs typeface="Lato"/>
                <a:sym typeface="Lato"/>
              </a:defRPr>
            </a:lvl3pPr>
            <a:lvl4pPr lvl="3" rtl="0" algn="r">
              <a:lnSpc>
                <a:spcPct val="100000"/>
              </a:lnSpc>
              <a:spcBef>
                <a:spcPts val="0"/>
              </a:spcBef>
              <a:spcAft>
                <a:spcPts val="0"/>
              </a:spcAft>
              <a:buNone/>
              <a:defRPr b="1" sz="1600">
                <a:solidFill>
                  <a:schemeClr val="dk2"/>
                </a:solidFill>
                <a:latin typeface="Lato"/>
                <a:ea typeface="Lato"/>
                <a:cs typeface="Lato"/>
                <a:sym typeface="Lato"/>
              </a:defRPr>
            </a:lvl4pPr>
            <a:lvl5pPr lvl="4" rtl="0" algn="r">
              <a:lnSpc>
                <a:spcPct val="100000"/>
              </a:lnSpc>
              <a:spcBef>
                <a:spcPts val="0"/>
              </a:spcBef>
              <a:spcAft>
                <a:spcPts val="0"/>
              </a:spcAft>
              <a:buNone/>
              <a:defRPr b="1" sz="1600">
                <a:solidFill>
                  <a:schemeClr val="dk2"/>
                </a:solidFill>
                <a:latin typeface="Lato"/>
                <a:ea typeface="Lato"/>
                <a:cs typeface="Lato"/>
                <a:sym typeface="Lato"/>
              </a:defRPr>
            </a:lvl5pPr>
            <a:lvl6pPr lvl="5" rtl="0" algn="r">
              <a:lnSpc>
                <a:spcPct val="100000"/>
              </a:lnSpc>
              <a:spcBef>
                <a:spcPts val="0"/>
              </a:spcBef>
              <a:spcAft>
                <a:spcPts val="0"/>
              </a:spcAft>
              <a:buNone/>
              <a:defRPr b="1" sz="1600">
                <a:solidFill>
                  <a:schemeClr val="dk2"/>
                </a:solidFill>
                <a:latin typeface="Lato"/>
                <a:ea typeface="Lato"/>
                <a:cs typeface="Lato"/>
                <a:sym typeface="Lato"/>
              </a:defRPr>
            </a:lvl6pPr>
            <a:lvl7pPr lvl="6" rtl="0" algn="r">
              <a:lnSpc>
                <a:spcPct val="100000"/>
              </a:lnSpc>
              <a:spcBef>
                <a:spcPts val="0"/>
              </a:spcBef>
              <a:spcAft>
                <a:spcPts val="0"/>
              </a:spcAft>
              <a:buNone/>
              <a:defRPr b="1" sz="1600">
                <a:solidFill>
                  <a:schemeClr val="dk2"/>
                </a:solidFill>
                <a:latin typeface="Lato"/>
                <a:ea typeface="Lato"/>
                <a:cs typeface="Lato"/>
                <a:sym typeface="Lato"/>
              </a:defRPr>
            </a:lvl7pPr>
            <a:lvl8pPr lvl="7" rtl="0" algn="r">
              <a:lnSpc>
                <a:spcPct val="100000"/>
              </a:lnSpc>
              <a:spcBef>
                <a:spcPts val="0"/>
              </a:spcBef>
              <a:spcAft>
                <a:spcPts val="0"/>
              </a:spcAft>
              <a:buNone/>
              <a:defRPr b="1" sz="1600">
                <a:solidFill>
                  <a:schemeClr val="dk2"/>
                </a:solidFill>
                <a:latin typeface="Lato"/>
                <a:ea typeface="Lato"/>
                <a:cs typeface="Lato"/>
                <a:sym typeface="Lato"/>
              </a:defRPr>
            </a:lvl8pPr>
            <a:lvl9pPr lvl="8" rtl="0" algn="r">
              <a:lnSpc>
                <a:spcPct val="100000"/>
              </a:lnSpc>
              <a:spcBef>
                <a:spcPts val="0"/>
              </a:spcBef>
              <a:spcAft>
                <a:spcPts val="0"/>
              </a:spcAft>
              <a:buNone/>
              <a:defRPr b="1" sz="1600">
                <a:solidFill>
                  <a:schemeClr val="dk2"/>
                </a:solidFill>
                <a:latin typeface="Lato"/>
                <a:ea typeface="Lato"/>
                <a:cs typeface="Lato"/>
                <a:sym typeface="Lato"/>
              </a:defRPr>
            </a:lvl9pPr>
          </a:lstStyle>
          <a:p/>
        </p:txBody>
      </p:sp>
      <p:sp>
        <p:nvSpPr>
          <p:cNvPr id="114" name="Google Shape;114;p17"/>
          <p:cNvSpPr txBox="1"/>
          <p:nvPr>
            <p:ph idx="4" type="subTitle"/>
          </p:nvPr>
        </p:nvSpPr>
        <p:spPr>
          <a:xfrm>
            <a:off x="713100" y="3515825"/>
            <a:ext cx="2326200" cy="913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chemeClr val="dk2"/>
                </a:solidFill>
              </a:defRPr>
            </a:lvl1pPr>
            <a:lvl2pPr lvl="1" rtl="0" algn="r">
              <a:lnSpc>
                <a:spcPct val="100000"/>
              </a:lnSpc>
              <a:spcBef>
                <a:spcPts val="0"/>
              </a:spcBef>
              <a:spcAft>
                <a:spcPts val="0"/>
              </a:spcAft>
              <a:buNone/>
              <a:defRPr sz="1400">
                <a:solidFill>
                  <a:schemeClr val="dk2"/>
                </a:solidFill>
              </a:defRPr>
            </a:lvl2pPr>
            <a:lvl3pPr lvl="2" rtl="0" algn="r">
              <a:lnSpc>
                <a:spcPct val="100000"/>
              </a:lnSpc>
              <a:spcBef>
                <a:spcPts val="0"/>
              </a:spcBef>
              <a:spcAft>
                <a:spcPts val="0"/>
              </a:spcAft>
              <a:buNone/>
              <a:defRPr sz="1400">
                <a:solidFill>
                  <a:schemeClr val="dk2"/>
                </a:solidFill>
              </a:defRPr>
            </a:lvl3pPr>
            <a:lvl4pPr lvl="3" rtl="0" algn="r">
              <a:lnSpc>
                <a:spcPct val="100000"/>
              </a:lnSpc>
              <a:spcBef>
                <a:spcPts val="0"/>
              </a:spcBef>
              <a:spcAft>
                <a:spcPts val="0"/>
              </a:spcAft>
              <a:buNone/>
              <a:defRPr sz="1400">
                <a:solidFill>
                  <a:schemeClr val="dk2"/>
                </a:solidFill>
              </a:defRPr>
            </a:lvl4pPr>
            <a:lvl5pPr lvl="4" rtl="0" algn="r">
              <a:lnSpc>
                <a:spcPct val="100000"/>
              </a:lnSpc>
              <a:spcBef>
                <a:spcPts val="0"/>
              </a:spcBef>
              <a:spcAft>
                <a:spcPts val="0"/>
              </a:spcAft>
              <a:buNone/>
              <a:defRPr sz="1400">
                <a:solidFill>
                  <a:schemeClr val="dk2"/>
                </a:solidFill>
              </a:defRPr>
            </a:lvl5pPr>
            <a:lvl6pPr lvl="5" rtl="0" algn="r">
              <a:lnSpc>
                <a:spcPct val="100000"/>
              </a:lnSpc>
              <a:spcBef>
                <a:spcPts val="0"/>
              </a:spcBef>
              <a:spcAft>
                <a:spcPts val="0"/>
              </a:spcAft>
              <a:buNone/>
              <a:defRPr sz="1400">
                <a:solidFill>
                  <a:schemeClr val="dk2"/>
                </a:solidFill>
              </a:defRPr>
            </a:lvl6pPr>
            <a:lvl7pPr lvl="6" rtl="0" algn="r">
              <a:lnSpc>
                <a:spcPct val="100000"/>
              </a:lnSpc>
              <a:spcBef>
                <a:spcPts val="0"/>
              </a:spcBef>
              <a:spcAft>
                <a:spcPts val="0"/>
              </a:spcAft>
              <a:buNone/>
              <a:defRPr sz="1400">
                <a:solidFill>
                  <a:schemeClr val="dk2"/>
                </a:solidFill>
              </a:defRPr>
            </a:lvl7pPr>
            <a:lvl8pPr lvl="7" rtl="0" algn="r">
              <a:lnSpc>
                <a:spcPct val="100000"/>
              </a:lnSpc>
              <a:spcBef>
                <a:spcPts val="0"/>
              </a:spcBef>
              <a:spcAft>
                <a:spcPts val="0"/>
              </a:spcAft>
              <a:buNone/>
              <a:defRPr sz="1400">
                <a:solidFill>
                  <a:schemeClr val="dk2"/>
                </a:solidFill>
              </a:defRPr>
            </a:lvl8pPr>
            <a:lvl9pPr lvl="8" rtl="0" algn="r">
              <a:lnSpc>
                <a:spcPct val="100000"/>
              </a:lnSpc>
              <a:spcBef>
                <a:spcPts val="0"/>
              </a:spcBef>
              <a:spcAft>
                <a:spcPts val="0"/>
              </a:spcAft>
              <a:buNone/>
              <a:defRPr sz="1400">
                <a:solidFill>
                  <a:schemeClr val="dk2"/>
                </a:solidFill>
              </a:defRPr>
            </a:lvl9pPr>
          </a:lstStyle>
          <a:p/>
        </p:txBody>
      </p:sp>
      <p:sp>
        <p:nvSpPr>
          <p:cNvPr id="115" name="Google Shape;115;p17"/>
          <p:cNvSpPr txBox="1"/>
          <p:nvPr>
            <p:ph idx="5" type="subTitle"/>
          </p:nvPr>
        </p:nvSpPr>
        <p:spPr>
          <a:xfrm>
            <a:off x="6339750" y="3349694"/>
            <a:ext cx="1856100" cy="34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1600">
                <a:solidFill>
                  <a:schemeClr val="dk2"/>
                </a:solidFill>
                <a:latin typeface="Lato"/>
                <a:ea typeface="Lato"/>
                <a:cs typeface="Lato"/>
                <a:sym typeface="Lato"/>
              </a:defRPr>
            </a:lvl1pPr>
            <a:lvl2pPr lvl="1" rtl="0" algn="r">
              <a:lnSpc>
                <a:spcPct val="100000"/>
              </a:lnSpc>
              <a:spcBef>
                <a:spcPts val="0"/>
              </a:spcBef>
              <a:spcAft>
                <a:spcPts val="0"/>
              </a:spcAft>
              <a:buNone/>
              <a:defRPr b="1" sz="1600">
                <a:solidFill>
                  <a:schemeClr val="dk2"/>
                </a:solidFill>
                <a:latin typeface="Lato"/>
                <a:ea typeface="Lato"/>
                <a:cs typeface="Lato"/>
                <a:sym typeface="Lato"/>
              </a:defRPr>
            </a:lvl2pPr>
            <a:lvl3pPr lvl="2" rtl="0" algn="r">
              <a:lnSpc>
                <a:spcPct val="100000"/>
              </a:lnSpc>
              <a:spcBef>
                <a:spcPts val="0"/>
              </a:spcBef>
              <a:spcAft>
                <a:spcPts val="0"/>
              </a:spcAft>
              <a:buNone/>
              <a:defRPr b="1" sz="1600">
                <a:solidFill>
                  <a:schemeClr val="dk2"/>
                </a:solidFill>
                <a:latin typeface="Lato"/>
                <a:ea typeface="Lato"/>
                <a:cs typeface="Lato"/>
                <a:sym typeface="Lato"/>
              </a:defRPr>
            </a:lvl3pPr>
            <a:lvl4pPr lvl="3" rtl="0" algn="r">
              <a:lnSpc>
                <a:spcPct val="100000"/>
              </a:lnSpc>
              <a:spcBef>
                <a:spcPts val="0"/>
              </a:spcBef>
              <a:spcAft>
                <a:spcPts val="0"/>
              </a:spcAft>
              <a:buNone/>
              <a:defRPr b="1" sz="1600">
                <a:solidFill>
                  <a:schemeClr val="dk2"/>
                </a:solidFill>
                <a:latin typeface="Lato"/>
                <a:ea typeface="Lato"/>
                <a:cs typeface="Lato"/>
                <a:sym typeface="Lato"/>
              </a:defRPr>
            </a:lvl4pPr>
            <a:lvl5pPr lvl="4" rtl="0" algn="r">
              <a:lnSpc>
                <a:spcPct val="100000"/>
              </a:lnSpc>
              <a:spcBef>
                <a:spcPts val="0"/>
              </a:spcBef>
              <a:spcAft>
                <a:spcPts val="0"/>
              </a:spcAft>
              <a:buNone/>
              <a:defRPr b="1" sz="1600">
                <a:solidFill>
                  <a:schemeClr val="dk2"/>
                </a:solidFill>
                <a:latin typeface="Lato"/>
                <a:ea typeface="Lato"/>
                <a:cs typeface="Lato"/>
                <a:sym typeface="Lato"/>
              </a:defRPr>
            </a:lvl5pPr>
            <a:lvl6pPr lvl="5" rtl="0" algn="r">
              <a:lnSpc>
                <a:spcPct val="100000"/>
              </a:lnSpc>
              <a:spcBef>
                <a:spcPts val="0"/>
              </a:spcBef>
              <a:spcAft>
                <a:spcPts val="0"/>
              </a:spcAft>
              <a:buNone/>
              <a:defRPr b="1" sz="1600">
                <a:solidFill>
                  <a:schemeClr val="dk2"/>
                </a:solidFill>
                <a:latin typeface="Lato"/>
                <a:ea typeface="Lato"/>
                <a:cs typeface="Lato"/>
                <a:sym typeface="Lato"/>
              </a:defRPr>
            </a:lvl6pPr>
            <a:lvl7pPr lvl="6" rtl="0" algn="r">
              <a:lnSpc>
                <a:spcPct val="100000"/>
              </a:lnSpc>
              <a:spcBef>
                <a:spcPts val="0"/>
              </a:spcBef>
              <a:spcAft>
                <a:spcPts val="0"/>
              </a:spcAft>
              <a:buNone/>
              <a:defRPr b="1" sz="1600">
                <a:solidFill>
                  <a:schemeClr val="dk2"/>
                </a:solidFill>
                <a:latin typeface="Lato"/>
                <a:ea typeface="Lato"/>
                <a:cs typeface="Lato"/>
                <a:sym typeface="Lato"/>
              </a:defRPr>
            </a:lvl7pPr>
            <a:lvl8pPr lvl="7" rtl="0" algn="r">
              <a:lnSpc>
                <a:spcPct val="100000"/>
              </a:lnSpc>
              <a:spcBef>
                <a:spcPts val="0"/>
              </a:spcBef>
              <a:spcAft>
                <a:spcPts val="0"/>
              </a:spcAft>
              <a:buNone/>
              <a:defRPr b="1" sz="1600">
                <a:solidFill>
                  <a:schemeClr val="dk2"/>
                </a:solidFill>
                <a:latin typeface="Lato"/>
                <a:ea typeface="Lato"/>
                <a:cs typeface="Lato"/>
                <a:sym typeface="Lato"/>
              </a:defRPr>
            </a:lvl8pPr>
            <a:lvl9pPr lvl="8" rtl="0" algn="r">
              <a:lnSpc>
                <a:spcPct val="100000"/>
              </a:lnSpc>
              <a:spcBef>
                <a:spcPts val="0"/>
              </a:spcBef>
              <a:spcAft>
                <a:spcPts val="0"/>
              </a:spcAft>
              <a:buNone/>
              <a:defRPr b="1" sz="1600">
                <a:solidFill>
                  <a:schemeClr val="dk2"/>
                </a:solidFill>
                <a:latin typeface="Lato"/>
                <a:ea typeface="Lato"/>
                <a:cs typeface="Lato"/>
                <a:sym typeface="Lato"/>
              </a:defRPr>
            </a:lvl9pPr>
          </a:lstStyle>
          <a:p/>
        </p:txBody>
      </p:sp>
      <p:sp>
        <p:nvSpPr>
          <p:cNvPr id="116" name="Google Shape;116;p17"/>
          <p:cNvSpPr txBox="1"/>
          <p:nvPr>
            <p:ph idx="6" type="subTitle"/>
          </p:nvPr>
        </p:nvSpPr>
        <p:spPr>
          <a:xfrm>
            <a:off x="6104700" y="3515830"/>
            <a:ext cx="2326200" cy="913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chemeClr val="dk2"/>
                </a:solidFill>
              </a:defRPr>
            </a:lvl1pPr>
            <a:lvl2pPr lvl="1" rtl="0" algn="r">
              <a:lnSpc>
                <a:spcPct val="100000"/>
              </a:lnSpc>
              <a:spcBef>
                <a:spcPts val="0"/>
              </a:spcBef>
              <a:spcAft>
                <a:spcPts val="0"/>
              </a:spcAft>
              <a:buNone/>
              <a:defRPr sz="1400">
                <a:solidFill>
                  <a:schemeClr val="dk2"/>
                </a:solidFill>
              </a:defRPr>
            </a:lvl2pPr>
            <a:lvl3pPr lvl="2" rtl="0" algn="r">
              <a:lnSpc>
                <a:spcPct val="100000"/>
              </a:lnSpc>
              <a:spcBef>
                <a:spcPts val="0"/>
              </a:spcBef>
              <a:spcAft>
                <a:spcPts val="0"/>
              </a:spcAft>
              <a:buNone/>
              <a:defRPr sz="1400">
                <a:solidFill>
                  <a:schemeClr val="dk2"/>
                </a:solidFill>
              </a:defRPr>
            </a:lvl3pPr>
            <a:lvl4pPr lvl="3" rtl="0" algn="r">
              <a:lnSpc>
                <a:spcPct val="100000"/>
              </a:lnSpc>
              <a:spcBef>
                <a:spcPts val="0"/>
              </a:spcBef>
              <a:spcAft>
                <a:spcPts val="0"/>
              </a:spcAft>
              <a:buNone/>
              <a:defRPr sz="1400">
                <a:solidFill>
                  <a:schemeClr val="dk2"/>
                </a:solidFill>
              </a:defRPr>
            </a:lvl4pPr>
            <a:lvl5pPr lvl="4" rtl="0" algn="r">
              <a:lnSpc>
                <a:spcPct val="100000"/>
              </a:lnSpc>
              <a:spcBef>
                <a:spcPts val="0"/>
              </a:spcBef>
              <a:spcAft>
                <a:spcPts val="0"/>
              </a:spcAft>
              <a:buNone/>
              <a:defRPr sz="1400">
                <a:solidFill>
                  <a:schemeClr val="dk2"/>
                </a:solidFill>
              </a:defRPr>
            </a:lvl5pPr>
            <a:lvl6pPr lvl="5" rtl="0" algn="r">
              <a:lnSpc>
                <a:spcPct val="100000"/>
              </a:lnSpc>
              <a:spcBef>
                <a:spcPts val="0"/>
              </a:spcBef>
              <a:spcAft>
                <a:spcPts val="0"/>
              </a:spcAft>
              <a:buNone/>
              <a:defRPr sz="1400">
                <a:solidFill>
                  <a:schemeClr val="dk2"/>
                </a:solidFill>
              </a:defRPr>
            </a:lvl6pPr>
            <a:lvl7pPr lvl="6" rtl="0" algn="r">
              <a:lnSpc>
                <a:spcPct val="100000"/>
              </a:lnSpc>
              <a:spcBef>
                <a:spcPts val="0"/>
              </a:spcBef>
              <a:spcAft>
                <a:spcPts val="0"/>
              </a:spcAft>
              <a:buNone/>
              <a:defRPr sz="1400">
                <a:solidFill>
                  <a:schemeClr val="dk2"/>
                </a:solidFill>
              </a:defRPr>
            </a:lvl7pPr>
            <a:lvl8pPr lvl="7" rtl="0" algn="r">
              <a:lnSpc>
                <a:spcPct val="100000"/>
              </a:lnSpc>
              <a:spcBef>
                <a:spcPts val="0"/>
              </a:spcBef>
              <a:spcAft>
                <a:spcPts val="0"/>
              </a:spcAft>
              <a:buNone/>
              <a:defRPr sz="1400">
                <a:solidFill>
                  <a:schemeClr val="dk2"/>
                </a:solidFill>
              </a:defRPr>
            </a:lvl8pPr>
            <a:lvl9pPr lvl="8" rtl="0" algn="r">
              <a:lnSpc>
                <a:spcPct val="100000"/>
              </a:lnSpc>
              <a:spcBef>
                <a:spcPts val="0"/>
              </a:spcBef>
              <a:spcAft>
                <a:spcPts val="0"/>
              </a:spcAft>
              <a:buNone/>
              <a:defRPr sz="1400">
                <a:solidFill>
                  <a:schemeClr val="dk2"/>
                </a:solidFill>
              </a:defRPr>
            </a:lvl9pPr>
          </a:lstStyle>
          <a:p/>
        </p:txBody>
      </p:sp>
      <p:sp>
        <p:nvSpPr>
          <p:cNvPr id="117" name="Google Shape;117;p17"/>
          <p:cNvSpPr/>
          <p:nvPr/>
        </p:nvSpPr>
        <p:spPr>
          <a:xfrm flipH="1">
            <a:off x="2662125" y="4064474"/>
            <a:ext cx="1056900" cy="1080900"/>
          </a:xfrm>
          <a:prstGeom prst="ellipse">
            <a:avLst/>
          </a:prstGeom>
          <a:solidFill>
            <a:srgbClr val="AAB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7"/>
          <p:cNvSpPr/>
          <p:nvPr/>
        </p:nvSpPr>
        <p:spPr>
          <a:xfrm flipH="1">
            <a:off x="0" y="0"/>
            <a:ext cx="1227900" cy="1255800"/>
          </a:xfrm>
          <a:prstGeom prst="ellipse">
            <a:avLst/>
          </a:prstGeom>
          <a:solidFill>
            <a:srgbClr val="7DB0EB">
              <a:alpha val="42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7"/>
          <p:cNvSpPr/>
          <p:nvPr/>
        </p:nvSpPr>
        <p:spPr>
          <a:xfrm flipH="1">
            <a:off x="7748100" y="277675"/>
            <a:ext cx="1395900" cy="1427400"/>
          </a:xfrm>
          <a:prstGeom prst="ellipse">
            <a:avLst/>
          </a:prstGeom>
          <a:solidFill>
            <a:srgbClr val="6580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One Column">
  <p:cSld name="ONE_COLUMN_TEXT_1_2">
    <p:bg>
      <p:bgPr>
        <a:solidFill>
          <a:schemeClr val="lt2"/>
        </a:solidFill>
      </p:bgPr>
    </p:bg>
    <p:spTree>
      <p:nvGrpSpPr>
        <p:cNvPr id="120" name="Shape 120"/>
        <p:cNvGrpSpPr/>
        <p:nvPr/>
      </p:nvGrpSpPr>
      <p:grpSpPr>
        <a:xfrm>
          <a:off x="0" y="0"/>
          <a:ext cx="0" cy="0"/>
          <a:chOff x="0" y="0"/>
          <a:chExt cx="0" cy="0"/>
        </a:xfrm>
      </p:grpSpPr>
      <p:sp>
        <p:nvSpPr>
          <p:cNvPr id="121" name="Google Shape;121;p18"/>
          <p:cNvSpPr txBox="1"/>
          <p:nvPr>
            <p:ph type="title"/>
          </p:nvPr>
        </p:nvSpPr>
        <p:spPr>
          <a:xfrm>
            <a:off x="714125" y="538575"/>
            <a:ext cx="39576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sz="25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2" name="Google Shape;122;p18"/>
          <p:cNvSpPr txBox="1"/>
          <p:nvPr>
            <p:ph idx="1" type="body"/>
          </p:nvPr>
        </p:nvSpPr>
        <p:spPr>
          <a:xfrm>
            <a:off x="714125" y="1114425"/>
            <a:ext cx="5220000" cy="3038700"/>
          </a:xfrm>
          <a:prstGeom prst="rect">
            <a:avLst/>
          </a:prstGeom>
        </p:spPr>
        <p:txBody>
          <a:bodyPr anchorCtr="0" anchor="t" bIns="91425" lIns="91425" spcFirstLastPara="1" rIns="91425" wrap="square" tIns="91425">
            <a:noAutofit/>
          </a:bodyPr>
          <a:lstStyle>
            <a:lvl1pPr indent="-304800" lvl="0" marL="457200" rtl="0">
              <a:lnSpc>
                <a:spcPct val="90000"/>
              </a:lnSpc>
              <a:spcBef>
                <a:spcPts val="0"/>
              </a:spcBef>
              <a:spcAft>
                <a:spcPts val="0"/>
              </a:spcAft>
              <a:buClr>
                <a:schemeClr val="lt1"/>
              </a:buClr>
              <a:buSzPts val="1200"/>
              <a:buChar char="●"/>
              <a:defRPr>
                <a:solidFill>
                  <a:schemeClr val="lt1"/>
                </a:solidFill>
              </a:defRPr>
            </a:lvl1pPr>
            <a:lvl2pPr indent="-304800" lvl="1" marL="914400" rtl="0">
              <a:spcBef>
                <a:spcPts val="0"/>
              </a:spcBef>
              <a:spcAft>
                <a:spcPts val="0"/>
              </a:spcAft>
              <a:buClr>
                <a:schemeClr val="lt1"/>
              </a:buClr>
              <a:buSzPts val="1200"/>
              <a:buChar char="○"/>
              <a:defRPr sz="1200">
                <a:solidFill>
                  <a:schemeClr val="lt1"/>
                </a:solidFill>
              </a:defRPr>
            </a:lvl2pPr>
            <a:lvl3pPr indent="-304800" lvl="2" marL="1371600" rtl="0">
              <a:spcBef>
                <a:spcPts val="1600"/>
              </a:spcBef>
              <a:spcAft>
                <a:spcPts val="0"/>
              </a:spcAft>
              <a:buClr>
                <a:schemeClr val="lt1"/>
              </a:buClr>
              <a:buSzPts val="1200"/>
              <a:buChar char="■"/>
              <a:defRPr sz="1200">
                <a:solidFill>
                  <a:schemeClr val="lt1"/>
                </a:solidFill>
              </a:defRPr>
            </a:lvl3pPr>
            <a:lvl4pPr indent="-304800" lvl="3" marL="1828800" rtl="0">
              <a:spcBef>
                <a:spcPts val="1600"/>
              </a:spcBef>
              <a:spcAft>
                <a:spcPts val="0"/>
              </a:spcAft>
              <a:buClr>
                <a:schemeClr val="lt1"/>
              </a:buClr>
              <a:buSzPts val="1200"/>
              <a:buChar char="●"/>
              <a:defRPr sz="1200">
                <a:solidFill>
                  <a:schemeClr val="lt1"/>
                </a:solidFill>
              </a:defRPr>
            </a:lvl4pPr>
            <a:lvl5pPr indent="-304800" lvl="4" marL="2286000" rtl="0">
              <a:spcBef>
                <a:spcPts val="1600"/>
              </a:spcBef>
              <a:spcAft>
                <a:spcPts val="0"/>
              </a:spcAft>
              <a:buClr>
                <a:schemeClr val="lt1"/>
              </a:buClr>
              <a:buSzPts val="1200"/>
              <a:buChar char="○"/>
              <a:defRPr sz="1200">
                <a:solidFill>
                  <a:schemeClr val="lt1"/>
                </a:solidFill>
              </a:defRPr>
            </a:lvl5pPr>
            <a:lvl6pPr indent="-304800" lvl="5" marL="2743200" rtl="0">
              <a:spcBef>
                <a:spcPts val="1600"/>
              </a:spcBef>
              <a:spcAft>
                <a:spcPts val="0"/>
              </a:spcAft>
              <a:buClr>
                <a:schemeClr val="lt1"/>
              </a:buClr>
              <a:buSzPts val="1200"/>
              <a:buChar char="■"/>
              <a:defRPr sz="1200">
                <a:solidFill>
                  <a:schemeClr val="lt1"/>
                </a:solidFill>
              </a:defRPr>
            </a:lvl6pPr>
            <a:lvl7pPr indent="-304800" lvl="6" marL="3200400" rtl="0">
              <a:spcBef>
                <a:spcPts val="1600"/>
              </a:spcBef>
              <a:spcAft>
                <a:spcPts val="0"/>
              </a:spcAft>
              <a:buClr>
                <a:schemeClr val="lt1"/>
              </a:buClr>
              <a:buSzPts val="1200"/>
              <a:buChar char="●"/>
              <a:defRPr sz="1200">
                <a:solidFill>
                  <a:schemeClr val="lt1"/>
                </a:solidFill>
              </a:defRPr>
            </a:lvl7pPr>
            <a:lvl8pPr indent="-304800" lvl="7" marL="3657600" rtl="0">
              <a:spcBef>
                <a:spcPts val="1600"/>
              </a:spcBef>
              <a:spcAft>
                <a:spcPts val="0"/>
              </a:spcAft>
              <a:buClr>
                <a:schemeClr val="lt1"/>
              </a:buClr>
              <a:buSzPts val="1200"/>
              <a:buChar char="○"/>
              <a:defRPr sz="1200">
                <a:solidFill>
                  <a:schemeClr val="lt1"/>
                </a:solidFill>
              </a:defRPr>
            </a:lvl8pPr>
            <a:lvl9pPr indent="-304800" lvl="8" marL="4114800" rtl="0">
              <a:spcBef>
                <a:spcPts val="1600"/>
              </a:spcBef>
              <a:spcAft>
                <a:spcPts val="1600"/>
              </a:spcAft>
              <a:buClr>
                <a:schemeClr val="lt1"/>
              </a:buClr>
              <a:buSzPts val="1200"/>
              <a:buChar char="■"/>
              <a:defRPr sz="1200">
                <a:solidFill>
                  <a:schemeClr val="lt1"/>
                </a:solidFill>
              </a:defRPr>
            </a:lvl9pPr>
          </a:lstStyle>
          <a:p/>
        </p:txBody>
      </p:sp>
      <p:sp>
        <p:nvSpPr>
          <p:cNvPr id="123" name="Google Shape;123;p18"/>
          <p:cNvSpPr/>
          <p:nvPr/>
        </p:nvSpPr>
        <p:spPr>
          <a:xfrm>
            <a:off x="0" y="3958221"/>
            <a:ext cx="1159500" cy="11853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02">
  <p:cSld name="ONE_COLUMN_TEXT_1_1_2">
    <p:bg>
      <p:bgPr>
        <a:solidFill>
          <a:schemeClr val="lt2"/>
        </a:solidFill>
      </p:bgPr>
    </p:bg>
    <p:spTree>
      <p:nvGrpSpPr>
        <p:cNvPr id="124" name="Shape 124"/>
        <p:cNvGrpSpPr/>
        <p:nvPr/>
      </p:nvGrpSpPr>
      <p:grpSpPr>
        <a:xfrm>
          <a:off x="0" y="0"/>
          <a:ext cx="0" cy="0"/>
          <a:chOff x="0" y="0"/>
          <a:chExt cx="0" cy="0"/>
        </a:xfrm>
      </p:grpSpPr>
      <p:sp>
        <p:nvSpPr>
          <p:cNvPr id="125" name="Google Shape;125;p19"/>
          <p:cNvSpPr/>
          <p:nvPr/>
        </p:nvSpPr>
        <p:spPr>
          <a:xfrm>
            <a:off x="3686700" y="0"/>
            <a:ext cx="1770600" cy="18096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9"/>
          <p:cNvSpPr txBox="1"/>
          <p:nvPr>
            <p:ph idx="1" type="body"/>
          </p:nvPr>
        </p:nvSpPr>
        <p:spPr>
          <a:xfrm>
            <a:off x="4925025" y="3538575"/>
            <a:ext cx="2847000" cy="502800"/>
          </a:xfrm>
          <a:prstGeom prst="rect">
            <a:avLst/>
          </a:prstGeom>
        </p:spPr>
        <p:txBody>
          <a:bodyPr anchorCtr="0" anchor="t" bIns="91425" lIns="91425" spcFirstLastPara="1" rIns="91425" wrap="square" tIns="91425">
            <a:noAutofit/>
          </a:bodyPr>
          <a:lstStyle>
            <a:lvl1pPr indent="-304800" lvl="0" marL="457200" rtl="0" algn="ctr">
              <a:lnSpc>
                <a:spcPct val="100000"/>
              </a:lnSpc>
              <a:spcBef>
                <a:spcPts val="0"/>
              </a:spcBef>
              <a:spcAft>
                <a:spcPts val="0"/>
              </a:spcAft>
              <a:buClr>
                <a:schemeClr val="dk1"/>
              </a:buClr>
              <a:buSzPts val="1200"/>
              <a:buChar char="●"/>
              <a:defRPr>
                <a:solidFill>
                  <a:schemeClr val="lt1"/>
                </a:solidFill>
              </a:defRPr>
            </a:lvl1pPr>
            <a:lvl2pPr indent="-304800" lvl="1" marL="914400" rtl="0">
              <a:spcBef>
                <a:spcPts val="0"/>
              </a:spcBef>
              <a:spcAft>
                <a:spcPts val="0"/>
              </a:spcAft>
              <a:buClr>
                <a:schemeClr val="dk1"/>
              </a:buClr>
              <a:buSzPts val="1200"/>
              <a:buChar char="○"/>
              <a:defRPr sz="1200">
                <a:solidFill>
                  <a:schemeClr val="dk1"/>
                </a:solidFill>
              </a:defRPr>
            </a:lvl2pPr>
            <a:lvl3pPr indent="-304800" lvl="2" marL="1371600" rtl="0">
              <a:spcBef>
                <a:spcPts val="1600"/>
              </a:spcBef>
              <a:spcAft>
                <a:spcPts val="0"/>
              </a:spcAft>
              <a:buClr>
                <a:schemeClr val="dk1"/>
              </a:buClr>
              <a:buSzPts val="1200"/>
              <a:buChar char="■"/>
              <a:defRPr sz="1200">
                <a:solidFill>
                  <a:schemeClr val="dk1"/>
                </a:solidFill>
              </a:defRPr>
            </a:lvl3pPr>
            <a:lvl4pPr indent="-304800" lvl="3" marL="1828800" rtl="0">
              <a:spcBef>
                <a:spcPts val="1600"/>
              </a:spcBef>
              <a:spcAft>
                <a:spcPts val="0"/>
              </a:spcAft>
              <a:buClr>
                <a:schemeClr val="dk1"/>
              </a:buClr>
              <a:buSzPts val="1200"/>
              <a:buChar char="●"/>
              <a:defRPr sz="1200">
                <a:solidFill>
                  <a:schemeClr val="dk1"/>
                </a:solidFill>
              </a:defRPr>
            </a:lvl4pPr>
            <a:lvl5pPr indent="-304800" lvl="4" marL="2286000" rtl="0">
              <a:spcBef>
                <a:spcPts val="1600"/>
              </a:spcBef>
              <a:spcAft>
                <a:spcPts val="0"/>
              </a:spcAft>
              <a:buClr>
                <a:schemeClr val="dk1"/>
              </a:buClr>
              <a:buSzPts val="1200"/>
              <a:buChar char="○"/>
              <a:defRPr sz="1200">
                <a:solidFill>
                  <a:schemeClr val="dk1"/>
                </a:solidFill>
              </a:defRPr>
            </a:lvl5pPr>
            <a:lvl6pPr indent="-304800" lvl="5" marL="2743200" rtl="0">
              <a:spcBef>
                <a:spcPts val="1600"/>
              </a:spcBef>
              <a:spcAft>
                <a:spcPts val="0"/>
              </a:spcAft>
              <a:buClr>
                <a:schemeClr val="dk1"/>
              </a:buClr>
              <a:buSzPts val="1200"/>
              <a:buChar char="■"/>
              <a:defRPr sz="1200">
                <a:solidFill>
                  <a:schemeClr val="dk1"/>
                </a:solidFill>
              </a:defRPr>
            </a:lvl6pPr>
            <a:lvl7pPr indent="-304800" lvl="6" marL="3200400" rtl="0">
              <a:spcBef>
                <a:spcPts val="1600"/>
              </a:spcBef>
              <a:spcAft>
                <a:spcPts val="0"/>
              </a:spcAft>
              <a:buClr>
                <a:schemeClr val="dk1"/>
              </a:buClr>
              <a:buSzPts val="1200"/>
              <a:buChar char="●"/>
              <a:defRPr sz="1200">
                <a:solidFill>
                  <a:schemeClr val="dk1"/>
                </a:solidFill>
              </a:defRPr>
            </a:lvl7pPr>
            <a:lvl8pPr indent="-304800" lvl="7" marL="3657600" rtl="0">
              <a:spcBef>
                <a:spcPts val="1600"/>
              </a:spcBef>
              <a:spcAft>
                <a:spcPts val="0"/>
              </a:spcAft>
              <a:buClr>
                <a:schemeClr val="dk1"/>
              </a:buClr>
              <a:buSzPts val="1200"/>
              <a:buChar char="○"/>
              <a:defRPr sz="1200">
                <a:solidFill>
                  <a:schemeClr val="dk1"/>
                </a:solidFill>
              </a:defRPr>
            </a:lvl8pPr>
            <a:lvl9pPr indent="-304800" lvl="8" marL="4114800" rtl="0">
              <a:spcBef>
                <a:spcPts val="1600"/>
              </a:spcBef>
              <a:spcAft>
                <a:spcPts val="1600"/>
              </a:spcAft>
              <a:buClr>
                <a:schemeClr val="dk1"/>
              </a:buClr>
              <a:buSzPts val="1200"/>
              <a:buChar char="■"/>
              <a:defRPr sz="1200">
                <a:solidFill>
                  <a:schemeClr val="dk1"/>
                </a:solidFill>
              </a:defRPr>
            </a:lvl9pPr>
          </a:lstStyle>
          <a:p/>
        </p:txBody>
      </p:sp>
      <p:sp>
        <p:nvSpPr>
          <p:cNvPr id="127" name="Google Shape;127;p19"/>
          <p:cNvSpPr txBox="1"/>
          <p:nvPr>
            <p:ph idx="2" type="body"/>
          </p:nvPr>
        </p:nvSpPr>
        <p:spPr>
          <a:xfrm>
            <a:off x="1371975" y="3538575"/>
            <a:ext cx="2847000" cy="502800"/>
          </a:xfrm>
          <a:prstGeom prst="rect">
            <a:avLst/>
          </a:prstGeom>
        </p:spPr>
        <p:txBody>
          <a:bodyPr anchorCtr="0" anchor="t" bIns="91425" lIns="91425" spcFirstLastPara="1" rIns="91425" wrap="square" tIns="91425">
            <a:noAutofit/>
          </a:bodyPr>
          <a:lstStyle>
            <a:lvl1pPr indent="-304800" lvl="0" marL="457200" rtl="0" algn="ctr">
              <a:lnSpc>
                <a:spcPct val="100000"/>
              </a:lnSpc>
              <a:spcBef>
                <a:spcPts val="0"/>
              </a:spcBef>
              <a:spcAft>
                <a:spcPts val="0"/>
              </a:spcAft>
              <a:buClr>
                <a:schemeClr val="dk1"/>
              </a:buClr>
              <a:buSzPts val="1200"/>
              <a:buChar char="●"/>
              <a:defRPr>
                <a:solidFill>
                  <a:schemeClr val="lt1"/>
                </a:solidFill>
              </a:defRPr>
            </a:lvl1pPr>
            <a:lvl2pPr indent="-304800" lvl="1" marL="914400" rtl="0">
              <a:spcBef>
                <a:spcPts val="0"/>
              </a:spcBef>
              <a:spcAft>
                <a:spcPts val="0"/>
              </a:spcAft>
              <a:buClr>
                <a:schemeClr val="dk1"/>
              </a:buClr>
              <a:buSzPts val="1200"/>
              <a:buChar char="○"/>
              <a:defRPr sz="1200">
                <a:solidFill>
                  <a:schemeClr val="dk1"/>
                </a:solidFill>
              </a:defRPr>
            </a:lvl2pPr>
            <a:lvl3pPr indent="-304800" lvl="2" marL="1371600" rtl="0">
              <a:spcBef>
                <a:spcPts val="1600"/>
              </a:spcBef>
              <a:spcAft>
                <a:spcPts val="0"/>
              </a:spcAft>
              <a:buClr>
                <a:schemeClr val="dk1"/>
              </a:buClr>
              <a:buSzPts val="1200"/>
              <a:buChar char="■"/>
              <a:defRPr sz="1200">
                <a:solidFill>
                  <a:schemeClr val="dk1"/>
                </a:solidFill>
              </a:defRPr>
            </a:lvl3pPr>
            <a:lvl4pPr indent="-304800" lvl="3" marL="1828800" rtl="0">
              <a:spcBef>
                <a:spcPts val="1600"/>
              </a:spcBef>
              <a:spcAft>
                <a:spcPts val="0"/>
              </a:spcAft>
              <a:buClr>
                <a:schemeClr val="dk1"/>
              </a:buClr>
              <a:buSzPts val="1200"/>
              <a:buChar char="●"/>
              <a:defRPr sz="1200">
                <a:solidFill>
                  <a:schemeClr val="dk1"/>
                </a:solidFill>
              </a:defRPr>
            </a:lvl4pPr>
            <a:lvl5pPr indent="-304800" lvl="4" marL="2286000" rtl="0">
              <a:spcBef>
                <a:spcPts val="1600"/>
              </a:spcBef>
              <a:spcAft>
                <a:spcPts val="0"/>
              </a:spcAft>
              <a:buClr>
                <a:schemeClr val="dk1"/>
              </a:buClr>
              <a:buSzPts val="1200"/>
              <a:buChar char="○"/>
              <a:defRPr sz="1200">
                <a:solidFill>
                  <a:schemeClr val="dk1"/>
                </a:solidFill>
              </a:defRPr>
            </a:lvl5pPr>
            <a:lvl6pPr indent="-304800" lvl="5" marL="2743200" rtl="0">
              <a:spcBef>
                <a:spcPts val="1600"/>
              </a:spcBef>
              <a:spcAft>
                <a:spcPts val="0"/>
              </a:spcAft>
              <a:buClr>
                <a:schemeClr val="dk1"/>
              </a:buClr>
              <a:buSzPts val="1200"/>
              <a:buChar char="■"/>
              <a:defRPr sz="1200">
                <a:solidFill>
                  <a:schemeClr val="dk1"/>
                </a:solidFill>
              </a:defRPr>
            </a:lvl6pPr>
            <a:lvl7pPr indent="-304800" lvl="6" marL="3200400" rtl="0">
              <a:spcBef>
                <a:spcPts val="1600"/>
              </a:spcBef>
              <a:spcAft>
                <a:spcPts val="0"/>
              </a:spcAft>
              <a:buClr>
                <a:schemeClr val="dk1"/>
              </a:buClr>
              <a:buSzPts val="1200"/>
              <a:buChar char="●"/>
              <a:defRPr sz="1200">
                <a:solidFill>
                  <a:schemeClr val="dk1"/>
                </a:solidFill>
              </a:defRPr>
            </a:lvl7pPr>
            <a:lvl8pPr indent="-304800" lvl="7" marL="3657600" rtl="0">
              <a:spcBef>
                <a:spcPts val="1600"/>
              </a:spcBef>
              <a:spcAft>
                <a:spcPts val="0"/>
              </a:spcAft>
              <a:buClr>
                <a:schemeClr val="dk1"/>
              </a:buClr>
              <a:buSzPts val="1200"/>
              <a:buChar char="○"/>
              <a:defRPr sz="1200">
                <a:solidFill>
                  <a:schemeClr val="dk1"/>
                </a:solidFill>
              </a:defRPr>
            </a:lvl8pPr>
            <a:lvl9pPr indent="-304800" lvl="8" marL="4114800" rtl="0">
              <a:spcBef>
                <a:spcPts val="1600"/>
              </a:spcBef>
              <a:spcAft>
                <a:spcPts val="1600"/>
              </a:spcAft>
              <a:buClr>
                <a:schemeClr val="dk1"/>
              </a:buClr>
              <a:buSzPts val="1200"/>
              <a:buChar char="■"/>
              <a:defRPr sz="1200">
                <a:solidFill>
                  <a:schemeClr val="dk1"/>
                </a:solidFill>
              </a:defRPr>
            </a:lvl9pPr>
          </a:lstStyle>
          <a:p/>
        </p:txBody>
      </p:sp>
      <p:sp>
        <p:nvSpPr>
          <p:cNvPr id="128" name="Google Shape;128;p19"/>
          <p:cNvSpPr txBox="1"/>
          <p:nvPr>
            <p:ph type="title"/>
          </p:nvPr>
        </p:nvSpPr>
        <p:spPr>
          <a:xfrm>
            <a:off x="3521850" y="538575"/>
            <a:ext cx="2100300" cy="365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5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9" name="Google Shape;129;p19"/>
          <p:cNvSpPr txBox="1"/>
          <p:nvPr>
            <p:ph idx="3" type="subTitle"/>
          </p:nvPr>
        </p:nvSpPr>
        <p:spPr>
          <a:xfrm>
            <a:off x="1745325" y="3261750"/>
            <a:ext cx="2100300" cy="343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b="1" sz="1600">
                <a:solidFill>
                  <a:schemeClr val="lt1"/>
                </a:solidFill>
                <a:latin typeface="Lato"/>
                <a:ea typeface="Lato"/>
                <a:cs typeface="Lato"/>
                <a:sym typeface="Lato"/>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30" name="Google Shape;130;p19"/>
          <p:cNvSpPr txBox="1"/>
          <p:nvPr>
            <p:ph idx="4" type="subTitle"/>
          </p:nvPr>
        </p:nvSpPr>
        <p:spPr>
          <a:xfrm>
            <a:off x="5298375" y="3261750"/>
            <a:ext cx="2100300" cy="343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b="1" sz="1600">
                <a:solidFill>
                  <a:schemeClr val="lt1"/>
                </a:solidFill>
                <a:latin typeface="Lato"/>
                <a:ea typeface="Lato"/>
                <a:cs typeface="Lato"/>
                <a:sym typeface="Lato"/>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31" name="Google Shape;131;p19"/>
          <p:cNvSpPr/>
          <p:nvPr/>
        </p:nvSpPr>
        <p:spPr>
          <a:xfrm>
            <a:off x="7738050" y="-371025"/>
            <a:ext cx="2720400" cy="27285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9"/>
          <p:cNvSpPr/>
          <p:nvPr/>
        </p:nvSpPr>
        <p:spPr>
          <a:xfrm>
            <a:off x="3992250" y="3957600"/>
            <a:ext cx="1159500" cy="1185900"/>
          </a:xfrm>
          <a:prstGeom prst="ellipse">
            <a:avLst/>
          </a:prstGeom>
          <a:solidFill>
            <a:srgbClr val="C1CFE0">
              <a:alpha val="40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_1">
    <p:bg>
      <p:bgPr>
        <a:solidFill>
          <a:schemeClr val="lt2"/>
        </a:solidFill>
      </p:bgPr>
    </p:bg>
    <p:spTree>
      <p:nvGrpSpPr>
        <p:cNvPr id="133" name="Shape 133"/>
        <p:cNvGrpSpPr/>
        <p:nvPr/>
      </p:nvGrpSpPr>
      <p:grpSpPr>
        <a:xfrm>
          <a:off x="0" y="0"/>
          <a:ext cx="0" cy="0"/>
          <a:chOff x="0" y="0"/>
          <a:chExt cx="0" cy="0"/>
        </a:xfrm>
      </p:grpSpPr>
      <p:sp>
        <p:nvSpPr>
          <p:cNvPr id="134" name="Google Shape;134;p20"/>
          <p:cNvSpPr txBox="1"/>
          <p:nvPr>
            <p:ph type="title"/>
          </p:nvPr>
        </p:nvSpPr>
        <p:spPr>
          <a:xfrm>
            <a:off x="704088" y="539496"/>
            <a:ext cx="3576000" cy="365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b="1" sz="2500">
                <a:solidFill>
                  <a:schemeClr val="accent3"/>
                </a:solidFill>
              </a:defRPr>
            </a:lvl1pPr>
            <a:lvl2pPr lvl="1" rtl="0">
              <a:spcBef>
                <a:spcPts val="0"/>
              </a:spcBef>
              <a:spcAft>
                <a:spcPts val="0"/>
              </a:spcAft>
              <a:buNone/>
              <a:defRPr b="1" sz="2500">
                <a:solidFill>
                  <a:schemeClr val="accent3"/>
                </a:solidFill>
              </a:defRPr>
            </a:lvl2pPr>
            <a:lvl3pPr lvl="2" rtl="0">
              <a:spcBef>
                <a:spcPts val="0"/>
              </a:spcBef>
              <a:spcAft>
                <a:spcPts val="0"/>
              </a:spcAft>
              <a:buNone/>
              <a:defRPr b="1" sz="2500">
                <a:solidFill>
                  <a:schemeClr val="accent3"/>
                </a:solidFill>
              </a:defRPr>
            </a:lvl3pPr>
            <a:lvl4pPr lvl="3" rtl="0">
              <a:spcBef>
                <a:spcPts val="0"/>
              </a:spcBef>
              <a:spcAft>
                <a:spcPts val="0"/>
              </a:spcAft>
              <a:buNone/>
              <a:defRPr b="1" sz="2500">
                <a:solidFill>
                  <a:schemeClr val="accent3"/>
                </a:solidFill>
              </a:defRPr>
            </a:lvl4pPr>
            <a:lvl5pPr lvl="4" rtl="0">
              <a:spcBef>
                <a:spcPts val="0"/>
              </a:spcBef>
              <a:spcAft>
                <a:spcPts val="0"/>
              </a:spcAft>
              <a:buNone/>
              <a:defRPr b="1" sz="2500">
                <a:solidFill>
                  <a:schemeClr val="accent3"/>
                </a:solidFill>
              </a:defRPr>
            </a:lvl5pPr>
            <a:lvl6pPr lvl="5" rtl="0">
              <a:spcBef>
                <a:spcPts val="0"/>
              </a:spcBef>
              <a:spcAft>
                <a:spcPts val="0"/>
              </a:spcAft>
              <a:buNone/>
              <a:defRPr b="1" sz="2500">
                <a:solidFill>
                  <a:schemeClr val="accent3"/>
                </a:solidFill>
              </a:defRPr>
            </a:lvl6pPr>
            <a:lvl7pPr lvl="6" rtl="0">
              <a:spcBef>
                <a:spcPts val="0"/>
              </a:spcBef>
              <a:spcAft>
                <a:spcPts val="0"/>
              </a:spcAft>
              <a:buNone/>
              <a:defRPr b="1" sz="2500">
                <a:solidFill>
                  <a:schemeClr val="accent3"/>
                </a:solidFill>
              </a:defRPr>
            </a:lvl7pPr>
            <a:lvl8pPr lvl="7" rtl="0">
              <a:spcBef>
                <a:spcPts val="0"/>
              </a:spcBef>
              <a:spcAft>
                <a:spcPts val="0"/>
              </a:spcAft>
              <a:buNone/>
              <a:defRPr b="1" sz="2500">
                <a:solidFill>
                  <a:schemeClr val="accent3"/>
                </a:solidFill>
              </a:defRPr>
            </a:lvl8pPr>
            <a:lvl9pPr lvl="8" rtl="0">
              <a:spcBef>
                <a:spcPts val="0"/>
              </a:spcBef>
              <a:spcAft>
                <a:spcPts val="0"/>
              </a:spcAft>
              <a:buNone/>
              <a:defRPr b="1" sz="2500">
                <a:solidFill>
                  <a:schemeClr val="accent3"/>
                </a:solidFill>
              </a:defRPr>
            </a:lvl9pPr>
          </a:lstStyle>
          <a:p/>
        </p:txBody>
      </p:sp>
      <p:sp>
        <p:nvSpPr>
          <p:cNvPr id="135" name="Google Shape;135;p20"/>
          <p:cNvSpPr txBox="1"/>
          <p:nvPr>
            <p:ph idx="1" type="subTitle"/>
          </p:nvPr>
        </p:nvSpPr>
        <p:spPr>
          <a:xfrm>
            <a:off x="1103550" y="1874778"/>
            <a:ext cx="1856100" cy="347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b="1" sz="1600">
                <a:solidFill>
                  <a:schemeClr val="lt1"/>
                </a:solidFill>
                <a:latin typeface="Lato"/>
                <a:ea typeface="Lato"/>
                <a:cs typeface="Lato"/>
                <a:sym typeface="Lato"/>
              </a:defRPr>
            </a:lvl1pPr>
            <a:lvl2pPr lvl="1" rtl="0" algn="r">
              <a:lnSpc>
                <a:spcPct val="100000"/>
              </a:lnSpc>
              <a:spcBef>
                <a:spcPts val="0"/>
              </a:spcBef>
              <a:spcAft>
                <a:spcPts val="0"/>
              </a:spcAft>
              <a:buNone/>
              <a:defRPr b="1" sz="1600">
                <a:solidFill>
                  <a:schemeClr val="lt1"/>
                </a:solidFill>
                <a:latin typeface="Lato"/>
                <a:ea typeface="Lato"/>
                <a:cs typeface="Lato"/>
                <a:sym typeface="Lato"/>
              </a:defRPr>
            </a:lvl2pPr>
            <a:lvl3pPr lvl="2" rtl="0" algn="r">
              <a:lnSpc>
                <a:spcPct val="100000"/>
              </a:lnSpc>
              <a:spcBef>
                <a:spcPts val="0"/>
              </a:spcBef>
              <a:spcAft>
                <a:spcPts val="0"/>
              </a:spcAft>
              <a:buNone/>
              <a:defRPr b="1" sz="1600">
                <a:solidFill>
                  <a:schemeClr val="lt1"/>
                </a:solidFill>
                <a:latin typeface="Lato"/>
                <a:ea typeface="Lato"/>
                <a:cs typeface="Lato"/>
                <a:sym typeface="Lato"/>
              </a:defRPr>
            </a:lvl3pPr>
            <a:lvl4pPr lvl="3" rtl="0" algn="r">
              <a:lnSpc>
                <a:spcPct val="100000"/>
              </a:lnSpc>
              <a:spcBef>
                <a:spcPts val="0"/>
              </a:spcBef>
              <a:spcAft>
                <a:spcPts val="0"/>
              </a:spcAft>
              <a:buNone/>
              <a:defRPr b="1" sz="1600">
                <a:solidFill>
                  <a:schemeClr val="lt1"/>
                </a:solidFill>
                <a:latin typeface="Lato"/>
                <a:ea typeface="Lato"/>
                <a:cs typeface="Lato"/>
                <a:sym typeface="Lato"/>
              </a:defRPr>
            </a:lvl4pPr>
            <a:lvl5pPr lvl="4" rtl="0" algn="r">
              <a:lnSpc>
                <a:spcPct val="100000"/>
              </a:lnSpc>
              <a:spcBef>
                <a:spcPts val="0"/>
              </a:spcBef>
              <a:spcAft>
                <a:spcPts val="0"/>
              </a:spcAft>
              <a:buNone/>
              <a:defRPr b="1" sz="1600">
                <a:solidFill>
                  <a:schemeClr val="lt1"/>
                </a:solidFill>
                <a:latin typeface="Lato"/>
                <a:ea typeface="Lato"/>
                <a:cs typeface="Lato"/>
                <a:sym typeface="Lato"/>
              </a:defRPr>
            </a:lvl5pPr>
            <a:lvl6pPr lvl="5" rtl="0" algn="r">
              <a:lnSpc>
                <a:spcPct val="100000"/>
              </a:lnSpc>
              <a:spcBef>
                <a:spcPts val="0"/>
              </a:spcBef>
              <a:spcAft>
                <a:spcPts val="0"/>
              </a:spcAft>
              <a:buNone/>
              <a:defRPr b="1" sz="1600">
                <a:solidFill>
                  <a:schemeClr val="lt1"/>
                </a:solidFill>
                <a:latin typeface="Lato"/>
                <a:ea typeface="Lato"/>
                <a:cs typeface="Lato"/>
                <a:sym typeface="Lato"/>
              </a:defRPr>
            </a:lvl6pPr>
            <a:lvl7pPr lvl="6" rtl="0" algn="r">
              <a:lnSpc>
                <a:spcPct val="100000"/>
              </a:lnSpc>
              <a:spcBef>
                <a:spcPts val="0"/>
              </a:spcBef>
              <a:spcAft>
                <a:spcPts val="0"/>
              </a:spcAft>
              <a:buNone/>
              <a:defRPr b="1" sz="1600">
                <a:solidFill>
                  <a:schemeClr val="lt1"/>
                </a:solidFill>
                <a:latin typeface="Lato"/>
                <a:ea typeface="Lato"/>
                <a:cs typeface="Lato"/>
                <a:sym typeface="Lato"/>
              </a:defRPr>
            </a:lvl7pPr>
            <a:lvl8pPr lvl="7" rtl="0" algn="r">
              <a:lnSpc>
                <a:spcPct val="100000"/>
              </a:lnSpc>
              <a:spcBef>
                <a:spcPts val="0"/>
              </a:spcBef>
              <a:spcAft>
                <a:spcPts val="0"/>
              </a:spcAft>
              <a:buNone/>
              <a:defRPr b="1" sz="1600">
                <a:solidFill>
                  <a:schemeClr val="lt1"/>
                </a:solidFill>
                <a:latin typeface="Lato"/>
                <a:ea typeface="Lato"/>
                <a:cs typeface="Lato"/>
                <a:sym typeface="Lato"/>
              </a:defRPr>
            </a:lvl8pPr>
            <a:lvl9pPr lvl="8" rtl="0" algn="r">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136" name="Google Shape;136;p20"/>
          <p:cNvSpPr txBox="1"/>
          <p:nvPr>
            <p:ph idx="2" type="subTitle"/>
          </p:nvPr>
        </p:nvSpPr>
        <p:spPr>
          <a:xfrm>
            <a:off x="522750" y="2145672"/>
            <a:ext cx="2436900" cy="502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0"/>
              </a:spcBef>
              <a:spcAft>
                <a:spcPts val="0"/>
              </a:spcAft>
              <a:buNone/>
              <a:defRPr sz="1400">
                <a:solidFill>
                  <a:schemeClr val="lt1"/>
                </a:solidFill>
              </a:defRPr>
            </a:lvl2pPr>
            <a:lvl3pPr lvl="2" rtl="0" algn="r">
              <a:lnSpc>
                <a:spcPct val="100000"/>
              </a:lnSpc>
              <a:spcBef>
                <a:spcPts val="0"/>
              </a:spcBef>
              <a:spcAft>
                <a:spcPts val="0"/>
              </a:spcAft>
              <a:buNone/>
              <a:defRPr sz="1400">
                <a:solidFill>
                  <a:schemeClr val="lt1"/>
                </a:solidFill>
              </a:defRPr>
            </a:lvl3pPr>
            <a:lvl4pPr lvl="3" rtl="0" algn="r">
              <a:lnSpc>
                <a:spcPct val="100000"/>
              </a:lnSpc>
              <a:spcBef>
                <a:spcPts val="0"/>
              </a:spcBef>
              <a:spcAft>
                <a:spcPts val="0"/>
              </a:spcAft>
              <a:buNone/>
              <a:defRPr sz="1400">
                <a:solidFill>
                  <a:schemeClr val="lt1"/>
                </a:solidFill>
              </a:defRPr>
            </a:lvl4pPr>
            <a:lvl5pPr lvl="4" rtl="0" algn="r">
              <a:lnSpc>
                <a:spcPct val="100000"/>
              </a:lnSpc>
              <a:spcBef>
                <a:spcPts val="0"/>
              </a:spcBef>
              <a:spcAft>
                <a:spcPts val="0"/>
              </a:spcAft>
              <a:buNone/>
              <a:defRPr sz="1400">
                <a:solidFill>
                  <a:schemeClr val="lt1"/>
                </a:solidFill>
              </a:defRPr>
            </a:lvl5pPr>
            <a:lvl6pPr lvl="5" rtl="0" algn="r">
              <a:lnSpc>
                <a:spcPct val="100000"/>
              </a:lnSpc>
              <a:spcBef>
                <a:spcPts val="0"/>
              </a:spcBef>
              <a:spcAft>
                <a:spcPts val="0"/>
              </a:spcAft>
              <a:buNone/>
              <a:defRPr sz="1400">
                <a:solidFill>
                  <a:schemeClr val="lt1"/>
                </a:solidFill>
              </a:defRPr>
            </a:lvl6pPr>
            <a:lvl7pPr lvl="6" rtl="0" algn="r">
              <a:lnSpc>
                <a:spcPct val="100000"/>
              </a:lnSpc>
              <a:spcBef>
                <a:spcPts val="0"/>
              </a:spcBef>
              <a:spcAft>
                <a:spcPts val="0"/>
              </a:spcAft>
              <a:buNone/>
              <a:defRPr sz="1400">
                <a:solidFill>
                  <a:schemeClr val="lt1"/>
                </a:solidFill>
              </a:defRPr>
            </a:lvl7pPr>
            <a:lvl8pPr lvl="7" rtl="0" algn="r">
              <a:lnSpc>
                <a:spcPct val="100000"/>
              </a:lnSpc>
              <a:spcBef>
                <a:spcPts val="0"/>
              </a:spcBef>
              <a:spcAft>
                <a:spcPts val="0"/>
              </a:spcAft>
              <a:buNone/>
              <a:defRPr sz="1400">
                <a:solidFill>
                  <a:schemeClr val="lt1"/>
                </a:solidFill>
              </a:defRPr>
            </a:lvl8pPr>
            <a:lvl9pPr lvl="8" rtl="0" algn="r">
              <a:lnSpc>
                <a:spcPct val="100000"/>
              </a:lnSpc>
              <a:spcBef>
                <a:spcPts val="0"/>
              </a:spcBef>
              <a:spcAft>
                <a:spcPts val="0"/>
              </a:spcAft>
              <a:buNone/>
              <a:defRPr sz="1400">
                <a:solidFill>
                  <a:schemeClr val="lt1"/>
                </a:solidFill>
              </a:defRPr>
            </a:lvl9pPr>
          </a:lstStyle>
          <a:p/>
        </p:txBody>
      </p:sp>
      <p:sp>
        <p:nvSpPr>
          <p:cNvPr id="137" name="Google Shape;137;p20"/>
          <p:cNvSpPr txBox="1"/>
          <p:nvPr>
            <p:ph idx="3" type="subTitle"/>
          </p:nvPr>
        </p:nvSpPr>
        <p:spPr>
          <a:xfrm>
            <a:off x="1103550" y="3561822"/>
            <a:ext cx="1856100" cy="347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b="1" sz="1600">
                <a:solidFill>
                  <a:schemeClr val="lt1"/>
                </a:solidFill>
                <a:latin typeface="Lato"/>
                <a:ea typeface="Lato"/>
                <a:cs typeface="Lato"/>
                <a:sym typeface="Lato"/>
              </a:defRPr>
            </a:lvl1pPr>
            <a:lvl2pPr lvl="1" rtl="0" algn="r">
              <a:lnSpc>
                <a:spcPct val="100000"/>
              </a:lnSpc>
              <a:spcBef>
                <a:spcPts val="0"/>
              </a:spcBef>
              <a:spcAft>
                <a:spcPts val="0"/>
              </a:spcAft>
              <a:buNone/>
              <a:defRPr b="1" sz="1600">
                <a:solidFill>
                  <a:schemeClr val="lt1"/>
                </a:solidFill>
                <a:latin typeface="Lato"/>
                <a:ea typeface="Lato"/>
                <a:cs typeface="Lato"/>
                <a:sym typeface="Lato"/>
              </a:defRPr>
            </a:lvl2pPr>
            <a:lvl3pPr lvl="2" rtl="0" algn="r">
              <a:lnSpc>
                <a:spcPct val="100000"/>
              </a:lnSpc>
              <a:spcBef>
                <a:spcPts val="0"/>
              </a:spcBef>
              <a:spcAft>
                <a:spcPts val="0"/>
              </a:spcAft>
              <a:buNone/>
              <a:defRPr b="1" sz="1600">
                <a:solidFill>
                  <a:schemeClr val="lt1"/>
                </a:solidFill>
                <a:latin typeface="Lato"/>
                <a:ea typeface="Lato"/>
                <a:cs typeface="Lato"/>
                <a:sym typeface="Lato"/>
              </a:defRPr>
            </a:lvl3pPr>
            <a:lvl4pPr lvl="3" rtl="0" algn="r">
              <a:lnSpc>
                <a:spcPct val="100000"/>
              </a:lnSpc>
              <a:spcBef>
                <a:spcPts val="0"/>
              </a:spcBef>
              <a:spcAft>
                <a:spcPts val="0"/>
              </a:spcAft>
              <a:buNone/>
              <a:defRPr b="1" sz="1600">
                <a:solidFill>
                  <a:schemeClr val="lt1"/>
                </a:solidFill>
                <a:latin typeface="Lato"/>
                <a:ea typeface="Lato"/>
                <a:cs typeface="Lato"/>
                <a:sym typeface="Lato"/>
              </a:defRPr>
            </a:lvl4pPr>
            <a:lvl5pPr lvl="4" rtl="0" algn="r">
              <a:lnSpc>
                <a:spcPct val="100000"/>
              </a:lnSpc>
              <a:spcBef>
                <a:spcPts val="0"/>
              </a:spcBef>
              <a:spcAft>
                <a:spcPts val="0"/>
              </a:spcAft>
              <a:buNone/>
              <a:defRPr b="1" sz="1600">
                <a:solidFill>
                  <a:schemeClr val="lt1"/>
                </a:solidFill>
                <a:latin typeface="Lato"/>
                <a:ea typeface="Lato"/>
                <a:cs typeface="Lato"/>
                <a:sym typeface="Lato"/>
              </a:defRPr>
            </a:lvl5pPr>
            <a:lvl6pPr lvl="5" rtl="0" algn="r">
              <a:lnSpc>
                <a:spcPct val="100000"/>
              </a:lnSpc>
              <a:spcBef>
                <a:spcPts val="0"/>
              </a:spcBef>
              <a:spcAft>
                <a:spcPts val="0"/>
              </a:spcAft>
              <a:buNone/>
              <a:defRPr b="1" sz="1600">
                <a:solidFill>
                  <a:schemeClr val="lt1"/>
                </a:solidFill>
                <a:latin typeface="Lato"/>
                <a:ea typeface="Lato"/>
                <a:cs typeface="Lato"/>
                <a:sym typeface="Lato"/>
              </a:defRPr>
            </a:lvl6pPr>
            <a:lvl7pPr lvl="6" rtl="0" algn="r">
              <a:lnSpc>
                <a:spcPct val="100000"/>
              </a:lnSpc>
              <a:spcBef>
                <a:spcPts val="0"/>
              </a:spcBef>
              <a:spcAft>
                <a:spcPts val="0"/>
              </a:spcAft>
              <a:buNone/>
              <a:defRPr b="1" sz="1600">
                <a:solidFill>
                  <a:schemeClr val="lt1"/>
                </a:solidFill>
                <a:latin typeface="Lato"/>
                <a:ea typeface="Lato"/>
                <a:cs typeface="Lato"/>
                <a:sym typeface="Lato"/>
              </a:defRPr>
            </a:lvl7pPr>
            <a:lvl8pPr lvl="7" rtl="0" algn="r">
              <a:lnSpc>
                <a:spcPct val="100000"/>
              </a:lnSpc>
              <a:spcBef>
                <a:spcPts val="0"/>
              </a:spcBef>
              <a:spcAft>
                <a:spcPts val="0"/>
              </a:spcAft>
              <a:buNone/>
              <a:defRPr b="1" sz="1600">
                <a:solidFill>
                  <a:schemeClr val="lt1"/>
                </a:solidFill>
                <a:latin typeface="Lato"/>
                <a:ea typeface="Lato"/>
                <a:cs typeface="Lato"/>
                <a:sym typeface="Lato"/>
              </a:defRPr>
            </a:lvl8pPr>
            <a:lvl9pPr lvl="8" rtl="0" algn="r">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138" name="Google Shape;138;p20"/>
          <p:cNvSpPr txBox="1"/>
          <p:nvPr>
            <p:ph idx="4" type="subTitle"/>
          </p:nvPr>
        </p:nvSpPr>
        <p:spPr>
          <a:xfrm>
            <a:off x="522750" y="3832722"/>
            <a:ext cx="2436900" cy="502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0"/>
              </a:spcBef>
              <a:spcAft>
                <a:spcPts val="0"/>
              </a:spcAft>
              <a:buNone/>
              <a:defRPr sz="1400">
                <a:solidFill>
                  <a:schemeClr val="lt1"/>
                </a:solidFill>
              </a:defRPr>
            </a:lvl2pPr>
            <a:lvl3pPr lvl="2" rtl="0" algn="r">
              <a:lnSpc>
                <a:spcPct val="100000"/>
              </a:lnSpc>
              <a:spcBef>
                <a:spcPts val="0"/>
              </a:spcBef>
              <a:spcAft>
                <a:spcPts val="0"/>
              </a:spcAft>
              <a:buNone/>
              <a:defRPr sz="1400">
                <a:solidFill>
                  <a:schemeClr val="lt1"/>
                </a:solidFill>
              </a:defRPr>
            </a:lvl3pPr>
            <a:lvl4pPr lvl="3" rtl="0" algn="r">
              <a:lnSpc>
                <a:spcPct val="100000"/>
              </a:lnSpc>
              <a:spcBef>
                <a:spcPts val="0"/>
              </a:spcBef>
              <a:spcAft>
                <a:spcPts val="0"/>
              </a:spcAft>
              <a:buNone/>
              <a:defRPr sz="1400">
                <a:solidFill>
                  <a:schemeClr val="lt1"/>
                </a:solidFill>
              </a:defRPr>
            </a:lvl4pPr>
            <a:lvl5pPr lvl="4" rtl="0" algn="r">
              <a:lnSpc>
                <a:spcPct val="100000"/>
              </a:lnSpc>
              <a:spcBef>
                <a:spcPts val="0"/>
              </a:spcBef>
              <a:spcAft>
                <a:spcPts val="0"/>
              </a:spcAft>
              <a:buNone/>
              <a:defRPr sz="1400">
                <a:solidFill>
                  <a:schemeClr val="lt1"/>
                </a:solidFill>
              </a:defRPr>
            </a:lvl5pPr>
            <a:lvl6pPr lvl="5" rtl="0" algn="r">
              <a:lnSpc>
                <a:spcPct val="100000"/>
              </a:lnSpc>
              <a:spcBef>
                <a:spcPts val="0"/>
              </a:spcBef>
              <a:spcAft>
                <a:spcPts val="0"/>
              </a:spcAft>
              <a:buNone/>
              <a:defRPr sz="1400">
                <a:solidFill>
                  <a:schemeClr val="lt1"/>
                </a:solidFill>
              </a:defRPr>
            </a:lvl6pPr>
            <a:lvl7pPr lvl="6" rtl="0" algn="r">
              <a:lnSpc>
                <a:spcPct val="100000"/>
              </a:lnSpc>
              <a:spcBef>
                <a:spcPts val="0"/>
              </a:spcBef>
              <a:spcAft>
                <a:spcPts val="0"/>
              </a:spcAft>
              <a:buNone/>
              <a:defRPr sz="1400">
                <a:solidFill>
                  <a:schemeClr val="lt1"/>
                </a:solidFill>
              </a:defRPr>
            </a:lvl7pPr>
            <a:lvl8pPr lvl="7" rtl="0" algn="r">
              <a:lnSpc>
                <a:spcPct val="100000"/>
              </a:lnSpc>
              <a:spcBef>
                <a:spcPts val="0"/>
              </a:spcBef>
              <a:spcAft>
                <a:spcPts val="0"/>
              </a:spcAft>
              <a:buNone/>
              <a:defRPr sz="1400">
                <a:solidFill>
                  <a:schemeClr val="lt1"/>
                </a:solidFill>
              </a:defRPr>
            </a:lvl8pPr>
            <a:lvl9pPr lvl="8" rtl="0" algn="r">
              <a:lnSpc>
                <a:spcPct val="100000"/>
              </a:lnSpc>
              <a:spcBef>
                <a:spcPts val="0"/>
              </a:spcBef>
              <a:spcAft>
                <a:spcPts val="0"/>
              </a:spcAft>
              <a:buNone/>
              <a:defRPr sz="1400">
                <a:solidFill>
                  <a:schemeClr val="lt1"/>
                </a:solidFill>
              </a:defRPr>
            </a:lvl9pPr>
          </a:lstStyle>
          <a:p/>
        </p:txBody>
      </p:sp>
      <p:sp>
        <p:nvSpPr>
          <p:cNvPr id="139" name="Google Shape;139;p20"/>
          <p:cNvSpPr txBox="1"/>
          <p:nvPr>
            <p:ph idx="5" type="subTitle"/>
          </p:nvPr>
        </p:nvSpPr>
        <p:spPr>
          <a:xfrm>
            <a:off x="6184450" y="1874778"/>
            <a:ext cx="1856100" cy="34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140" name="Google Shape;140;p20"/>
          <p:cNvSpPr txBox="1"/>
          <p:nvPr>
            <p:ph idx="6" type="subTitle"/>
          </p:nvPr>
        </p:nvSpPr>
        <p:spPr>
          <a:xfrm>
            <a:off x="6184450" y="2145672"/>
            <a:ext cx="2436900" cy="50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41" name="Google Shape;141;p20"/>
          <p:cNvSpPr txBox="1"/>
          <p:nvPr>
            <p:ph idx="7" type="subTitle"/>
          </p:nvPr>
        </p:nvSpPr>
        <p:spPr>
          <a:xfrm>
            <a:off x="6184450" y="3561822"/>
            <a:ext cx="1856100" cy="34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1600">
                <a:solidFill>
                  <a:schemeClr val="lt1"/>
                </a:solidFill>
                <a:latin typeface="Lato"/>
                <a:ea typeface="Lato"/>
                <a:cs typeface="Lato"/>
                <a:sym typeface="Lato"/>
              </a:defRPr>
            </a:lvl1pPr>
            <a:lvl2pPr lvl="1" rtl="0">
              <a:lnSpc>
                <a:spcPct val="100000"/>
              </a:lnSpc>
              <a:spcBef>
                <a:spcPts val="0"/>
              </a:spcBef>
              <a:spcAft>
                <a:spcPts val="0"/>
              </a:spcAft>
              <a:buNone/>
              <a:defRPr b="1" sz="1600">
                <a:solidFill>
                  <a:schemeClr val="lt1"/>
                </a:solidFill>
                <a:latin typeface="Lato"/>
                <a:ea typeface="Lato"/>
                <a:cs typeface="Lato"/>
                <a:sym typeface="Lato"/>
              </a:defRPr>
            </a:lvl2pPr>
            <a:lvl3pPr lvl="2" rtl="0">
              <a:lnSpc>
                <a:spcPct val="100000"/>
              </a:lnSpc>
              <a:spcBef>
                <a:spcPts val="0"/>
              </a:spcBef>
              <a:spcAft>
                <a:spcPts val="0"/>
              </a:spcAft>
              <a:buNone/>
              <a:defRPr b="1" sz="1600">
                <a:solidFill>
                  <a:schemeClr val="lt1"/>
                </a:solidFill>
                <a:latin typeface="Lato"/>
                <a:ea typeface="Lato"/>
                <a:cs typeface="Lato"/>
                <a:sym typeface="Lato"/>
              </a:defRPr>
            </a:lvl3pPr>
            <a:lvl4pPr lvl="3" rtl="0">
              <a:lnSpc>
                <a:spcPct val="100000"/>
              </a:lnSpc>
              <a:spcBef>
                <a:spcPts val="0"/>
              </a:spcBef>
              <a:spcAft>
                <a:spcPts val="0"/>
              </a:spcAft>
              <a:buNone/>
              <a:defRPr b="1" sz="1600">
                <a:solidFill>
                  <a:schemeClr val="lt1"/>
                </a:solidFill>
                <a:latin typeface="Lato"/>
                <a:ea typeface="Lato"/>
                <a:cs typeface="Lato"/>
                <a:sym typeface="Lato"/>
              </a:defRPr>
            </a:lvl4pPr>
            <a:lvl5pPr lvl="4" rtl="0">
              <a:lnSpc>
                <a:spcPct val="100000"/>
              </a:lnSpc>
              <a:spcBef>
                <a:spcPts val="0"/>
              </a:spcBef>
              <a:spcAft>
                <a:spcPts val="0"/>
              </a:spcAft>
              <a:buNone/>
              <a:defRPr b="1" sz="1600">
                <a:solidFill>
                  <a:schemeClr val="lt1"/>
                </a:solidFill>
                <a:latin typeface="Lato"/>
                <a:ea typeface="Lato"/>
                <a:cs typeface="Lato"/>
                <a:sym typeface="Lato"/>
              </a:defRPr>
            </a:lvl5pPr>
            <a:lvl6pPr lvl="5" rtl="0">
              <a:lnSpc>
                <a:spcPct val="100000"/>
              </a:lnSpc>
              <a:spcBef>
                <a:spcPts val="0"/>
              </a:spcBef>
              <a:spcAft>
                <a:spcPts val="0"/>
              </a:spcAft>
              <a:buNone/>
              <a:defRPr b="1" sz="1600">
                <a:solidFill>
                  <a:schemeClr val="lt1"/>
                </a:solidFill>
                <a:latin typeface="Lato"/>
                <a:ea typeface="Lato"/>
                <a:cs typeface="Lato"/>
                <a:sym typeface="Lato"/>
              </a:defRPr>
            </a:lvl6pPr>
            <a:lvl7pPr lvl="6" rtl="0">
              <a:lnSpc>
                <a:spcPct val="100000"/>
              </a:lnSpc>
              <a:spcBef>
                <a:spcPts val="0"/>
              </a:spcBef>
              <a:spcAft>
                <a:spcPts val="0"/>
              </a:spcAft>
              <a:buNone/>
              <a:defRPr b="1" sz="1600">
                <a:solidFill>
                  <a:schemeClr val="lt1"/>
                </a:solidFill>
                <a:latin typeface="Lato"/>
                <a:ea typeface="Lato"/>
                <a:cs typeface="Lato"/>
                <a:sym typeface="Lato"/>
              </a:defRPr>
            </a:lvl7pPr>
            <a:lvl8pPr lvl="7" rtl="0">
              <a:lnSpc>
                <a:spcPct val="100000"/>
              </a:lnSpc>
              <a:spcBef>
                <a:spcPts val="0"/>
              </a:spcBef>
              <a:spcAft>
                <a:spcPts val="0"/>
              </a:spcAft>
              <a:buNone/>
              <a:defRPr b="1" sz="1600">
                <a:solidFill>
                  <a:schemeClr val="lt1"/>
                </a:solidFill>
                <a:latin typeface="Lato"/>
                <a:ea typeface="Lato"/>
                <a:cs typeface="Lato"/>
                <a:sym typeface="Lato"/>
              </a:defRPr>
            </a:lvl8pPr>
            <a:lvl9pPr lvl="8" rtl="0">
              <a:lnSpc>
                <a:spcPct val="100000"/>
              </a:lnSpc>
              <a:spcBef>
                <a:spcPts val="0"/>
              </a:spcBef>
              <a:spcAft>
                <a:spcPts val="0"/>
              </a:spcAft>
              <a:buNone/>
              <a:defRPr b="1" sz="1600">
                <a:solidFill>
                  <a:schemeClr val="lt1"/>
                </a:solidFill>
                <a:latin typeface="Lato"/>
                <a:ea typeface="Lato"/>
                <a:cs typeface="Lato"/>
                <a:sym typeface="Lato"/>
              </a:defRPr>
            </a:lvl9pPr>
          </a:lstStyle>
          <a:p/>
        </p:txBody>
      </p:sp>
      <p:sp>
        <p:nvSpPr>
          <p:cNvPr id="142" name="Google Shape;142;p20"/>
          <p:cNvSpPr txBox="1"/>
          <p:nvPr>
            <p:ph idx="8" type="subTitle"/>
          </p:nvPr>
        </p:nvSpPr>
        <p:spPr>
          <a:xfrm>
            <a:off x="6184450" y="3832722"/>
            <a:ext cx="2436900" cy="502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43" name="Google Shape;143;p20"/>
          <p:cNvSpPr/>
          <p:nvPr/>
        </p:nvSpPr>
        <p:spPr>
          <a:xfrm>
            <a:off x="7738050" y="-371025"/>
            <a:ext cx="2720400" cy="27285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02">
  <p:cSld name="TITLE_ONLY_1">
    <p:bg>
      <p:bgPr>
        <a:solidFill>
          <a:schemeClr val="lt2"/>
        </a:solidFill>
      </p:bgPr>
    </p:bg>
    <p:spTree>
      <p:nvGrpSpPr>
        <p:cNvPr id="144" name="Shape 144"/>
        <p:cNvGrpSpPr/>
        <p:nvPr/>
      </p:nvGrpSpPr>
      <p:grpSpPr>
        <a:xfrm>
          <a:off x="0" y="0"/>
          <a:ext cx="0" cy="0"/>
          <a:chOff x="0" y="0"/>
          <a:chExt cx="0" cy="0"/>
        </a:xfrm>
      </p:grpSpPr>
      <p:sp>
        <p:nvSpPr>
          <p:cNvPr id="145" name="Google Shape;145;p21"/>
          <p:cNvSpPr txBox="1"/>
          <p:nvPr>
            <p:ph type="title"/>
          </p:nvPr>
        </p:nvSpPr>
        <p:spPr>
          <a:xfrm>
            <a:off x="708625" y="538575"/>
            <a:ext cx="7721100" cy="365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sz="25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6" name="Google Shape;146;p21"/>
          <p:cNvSpPr/>
          <p:nvPr/>
        </p:nvSpPr>
        <p:spPr>
          <a:xfrm>
            <a:off x="7738050" y="-371025"/>
            <a:ext cx="2720400" cy="27285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1"/>
          <p:cNvSpPr/>
          <p:nvPr/>
        </p:nvSpPr>
        <p:spPr>
          <a:xfrm>
            <a:off x="7972375" y="3962400"/>
            <a:ext cx="915000" cy="936000"/>
          </a:xfrm>
          <a:prstGeom prst="ellipse">
            <a:avLst/>
          </a:prstGeom>
          <a:solidFill>
            <a:srgbClr val="7DB0EB">
              <a:alpha val="653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02">
  <p:cSld name="SECTION_HEADER_1_1_1">
    <p:bg>
      <p:bgPr>
        <a:solidFill>
          <a:schemeClr val="accent3"/>
        </a:solidFill>
      </p:bgPr>
    </p:bg>
    <p:spTree>
      <p:nvGrpSpPr>
        <p:cNvPr id="148" name="Shape 148"/>
        <p:cNvGrpSpPr/>
        <p:nvPr/>
      </p:nvGrpSpPr>
      <p:grpSpPr>
        <a:xfrm>
          <a:off x="0" y="0"/>
          <a:ext cx="0" cy="0"/>
          <a:chOff x="0" y="0"/>
          <a:chExt cx="0" cy="0"/>
        </a:xfrm>
      </p:grpSpPr>
      <p:sp>
        <p:nvSpPr>
          <p:cNvPr id="149" name="Google Shape;149;p22"/>
          <p:cNvSpPr txBox="1"/>
          <p:nvPr>
            <p:ph idx="1" type="subTitle"/>
          </p:nvPr>
        </p:nvSpPr>
        <p:spPr>
          <a:xfrm>
            <a:off x="713100" y="2405100"/>
            <a:ext cx="2887500" cy="1171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600">
                <a:solidFill>
                  <a:schemeClr val="accent4"/>
                </a:solidFill>
              </a:defRPr>
            </a:lvl1pPr>
            <a:lvl2pPr lvl="1" rtl="0">
              <a:lnSpc>
                <a:spcPct val="100000"/>
              </a:lnSpc>
              <a:spcBef>
                <a:spcPts val="0"/>
              </a:spcBef>
              <a:spcAft>
                <a:spcPts val="0"/>
              </a:spcAft>
              <a:buNone/>
              <a:defRPr sz="1600">
                <a:solidFill>
                  <a:schemeClr val="accent4"/>
                </a:solidFill>
              </a:defRPr>
            </a:lvl2pPr>
            <a:lvl3pPr lvl="2" rtl="0">
              <a:lnSpc>
                <a:spcPct val="100000"/>
              </a:lnSpc>
              <a:spcBef>
                <a:spcPts val="0"/>
              </a:spcBef>
              <a:spcAft>
                <a:spcPts val="0"/>
              </a:spcAft>
              <a:buNone/>
              <a:defRPr sz="1600">
                <a:solidFill>
                  <a:schemeClr val="accent4"/>
                </a:solidFill>
              </a:defRPr>
            </a:lvl3pPr>
            <a:lvl4pPr lvl="3" rtl="0">
              <a:lnSpc>
                <a:spcPct val="100000"/>
              </a:lnSpc>
              <a:spcBef>
                <a:spcPts val="0"/>
              </a:spcBef>
              <a:spcAft>
                <a:spcPts val="0"/>
              </a:spcAft>
              <a:buNone/>
              <a:defRPr sz="1600">
                <a:solidFill>
                  <a:schemeClr val="accent4"/>
                </a:solidFill>
              </a:defRPr>
            </a:lvl4pPr>
            <a:lvl5pPr lvl="4" rtl="0">
              <a:lnSpc>
                <a:spcPct val="100000"/>
              </a:lnSpc>
              <a:spcBef>
                <a:spcPts val="0"/>
              </a:spcBef>
              <a:spcAft>
                <a:spcPts val="0"/>
              </a:spcAft>
              <a:buNone/>
              <a:defRPr sz="1600">
                <a:solidFill>
                  <a:schemeClr val="accent4"/>
                </a:solidFill>
              </a:defRPr>
            </a:lvl5pPr>
            <a:lvl6pPr lvl="5" rtl="0">
              <a:lnSpc>
                <a:spcPct val="100000"/>
              </a:lnSpc>
              <a:spcBef>
                <a:spcPts val="0"/>
              </a:spcBef>
              <a:spcAft>
                <a:spcPts val="0"/>
              </a:spcAft>
              <a:buNone/>
              <a:defRPr sz="1600">
                <a:solidFill>
                  <a:schemeClr val="accent4"/>
                </a:solidFill>
              </a:defRPr>
            </a:lvl6pPr>
            <a:lvl7pPr lvl="6" rtl="0">
              <a:lnSpc>
                <a:spcPct val="100000"/>
              </a:lnSpc>
              <a:spcBef>
                <a:spcPts val="0"/>
              </a:spcBef>
              <a:spcAft>
                <a:spcPts val="0"/>
              </a:spcAft>
              <a:buNone/>
              <a:defRPr sz="1600">
                <a:solidFill>
                  <a:schemeClr val="accent4"/>
                </a:solidFill>
              </a:defRPr>
            </a:lvl7pPr>
            <a:lvl8pPr lvl="7" rtl="0">
              <a:lnSpc>
                <a:spcPct val="100000"/>
              </a:lnSpc>
              <a:spcBef>
                <a:spcPts val="0"/>
              </a:spcBef>
              <a:spcAft>
                <a:spcPts val="0"/>
              </a:spcAft>
              <a:buNone/>
              <a:defRPr sz="1600">
                <a:solidFill>
                  <a:schemeClr val="accent4"/>
                </a:solidFill>
              </a:defRPr>
            </a:lvl8pPr>
            <a:lvl9pPr lvl="8" rtl="0">
              <a:lnSpc>
                <a:spcPct val="100000"/>
              </a:lnSpc>
              <a:spcBef>
                <a:spcPts val="0"/>
              </a:spcBef>
              <a:spcAft>
                <a:spcPts val="0"/>
              </a:spcAft>
              <a:buNone/>
              <a:defRPr sz="1600">
                <a:solidFill>
                  <a:schemeClr val="accent4"/>
                </a:solidFill>
              </a:defRPr>
            </a:lvl9pPr>
          </a:lstStyle>
          <a:p/>
        </p:txBody>
      </p:sp>
      <p:sp>
        <p:nvSpPr>
          <p:cNvPr id="150" name="Google Shape;150;p22"/>
          <p:cNvSpPr txBox="1"/>
          <p:nvPr>
            <p:ph type="title"/>
          </p:nvPr>
        </p:nvSpPr>
        <p:spPr>
          <a:xfrm>
            <a:off x="714125" y="1566900"/>
            <a:ext cx="3105600" cy="885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2"/>
              </a:buClr>
              <a:buSzPts val="3600"/>
              <a:buNone/>
              <a:defRPr b="1" sz="4000">
                <a:solidFill>
                  <a:schemeClr val="accent4"/>
                </a:solidFill>
              </a:defRPr>
            </a:lvl1pPr>
            <a:lvl2pPr lvl="1" rtl="0">
              <a:spcBef>
                <a:spcPts val="0"/>
              </a:spcBef>
              <a:spcAft>
                <a:spcPts val="0"/>
              </a:spcAft>
              <a:buClr>
                <a:schemeClr val="dk2"/>
              </a:buClr>
              <a:buSzPts val="3600"/>
              <a:buNone/>
              <a:defRPr sz="3600">
                <a:solidFill>
                  <a:schemeClr val="dk2"/>
                </a:solidFill>
              </a:defRPr>
            </a:lvl2pPr>
            <a:lvl3pPr lvl="2" rtl="0">
              <a:spcBef>
                <a:spcPts val="0"/>
              </a:spcBef>
              <a:spcAft>
                <a:spcPts val="0"/>
              </a:spcAft>
              <a:buClr>
                <a:schemeClr val="dk2"/>
              </a:buClr>
              <a:buSzPts val="3600"/>
              <a:buNone/>
              <a:defRPr sz="3600">
                <a:solidFill>
                  <a:schemeClr val="dk2"/>
                </a:solidFill>
              </a:defRPr>
            </a:lvl3pPr>
            <a:lvl4pPr lvl="3" rtl="0">
              <a:spcBef>
                <a:spcPts val="0"/>
              </a:spcBef>
              <a:spcAft>
                <a:spcPts val="0"/>
              </a:spcAft>
              <a:buClr>
                <a:schemeClr val="dk2"/>
              </a:buClr>
              <a:buSzPts val="3600"/>
              <a:buNone/>
              <a:defRPr sz="3600">
                <a:solidFill>
                  <a:schemeClr val="dk2"/>
                </a:solidFill>
              </a:defRPr>
            </a:lvl4pPr>
            <a:lvl5pPr lvl="4" rtl="0">
              <a:spcBef>
                <a:spcPts val="0"/>
              </a:spcBef>
              <a:spcAft>
                <a:spcPts val="0"/>
              </a:spcAft>
              <a:buClr>
                <a:schemeClr val="dk2"/>
              </a:buClr>
              <a:buSzPts val="3600"/>
              <a:buNone/>
              <a:defRPr sz="3600">
                <a:solidFill>
                  <a:schemeClr val="dk2"/>
                </a:solidFill>
              </a:defRPr>
            </a:lvl5pPr>
            <a:lvl6pPr lvl="5" rtl="0">
              <a:spcBef>
                <a:spcPts val="0"/>
              </a:spcBef>
              <a:spcAft>
                <a:spcPts val="0"/>
              </a:spcAft>
              <a:buClr>
                <a:schemeClr val="dk2"/>
              </a:buClr>
              <a:buSzPts val="3600"/>
              <a:buNone/>
              <a:defRPr sz="3600">
                <a:solidFill>
                  <a:schemeClr val="dk2"/>
                </a:solidFill>
              </a:defRPr>
            </a:lvl6pPr>
            <a:lvl7pPr lvl="6" rtl="0">
              <a:spcBef>
                <a:spcPts val="0"/>
              </a:spcBef>
              <a:spcAft>
                <a:spcPts val="0"/>
              </a:spcAft>
              <a:buClr>
                <a:schemeClr val="dk2"/>
              </a:buClr>
              <a:buSzPts val="3600"/>
              <a:buNone/>
              <a:defRPr sz="3600">
                <a:solidFill>
                  <a:schemeClr val="dk2"/>
                </a:solidFill>
              </a:defRPr>
            </a:lvl7pPr>
            <a:lvl8pPr lvl="7" rtl="0">
              <a:spcBef>
                <a:spcPts val="0"/>
              </a:spcBef>
              <a:spcAft>
                <a:spcPts val="0"/>
              </a:spcAft>
              <a:buClr>
                <a:schemeClr val="dk2"/>
              </a:buClr>
              <a:buSzPts val="3600"/>
              <a:buNone/>
              <a:defRPr sz="3600">
                <a:solidFill>
                  <a:schemeClr val="dk2"/>
                </a:solidFill>
              </a:defRPr>
            </a:lvl8pPr>
            <a:lvl9pPr lvl="8" rtl="0">
              <a:spcBef>
                <a:spcPts val="0"/>
              </a:spcBef>
              <a:spcAft>
                <a:spcPts val="0"/>
              </a:spcAft>
              <a:buClr>
                <a:schemeClr val="dk2"/>
              </a:buClr>
              <a:buSzPts val="3600"/>
              <a:buNone/>
              <a:defRPr sz="3600">
                <a:solidFill>
                  <a:schemeClr val="dk2"/>
                </a:solidFill>
              </a:defRPr>
            </a:lvl9pPr>
          </a:lstStyle>
          <a:p/>
        </p:txBody>
      </p:sp>
      <p:sp>
        <p:nvSpPr>
          <p:cNvPr id="151" name="Google Shape;151;p22"/>
          <p:cNvSpPr/>
          <p:nvPr/>
        </p:nvSpPr>
        <p:spPr>
          <a:xfrm flipH="1">
            <a:off x="0" y="0"/>
            <a:ext cx="1227900" cy="1255800"/>
          </a:xfrm>
          <a:prstGeom prst="ellipse">
            <a:avLst/>
          </a:prstGeom>
          <a:solidFill>
            <a:srgbClr val="7DB0EB">
              <a:alpha val="42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2"/>
          <p:cNvSpPr/>
          <p:nvPr/>
        </p:nvSpPr>
        <p:spPr>
          <a:xfrm flipH="1">
            <a:off x="5881425" y="3876600"/>
            <a:ext cx="1239000" cy="1266900"/>
          </a:xfrm>
          <a:prstGeom prst="ellipse">
            <a:avLst/>
          </a:prstGeom>
          <a:solidFill>
            <a:srgbClr val="AABBD0">
              <a:alpha val="58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2"/>
          <p:cNvSpPr/>
          <p:nvPr/>
        </p:nvSpPr>
        <p:spPr>
          <a:xfrm flipH="1">
            <a:off x="5630775" y="0"/>
            <a:ext cx="1740300" cy="1779300"/>
          </a:xfrm>
          <a:prstGeom prst="ellipse">
            <a:avLst/>
          </a:prstGeom>
          <a:solidFill>
            <a:srgbClr val="6580A9">
              <a:alpha val="61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Numbers">
  <p:cSld name="SECTION_TITLE_AND_DESCRIPTION_1">
    <p:bg>
      <p:bgPr>
        <a:solidFill>
          <a:schemeClr val="accent3"/>
        </a:solidFill>
      </p:bgPr>
    </p:bg>
    <p:spTree>
      <p:nvGrpSpPr>
        <p:cNvPr id="154" name="Shape 154"/>
        <p:cNvGrpSpPr/>
        <p:nvPr/>
      </p:nvGrpSpPr>
      <p:grpSpPr>
        <a:xfrm>
          <a:off x="0" y="0"/>
          <a:ext cx="0" cy="0"/>
          <a:chOff x="0" y="0"/>
          <a:chExt cx="0" cy="0"/>
        </a:xfrm>
      </p:grpSpPr>
      <p:sp>
        <p:nvSpPr>
          <p:cNvPr id="155" name="Google Shape;155;p23"/>
          <p:cNvSpPr txBox="1"/>
          <p:nvPr>
            <p:ph type="title"/>
          </p:nvPr>
        </p:nvSpPr>
        <p:spPr>
          <a:xfrm>
            <a:off x="713100" y="1363350"/>
            <a:ext cx="3197400" cy="1182300"/>
          </a:xfrm>
          <a:prstGeom prst="rect">
            <a:avLst/>
          </a:prstGeom>
        </p:spPr>
        <p:txBody>
          <a:bodyPr anchorCtr="0" anchor="ctr" bIns="91425" lIns="91425" spcFirstLastPara="1" rIns="91425" wrap="square" tIns="91425">
            <a:noAutofit/>
          </a:bodyPr>
          <a:lstStyle>
            <a:lvl1pPr lvl="0" rtl="0">
              <a:spcBef>
                <a:spcPts val="0"/>
              </a:spcBef>
              <a:spcAft>
                <a:spcPts val="0"/>
              </a:spcAft>
              <a:buNone/>
              <a:defRPr b="1" sz="4000">
                <a:solidFill>
                  <a:schemeClr val="dk2"/>
                </a:solidFill>
              </a:defRPr>
            </a:lvl1pPr>
            <a:lvl2pPr lvl="1" rtl="0">
              <a:spcBef>
                <a:spcPts val="0"/>
              </a:spcBef>
              <a:spcAft>
                <a:spcPts val="0"/>
              </a:spcAft>
              <a:buNone/>
              <a:defRPr b="1" sz="4000">
                <a:solidFill>
                  <a:schemeClr val="dk2"/>
                </a:solidFill>
              </a:defRPr>
            </a:lvl2pPr>
            <a:lvl3pPr lvl="2" rtl="0">
              <a:spcBef>
                <a:spcPts val="0"/>
              </a:spcBef>
              <a:spcAft>
                <a:spcPts val="0"/>
              </a:spcAft>
              <a:buNone/>
              <a:defRPr b="1" sz="4000">
                <a:solidFill>
                  <a:schemeClr val="dk2"/>
                </a:solidFill>
              </a:defRPr>
            </a:lvl3pPr>
            <a:lvl4pPr lvl="3" rtl="0">
              <a:spcBef>
                <a:spcPts val="0"/>
              </a:spcBef>
              <a:spcAft>
                <a:spcPts val="0"/>
              </a:spcAft>
              <a:buNone/>
              <a:defRPr b="1" sz="4000">
                <a:solidFill>
                  <a:schemeClr val="dk2"/>
                </a:solidFill>
              </a:defRPr>
            </a:lvl4pPr>
            <a:lvl5pPr lvl="4" rtl="0">
              <a:spcBef>
                <a:spcPts val="0"/>
              </a:spcBef>
              <a:spcAft>
                <a:spcPts val="0"/>
              </a:spcAft>
              <a:buNone/>
              <a:defRPr b="1" sz="4000">
                <a:solidFill>
                  <a:schemeClr val="dk2"/>
                </a:solidFill>
              </a:defRPr>
            </a:lvl5pPr>
            <a:lvl6pPr lvl="5" rtl="0">
              <a:spcBef>
                <a:spcPts val="0"/>
              </a:spcBef>
              <a:spcAft>
                <a:spcPts val="0"/>
              </a:spcAft>
              <a:buNone/>
              <a:defRPr b="1" sz="4000">
                <a:solidFill>
                  <a:schemeClr val="dk2"/>
                </a:solidFill>
              </a:defRPr>
            </a:lvl6pPr>
            <a:lvl7pPr lvl="6" rtl="0">
              <a:spcBef>
                <a:spcPts val="0"/>
              </a:spcBef>
              <a:spcAft>
                <a:spcPts val="0"/>
              </a:spcAft>
              <a:buNone/>
              <a:defRPr b="1" sz="4000">
                <a:solidFill>
                  <a:schemeClr val="dk2"/>
                </a:solidFill>
              </a:defRPr>
            </a:lvl7pPr>
            <a:lvl8pPr lvl="7" rtl="0">
              <a:spcBef>
                <a:spcPts val="0"/>
              </a:spcBef>
              <a:spcAft>
                <a:spcPts val="0"/>
              </a:spcAft>
              <a:buNone/>
              <a:defRPr b="1" sz="4000">
                <a:solidFill>
                  <a:schemeClr val="dk2"/>
                </a:solidFill>
              </a:defRPr>
            </a:lvl8pPr>
            <a:lvl9pPr lvl="8" rtl="0">
              <a:spcBef>
                <a:spcPts val="0"/>
              </a:spcBef>
              <a:spcAft>
                <a:spcPts val="0"/>
              </a:spcAft>
              <a:buNone/>
              <a:defRPr b="1" sz="4000">
                <a:solidFill>
                  <a:schemeClr val="dk2"/>
                </a:solidFill>
              </a:defRPr>
            </a:lvl9pPr>
          </a:lstStyle>
          <a:p/>
        </p:txBody>
      </p:sp>
      <p:sp>
        <p:nvSpPr>
          <p:cNvPr id="156" name="Google Shape;156;p23"/>
          <p:cNvSpPr txBox="1"/>
          <p:nvPr>
            <p:ph idx="1" type="subTitle"/>
          </p:nvPr>
        </p:nvSpPr>
        <p:spPr>
          <a:xfrm>
            <a:off x="713100" y="2695200"/>
            <a:ext cx="2631300" cy="777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600">
                <a:solidFill>
                  <a:schemeClr val="dk2"/>
                </a:solidFill>
              </a:defRPr>
            </a:lvl1pPr>
            <a:lvl2pPr lvl="1" rtl="0">
              <a:lnSpc>
                <a:spcPct val="100000"/>
              </a:lnSpc>
              <a:spcBef>
                <a:spcPts val="0"/>
              </a:spcBef>
              <a:spcAft>
                <a:spcPts val="0"/>
              </a:spcAft>
              <a:buNone/>
              <a:defRPr sz="1600">
                <a:solidFill>
                  <a:schemeClr val="dk2"/>
                </a:solidFill>
              </a:defRPr>
            </a:lvl2pPr>
            <a:lvl3pPr lvl="2" rtl="0">
              <a:lnSpc>
                <a:spcPct val="100000"/>
              </a:lnSpc>
              <a:spcBef>
                <a:spcPts val="0"/>
              </a:spcBef>
              <a:spcAft>
                <a:spcPts val="0"/>
              </a:spcAft>
              <a:buNone/>
              <a:defRPr sz="1600">
                <a:solidFill>
                  <a:schemeClr val="dk2"/>
                </a:solidFill>
              </a:defRPr>
            </a:lvl3pPr>
            <a:lvl4pPr lvl="3" rtl="0">
              <a:lnSpc>
                <a:spcPct val="100000"/>
              </a:lnSpc>
              <a:spcBef>
                <a:spcPts val="0"/>
              </a:spcBef>
              <a:spcAft>
                <a:spcPts val="0"/>
              </a:spcAft>
              <a:buNone/>
              <a:defRPr sz="1600">
                <a:solidFill>
                  <a:schemeClr val="dk2"/>
                </a:solidFill>
              </a:defRPr>
            </a:lvl4pPr>
            <a:lvl5pPr lvl="4" rtl="0">
              <a:lnSpc>
                <a:spcPct val="100000"/>
              </a:lnSpc>
              <a:spcBef>
                <a:spcPts val="0"/>
              </a:spcBef>
              <a:spcAft>
                <a:spcPts val="0"/>
              </a:spcAft>
              <a:buNone/>
              <a:defRPr sz="1600">
                <a:solidFill>
                  <a:schemeClr val="dk2"/>
                </a:solidFill>
              </a:defRPr>
            </a:lvl5pPr>
            <a:lvl6pPr lvl="5" rtl="0">
              <a:lnSpc>
                <a:spcPct val="100000"/>
              </a:lnSpc>
              <a:spcBef>
                <a:spcPts val="0"/>
              </a:spcBef>
              <a:spcAft>
                <a:spcPts val="0"/>
              </a:spcAft>
              <a:buNone/>
              <a:defRPr sz="1600">
                <a:solidFill>
                  <a:schemeClr val="dk2"/>
                </a:solidFill>
              </a:defRPr>
            </a:lvl6pPr>
            <a:lvl7pPr lvl="6" rtl="0">
              <a:lnSpc>
                <a:spcPct val="100000"/>
              </a:lnSpc>
              <a:spcBef>
                <a:spcPts val="0"/>
              </a:spcBef>
              <a:spcAft>
                <a:spcPts val="0"/>
              </a:spcAft>
              <a:buNone/>
              <a:defRPr sz="1600">
                <a:solidFill>
                  <a:schemeClr val="dk2"/>
                </a:solidFill>
              </a:defRPr>
            </a:lvl7pPr>
            <a:lvl8pPr lvl="7" rtl="0">
              <a:lnSpc>
                <a:spcPct val="100000"/>
              </a:lnSpc>
              <a:spcBef>
                <a:spcPts val="0"/>
              </a:spcBef>
              <a:spcAft>
                <a:spcPts val="0"/>
              </a:spcAft>
              <a:buNone/>
              <a:defRPr sz="1600">
                <a:solidFill>
                  <a:schemeClr val="dk2"/>
                </a:solidFill>
              </a:defRPr>
            </a:lvl8pPr>
            <a:lvl9pPr lvl="8" rtl="0">
              <a:lnSpc>
                <a:spcPct val="100000"/>
              </a:lnSpc>
              <a:spcBef>
                <a:spcPts val="0"/>
              </a:spcBef>
              <a:spcAft>
                <a:spcPts val="0"/>
              </a:spcAft>
              <a:buNone/>
              <a:defRPr sz="1600">
                <a:solidFill>
                  <a:schemeClr val="dk2"/>
                </a:solidFill>
              </a:defRPr>
            </a:lvl9pPr>
          </a:lstStyle>
          <a:p/>
        </p:txBody>
      </p:sp>
      <p:sp>
        <p:nvSpPr>
          <p:cNvPr id="157" name="Google Shape;157;p23"/>
          <p:cNvSpPr txBox="1"/>
          <p:nvPr>
            <p:ph idx="2" type="subTitle"/>
          </p:nvPr>
        </p:nvSpPr>
        <p:spPr>
          <a:xfrm>
            <a:off x="5421725" y="1042150"/>
            <a:ext cx="1655400" cy="34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300">
                <a:solidFill>
                  <a:schemeClr val="dk2"/>
                </a:solidFill>
                <a:latin typeface="Lato"/>
                <a:ea typeface="Lato"/>
                <a:cs typeface="Lato"/>
                <a:sym typeface="Lato"/>
              </a:defRPr>
            </a:lvl1pPr>
            <a:lvl2pPr lvl="1" rtl="0">
              <a:spcBef>
                <a:spcPts val="0"/>
              </a:spcBef>
              <a:spcAft>
                <a:spcPts val="0"/>
              </a:spcAft>
              <a:buNone/>
              <a:defRPr b="1" sz="2300">
                <a:solidFill>
                  <a:schemeClr val="dk2"/>
                </a:solidFill>
                <a:latin typeface="Lato"/>
                <a:ea typeface="Lato"/>
                <a:cs typeface="Lato"/>
                <a:sym typeface="Lato"/>
              </a:defRPr>
            </a:lvl2pPr>
            <a:lvl3pPr lvl="2" rtl="0">
              <a:spcBef>
                <a:spcPts val="1600"/>
              </a:spcBef>
              <a:spcAft>
                <a:spcPts val="0"/>
              </a:spcAft>
              <a:buNone/>
              <a:defRPr b="1" sz="2300">
                <a:solidFill>
                  <a:schemeClr val="dk2"/>
                </a:solidFill>
                <a:latin typeface="Lato"/>
                <a:ea typeface="Lato"/>
                <a:cs typeface="Lato"/>
                <a:sym typeface="Lato"/>
              </a:defRPr>
            </a:lvl3pPr>
            <a:lvl4pPr lvl="3" rtl="0">
              <a:spcBef>
                <a:spcPts val="1600"/>
              </a:spcBef>
              <a:spcAft>
                <a:spcPts val="0"/>
              </a:spcAft>
              <a:buNone/>
              <a:defRPr b="1" sz="2300">
                <a:solidFill>
                  <a:schemeClr val="dk2"/>
                </a:solidFill>
                <a:latin typeface="Lato"/>
                <a:ea typeface="Lato"/>
                <a:cs typeface="Lato"/>
                <a:sym typeface="Lato"/>
              </a:defRPr>
            </a:lvl4pPr>
            <a:lvl5pPr lvl="4" rtl="0">
              <a:spcBef>
                <a:spcPts val="1600"/>
              </a:spcBef>
              <a:spcAft>
                <a:spcPts val="0"/>
              </a:spcAft>
              <a:buNone/>
              <a:defRPr b="1" sz="2300">
                <a:solidFill>
                  <a:schemeClr val="dk2"/>
                </a:solidFill>
                <a:latin typeface="Lato"/>
                <a:ea typeface="Lato"/>
                <a:cs typeface="Lato"/>
                <a:sym typeface="Lato"/>
              </a:defRPr>
            </a:lvl5pPr>
            <a:lvl6pPr lvl="5" rtl="0">
              <a:spcBef>
                <a:spcPts val="1600"/>
              </a:spcBef>
              <a:spcAft>
                <a:spcPts val="0"/>
              </a:spcAft>
              <a:buNone/>
              <a:defRPr b="1" sz="2300">
                <a:solidFill>
                  <a:schemeClr val="dk2"/>
                </a:solidFill>
                <a:latin typeface="Lato"/>
                <a:ea typeface="Lato"/>
                <a:cs typeface="Lato"/>
                <a:sym typeface="Lato"/>
              </a:defRPr>
            </a:lvl6pPr>
            <a:lvl7pPr lvl="6" rtl="0">
              <a:spcBef>
                <a:spcPts val="1600"/>
              </a:spcBef>
              <a:spcAft>
                <a:spcPts val="0"/>
              </a:spcAft>
              <a:buNone/>
              <a:defRPr b="1" sz="2300">
                <a:solidFill>
                  <a:schemeClr val="dk2"/>
                </a:solidFill>
                <a:latin typeface="Lato"/>
                <a:ea typeface="Lato"/>
                <a:cs typeface="Lato"/>
                <a:sym typeface="Lato"/>
              </a:defRPr>
            </a:lvl7pPr>
            <a:lvl8pPr lvl="7" rtl="0">
              <a:spcBef>
                <a:spcPts val="1600"/>
              </a:spcBef>
              <a:spcAft>
                <a:spcPts val="0"/>
              </a:spcAft>
              <a:buNone/>
              <a:defRPr b="1" sz="2300">
                <a:solidFill>
                  <a:schemeClr val="dk2"/>
                </a:solidFill>
                <a:latin typeface="Lato"/>
                <a:ea typeface="Lato"/>
                <a:cs typeface="Lato"/>
                <a:sym typeface="Lato"/>
              </a:defRPr>
            </a:lvl8pPr>
            <a:lvl9pPr lvl="8" rtl="0">
              <a:spcBef>
                <a:spcPts val="1600"/>
              </a:spcBef>
              <a:spcAft>
                <a:spcPts val="1600"/>
              </a:spcAft>
              <a:buNone/>
              <a:defRPr b="1" sz="2300">
                <a:solidFill>
                  <a:schemeClr val="dk2"/>
                </a:solidFill>
                <a:latin typeface="Lato"/>
                <a:ea typeface="Lato"/>
                <a:cs typeface="Lato"/>
                <a:sym typeface="Lato"/>
              </a:defRPr>
            </a:lvl9pPr>
          </a:lstStyle>
          <a:p/>
        </p:txBody>
      </p:sp>
      <p:sp>
        <p:nvSpPr>
          <p:cNvPr id="158" name="Google Shape;158;p23"/>
          <p:cNvSpPr txBox="1"/>
          <p:nvPr>
            <p:ph idx="3" type="subTitle"/>
          </p:nvPr>
        </p:nvSpPr>
        <p:spPr>
          <a:xfrm>
            <a:off x="5421725" y="1611050"/>
            <a:ext cx="2122200" cy="576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dk2"/>
                </a:solidFill>
              </a:defRPr>
            </a:lvl1pPr>
            <a:lvl2pPr lvl="1" rtl="0">
              <a:lnSpc>
                <a:spcPct val="100000"/>
              </a:lnSpc>
              <a:spcBef>
                <a:spcPts val="0"/>
              </a:spcBef>
              <a:spcAft>
                <a:spcPts val="0"/>
              </a:spcAft>
              <a:buNone/>
              <a:defRPr sz="1400">
                <a:solidFill>
                  <a:schemeClr val="dk2"/>
                </a:solidFill>
              </a:defRPr>
            </a:lvl2pPr>
            <a:lvl3pPr lvl="2" rtl="0">
              <a:lnSpc>
                <a:spcPct val="100000"/>
              </a:lnSpc>
              <a:spcBef>
                <a:spcPts val="0"/>
              </a:spcBef>
              <a:spcAft>
                <a:spcPts val="0"/>
              </a:spcAft>
              <a:buNone/>
              <a:defRPr sz="1400">
                <a:solidFill>
                  <a:schemeClr val="dk2"/>
                </a:solidFill>
              </a:defRPr>
            </a:lvl3pPr>
            <a:lvl4pPr lvl="3" rtl="0">
              <a:lnSpc>
                <a:spcPct val="100000"/>
              </a:lnSpc>
              <a:spcBef>
                <a:spcPts val="0"/>
              </a:spcBef>
              <a:spcAft>
                <a:spcPts val="0"/>
              </a:spcAft>
              <a:buNone/>
              <a:defRPr sz="1400">
                <a:solidFill>
                  <a:schemeClr val="dk2"/>
                </a:solidFill>
              </a:defRPr>
            </a:lvl4pPr>
            <a:lvl5pPr lvl="4" rtl="0">
              <a:lnSpc>
                <a:spcPct val="100000"/>
              </a:lnSpc>
              <a:spcBef>
                <a:spcPts val="0"/>
              </a:spcBef>
              <a:spcAft>
                <a:spcPts val="0"/>
              </a:spcAft>
              <a:buNone/>
              <a:defRPr sz="1400">
                <a:solidFill>
                  <a:schemeClr val="dk2"/>
                </a:solidFill>
              </a:defRPr>
            </a:lvl5pPr>
            <a:lvl6pPr lvl="5" rtl="0">
              <a:lnSpc>
                <a:spcPct val="100000"/>
              </a:lnSpc>
              <a:spcBef>
                <a:spcPts val="0"/>
              </a:spcBef>
              <a:spcAft>
                <a:spcPts val="0"/>
              </a:spcAft>
              <a:buNone/>
              <a:defRPr sz="1400">
                <a:solidFill>
                  <a:schemeClr val="dk2"/>
                </a:solidFill>
              </a:defRPr>
            </a:lvl6pPr>
            <a:lvl7pPr lvl="6" rtl="0">
              <a:lnSpc>
                <a:spcPct val="100000"/>
              </a:lnSpc>
              <a:spcBef>
                <a:spcPts val="0"/>
              </a:spcBef>
              <a:spcAft>
                <a:spcPts val="0"/>
              </a:spcAft>
              <a:buNone/>
              <a:defRPr sz="1400">
                <a:solidFill>
                  <a:schemeClr val="dk2"/>
                </a:solidFill>
              </a:defRPr>
            </a:lvl7pPr>
            <a:lvl8pPr lvl="7" rtl="0">
              <a:lnSpc>
                <a:spcPct val="100000"/>
              </a:lnSpc>
              <a:spcBef>
                <a:spcPts val="0"/>
              </a:spcBef>
              <a:spcAft>
                <a:spcPts val="0"/>
              </a:spcAft>
              <a:buNone/>
              <a:defRPr sz="1400">
                <a:solidFill>
                  <a:schemeClr val="dk2"/>
                </a:solidFill>
              </a:defRPr>
            </a:lvl8pPr>
            <a:lvl9pPr lvl="8" rtl="0">
              <a:lnSpc>
                <a:spcPct val="100000"/>
              </a:lnSpc>
              <a:spcBef>
                <a:spcPts val="0"/>
              </a:spcBef>
              <a:spcAft>
                <a:spcPts val="0"/>
              </a:spcAft>
              <a:buNone/>
              <a:defRPr sz="1400">
                <a:solidFill>
                  <a:schemeClr val="dk2"/>
                </a:solidFill>
              </a:defRPr>
            </a:lvl9pPr>
          </a:lstStyle>
          <a:p/>
        </p:txBody>
      </p:sp>
      <p:sp>
        <p:nvSpPr>
          <p:cNvPr id="159" name="Google Shape;159;p23"/>
          <p:cNvSpPr txBox="1"/>
          <p:nvPr>
            <p:ph idx="4" type="subTitle"/>
          </p:nvPr>
        </p:nvSpPr>
        <p:spPr>
          <a:xfrm>
            <a:off x="5421725" y="2295725"/>
            <a:ext cx="2122200" cy="576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dk2"/>
                </a:solidFill>
              </a:defRPr>
            </a:lvl1pPr>
            <a:lvl2pPr lvl="1" rtl="0">
              <a:lnSpc>
                <a:spcPct val="100000"/>
              </a:lnSpc>
              <a:spcBef>
                <a:spcPts val="0"/>
              </a:spcBef>
              <a:spcAft>
                <a:spcPts val="0"/>
              </a:spcAft>
              <a:buNone/>
              <a:defRPr sz="1400">
                <a:solidFill>
                  <a:schemeClr val="dk2"/>
                </a:solidFill>
              </a:defRPr>
            </a:lvl2pPr>
            <a:lvl3pPr lvl="2" rtl="0">
              <a:lnSpc>
                <a:spcPct val="100000"/>
              </a:lnSpc>
              <a:spcBef>
                <a:spcPts val="0"/>
              </a:spcBef>
              <a:spcAft>
                <a:spcPts val="0"/>
              </a:spcAft>
              <a:buNone/>
              <a:defRPr sz="1400">
                <a:solidFill>
                  <a:schemeClr val="dk2"/>
                </a:solidFill>
              </a:defRPr>
            </a:lvl3pPr>
            <a:lvl4pPr lvl="3" rtl="0">
              <a:lnSpc>
                <a:spcPct val="100000"/>
              </a:lnSpc>
              <a:spcBef>
                <a:spcPts val="0"/>
              </a:spcBef>
              <a:spcAft>
                <a:spcPts val="0"/>
              </a:spcAft>
              <a:buNone/>
              <a:defRPr sz="1400">
                <a:solidFill>
                  <a:schemeClr val="dk2"/>
                </a:solidFill>
              </a:defRPr>
            </a:lvl4pPr>
            <a:lvl5pPr lvl="4" rtl="0">
              <a:lnSpc>
                <a:spcPct val="100000"/>
              </a:lnSpc>
              <a:spcBef>
                <a:spcPts val="0"/>
              </a:spcBef>
              <a:spcAft>
                <a:spcPts val="0"/>
              </a:spcAft>
              <a:buNone/>
              <a:defRPr sz="1400">
                <a:solidFill>
                  <a:schemeClr val="dk2"/>
                </a:solidFill>
              </a:defRPr>
            </a:lvl5pPr>
            <a:lvl6pPr lvl="5" rtl="0">
              <a:lnSpc>
                <a:spcPct val="100000"/>
              </a:lnSpc>
              <a:spcBef>
                <a:spcPts val="0"/>
              </a:spcBef>
              <a:spcAft>
                <a:spcPts val="0"/>
              </a:spcAft>
              <a:buNone/>
              <a:defRPr sz="1400">
                <a:solidFill>
                  <a:schemeClr val="dk2"/>
                </a:solidFill>
              </a:defRPr>
            </a:lvl6pPr>
            <a:lvl7pPr lvl="6" rtl="0">
              <a:lnSpc>
                <a:spcPct val="100000"/>
              </a:lnSpc>
              <a:spcBef>
                <a:spcPts val="0"/>
              </a:spcBef>
              <a:spcAft>
                <a:spcPts val="0"/>
              </a:spcAft>
              <a:buNone/>
              <a:defRPr sz="1400">
                <a:solidFill>
                  <a:schemeClr val="dk2"/>
                </a:solidFill>
              </a:defRPr>
            </a:lvl7pPr>
            <a:lvl8pPr lvl="7" rtl="0">
              <a:lnSpc>
                <a:spcPct val="100000"/>
              </a:lnSpc>
              <a:spcBef>
                <a:spcPts val="0"/>
              </a:spcBef>
              <a:spcAft>
                <a:spcPts val="0"/>
              </a:spcAft>
              <a:buNone/>
              <a:defRPr sz="1400">
                <a:solidFill>
                  <a:schemeClr val="dk2"/>
                </a:solidFill>
              </a:defRPr>
            </a:lvl8pPr>
            <a:lvl9pPr lvl="8" rtl="0">
              <a:lnSpc>
                <a:spcPct val="100000"/>
              </a:lnSpc>
              <a:spcBef>
                <a:spcPts val="0"/>
              </a:spcBef>
              <a:spcAft>
                <a:spcPts val="0"/>
              </a:spcAft>
              <a:buNone/>
              <a:defRPr sz="1400">
                <a:solidFill>
                  <a:schemeClr val="dk2"/>
                </a:solidFill>
              </a:defRPr>
            </a:lvl9pPr>
          </a:lstStyle>
          <a:p/>
        </p:txBody>
      </p:sp>
      <p:sp>
        <p:nvSpPr>
          <p:cNvPr id="160" name="Google Shape;160;p23"/>
          <p:cNvSpPr txBox="1"/>
          <p:nvPr>
            <p:ph idx="5" type="subTitle"/>
          </p:nvPr>
        </p:nvSpPr>
        <p:spPr>
          <a:xfrm>
            <a:off x="5421725" y="2983725"/>
            <a:ext cx="2122200" cy="576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dk2"/>
                </a:solidFill>
              </a:defRPr>
            </a:lvl1pPr>
            <a:lvl2pPr lvl="1" rtl="0">
              <a:lnSpc>
                <a:spcPct val="100000"/>
              </a:lnSpc>
              <a:spcBef>
                <a:spcPts val="0"/>
              </a:spcBef>
              <a:spcAft>
                <a:spcPts val="0"/>
              </a:spcAft>
              <a:buNone/>
              <a:defRPr sz="1400">
                <a:solidFill>
                  <a:schemeClr val="dk2"/>
                </a:solidFill>
              </a:defRPr>
            </a:lvl2pPr>
            <a:lvl3pPr lvl="2" rtl="0">
              <a:lnSpc>
                <a:spcPct val="100000"/>
              </a:lnSpc>
              <a:spcBef>
                <a:spcPts val="0"/>
              </a:spcBef>
              <a:spcAft>
                <a:spcPts val="0"/>
              </a:spcAft>
              <a:buNone/>
              <a:defRPr sz="1400">
                <a:solidFill>
                  <a:schemeClr val="dk2"/>
                </a:solidFill>
              </a:defRPr>
            </a:lvl3pPr>
            <a:lvl4pPr lvl="3" rtl="0">
              <a:lnSpc>
                <a:spcPct val="100000"/>
              </a:lnSpc>
              <a:spcBef>
                <a:spcPts val="0"/>
              </a:spcBef>
              <a:spcAft>
                <a:spcPts val="0"/>
              </a:spcAft>
              <a:buNone/>
              <a:defRPr sz="1400">
                <a:solidFill>
                  <a:schemeClr val="dk2"/>
                </a:solidFill>
              </a:defRPr>
            </a:lvl4pPr>
            <a:lvl5pPr lvl="4" rtl="0">
              <a:lnSpc>
                <a:spcPct val="100000"/>
              </a:lnSpc>
              <a:spcBef>
                <a:spcPts val="0"/>
              </a:spcBef>
              <a:spcAft>
                <a:spcPts val="0"/>
              </a:spcAft>
              <a:buNone/>
              <a:defRPr sz="1400">
                <a:solidFill>
                  <a:schemeClr val="dk2"/>
                </a:solidFill>
              </a:defRPr>
            </a:lvl5pPr>
            <a:lvl6pPr lvl="5" rtl="0">
              <a:lnSpc>
                <a:spcPct val="100000"/>
              </a:lnSpc>
              <a:spcBef>
                <a:spcPts val="0"/>
              </a:spcBef>
              <a:spcAft>
                <a:spcPts val="0"/>
              </a:spcAft>
              <a:buNone/>
              <a:defRPr sz="1400">
                <a:solidFill>
                  <a:schemeClr val="dk2"/>
                </a:solidFill>
              </a:defRPr>
            </a:lvl6pPr>
            <a:lvl7pPr lvl="6" rtl="0">
              <a:lnSpc>
                <a:spcPct val="100000"/>
              </a:lnSpc>
              <a:spcBef>
                <a:spcPts val="0"/>
              </a:spcBef>
              <a:spcAft>
                <a:spcPts val="0"/>
              </a:spcAft>
              <a:buNone/>
              <a:defRPr sz="1400">
                <a:solidFill>
                  <a:schemeClr val="dk2"/>
                </a:solidFill>
              </a:defRPr>
            </a:lvl7pPr>
            <a:lvl8pPr lvl="7" rtl="0">
              <a:lnSpc>
                <a:spcPct val="100000"/>
              </a:lnSpc>
              <a:spcBef>
                <a:spcPts val="0"/>
              </a:spcBef>
              <a:spcAft>
                <a:spcPts val="0"/>
              </a:spcAft>
              <a:buNone/>
              <a:defRPr sz="1400">
                <a:solidFill>
                  <a:schemeClr val="dk2"/>
                </a:solidFill>
              </a:defRPr>
            </a:lvl8pPr>
            <a:lvl9pPr lvl="8" rtl="0">
              <a:lnSpc>
                <a:spcPct val="100000"/>
              </a:lnSpc>
              <a:spcBef>
                <a:spcPts val="0"/>
              </a:spcBef>
              <a:spcAft>
                <a:spcPts val="0"/>
              </a:spcAft>
              <a:buNone/>
              <a:defRPr sz="1400">
                <a:solidFill>
                  <a:schemeClr val="dk2"/>
                </a:solidFill>
              </a:defRPr>
            </a:lvl9pPr>
          </a:lstStyle>
          <a:p/>
        </p:txBody>
      </p:sp>
      <p:sp>
        <p:nvSpPr>
          <p:cNvPr id="161" name="Google Shape;161;p23"/>
          <p:cNvSpPr txBox="1"/>
          <p:nvPr>
            <p:ph idx="6" type="subTitle"/>
          </p:nvPr>
        </p:nvSpPr>
        <p:spPr>
          <a:xfrm>
            <a:off x="5421725" y="3671700"/>
            <a:ext cx="2122200" cy="576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dk2"/>
                </a:solidFill>
              </a:defRPr>
            </a:lvl1pPr>
            <a:lvl2pPr lvl="1" rtl="0">
              <a:lnSpc>
                <a:spcPct val="100000"/>
              </a:lnSpc>
              <a:spcBef>
                <a:spcPts val="0"/>
              </a:spcBef>
              <a:spcAft>
                <a:spcPts val="0"/>
              </a:spcAft>
              <a:buNone/>
              <a:defRPr sz="1400">
                <a:solidFill>
                  <a:schemeClr val="dk2"/>
                </a:solidFill>
              </a:defRPr>
            </a:lvl2pPr>
            <a:lvl3pPr lvl="2" rtl="0">
              <a:lnSpc>
                <a:spcPct val="100000"/>
              </a:lnSpc>
              <a:spcBef>
                <a:spcPts val="0"/>
              </a:spcBef>
              <a:spcAft>
                <a:spcPts val="0"/>
              </a:spcAft>
              <a:buNone/>
              <a:defRPr sz="1400">
                <a:solidFill>
                  <a:schemeClr val="dk2"/>
                </a:solidFill>
              </a:defRPr>
            </a:lvl3pPr>
            <a:lvl4pPr lvl="3" rtl="0">
              <a:lnSpc>
                <a:spcPct val="100000"/>
              </a:lnSpc>
              <a:spcBef>
                <a:spcPts val="0"/>
              </a:spcBef>
              <a:spcAft>
                <a:spcPts val="0"/>
              </a:spcAft>
              <a:buNone/>
              <a:defRPr sz="1400">
                <a:solidFill>
                  <a:schemeClr val="dk2"/>
                </a:solidFill>
              </a:defRPr>
            </a:lvl4pPr>
            <a:lvl5pPr lvl="4" rtl="0">
              <a:lnSpc>
                <a:spcPct val="100000"/>
              </a:lnSpc>
              <a:spcBef>
                <a:spcPts val="0"/>
              </a:spcBef>
              <a:spcAft>
                <a:spcPts val="0"/>
              </a:spcAft>
              <a:buNone/>
              <a:defRPr sz="1400">
                <a:solidFill>
                  <a:schemeClr val="dk2"/>
                </a:solidFill>
              </a:defRPr>
            </a:lvl5pPr>
            <a:lvl6pPr lvl="5" rtl="0">
              <a:lnSpc>
                <a:spcPct val="100000"/>
              </a:lnSpc>
              <a:spcBef>
                <a:spcPts val="0"/>
              </a:spcBef>
              <a:spcAft>
                <a:spcPts val="0"/>
              </a:spcAft>
              <a:buNone/>
              <a:defRPr sz="1400">
                <a:solidFill>
                  <a:schemeClr val="dk2"/>
                </a:solidFill>
              </a:defRPr>
            </a:lvl6pPr>
            <a:lvl7pPr lvl="6" rtl="0">
              <a:lnSpc>
                <a:spcPct val="100000"/>
              </a:lnSpc>
              <a:spcBef>
                <a:spcPts val="0"/>
              </a:spcBef>
              <a:spcAft>
                <a:spcPts val="0"/>
              </a:spcAft>
              <a:buNone/>
              <a:defRPr sz="1400">
                <a:solidFill>
                  <a:schemeClr val="dk2"/>
                </a:solidFill>
              </a:defRPr>
            </a:lvl7pPr>
            <a:lvl8pPr lvl="7" rtl="0">
              <a:lnSpc>
                <a:spcPct val="100000"/>
              </a:lnSpc>
              <a:spcBef>
                <a:spcPts val="0"/>
              </a:spcBef>
              <a:spcAft>
                <a:spcPts val="0"/>
              </a:spcAft>
              <a:buNone/>
              <a:defRPr sz="1400">
                <a:solidFill>
                  <a:schemeClr val="dk2"/>
                </a:solidFill>
              </a:defRPr>
            </a:lvl8pPr>
            <a:lvl9pPr lvl="8" rtl="0">
              <a:lnSpc>
                <a:spcPct val="100000"/>
              </a:lnSpc>
              <a:spcBef>
                <a:spcPts val="0"/>
              </a:spcBef>
              <a:spcAft>
                <a:spcPts val="0"/>
              </a:spcAft>
              <a:buNone/>
              <a:defRPr sz="1400">
                <a:solidFill>
                  <a:schemeClr val="dk2"/>
                </a:solidFill>
              </a:defRPr>
            </a:lvl9pPr>
          </a:lstStyle>
          <a:p/>
        </p:txBody>
      </p:sp>
      <p:sp>
        <p:nvSpPr>
          <p:cNvPr id="162" name="Google Shape;162;p23"/>
          <p:cNvSpPr txBox="1"/>
          <p:nvPr>
            <p:ph hasCustomPrompt="1" idx="7" type="title"/>
          </p:nvPr>
        </p:nvSpPr>
        <p:spPr>
          <a:xfrm>
            <a:off x="4773297" y="1725350"/>
            <a:ext cx="402300" cy="347400"/>
          </a:xfrm>
          <a:prstGeom prst="rect">
            <a:avLst/>
          </a:prstGeom>
          <a:solidFill>
            <a:schemeClr val="accent5"/>
          </a:solidFill>
        </p:spPr>
        <p:txBody>
          <a:bodyPr anchorCtr="0" anchor="ctr" bIns="91425" lIns="0" spcFirstLastPara="1" rIns="0" wrap="square" tIns="91425">
            <a:noAutofit/>
          </a:bodyPr>
          <a:lstStyle>
            <a:lvl1pPr lvl="0" rtl="0" algn="ctr">
              <a:spcBef>
                <a:spcPts val="0"/>
              </a:spcBef>
              <a:spcAft>
                <a:spcPts val="0"/>
              </a:spcAft>
              <a:buClr>
                <a:srgbClr val="FFFFFF"/>
              </a:buClr>
              <a:buSzPts val="1400"/>
              <a:buNone/>
              <a:defRPr b="1" sz="1500">
                <a:solidFill>
                  <a:srgbClr val="FFFFFF"/>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
        <p:nvSpPr>
          <p:cNvPr id="163" name="Google Shape;163;p23"/>
          <p:cNvSpPr txBox="1"/>
          <p:nvPr>
            <p:ph hasCustomPrompt="1" idx="8" type="title"/>
          </p:nvPr>
        </p:nvSpPr>
        <p:spPr>
          <a:xfrm>
            <a:off x="4773297" y="2410020"/>
            <a:ext cx="402300" cy="347400"/>
          </a:xfrm>
          <a:prstGeom prst="rect">
            <a:avLst/>
          </a:prstGeom>
          <a:solidFill>
            <a:schemeClr val="accent5"/>
          </a:solidFill>
        </p:spPr>
        <p:txBody>
          <a:bodyPr anchorCtr="0" anchor="ctr" bIns="91425" lIns="0" spcFirstLastPara="1" rIns="0" wrap="square" tIns="91425">
            <a:noAutofit/>
          </a:bodyPr>
          <a:lstStyle>
            <a:lvl1pPr lvl="0" rtl="0" algn="ctr">
              <a:spcBef>
                <a:spcPts val="0"/>
              </a:spcBef>
              <a:spcAft>
                <a:spcPts val="0"/>
              </a:spcAft>
              <a:buClr>
                <a:srgbClr val="FFFFFF"/>
              </a:buClr>
              <a:buSzPts val="1400"/>
              <a:buNone/>
              <a:defRPr b="1" sz="1500">
                <a:solidFill>
                  <a:srgbClr val="FFFFFF"/>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
        <p:nvSpPr>
          <p:cNvPr id="164" name="Google Shape;164;p23"/>
          <p:cNvSpPr txBox="1"/>
          <p:nvPr>
            <p:ph hasCustomPrompt="1" idx="9" type="title"/>
          </p:nvPr>
        </p:nvSpPr>
        <p:spPr>
          <a:xfrm>
            <a:off x="4773297" y="3098011"/>
            <a:ext cx="402300" cy="347400"/>
          </a:xfrm>
          <a:prstGeom prst="rect">
            <a:avLst/>
          </a:prstGeom>
          <a:solidFill>
            <a:schemeClr val="accent5"/>
          </a:solidFill>
        </p:spPr>
        <p:txBody>
          <a:bodyPr anchorCtr="0" anchor="ctr" bIns="91425" lIns="0" spcFirstLastPara="1" rIns="0" wrap="square" tIns="91425">
            <a:noAutofit/>
          </a:bodyPr>
          <a:lstStyle>
            <a:lvl1pPr lvl="0" rtl="0" algn="ctr">
              <a:spcBef>
                <a:spcPts val="0"/>
              </a:spcBef>
              <a:spcAft>
                <a:spcPts val="0"/>
              </a:spcAft>
              <a:buClr>
                <a:srgbClr val="FFFFFF"/>
              </a:buClr>
              <a:buSzPts val="1400"/>
              <a:buNone/>
              <a:defRPr b="1" sz="1500">
                <a:solidFill>
                  <a:srgbClr val="FFFFFF"/>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
        <p:nvSpPr>
          <p:cNvPr id="165" name="Google Shape;165;p23"/>
          <p:cNvSpPr txBox="1"/>
          <p:nvPr>
            <p:ph hasCustomPrompt="1" idx="13" type="title"/>
          </p:nvPr>
        </p:nvSpPr>
        <p:spPr>
          <a:xfrm>
            <a:off x="4773297" y="3786003"/>
            <a:ext cx="402300" cy="347400"/>
          </a:xfrm>
          <a:prstGeom prst="rect">
            <a:avLst/>
          </a:prstGeom>
          <a:solidFill>
            <a:schemeClr val="accent5"/>
          </a:solidFill>
        </p:spPr>
        <p:txBody>
          <a:bodyPr anchorCtr="0" anchor="ctr" bIns="91425" lIns="0" spcFirstLastPara="1" rIns="0" wrap="square" tIns="91425">
            <a:noAutofit/>
          </a:bodyPr>
          <a:lstStyle>
            <a:lvl1pPr lvl="0" rtl="0" algn="ctr">
              <a:spcBef>
                <a:spcPts val="0"/>
              </a:spcBef>
              <a:spcAft>
                <a:spcPts val="0"/>
              </a:spcAft>
              <a:buClr>
                <a:srgbClr val="FFFFFF"/>
              </a:buClr>
              <a:buSzPts val="1400"/>
              <a:buNone/>
              <a:defRPr b="1" sz="1500">
                <a:solidFill>
                  <a:srgbClr val="FFFFFF"/>
                </a:solidFill>
              </a:defRPr>
            </a:lvl1pPr>
            <a:lvl2pPr lvl="1" rtl="0" algn="ctr">
              <a:spcBef>
                <a:spcPts val="0"/>
              </a:spcBef>
              <a:spcAft>
                <a:spcPts val="0"/>
              </a:spcAft>
              <a:buClr>
                <a:srgbClr val="FFFFFF"/>
              </a:buClr>
              <a:buSzPts val="1400"/>
              <a:buNone/>
              <a:defRPr b="1" sz="1400">
                <a:solidFill>
                  <a:srgbClr val="FFFFFF"/>
                </a:solidFill>
              </a:defRPr>
            </a:lvl2pPr>
            <a:lvl3pPr lvl="2" rtl="0" algn="ctr">
              <a:spcBef>
                <a:spcPts val="0"/>
              </a:spcBef>
              <a:spcAft>
                <a:spcPts val="0"/>
              </a:spcAft>
              <a:buClr>
                <a:srgbClr val="FFFFFF"/>
              </a:buClr>
              <a:buSzPts val="1400"/>
              <a:buNone/>
              <a:defRPr b="1" sz="1400">
                <a:solidFill>
                  <a:srgbClr val="FFFFFF"/>
                </a:solidFill>
              </a:defRPr>
            </a:lvl3pPr>
            <a:lvl4pPr lvl="3" rtl="0" algn="ctr">
              <a:spcBef>
                <a:spcPts val="0"/>
              </a:spcBef>
              <a:spcAft>
                <a:spcPts val="0"/>
              </a:spcAft>
              <a:buClr>
                <a:srgbClr val="FFFFFF"/>
              </a:buClr>
              <a:buSzPts val="1400"/>
              <a:buNone/>
              <a:defRPr b="1" sz="1400">
                <a:solidFill>
                  <a:srgbClr val="FFFFFF"/>
                </a:solidFill>
              </a:defRPr>
            </a:lvl4pPr>
            <a:lvl5pPr lvl="4" rtl="0" algn="ctr">
              <a:spcBef>
                <a:spcPts val="0"/>
              </a:spcBef>
              <a:spcAft>
                <a:spcPts val="0"/>
              </a:spcAft>
              <a:buClr>
                <a:srgbClr val="FFFFFF"/>
              </a:buClr>
              <a:buSzPts val="1400"/>
              <a:buNone/>
              <a:defRPr b="1" sz="1400">
                <a:solidFill>
                  <a:srgbClr val="FFFFFF"/>
                </a:solidFill>
              </a:defRPr>
            </a:lvl5pPr>
            <a:lvl6pPr lvl="5" rtl="0" algn="ctr">
              <a:spcBef>
                <a:spcPts val="0"/>
              </a:spcBef>
              <a:spcAft>
                <a:spcPts val="0"/>
              </a:spcAft>
              <a:buClr>
                <a:srgbClr val="FFFFFF"/>
              </a:buClr>
              <a:buSzPts val="1400"/>
              <a:buNone/>
              <a:defRPr b="1" sz="1400">
                <a:solidFill>
                  <a:srgbClr val="FFFFFF"/>
                </a:solidFill>
              </a:defRPr>
            </a:lvl6pPr>
            <a:lvl7pPr lvl="6" rtl="0" algn="ctr">
              <a:spcBef>
                <a:spcPts val="0"/>
              </a:spcBef>
              <a:spcAft>
                <a:spcPts val="0"/>
              </a:spcAft>
              <a:buClr>
                <a:srgbClr val="FFFFFF"/>
              </a:buClr>
              <a:buSzPts val="1400"/>
              <a:buNone/>
              <a:defRPr b="1" sz="1400">
                <a:solidFill>
                  <a:srgbClr val="FFFFFF"/>
                </a:solidFill>
              </a:defRPr>
            </a:lvl7pPr>
            <a:lvl8pPr lvl="7" rtl="0" algn="ctr">
              <a:spcBef>
                <a:spcPts val="0"/>
              </a:spcBef>
              <a:spcAft>
                <a:spcPts val="0"/>
              </a:spcAft>
              <a:buClr>
                <a:srgbClr val="FFFFFF"/>
              </a:buClr>
              <a:buSzPts val="1400"/>
              <a:buNone/>
              <a:defRPr b="1" sz="1400">
                <a:solidFill>
                  <a:srgbClr val="FFFFFF"/>
                </a:solidFill>
              </a:defRPr>
            </a:lvl8pPr>
            <a:lvl9pPr lvl="8" rtl="0" algn="ctr">
              <a:spcBef>
                <a:spcPts val="0"/>
              </a:spcBef>
              <a:spcAft>
                <a:spcPts val="0"/>
              </a:spcAft>
              <a:buClr>
                <a:srgbClr val="FFFFFF"/>
              </a:buClr>
              <a:buSzPts val="1400"/>
              <a:buNone/>
              <a:defRPr b="1" sz="1400">
                <a:solidFill>
                  <a:srgbClr val="FFFFFF"/>
                </a:solidFill>
              </a:defRPr>
            </a:lvl9pPr>
          </a:lstStyle>
          <a:p>
            <a:r>
              <a:t>xx%</a:t>
            </a:r>
          </a:p>
        </p:txBody>
      </p:sp>
      <p:sp>
        <p:nvSpPr>
          <p:cNvPr id="166" name="Google Shape;166;p23"/>
          <p:cNvSpPr/>
          <p:nvPr/>
        </p:nvSpPr>
        <p:spPr>
          <a:xfrm flipH="1">
            <a:off x="0" y="0"/>
            <a:ext cx="1227900" cy="1255800"/>
          </a:xfrm>
          <a:prstGeom prst="ellipse">
            <a:avLst/>
          </a:prstGeom>
          <a:solidFill>
            <a:srgbClr val="7DB0EB">
              <a:alpha val="42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3"/>
          <p:cNvSpPr/>
          <p:nvPr/>
        </p:nvSpPr>
        <p:spPr>
          <a:xfrm flipH="1">
            <a:off x="2692374" y="3267000"/>
            <a:ext cx="1834800" cy="1876500"/>
          </a:xfrm>
          <a:prstGeom prst="ellipse">
            <a:avLst/>
          </a:prstGeom>
          <a:solidFill>
            <a:srgbClr val="AAB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3"/>
          <p:cNvSpPr/>
          <p:nvPr/>
        </p:nvSpPr>
        <p:spPr>
          <a:xfrm flipH="1">
            <a:off x="7687225" y="776525"/>
            <a:ext cx="1485300" cy="1519200"/>
          </a:xfrm>
          <a:prstGeom prst="ellipse">
            <a:avLst/>
          </a:prstGeom>
          <a:solidFill>
            <a:srgbClr val="6580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ONE_COLUMN_TEXT_1_1_1_1_1">
    <p:bg>
      <p:bgPr>
        <a:solidFill>
          <a:schemeClr val="accent3"/>
        </a:solidFill>
      </p:bgPr>
    </p:bg>
    <p:spTree>
      <p:nvGrpSpPr>
        <p:cNvPr id="169" name="Shape 169"/>
        <p:cNvGrpSpPr/>
        <p:nvPr/>
      </p:nvGrpSpPr>
      <p:grpSpPr>
        <a:xfrm>
          <a:off x="0" y="0"/>
          <a:ext cx="0" cy="0"/>
          <a:chOff x="0" y="0"/>
          <a:chExt cx="0" cy="0"/>
        </a:xfrm>
      </p:grpSpPr>
      <p:sp>
        <p:nvSpPr>
          <p:cNvPr id="170" name="Google Shape;170;p24"/>
          <p:cNvSpPr/>
          <p:nvPr/>
        </p:nvSpPr>
        <p:spPr>
          <a:xfrm flipH="1">
            <a:off x="0" y="0"/>
            <a:ext cx="1227900" cy="1255800"/>
          </a:xfrm>
          <a:prstGeom prst="ellipse">
            <a:avLst/>
          </a:prstGeom>
          <a:solidFill>
            <a:srgbClr val="7DB0EB">
              <a:alpha val="42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4"/>
          <p:cNvSpPr txBox="1"/>
          <p:nvPr/>
        </p:nvSpPr>
        <p:spPr>
          <a:xfrm>
            <a:off x="713100" y="309975"/>
            <a:ext cx="2344500" cy="861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b="1" sz="4800">
              <a:solidFill>
                <a:srgbClr val="274752"/>
              </a:solidFill>
              <a:latin typeface="Lato"/>
              <a:ea typeface="Lato"/>
              <a:cs typeface="Lato"/>
              <a:sym typeface="Lato"/>
            </a:endParaRPr>
          </a:p>
        </p:txBody>
      </p:sp>
      <p:sp>
        <p:nvSpPr>
          <p:cNvPr id="172" name="Google Shape;172;p24"/>
          <p:cNvSpPr txBox="1"/>
          <p:nvPr>
            <p:ph type="ctrTitle"/>
          </p:nvPr>
        </p:nvSpPr>
        <p:spPr>
          <a:xfrm>
            <a:off x="713100" y="309975"/>
            <a:ext cx="2696700" cy="979200"/>
          </a:xfrm>
          <a:prstGeom prst="rect">
            <a:avLst/>
          </a:prstGeom>
        </p:spPr>
        <p:txBody>
          <a:bodyPr anchorCtr="0" anchor="t" bIns="91425" lIns="91425" spcFirstLastPara="1" rIns="91425" wrap="square" tIns="91425">
            <a:noAutofit/>
          </a:bodyPr>
          <a:lstStyle>
            <a:lvl1pPr lvl="0" rtl="0">
              <a:spcBef>
                <a:spcPts val="0"/>
              </a:spcBef>
              <a:spcAft>
                <a:spcPts val="0"/>
              </a:spcAft>
              <a:buSzPts val="4800"/>
              <a:buNone/>
              <a:defRPr b="1" sz="5200">
                <a:solidFill>
                  <a:schemeClr val="dk2"/>
                </a:solidFill>
              </a:defRPr>
            </a:lvl1pPr>
            <a:lvl2pPr lvl="1" rtl="0">
              <a:spcBef>
                <a:spcPts val="0"/>
              </a:spcBef>
              <a:spcAft>
                <a:spcPts val="0"/>
              </a:spcAft>
              <a:buSzPts val="4800"/>
              <a:buNone/>
              <a:defRPr b="1" sz="4800"/>
            </a:lvl2pPr>
            <a:lvl3pPr lvl="2" rtl="0">
              <a:spcBef>
                <a:spcPts val="0"/>
              </a:spcBef>
              <a:spcAft>
                <a:spcPts val="0"/>
              </a:spcAft>
              <a:buSzPts val="4800"/>
              <a:buNone/>
              <a:defRPr b="1" sz="4800"/>
            </a:lvl3pPr>
            <a:lvl4pPr lvl="3" rtl="0">
              <a:spcBef>
                <a:spcPts val="0"/>
              </a:spcBef>
              <a:spcAft>
                <a:spcPts val="0"/>
              </a:spcAft>
              <a:buSzPts val="4800"/>
              <a:buNone/>
              <a:defRPr b="1" sz="4800"/>
            </a:lvl4pPr>
            <a:lvl5pPr lvl="4" rtl="0">
              <a:spcBef>
                <a:spcPts val="0"/>
              </a:spcBef>
              <a:spcAft>
                <a:spcPts val="0"/>
              </a:spcAft>
              <a:buSzPts val="4800"/>
              <a:buNone/>
              <a:defRPr b="1" sz="4800"/>
            </a:lvl5pPr>
            <a:lvl6pPr lvl="5" rtl="0">
              <a:spcBef>
                <a:spcPts val="0"/>
              </a:spcBef>
              <a:spcAft>
                <a:spcPts val="0"/>
              </a:spcAft>
              <a:buSzPts val="4800"/>
              <a:buNone/>
              <a:defRPr b="1" sz="4800"/>
            </a:lvl6pPr>
            <a:lvl7pPr lvl="6" rtl="0">
              <a:spcBef>
                <a:spcPts val="0"/>
              </a:spcBef>
              <a:spcAft>
                <a:spcPts val="0"/>
              </a:spcAft>
              <a:buSzPts val="4800"/>
              <a:buNone/>
              <a:defRPr b="1" sz="4800"/>
            </a:lvl7pPr>
            <a:lvl8pPr lvl="7" rtl="0">
              <a:spcBef>
                <a:spcPts val="0"/>
              </a:spcBef>
              <a:spcAft>
                <a:spcPts val="0"/>
              </a:spcAft>
              <a:buSzPts val="4800"/>
              <a:buNone/>
              <a:defRPr b="1" sz="4800"/>
            </a:lvl8pPr>
            <a:lvl9pPr lvl="8" rtl="0">
              <a:spcBef>
                <a:spcPts val="0"/>
              </a:spcBef>
              <a:spcAft>
                <a:spcPts val="0"/>
              </a:spcAft>
              <a:buSzPts val="4800"/>
              <a:buNone/>
              <a:defRPr b="1" sz="4800"/>
            </a:lvl9pPr>
          </a:lstStyle>
          <a:p/>
        </p:txBody>
      </p:sp>
      <p:sp>
        <p:nvSpPr>
          <p:cNvPr id="173" name="Google Shape;173;p24"/>
          <p:cNvSpPr txBox="1"/>
          <p:nvPr>
            <p:ph idx="1" type="subTitle"/>
          </p:nvPr>
        </p:nvSpPr>
        <p:spPr>
          <a:xfrm>
            <a:off x="713100" y="1952625"/>
            <a:ext cx="2744400" cy="1333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0"/>
              </a:spcBef>
              <a:spcAft>
                <a:spcPts val="0"/>
              </a:spcAft>
              <a:buNone/>
              <a:defRPr sz="1400"/>
            </a:lvl2pPr>
            <a:lvl3pPr lvl="2" rtl="0">
              <a:lnSpc>
                <a:spcPct val="100000"/>
              </a:lnSpc>
              <a:spcBef>
                <a:spcPts val="0"/>
              </a:spcBef>
              <a:spcAft>
                <a:spcPts val="0"/>
              </a:spcAft>
              <a:buNone/>
              <a:defRPr sz="1400"/>
            </a:lvl3pPr>
            <a:lvl4pPr lvl="3" rtl="0">
              <a:lnSpc>
                <a:spcPct val="100000"/>
              </a:lnSpc>
              <a:spcBef>
                <a:spcPts val="0"/>
              </a:spcBef>
              <a:spcAft>
                <a:spcPts val="0"/>
              </a:spcAft>
              <a:buNone/>
              <a:defRPr sz="1400"/>
            </a:lvl4pPr>
            <a:lvl5pPr lvl="4" rtl="0">
              <a:lnSpc>
                <a:spcPct val="100000"/>
              </a:lnSpc>
              <a:spcBef>
                <a:spcPts val="0"/>
              </a:spcBef>
              <a:spcAft>
                <a:spcPts val="0"/>
              </a:spcAft>
              <a:buNone/>
              <a:defRPr sz="1400"/>
            </a:lvl5pPr>
            <a:lvl6pPr lvl="5" rtl="0">
              <a:lnSpc>
                <a:spcPct val="100000"/>
              </a:lnSpc>
              <a:spcBef>
                <a:spcPts val="0"/>
              </a:spcBef>
              <a:spcAft>
                <a:spcPts val="0"/>
              </a:spcAft>
              <a:buNone/>
              <a:defRPr sz="1400"/>
            </a:lvl6pPr>
            <a:lvl7pPr lvl="6" rtl="0">
              <a:lnSpc>
                <a:spcPct val="100000"/>
              </a:lnSpc>
              <a:spcBef>
                <a:spcPts val="0"/>
              </a:spcBef>
              <a:spcAft>
                <a:spcPts val="0"/>
              </a:spcAft>
              <a:buNone/>
              <a:defRPr sz="1400"/>
            </a:lvl7pPr>
            <a:lvl8pPr lvl="7" rtl="0">
              <a:lnSpc>
                <a:spcPct val="100000"/>
              </a:lnSpc>
              <a:spcBef>
                <a:spcPts val="0"/>
              </a:spcBef>
              <a:spcAft>
                <a:spcPts val="0"/>
              </a:spcAft>
              <a:buNone/>
              <a:defRPr sz="1400"/>
            </a:lvl8pPr>
            <a:lvl9pPr lvl="8" rtl="0">
              <a:lnSpc>
                <a:spcPct val="100000"/>
              </a:lnSpc>
              <a:spcBef>
                <a:spcPts val="0"/>
              </a:spcBef>
              <a:spcAft>
                <a:spcPts val="0"/>
              </a:spcAft>
              <a:buNone/>
              <a:defRPr sz="1400"/>
            </a:lvl9pPr>
          </a:lstStyle>
          <a:p/>
        </p:txBody>
      </p:sp>
      <p:sp>
        <p:nvSpPr>
          <p:cNvPr id="174" name="Google Shape;174;p24"/>
          <p:cNvSpPr txBox="1"/>
          <p:nvPr/>
        </p:nvSpPr>
        <p:spPr>
          <a:xfrm>
            <a:off x="713100" y="3460925"/>
            <a:ext cx="3344700" cy="7428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b="1" lang="en" sz="1200">
                <a:solidFill>
                  <a:schemeClr val="dk2"/>
                </a:solidFill>
                <a:latin typeface="Open Sans"/>
                <a:ea typeface="Open Sans"/>
                <a:cs typeface="Open Sans"/>
                <a:sym typeface="Open Sans"/>
              </a:rPr>
              <a:t>CREDITS:</a:t>
            </a:r>
            <a:r>
              <a:rPr lang="en" sz="1200">
                <a:solidFill>
                  <a:schemeClr val="dk2"/>
                </a:solidFill>
                <a:latin typeface="Open Sans"/>
                <a:ea typeface="Open Sans"/>
                <a:cs typeface="Open Sans"/>
                <a:sym typeface="Open Sans"/>
              </a:rPr>
              <a:t> This presentation template was created by </a:t>
            </a:r>
            <a:r>
              <a:rPr b="1" lang="en" sz="1200">
                <a:solidFill>
                  <a:schemeClr val="dk2"/>
                </a:solidFill>
                <a:uFill>
                  <a:noFill/>
                </a:uFill>
                <a:latin typeface="Open Sans"/>
                <a:ea typeface="Open Sans"/>
                <a:cs typeface="Open Sans"/>
                <a:sym typeface="Open Sans"/>
                <a:hlinkClick r:id="rId2">
                  <a:extLst>
                    <a:ext uri="{A12FA001-AC4F-418D-AE19-62706E023703}">
                      <ahyp:hlinkClr val="tx"/>
                    </a:ext>
                  </a:extLst>
                </a:hlinkClick>
              </a:rPr>
              <a:t>Slidesgo</a:t>
            </a:r>
            <a:r>
              <a:rPr lang="en" sz="1200">
                <a:solidFill>
                  <a:schemeClr val="dk2"/>
                </a:solidFill>
                <a:latin typeface="Open Sans"/>
                <a:ea typeface="Open Sans"/>
                <a:cs typeface="Open Sans"/>
                <a:sym typeface="Open Sans"/>
              </a:rPr>
              <a:t>, including icons by </a:t>
            </a:r>
            <a:r>
              <a:rPr b="1" lang="en" sz="1200">
                <a:solidFill>
                  <a:schemeClr val="dk2"/>
                </a:solidFill>
                <a:uFill>
                  <a:noFill/>
                </a:uFill>
                <a:latin typeface="Open Sans"/>
                <a:ea typeface="Open Sans"/>
                <a:cs typeface="Open Sans"/>
                <a:sym typeface="Open Sans"/>
                <a:hlinkClick r:id="rId3">
                  <a:extLst>
                    <a:ext uri="{A12FA001-AC4F-418D-AE19-62706E023703}">
                      <ahyp:hlinkClr val="tx"/>
                    </a:ext>
                  </a:extLst>
                </a:hlinkClick>
              </a:rPr>
              <a:t>Flaticon</a:t>
            </a:r>
            <a:r>
              <a:rPr lang="en" sz="1200">
                <a:solidFill>
                  <a:schemeClr val="dk2"/>
                </a:solidFill>
                <a:latin typeface="Open Sans"/>
                <a:ea typeface="Open Sans"/>
                <a:cs typeface="Open Sans"/>
                <a:sym typeface="Open Sans"/>
              </a:rPr>
              <a:t>, infographics &amp; images by </a:t>
            </a:r>
            <a:r>
              <a:rPr b="1" lang="en" sz="1200">
                <a:solidFill>
                  <a:schemeClr val="dk2"/>
                </a:solidFill>
                <a:uFill>
                  <a:noFill/>
                </a:uFill>
                <a:latin typeface="Open Sans"/>
                <a:ea typeface="Open Sans"/>
                <a:cs typeface="Open Sans"/>
                <a:sym typeface="Open Sans"/>
                <a:hlinkClick r:id="rId4">
                  <a:extLst>
                    <a:ext uri="{A12FA001-AC4F-418D-AE19-62706E023703}">
                      <ahyp:hlinkClr val="tx"/>
                    </a:ext>
                  </a:extLst>
                </a:hlinkClick>
              </a:rPr>
              <a:t>Freepik</a:t>
            </a:r>
            <a:r>
              <a:rPr b="1" lang="en" sz="1200">
                <a:solidFill>
                  <a:schemeClr val="dk2"/>
                </a:solidFill>
                <a:latin typeface="Open Sans"/>
                <a:ea typeface="Open Sans"/>
                <a:cs typeface="Open Sans"/>
                <a:sym typeface="Open Sans"/>
              </a:rPr>
              <a:t> </a:t>
            </a:r>
            <a:endParaRPr b="1" sz="1200">
              <a:solidFill>
                <a:schemeClr val="dk2"/>
              </a:solidFill>
              <a:latin typeface="Open Sans"/>
              <a:ea typeface="Open Sans"/>
              <a:cs typeface="Open Sans"/>
              <a:sym typeface="Open Sans"/>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78" name="Shape 178"/>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Slide" type="title">
  <p:cSld name="TITLE">
    <p:bg>
      <p:bgPr>
        <a:solidFill>
          <a:schemeClr val="lt1"/>
        </a:solidFill>
      </p:bgPr>
    </p:bg>
    <p:spTree>
      <p:nvGrpSpPr>
        <p:cNvPr id="182" name="Shape 182"/>
        <p:cNvGrpSpPr/>
        <p:nvPr/>
      </p:nvGrpSpPr>
      <p:grpSpPr>
        <a:xfrm>
          <a:off x="0" y="0"/>
          <a:ext cx="0" cy="0"/>
          <a:chOff x="0" y="0"/>
          <a:chExt cx="0" cy="0"/>
        </a:xfrm>
      </p:grpSpPr>
      <p:sp>
        <p:nvSpPr>
          <p:cNvPr id="183" name="Google Shape;183;p28"/>
          <p:cNvSpPr/>
          <p:nvPr/>
        </p:nvSpPr>
        <p:spPr>
          <a:xfrm>
            <a:off x="5873775" y="0"/>
            <a:ext cx="2868900" cy="5143500"/>
          </a:xfrm>
          <a:prstGeom prst="rect">
            <a:avLst/>
          </a:prstGeom>
          <a:solidFill>
            <a:srgbClr val="FFFBF2">
              <a:alpha val="4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8"/>
          <p:cNvSpPr txBox="1"/>
          <p:nvPr>
            <p:ph type="ctrTitle"/>
          </p:nvPr>
        </p:nvSpPr>
        <p:spPr>
          <a:xfrm>
            <a:off x="5873775" y="1812675"/>
            <a:ext cx="2868900" cy="15183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1"/>
              </a:buClr>
              <a:buSzPts val="7200"/>
              <a:buNone/>
              <a:defRPr b="0" sz="7200">
                <a:solidFill>
                  <a:schemeClr val="accent1"/>
                </a:solidFill>
              </a:defRPr>
            </a:lvl1pPr>
            <a:lvl2pPr lvl="1" rtl="0" algn="ctr">
              <a:spcBef>
                <a:spcPts val="0"/>
              </a:spcBef>
              <a:spcAft>
                <a:spcPts val="0"/>
              </a:spcAft>
              <a:buClr>
                <a:schemeClr val="accent1"/>
              </a:buClr>
              <a:buSzPts val="6000"/>
              <a:buFont typeface="Bahiana"/>
              <a:buNone/>
              <a:defRPr sz="6000">
                <a:solidFill>
                  <a:schemeClr val="accent1"/>
                </a:solidFill>
                <a:latin typeface="Bahiana"/>
                <a:ea typeface="Bahiana"/>
                <a:cs typeface="Bahiana"/>
                <a:sym typeface="Bahiana"/>
              </a:defRPr>
            </a:lvl2pPr>
            <a:lvl3pPr lvl="2" rtl="0" algn="ctr">
              <a:spcBef>
                <a:spcPts val="0"/>
              </a:spcBef>
              <a:spcAft>
                <a:spcPts val="0"/>
              </a:spcAft>
              <a:buClr>
                <a:schemeClr val="accent1"/>
              </a:buClr>
              <a:buSzPts val="6000"/>
              <a:buFont typeface="Bahiana"/>
              <a:buNone/>
              <a:defRPr sz="6000">
                <a:solidFill>
                  <a:schemeClr val="accent1"/>
                </a:solidFill>
                <a:latin typeface="Bahiana"/>
                <a:ea typeface="Bahiana"/>
                <a:cs typeface="Bahiana"/>
                <a:sym typeface="Bahiana"/>
              </a:defRPr>
            </a:lvl3pPr>
            <a:lvl4pPr lvl="3" rtl="0" algn="ctr">
              <a:spcBef>
                <a:spcPts val="0"/>
              </a:spcBef>
              <a:spcAft>
                <a:spcPts val="0"/>
              </a:spcAft>
              <a:buClr>
                <a:schemeClr val="accent1"/>
              </a:buClr>
              <a:buSzPts val="6000"/>
              <a:buFont typeface="Bahiana"/>
              <a:buNone/>
              <a:defRPr sz="6000">
                <a:solidFill>
                  <a:schemeClr val="accent1"/>
                </a:solidFill>
                <a:latin typeface="Bahiana"/>
                <a:ea typeface="Bahiana"/>
                <a:cs typeface="Bahiana"/>
                <a:sym typeface="Bahiana"/>
              </a:defRPr>
            </a:lvl4pPr>
            <a:lvl5pPr lvl="4" rtl="0" algn="ctr">
              <a:spcBef>
                <a:spcPts val="0"/>
              </a:spcBef>
              <a:spcAft>
                <a:spcPts val="0"/>
              </a:spcAft>
              <a:buClr>
                <a:schemeClr val="accent1"/>
              </a:buClr>
              <a:buSzPts val="6000"/>
              <a:buFont typeface="Bahiana"/>
              <a:buNone/>
              <a:defRPr sz="6000">
                <a:solidFill>
                  <a:schemeClr val="accent1"/>
                </a:solidFill>
                <a:latin typeface="Bahiana"/>
                <a:ea typeface="Bahiana"/>
                <a:cs typeface="Bahiana"/>
                <a:sym typeface="Bahiana"/>
              </a:defRPr>
            </a:lvl5pPr>
            <a:lvl6pPr lvl="5" rtl="0" algn="ctr">
              <a:spcBef>
                <a:spcPts val="0"/>
              </a:spcBef>
              <a:spcAft>
                <a:spcPts val="0"/>
              </a:spcAft>
              <a:buClr>
                <a:schemeClr val="accent1"/>
              </a:buClr>
              <a:buSzPts val="6000"/>
              <a:buFont typeface="Bahiana"/>
              <a:buNone/>
              <a:defRPr sz="6000">
                <a:solidFill>
                  <a:schemeClr val="accent1"/>
                </a:solidFill>
                <a:latin typeface="Bahiana"/>
                <a:ea typeface="Bahiana"/>
                <a:cs typeface="Bahiana"/>
                <a:sym typeface="Bahiana"/>
              </a:defRPr>
            </a:lvl6pPr>
            <a:lvl7pPr lvl="6" rtl="0" algn="ctr">
              <a:spcBef>
                <a:spcPts val="0"/>
              </a:spcBef>
              <a:spcAft>
                <a:spcPts val="0"/>
              </a:spcAft>
              <a:buClr>
                <a:schemeClr val="accent1"/>
              </a:buClr>
              <a:buSzPts val="6000"/>
              <a:buFont typeface="Bahiana"/>
              <a:buNone/>
              <a:defRPr sz="6000">
                <a:solidFill>
                  <a:schemeClr val="accent1"/>
                </a:solidFill>
                <a:latin typeface="Bahiana"/>
                <a:ea typeface="Bahiana"/>
                <a:cs typeface="Bahiana"/>
                <a:sym typeface="Bahiana"/>
              </a:defRPr>
            </a:lvl7pPr>
            <a:lvl8pPr lvl="7" rtl="0" algn="ctr">
              <a:spcBef>
                <a:spcPts val="0"/>
              </a:spcBef>
              <a:spcAft>
                <a:spcPts val="0"/>
              </a:spcAft>
              <a:buClr>
                <a:schemeClr val="accent1"/>
              </a:buClr>
              <a:buSzPts val="6000"/>
              <a:buFont typeface="Bahiana"/>
              <a:buNone/>
              <a:defRPr sz="6000">
                <a:solidFill>
                  <a:schemeClr val="accent1"/>
                </a:solidFill>
                <a:latin typeface="Bahiana"/>
                <a:ea typeface="Bahiana"/>
                <a:cs typeface="Bahiana"/>
                <a:sym typeface="Bahiana"/>
              </a:defRPr>
            </a:lvl8pPr>
            <a:lvl9pPr lvl="8" rtl="0" algn="ctr">
              <a:spcBef>
                <a:spcPts val="0"/>
              </a:spcBef>
              <a:spcAft>
                <a:spcPts val="0"/>
              </a:spcAft>
              <a:buClr>
                <a:schemeClr val="accent1"/>
              </a:buClr>
              <a:buSzPts val="6000"/>
              <a:buFont typeface="Bahiana"/>
              <a:buNone/>
              <a:defRPr sz="6000">
                <a:solidFill>
                  <a:schemeClr val="accent1"/>
                </a:solidFill>
                <a:latin typeface="Bahiana"/>
                <a:ea typeface="Bahiana"/>
                <a:cs typeface="Bahiana"/>
                <a:sym typeface="Bahiana"/>
              </a:defRPr>
            </a:lvl9pPr>
          </a:lstStyle>
          <a:p/>
        </p:txBody>
      </p:sp>
      <p:sp>
        <p:nvSpPr>
          <p:cNvPr id="185" name="Google Shape;185;p28"/>
          <p:cNvSpPr txBox="1"/>
          <p:nvPr>
            <p:ph idx="1" type="subTitle"/>
          </p:nvPr>
        </p:nvSpPr>
        <p:spPr>
          <a:xfrm>
            <a:off x="5873775" y="3961475"/>
            <a:ext cx="2868900" cy="64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accent1"/>
                </a:solidFill>
              </a:defRPr>
            </a:lvl1pPr>
            <a:lvl2pPr lvl="1" rtl="0" algn="r">
              <a:lnSpc>
                <a:spcPct val="100000"/>
              </a:lnSpc>
              <a:spcBef>
                <a:spcPts val="0"/>
              </a:spcBef>
              <a:spcAft>
                <a:spcPts val="0"/>
              </a:spcAft>
              <a:buNone/>
              <a:defRPr sz="1600">
                <a:solidFill>
                  <a:schemeClr val="accent1"/>
                </a:solidFill>
              </a:defRPr>
            </a:lvl2pPr>
            <a:lvl3pPr lvl="2" rtl="0" algn="r">
              <a:lnSpc>
                <a:spcPct val="100000"/>
              </a:lnSpc>
              <a:spcBef>
                <a:spcPts val="0"/>
              </a:spcBef>
              <a:spcAft>
                <a:spcPts val="0"/>
              </a:spcAft>
              <a:buNone/>
              <a:defRPr sz="1600">
                <a:solidFill>
                  <a:schemeClr val="accent1"/>
                </a:solidFill>
              </a:defRPr>
            </a:lvl3pPr>
            <a:lvl4pPr lvl="3" rtl="0" algn="r">
              <a:lnSpc>
                <a:spcPct val="100000"/>
              </a:lnSpc>
              <a:spcBef>
                <a:spcPts val="0"/>
              </a:spcBef>
              <a:spcAft>
                <a:spcPts val="0"/>
              </a:spcAft>
              <a:buNone/>
              <a:defRPr sz="1600">
                <a:solidFill>
                  <a:schemeClr val="accent1"/>
                </a:solidFill>
              </a:defRPr>
            </a:lvl4pPr>
            <a:lvl5pPr lvl="4" rtl="0" algn="r">
              <a:lnSpc>
                <a:spcPct val="100000"/>
              </a:lnSpc>
              <a:spcBef>
                <a:spcPts val="0"/>
              </a:spcBef>
              <a:spcAft>
                <a:spcPts val="0"/>
              </a:spcAft>
              <a:buNone/>
              <a:defRPr sz="1600">
                <a:solidFill>
                  <a:schemeClr val="accent1"/>
                </a:solidFill>
              </a:defRPr>
            </a:lvl5pPr>
            <a:lvl6pPr lvl="5" rtl="0" algn="r">
              <a:lnSpc>
                <a:spcPct val="100000"/>
              </a:lnSpc>
              <a:spcBef>
                <a:spcPts val="0"/>
              </a:spcBef>
              <a:spcAft>
                <a:spcPts val="0"/>
              </a:spcAft>
              <a:buNone/>
              <a:defRPr sz="1600">
                <a:solidFill>
                  <a:schemeClr val="accent1"/>
                </a:solidFill>
              </a:defRPr>
            </a:lvl6pPr>
            <a:lvl7pPr lvl="6" rtl="0" algn="r">
              <a:lnSpc>
                <a:spcPct val="100000"/>
              </a:lnSpc>
              <a:spcBef>
                <a:spcPts val="0"/>
              </a:spcBef>
              <a:spcAft>
                <a:spcPts val="0"/>
              </a:spcAft>
              <a:buNone/>
              <a:defRPr sz="1600">
                <a:solidFill>
                  <a:schemeClr val="accent1"/>
                </a:solidFill>
              </a:defRPr>
            </a:lvl7pPr>
            <a:lvl8pPr lvl="7" rtl="0" algn="r">
              <a:lnSpc>
                <a:spcPct val="100000"/>
              </a:lnSpc>
              <a:spcBef>
                <a:spcPts val="0"/>
              </a:spcBef>
              <a:spcAft>
                <a:spcPts val="0"/>
              </a:spcAft>
              <a:buNone/>
              <a:defRPr sz="1600">
                <a:solidFill>
                  <a:schemeClr val="accent1"/>
                </a:solidFill>
              </a:defRPr>
            </a:lvl8pPr>
            <a:lvl9pPr lvl="8" rtl="0" algn="r">
              <a:lnSpc>
                <a:spcPct val="100000"/>
              </a:lnSpc>
              <a:spcBef>
                <a:spcPts val="0"/>
              </a:spcBef>
              <a:spcAft>
                <a:spcPts val="0"/>
              </a:spcAft>
              <a:buNone/>
              <a:defRPr sz="1600">
                <a:solidFill>
                  <a:schemeClr val="accent1"/>
                </a:solidFill>
              </a:defRPr>
            </a:lvl9pPr>
          </a:lstStyle>
          <a:p/>
        </p:txBody>
      </p:sp>
    </p:spTree>
  </p:cSld>
  <p:clrMapOvr>
    <a:masterClrMapping/>
  </p:clrMapOvr>
  <p:extLst>
    <p:ext uri="{DCECCB84-F9BA-43D5-87BE-67443E8EF086}">
      <p15:sldGuideLst>
        <p15:guide id="1" pos="449">
          <p15:clr>
            <a:srgbClr val="FF00FF"/>
          </p15:clr>
        </p15:guide>
        <p15:guide id="2" pos="5311">
          <p15:clr>
            <a:srgbClr val="FF00FF"/>
          </p15:clr>
        </p15:guide>
        <p15:guide id="3" pos="2880">
          <p15:clr>
            <a:srgbClr val="FF00FF"/>
          </p15:clr>
        </p15:guide>
        <p15:guide id="4" orient="horz" pos="363">
          <p15:clr>
            <a:srgbClr val="FA7B17"/>
          </p15:clr>
        </p15:guide>
        <p15:guide id="5" orient="horz" pos="2903">
          <p15:clr>
            <a:srgbClr val="FA7B17"/>
          </p15:clr>
        </p15:guide>
        <p15:guide id="6" orient="horz" pos="1620">
          <p15:clr>
            <a:srgbClr val="FA7B17"/>
          </p15:clr>
        </p15:guide>
        <p15:guide id="7" pos="4604">
          <p15:clr>
            <a:srgbClr val="FA7B17"/>
          </p15:clr>
        </p15:guide>
      </p15:sldGuideLst>
    </p:ext>
  </p:extLst>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ist" type="tx">
  <p:cSld name="TITLE_AND_BODY">
    <p:bg>
      <p:bgPr>
        <a:solidFill>
          <a:schemeClr val="lt1"/>
        </a:solidFill>
      </p:bgPr>
    </p:bg>
    <p:spTree>
      <p:nvGrpSpPr>
        <p:cNvPr id="186" name="Shape 186"/>
        <p:cNvGrpSpPr/>
        <p:nvPr/>
      </p:nvGrpSpPr>
      <p:grpSpPr>
        <a:xfrm>
          <a:off x="0" y="0"/>
          <a:ext cx="0" cy="0"/>
          <a:chOff x="0" y="0"/>
          <a:chExt cx="0" cy="0"/>
        </a:xfrm>
      </p:grpSpPr>
      <p:sp>
        <p:nvSpPr>
          <p:cNvPr id="187" name="Google Shape;187;p29"/>
          <p:cNvSpPr txBox="1"/>
          <p:nvPr>
            <p:ph type="title"/>
          </p:nvPr>
        </p:nvSpPr>
        <p:spPr>
          <a:xfrm>
            <a:off x="621775" y="546575"/>
            <a:ext cx="4133100" cy="486300"/>
          </a:xfrm>
          <a:prstGeom prst="rect">
            <a:avLst/>
          </a:prstGeom>
          <a:noFill/>
        </p:spPr>
        <p:txBody>
          <a:bodyPr anchorCtr="0" anchor="ctr" bIns="91425" lIns="91425" spcFirstLastPara="1" rIns="91425" wrap="square" tIns="91425">
            <a:noAutofit/>
          </a:bodyPr>
          <a:lstStyle>
            <a:lvl1pPr lvl="0" rtl="0">
              <a:spcBef>
                <a:spcPts val="0"/>
              </a:spcBef>
              <a:spcAft>
                <a:spcPts val="0"/>
              </a:spcAft>
              <a:buNone/>
              <a:defRPr b="0">
                <a:solidFill>
                  <a:schemeClr val="accent1"/>
                </a:solidFill>
              </a:defRPr>
            </a:lvl1pPr>
            <a:lvl2pPr lvl="1" rtl="0">
              <a:spcBef>
                <a:spcPts val="0"/>
              </a:spcBef>
              <a:spcAft>
                <a:spcPts val="0"/>
              </a:spcAft>
              <a:buNone/>
              <a:defRPr b="0">
                <a:solidFill>
                  <a:schemeClr val="accent1"/>
                </a:solidFill>
                <a:latin typeface="Roboto Slab Regular"/>
                <a:ea typeface="Roboto Slab Regular"/>
                <a:cs typeface="Roboto Slab Regular"/>
                <a:sym typeface="Roboto Slab Regular"/>
              </a:defRPr>
            </a:lvl2pPr>
            <a:lvl3pPr lvl="2" rtl="0">
              <a:spcBef>
                <a:spcPts val="0"/>
              </a:spcBef>
              <a:spcAft>
                <a:spcPts val="0"/>
              </a:spcAft>
              <a:buNone/>
              <a:defRPr b="0">
                <a:solidFill>
                  <a:schemeClr val="accent1"/>
                </a:solidFill>
                <a:latin typeface="Roboto Slab Regular"/>
                <a:ea typeface="Roboto Slab Regular"/>
                <a:cs typeface="Roboto Slab Regular"/>
                <a:sym typeface="Roboto Slab Regular"/>
              </a:defRPr>
            </a:lvl3pPr>
            <a:lvl4pPr lvl="3" rtl="0">
              <a:spcBef>
                <a:spcPts val="0"/>
              </a:spcBef>
              <a:spcAft>
                <a:spcPts val="0"/>
              </a:spcAft>
              <a:buNone/>
              <a:defRPr b="0">
                <a:solidFill>
                  <a:schemeClr val="accent1"/>
                </a:solidFill>
                <a:latin typeface="Roboto Slab Regular"/>
                <a:ea typeface="Roboto Slab Regular"/>
                <a:cs typeface="Roboto Slab Regular"/>
                <a:sym typeface="Roboto Slab Regular"/>
              </a:defRPr>
            </a:lvl4pPr>
            <a:lvl5pPr lvl="4" rtl="0">
              <a:spcBef>
                <a:spcPts val="0"/>
              </a:spcBef>
              <a:spcAft>
                <a:spcPts val="0"/>
              </a:spcAft>
              <a:buNone/>
              <a:defRPr b="0">
                <a:solidFill>
                  <a:schemeClr val="accent1"/>
                </a:solidFill>
                <a:latin typeface="Roboto Slab Regular"/>
                <a:ea typeface="Roboto Slab Regular"/>
                <a:cs typeface="Roboto Slab Regular"/>
                <a:sym typeface="Roboto Slab Regular"/>
              </a:defRPr>
            </a:lvl5pPr>
            <a:lvl6pPr lvl="5" rtl="0">
              <a:spcBef>
                <a:spcPts val="0"/>
              </a:spcBef>
              <a:spcAft>
                <a:spcPts val="0"/>
              </a:spcAft>
              <a:buNone/>
              <a:defRPr b="0">
                <a:solidFill>
                  <a:schemeClr val="accent1"/>
                </a:solidFill>
                <a:latin typeface="Roboto Slab Regular"/>
                <a:ea typeface="Roboto Slab Regular"/>
                <a:cs typeface="Roboto Slab Regular"/>
                <a:sym typeface="Roboto Slab Regular"/>
              </a:defRPr>
            </a:lvl6pPr>
            <a:lvl7pPr lvl="6" rtl="0">
              <a:spcBef>
                <a:spcPts val="0"/>
              </a:spcBef>
              <a:spcAft>
                <a:spcPts val="0"/>
              </a:spcAft>
              <a:buNone/>
              <a:defRPr b="0">
                <a:solidFill>
                  <a:schemeClr val="accent1"/>
                </a:solidFill>
                <a:latin typeface="Roboto Slab Regular"/>
                <a:ea typeface="Roboto Slab Regular"/>
                <a:cs typeface="Roboto Slab Regular"/>
                <a:sym typeface="Roboto Slab Regular"/>
              </a:defRPr>
            </a:lvl7pPr>
            <a:lvl8pPr lvl="7" rtl="0">
              <a:spcBef>
                <a:spcPts val="0"/>
              </a:spcBef>
              <a:spcAft>
                <a:spcPts val="0"/>
              </a:spcAft>
              <a:buNone/>
              <a:defRPr b="0">
                <a:solidFill>
                  <a:schemeClr val="accent1"/>
                </a:solidFill>
                <a:latin typeface="Roboto Slab Regular"/>
                <a:ea typeface="Roboto Slab Regular"/>
                <a:cs typeface="Roboto Slab Regular"/>
                <a:sym typeface="Roboto Slab Regular"/>
              </a:defRPr>
            </a:lvl8pPr>
            <a:lvl9pPr lvl="8" rtl="0">
              <a:spcBef>
                <a:spcPts val="0"/>
              </a:spcBef>
              <a:spcAft>
                <a:spcPts val="0"/>
              </a:spcAft>
              <a:buNone/>
              <a:defRPr b="0">
                <a:solidFill>
                  <a:schemeClr val="accent1"/>
                </a:solidFill>
                <a:latin typeface="Roboto Slab Regular"/>
                <a:ea typeface="Roboto Slab Regular"/>
                <a:cs typeface="Roboto Slab Regular"/>
                <a:sym typeface="Roboto Slab Regular"/>
              </a:defRPr>
            </a:lvl9pPr>
          </a:lstStyle>
          <a:p/>
        </p:txBody>
      </p:sp>
      <p:sp>
        <p:nvSpPr>
          <p:cNvPr id="188" name="Google Shape;188;p29"/>
          <p:cNvSpPr/>
          <p:nvPr/>
        </p:nvSpPr>
        <p:spPr>
          <a:xfrm>
            <a:off x="5367600" y="-2250"/>
            <a:ext cx="3776400" cy="51480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9"/>
          <p:cNvSpPr txBox="1"/>
          <p:nvPr>
            <p:ph idx="1" type="subTitle"/>
          </p:nvPr>
        </p:nvSpPr>
        <p:spPr>
          <a:xfrm flipH="1">
            <a:off x="621800" y="2865671"/>
            <a:ext cx="3822300" cy="6882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None/>
              <a:defRPr sz="1400">
                <a:solidFill>
                  <a:schemeClr val="accent1"/>
                </a:solidFill>
              </a:defRPr>
            </a:lvl1pPr>
            <a:lvl2pPr lvl="1" rtl="0">
              <a:lnSpc>
                <a:spcPct val="100000"/>
              </a:lnSpc>
              <a:spcBef>
                <a:spcPts val="0"/>
              </a:spcBef>
              <a:spcAft>
                <a:spcPts val="0"/>
              </a:spcAft>
              <a:buNone/>
              <a:defRPr sz="1400">
                <a:solidFill>
                  <a:schemeClr val="accent1"/>
                </a:solidFill>
              </a:defRPr>
            </a:lvl2pPr>
            <a:lvl3pPr lvl="2" rtl="0">
              <a:lnSpc>
                <a:spcPct val="100000"/>
              </a:lnSpc>
              <a:spcBef>
                <a:spcPts val="0"/>
              </a:spcBef>
              <a:spcAft>
                <a:spcPts val="0"/>
              </a:spcAft>
              <a:buNone/>
              <a:defRPr sz="1400">
                <a:solidFill>
                  <a:schemeClr val="accent1"/>
                </a:solidFill>
              </a:defRPr>
            </a:lvl3pPr>
            <a:lvl4pPr lvl="3" rtl="0">
              <a:lnSpc>
                <a:spcPct val="100000"/>
              </a:lnSpc>
              <a:spcBef>
                <a:spcPts val="0"/>
              </a:spcBef>
              <a:spcAft>
                <a:spcPts val="0"/>
              </a:spcAft>
              <a:buNone/>
              <a:defRPr sz="1400">
                <a:solidFill>
                  <a:schemeClr val="accent1"/>
                </a:solidFill>
              </a:defRPr>
            </a:lvl4pPr>
            <a:lvl5pPr lvl="4" rtl="0">
              <a:lnSpc>
                <a:spcPct val="100000"/>
              </a:lnSpc>
              <a:spcBef>
                <a:spcPts val="0"/>
              </a:spcBef>
              <a:spcAft>
                <a:spcPts val="0"/>
              </a:spcAft>
              <a:buNone/>
              <a:defRPr sz="1400">
                <a:solidFill>
                  <a:schemeClr val="accent1"/>
                </a:solidFill>
              </a:defRPr>
            </a:lvl5pPr>
            <a:lvl6pPr lvl="5" rtl="0">
              <a:lnSpc>
                <a:spcPct val="100000"/>
              </a:lnSpc>
              <a:spcBef>
                <a:spcPts val="0"/>
              </a:spcBef>
              <a:spcAft>
                <a:spcPts val="0"/>
              </a:spcAft>
              <a:buNone/>
              <a:defRPr sz="1400">
                <a:solidFill>
                  <a:schemeClr val="accent1"/>
                </a:solidFill>
              </a:defRPr>
            </a:lvl6pPr>
            <a:lvl7pPr lvl="6" rtl="0">
              <a:lnSpc>
                <a:spcPct val="100000"/>
              </a:lnSpc>
              <a:spcBef>
                <a:spcPts val="0"/>
              </a:spcBef>
              <a:spcAft>
                <a:spcPts val="0"/>
              </a:spcAft>
              <a:buNone/>
              <a:defRPr sz="1400">
                <a:solidFill>
                  <a:schemeClr val="accent1"/>
                </a:solidFill>
              </a:defRPr>
            </a:lvl7pPr>
            <a:lvl8pPr lvl="7" rtl="0">
              <a:lnSpc>
                <a:spcPct val="100000"/>
              </a:lnSpc>
              <a:spcBef>
                <a:spcPts val="0"/>
              </a:spcBef>
              <a:spcAft>
                <a:spcPts val="0"/>
              </a:spcAft>
              <a:buNone/>
              <a:defRPr sz="1400">
                <a:solidFill>
                  <a:schemeClr val="accent1"/>
                </a:solidFill>
              </a:defRPr>
            </a:lvl8pPr>
            <a:lvl9pPr lvl="8" rtl="0">
              <a:lnSpc>
                <a:spcPct val="100000"/>
              </a:lnSpc>
              <a:spcBef>
                <a:spcPts val="0"/>
              </a:spcBef>
              <a:spcAft>
                <a:spcPts val="0"/>
              </a:spcAft>
              <a:buNone/>
              <a:defRPr sz="1400">
                <a:solidFill>
                  <a:schemeClr val="accent1"/>
                </a:solidFill>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02" type="titleOnly">
  <p:cSld name="TITLE_ONLY">
    <p:bg>
      <p:bgPr>
        <a:solidFill>
          <a:schemeClr val="lt1"/>
        </a:solidFill>
      </p:bgPr>
    </p:bg>
    <p:spTree>
      <p:nvGrpSpPr>
        <p:cNvPr id="190" name="Shape 190"/>
        <p:cNvGrpSpPr/>
        <p:nvPr/>
      </p:nvGrpSpPr>
      <p:grpSpPr>
        <a:xfrm>
          <a:off x="0" y="0"/>
          <a:ext cx="0" cy="0"/>
          <a:chOff x="0" y="0"/>
          <a:chExt cx="0" cy="0"/>
        </a:xfrm>
      </p:grpSpPr>
      <p:sp>
        <p:nvSpPr>
          <p:cNvPr id="191" name="Google Shape;191;p30"/>
          <p:cNvSpPr txBox="1"/>
          <p:nvPr>
            <p:ph type="ctrTitle"/>
          </p:nvPr>
        </p:nvSpPr>
        <p:spPr>
          <a:xfrm>
            <a:off x="722375" y="493776"/>
            <a:ext cx="7699200" cy="384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b="0" sz="2400">
                <a:solidFill>
                  <a:schemeClr val="accent1"/>
                </a:solidFill>
              </a:defRPr>
            </a:lvl1pPr>
            <a:lvl2pPr lvl="1" rtl="0" algn="ctr">
              <a:spcBef>
                <a:spcPts val="0"/>
              </a:spcBef>
              <a:spcAft>
                <a:spcPts val="0"/>
              </a:spcAft>
              <a:buClr>
                <a:schemeClr val="accent2"/>
              </a:buClr>
              <a:buSzPts val="3600"/>
              <a:buNone/>
              <a:defRPr sz="3600">
                <a:solidFill>
                  <a:schemeClr val="accent2"/>
                </a:solidFill>
              </a:defRPr>
            </a:lvl2pPr>
            <a:lvl3pPr lvl="2" rtl="0" algn="ctr">
              <a:spcBef>
                <a:spcPts val="0"/>
              </a:spcBef>
              <a:spcAft>
                <a:spcPts val="0"/>
              </a:spcAft>
              <a:buClr>
                <a:schemeClr val="accent2"/>
              </a:buClr>
              <a:buSzPts val="3600"/>
              <a:buNone/>
              <a:defRPr sz="3600">
                <a:solidFill>
                  <a:schemeClr val="accent2"/>
                </a:solidFill>
              </a:defRPr>
            </a:lvl3pPr>
            <a:lvl4pPr lvl="3" rtl="0" algn="ctr">
              <a:spcBef>
                <a:spcPts val="0"/>
              </a:spcBef>
              <a:spcAft>
                <a:spcPts val="0"/>
              </a:spcAft>
              <a:buClr>
                <a:schemeClr val="accent2"/>
              </a:buClr>
              <a:buSzPts val="3600"/>
              <a:buNone/>
              <a:defRPr sz="3600">
                <a:solidFill>
                  <a:schemeClr val="accent2"/>
                </a:solidFill>
              </a:defRPr>
            </a:lvl4pPr>
            <a:lvl5pPr lvl="4" rtl="0" algn="ctr">
              <a:spcBef>
                <a:spcPts val="0"/>
              </a:spcBef>
              <a:spcAft>
                <a:spcPts val="0"/>
              </a:spcAft>
              <a:buClr>
                <a:schemeClr val="accent2"/>
              </a:buClr>
              <a:buSzPts val="3600"/>
              <a:buNone/>
              <a:defRPr sz="3600">
                <a:solidFill>
                  <a:schemeClr val="accent2"/>
                </a:solidFill>
              </a:defRPr>
            </a:lvl5pPr>
            <a:lvl6pPr lvl="5" rtl="0" algn="ctr">
              <a:spcBef>
                <a:spcPts val="0"/>
              </a:spcBef>
              <a:spcAft>
                <a:spcPts val="0"/>
              </a:spcAft>
              <a:buClr>
                <a:schemeClr val="accent2"/>
              </a:buClr>
              <a:buSzPts val="3600"/>
              <a:buNone/>
              <a:defRPr sz="3600">
                <a:solidFill>
                  <a:schemeClr val="accent2"/>
                </a:solidFill>
              </a:defRPr>
            </a:lvl6pPr>
            <a:lvl7pPr lvl="6" rtl="0" algn="ctr">
              <a:spcBef>
                <a:spcPts val="0"/>
              </a:spcBef>
              <a:spcAft>
                <a:spcPts val="0"/>
              </a:spcAft>
              <a:buClr>
                <a:schemeClr val="accent2"/>
              </a:buClr>
              <a:buSzPts val="3600"/>
              <a:buNone/>
              <a:defRPr sz="3600">
                <a:solidFill>
                  <a:schemeClr val="accent2"/>
                </a:solidFill>
              </a:defRPr>
            </a:lvl7pPr>
            <a:lvl8pPr lvl="7" rtl="0" algn="ctr">
              <a:spcBef>
                <a:spcPts val="0"/>
              </a:spcBef>
              <a:spcAft>
                <a:spcPts val="0"/>
              </a:spcAft>
              <a:buClr>
                <a:schemeClr val="accent2"/>
              </a:buClr>
              <a:buSzPts val="3600"/>
              <a:buNone/>
              <a:defRPr sz="3600">
                <a:solidFill>
                  <a:schemeClr val="accent2"/>
                </a:solidFill>
              </a:defRPr>
            </a:lvl8pPr>
            <a:lvl9pPr lvl="8" rtl="0" algn="ctr">
              <a:spcBef>
                <a:spcPts val="0"/>
              </a:spcBef>
              <a:spcAft>
                <a:spcPts val="0"/>
              </a:spcAft>
              <a:buClr>
                <a:schemeClr val="accent2"/>
              </a:buClr>
              <a:buSzPts val="3600"/>
              <a:buNone/>
              <a:defRPr sz="3600">
                <a:solidFill>
                  <a:schemeClr val="accent2"/>
                </a:solidFill>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04">
  <p:cSld name="TITLE_ONLY_2">
    <p:bg>
      <p:bgPr>
        <a:blipFill>
          <a:blip r:embed="rId2">
            <a:alphaModFix/>
          </a:blip>
          <a:stretch>
            <a:fillRect/>
          </a:stretch>
        </a:blipFill>
      </p:bgPr>
    </p:bg>
    <p:spTree>
      <p:nvGrpSpPr>
        <p:cNvPr id="192" name="Shape 192"/>
        <p:cNvGrpSpPr/>
        <p:nvPr/>
      </p:nvGrpSpPr>
      <p:grpSpPr>
        <a:xfrm>
          <a:off x="0" y="0"/>
          <a:ext cx="0" cy="0"/>
          <a:chOff x="0" y="0"/>
          <a:chExt cx="0" cy="0"/>
        </a:xfrm>
      </p:grpSpPr>
      <p:sp>
        <p:nvSpPr>
          <p:cNvPr id="193" name="Google Shape;193;p31"/>
          <p:cNvSpPr txBox="1"/>
          <p:nvPr>
            <p:ph type="ctrTitle"/>
          </p:nvPr>
        </p:nvSpPr>
        <p:spPr>
          <a:xfrm>
            <a:off x="722375" y="493776"/>
            <a:ext cx="7699200" cy="384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b="0" sz="2400">
                <a:solidFill>
                  <a:schemeClr val="accent1"/>
                </a:solidFill>
              </a:defRPr>
            </a:lvl1pPr>
            <a:lvl2pPr lvl="1" rtl="0" algn="ctr">
              <a:spcBef>
                <a:spcPts val="0"/>
              </a:spcBef>
              <a:spcAft>
                <a:spcPts val="0"/>
              </a:spcAft>
              <a:buClr>
                <a:schemeClr val="accent2"/>
              </a:buClr>
              <a:buSzPts val="3600"/>
              <a:buNone/>
              <a:defRPr sz="3600">
                <a:solidFill>
                  <a:schemeClr val="accent2"/>
                </a:solidFill>
              </a:defRPr>
            </a:lvl2pPr>
            <a:lvl3pPr lvl="2" rtl="0" algn="ctr">
              <a:spcBef>
                <a:spcPts val="0"/>
              </a:spcBef>
              <a:spcAft>
                <a:spcPts val="0"/>
              </a:spcAft>
              <a:buClr>
                <a:schemeClr val="accent2"/>
              </a:buClr>
              <a:buSzPts val="3600"/>
              <a:buNone/>
              <a:defRPr sz="3600">
                <a:solidFill>
                  <a:schemeClr val="accent2"/>
                </a:solidFill>
              </a:defRPr>
            </a:lvl3pPr>
            <a:lvl4pPr lvl="3" rtl="0" algn="ctr">
              <a:spcBef>
                <a:spcPts val="0"/>
              </a:spcBef>
              <a:spcAft>
                <a:spcPts val="0"/>
              </a:spcAft>
              <a:buClr>
                <a:schemeClr val="accent2"/>
              </a:buClr>
              <a:buSzPts val="3600"/>
              <a:buNone/>
              <a:defRPr sz="3600">
                <a:solidFill>
                  <a:schemeClr val="accent2"/>
                </a:solidFill>
              </a:defRPr>
            </a:lvl4pPr>
            <a:lvl5pPr lvl="4" rtl="0" algn="ctr">
              <a:spcBef>
                <a:spcPts val="0"/>
              </a:spcBef>
              <a:spcAft>
                <a:spcPts val="0"/>
              </a:spcAft>
              <a:buClr>
                <a:schemeClr val="accent2"/>
              </a:buClr>
              <a:buSzPts val="3600"/>
              <a:buNone/>
              <a:defRPr sz="3600">
                <a:solidFill>
                  <a:schemeClr val="accent2"/>
                </a:solidFill>
              </a:defRPr>
            </a:lvl5pPr>
            <a:lvl6pPr lvl="5" rtl="0" algn="ctr">
              <a:spcBef>
                <a:spcPts val="0"/>
              </a:spcBef>
              <a:spcAft>
                <a:spcPts val="0"/>
              </a:spcAft>
              <a:buClr>
                <a:schemeClr val="accent2"/>
              </a:buClr>
              <a:buSzPts val="3600"/>
              <a:buNone/>
              <a:defRPr sz="3600">
                <a:solidFill>
                  <a:schemeClr val="accent2"/>
                </a:solidFill>
              </a:defRPr>
            </a:lvl6pPr>
            <a:lvl7pPr lvl="6" rtl="0" algn="ctr">
              <a:spcBef>
                <a:spcPts val="0"/>
              </a:spcBef>
              <a:spcAft>
                <a:spcPts val="0"/>
              </a:spcAft>
              <a:buClr>
                <a:schemeClr val="accent2"/>
              </a:buClr>
              <a:buSzPts val="3600"/>
              <a:buNone/>
              <a:defRPr sz="3600">
                <a:solidFill>
                  <a:schemeClr val="accent2"/>
                </a:solidFill>
              </a:defRPr>
            </a:lvl7pPr>
            <a:lvl8pPr lvl="7" rtl="0" algn="ctr">
              <a:spcBef>
                <a:spcPts val="0"/>
              </a:spcBef>
              <a:spcAft>
                <a:spcPts val="0"/>
              </a:spcAft>
              <a:buClr>
                <a:schemeClr val="accent2"/>
              </a:buClr>
              <a:buSzPts val="3600"/>
              <a:buNone/>
              <a:defRPr sz="3600">
                <a:solidFill>
                  <a:schemeClr val="accent2"/>
                </a:solidFill>
              </a:defRPr>
            </a:lvl8pPr>
            <a:lvl9pPr lvl="8" rtl="0" algn="ctr">
              <a:spcBef>
                <a:spcPts val="0"/>
              </a:spcBef>
              <a:spcAft>
                <a:spcPts val="0"/>
              </a:spcAft>
              <a:buClr>
                <a:schemeClr val="accent2"/>
              </a:buClr>
              <a:buSzPts val="3600"/>
              <a:buNone/>
              <a:defRPr sz="3600">
                <a:solidFill>
                  <a:schemeClr val="accent2"/>
                </a:solidFill>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03">
  <p:cSld name="TITLE_ONLY_1">
    <p:bg>
      <p:bgPr>
        <a:blipFill>
          <a:blip r:embed="rId2">
            <a:alphaModFix/>
          </a:blip>
          <a:stretch>
            <a:fillRect/>
          </a:stretch>
        </a:blipFill>
      </p:bgPr>
    </p:bg>
    <p:spTree>
      <p:nvGrpSpPr>
        <p:cNvPr id="194" name="Shape 194"/>
        <p:cNvGrpSpPr/>
        <p:nvPr/>
      </p:nvGrpSpPr>
      <p:grpSpPr>
        <a:xfrm>
          <a:off x="0" y="0"/>
          <a:ext cx="0" cy="0"/>
          <a:chOff x="0" y="0"/>
          <a:chExt cx="0" cy="0"/>
        </a:xfrm>
      </p:grpSpPr>
      <p:sp>
        <p:nvSpPr>
          <p:cNvPr id="195" name="Google Shape;195;p32"/>
          <p:cNvSpPr txBox="1"/>
          <p:nvPr>
            <p:ph type="ctrTitle"/>
          </p:nvPr>
        </p:nvSpPr>
        <p:spPr>
          <a:xfrm>
            <a:off x="722376" y="493776"/>
            <a:ext cx="7699200" cy="384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b="0" sz="2400">
                <a:solidFill>
                  <a:schemeClr val="accent1"/>
                </a:solidFill>
              </a:defRPr>
            </a:lvl1pPr>
            <a:lvl2pPr lvl="1" rtl="0" algn="ctr">
              <a:spcBef>
                <a:spcPts val="0"/>
              </a:spcBef>
              <a:spcAft>
                <a:spcPts val="0"/>
              </a:spcAft>
              <a:buClr>
                <a:schemeClr val="accent2"/>
              </a:buClr>
              <a:buSzPts val="3600"/>
              <a:buNone/>
              <a:defRPr sz="3600">
                <a:solidFill>
                  <a:schemeClr val="accent2"/>
                </a:solidFill>
              </a:defRPr>
            </a:lvl2pPr>
            <a:lvl3pPr lvl="2" rtl="0" algn="ctr">
              <a:spcBef>
                <a:spcPts val="0"/>
              </a:spcBef>
              <a:spcAft>
                <a:spcPts val="0"/>
              </a:spcAft>
              <a:buClr>
                <a:schemeClr val="accent2"/>
              </a:buClr>
              <a:buSzPts val="3600"/>
              <a:buNone/>
              <a:defRPr sz="3600">
                <a:solidFill>
                  <a:schemeClr val="accent2"/>
                </a:solidFill>
              </a:defRPr>
            </a:lvl3pPr>
            <a:lvl4pPr lvl="3" rtl="0" algn="ctr">
              <a:spcBef>
                <a:spcPts val="0"/>
              </a:spcBef>
              <a:spcAft>
                <a:spcPts val="0"/>
              </a:spcAft>
              <a:buClr>
                <a:schemeClr val="accent2"/>
              </a:buClr>
              <a:buSzPts val="3600"/>
              <a:buNone/>
              <a:defRPr sz="3600">
                <a:solidFill>
                  <a:schemeClr val="accent2"/>
                </a:solidFill>
              </a:defRPr>
            </a:lvl4pPr>
            <a:lvl5pPr lvl="4" rtl="0" algn="ctr">
              <a:spcBef>
                <a:spcPts val="0"/>
              </a:spcBef>
              <a:spcAft>
                <a:spcPts val="0"/>
              </a:spcAft>
              <a:buClr>
                <a:schemeClr val="accent2"/>
              </a:buClr>
              <a:buSzPts val="3600"/>
              <a:buNone/>
              <a:defRPr sz="3600">
                <a:solidFill>
                  <a:schemeClr val="accent2"/>
                </a:solidFill>
              </a:defRPr>
            </a:lvl5pPr>
            <a:lvl6pPr lvl="5" rtl="0" algn="ctr">
              <a:spcBef>
                <a:spcPts val="0"/>
              </a:spcBef>
              <a:spcAft>
                <a:spcPts val="0"/>
              </a:spcAft>
              <a:buClr>
                <a:schemeClr val="accent2"/>
              </a:buClr>
              <a:buSzPts val="3600"/>
              <a:buNone/>
              <a:defRPr sz="3600">
                <a:solidFill>
                  <a:schemeClr val="accent2"/>
                </a:solidFill>
              </a:defRPr>
            </a:lvl6pPr>
            <a:lvl7pPr lvl="6" rtl="0" algn="ctr">
              <a:spcBef>
                <a:spcPts val="0"/>
              </a:spcBef>
              <a:spcAft>
                <a:spcPts val="0"/>
              </a:spcAft>
              <a:buClr>
                <a:schemeClr val="accent2"/>
              </a:buClr>
              <a:buSzPts val="3600"/>
              <a:buNone/>
              <a:defRPr sz="3600">
                <a:solidFill>
                  <a:schemeClr val="accent2"/>
                </a:solidFill>
              </a:defRPr>
            </a:lvl7pPr>
            <a:lvl8pPr lvl="7" rtl="0" algn="ctr">
              <a:spcBef>
                <a:spcPts val="0"/>
              </a:spcBef>
              <a:spcAft>
                <a:spcPts val="0"/>
              </a:spcAft>
              <a:buClr>
                <a:schemeClr val="accent2"/>
              </a:buClr>
              <a:buSzPts val="3600"/>
              <a:buNone/>
              <a:defRPr sz="3600">
                <a:solidFill>
                  <a:schemeClr val="accent2"/>
                </a:solidFill>
              </a:defRPr>
            </a:lvl8pPr>
            <a:lvl9pPr lvl="8" rtl="0" algn="ctr">
              <a:spcBef>
                <a:spcPts val="0"/>
              </a:spcBef>
              <a:spcAft>
                <a:spcPts val="0"/>
              </a:spcAft>
              <a:buClr>
                <a:schemeClr val="accent2"/>
              </a:buClr>
              <a:buSzPts val="3600"/>
              <a:buNone/>
              <a:defRPr sz="3600">
                <a:solidFill>
                  <a:schemeClr val="accent2"/>
                </a:solidFill>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Whoa">
  <p:cSld name="ONE_COLUMN_TEXT">
    <p:bg>
      <p:bgPr>
        <a:solidFill>
          <a:schemeClr val="accent1"/>
        </a:solidFill>
      </p:bgPr>
    </p:bg>
    <p:spTree>
      <p:nvGrpSpPr>
        <p:cNvPr id="196" name="Shape 196"/>
        <p:cNvGrpSpPr/>
        <p:nvPr/>
      </p:nvGrpSpPr>
      <p:grpSpPr>
        <a:xfrm>
          <a:off x="0" y="0"/>
          <a:ext cx="0" cy="0"/>
          <a:chOff x="0" y="0"/>
          <a:chExt cx="0" cy="0"/>
        </a:xfrm>
      </p:grpSpPr>
      <p:sp>
        <p:nvSpPr>
          <p:cNvPr id="197" name="Google Shape;197;p33"/>
          <p:cNvSpPr txBox="1"/>
          <p:nvPr>
            <p:ph type="ctrTitle"/>
          </p:nvPr>
        </p:nvSpPr>
        <p:spPr>
          <a:xfrm>
            <a:off x="612657" y="310900"/>
            <a:ext cx="7818000" cy="1051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6000"/>
              <a:buNone/>
              <a:defRPr b="0" sz="6000">
                <a:solidFill>
                  <a:schemeClr val="lt1"/>
                </a:solidFill>
              </a:defRPr>
            </a:lvl1pPr>
            <a:lvl2pPr lvl="1" rtl="0">
              <a:spcBef>
                <a:spcPts val="0"/>
              </a:spcBef>
              <a:spcAft>
                <a:spcPts val="0"/>
              </a:spcAft>
              <a:buClr>
                <a:schemeClr val="accent1"/>
              </a:buClr>
              <a:buSzPts val="2400"/>
              <a:buNone/>
              <a:defRPr sz="2400">
                <a:solidFill>
                  <a:schemeClr val="accent1"/>
                </a:solidFill>
              </a:defRPr>
            </a:lvl2pPr>
            <a:lvl3pPr lvl="2" rtl="0">
              <a:spcBef>
                <a:spcPts val="0"/>
              </a:spcBef>
              <a:spcAft>
                <a:spcPts val="0"/>
              </a:spcAft>
              <a:buClr>
                <a:schemeClr val="accent1"/>
              </a:buClr>
              <a:buSzPts val="2400"/>
              <a:buNone/>
              <a:defRPr sz="2400">
                <a:solidFill>
                  <a:schemeClr val="accent1"/>
                </a:solidFill>
              </a:defRPr>
            </a:lvl3pPr>
            <a:lvl4pPr lvl="3" rtl="0">
              <a:spcBef>
                <a:spcPts val="0"/>
              </a:spcBef>
              <a:spcAft>
                <a:spcPts val="0"/>
              </a:spcAft>
              <a:buClr>
                <a:schemeClr val="accent1"/>
              </a:buClr>
              <a:buSzPts val="2400"/>
              <a:buNone/>
              <a:defRPr sz="2400">
                <a:solidFill>
                  <a:schemeClr val="accent1"/>
                </a:solidFill>
              </a:defRPr>
            </a:lvl4pPr>
            <a:lvl5pPr lvl="4" rtl="0">
              <a:spcBef>
                <a:spcPts val="0"/>
              </a:spcBef>
              <a:spcAft>
                <a:spcPts val="0"/>
              </a:spcAft>
              <a:buClr>
                <a:schemeClr val="accent1"/>
              </a:buClr>
              <a:buSzPts val="2400"/>
              <a:buNone/>
              <a:defRPr sz="2400">
                <a:solidFill>
                  <a:schemeClr val="accent1"/>
                </a:solidFill>
              </a:defRPr>
            </a:lvl5pPr>
            <a:lvl6pPr lvl="5" rtl="0">
              <a:spcBef>
                <a:spcPts val="0"/>
              </a:spcBef>
              <a:spcAft>
                <a:spcPts val="0"/>
              </a:spcAft>
              <a:buClr>
                <a:schemeClr val="accent1"/>
              </a:buClr>
              <a:buSzPts val="2400"/>
              <a:buNone/>
              <a:defRPr sz="2400">
                <a:solidFill>
                  <a:schemeClr val="accent1"/>
                </a:solidFill>
              </a:defRPr>
            </a:lvl6pPr>
            <a:lvl7pPr lvl="6" rtl="0">
              <a:spcBef>
                <a:spcPts val="0"/>
              </a:spcBef>
              <a:spcAft>
                <a:spcPts val="0"/>
              </a:spcAft>
              <a:buClr>
                <a:schemeClr val="accent1"/>
              </a:buClr>
              <a:buSzPts val="2400"/>
              <a:buNone/>
              <a:defRPr sz="2400">
                <a:solidFill>
                  <a:schemeClr val="accent1"/>
                </a:solidFill>
              </a:defRPr>
            </a:lvl7pPr>
            <a:lvl8pPr lvl="7" rtl="0">
              <a:spcBef>
                <a:spcPts val="0"/>
              </a:spcBef>
              <a:spcAft>
                <a:spcPts val="0"/>
              </a:spcAft>
              <a:buClr>
                <a:schemeClr val="accent1"/>
              </a:buClr>
              <a:buSzPts val="2400"/>
              <a:buNone/>
              <a:defRPr sz="2400">
                <a:solidFill>
                  <a:schemeClr val="accent1"/>
                </a:solidFill>
              </a:defRPr>
            </a:lvl8pPr>
            <a:lvl9pPr lvl="8" rtl="0">
              <a:spcBef>
                <a:spcPts val="0"/>
              </a:spcBef>
              <a:spcAft>
                <a:spcPts val="0"/>
              </a:spcAft>
              <a:buClr>
                <a:schemeClr val="accent1"/>
              </a:buClr>
              <a:buSzPts val="2400"/>
              <a:buNone/>
              <a:defRPr sz="2400">
                <a:solidFill>
                  <a:schemeClr val="accent1"/>
                </a:solidFill>
              </a:defRPr>
            </a:lvl9pPr>
          </a:lstStyle>
          <a:p/>
        </p:txBody>
      </p:sp>
      <p:sp>
        <p:nvSpPr>
          <p:cNvPr id="198" name="Google Shape;198;p33"/>
          <p:cNvSpPr txBox="1"/>
          <p:nvPr>
            <p:ph idx="1" type="subTitle"/>
          </p:nvPr>
        </p:nvSpPr>
        <p:spPr>
          <a:xfrm>
            <a:off x="713232" y="1715250"/>
            <a:ext cx="7717500" cy="493800"/>
          </a:xfrm>
          <a:prstGeom prst="rect">
            <a:avLst/>
          </a:prstGeom>
        </p:spPr>
        <p:txBody>
          <a:bodyPr anchorCtr="0" anchor="ctr" bIns="91425" lIns="91425" spcFirstLastPara="1" rIns="91425" wrap="square" tIns="91425">
            <a:noAutofit/>
          </a:bodyPr>
          <a:lstStyle>
            <a:lvl1pPr lvl="0" rtl="0" algn="ctr">
              <a:lnSpc>
                <a:spcPct val="115000"/>
              </a:lnSpc>
              <a:spcBef>
                <a:spcPts val="1000"/>
              </a:spcBef>
              <a:spcAft>
                <a:spcPts val="0"/>
              </a:spcAft>
              <a:buNone/>
              <a:defRPr>
                <a:solidFill>
                  <a:schemeClr val="lt1"/>
                </a:solidFill>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Section 01">
  <p:cSld name="SECTION_TITLE_AND_DESCRIPTION">
    <p:bg>
      <p:bgPr>
        <a:solidFill>
          <a:schemeClr val="dk2"/>
        </a:solidFill>
      </p:bgPr>
    </p:bg>
    <p:spTree>
      <p:nvGrpSpPr>
        <p:cNvPr id="199" name="Shape 199"/>
        <p:cNvGrpSpPr/>
        <p:nvPr/>
      </p:nvGrpSpPr>
      <p:grpSpPr>
        <a:xfrm>
          <a:off x="0" y="0"/>
          <a:ext cx="0" cy="0"/>
          <a:chOff x="0" y="0"/>
          <a:chExt cx="0" cy="0"/>
        </a:xfrm>
      </p:grpSpPr>
      <p:sp>
        <p:nvSpPr>
          <p:cNvPr id="200" name="Google Shape;200;p34"/>
          <p:cNvSpPr/>
          <p:nvPr/>
        </p:nvSpPr>
        <p:spPr>
          <a:xfrm>
            <a:off x="5334200" y="0"/>
            <a:ext cx="3809700" cy="5143500"/>
          </a:xfrm>
          <a:prstGeom prst="rect">
            <a:avLst/>
          </a:prstGeom>
          <a:solidFill>
            <a:srgbClr val="88816C">
              <a:alpha val="66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4"/>
          <p:cNvSpPr txBox="1"/>
          <p:nvPr>
            <p:ph type="title"/>
          </p:nvPr>
        </p:nvSpPr>
        <p:spPr>
          <a:xfrm>
            <a:off x="4572000" y="1872300"/>
            <a:ext cx="3858900" cy="13989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1"/>
              </a:buClr>
              <a:buSzPts val="4200"/>
              <a:buNone/>
              <a:defRPr b="0">
                <a:solidFill>
                  <a:schemeClr val="accent1"/>
                </a:solidFill>
              </a:defRPr>
            </a:lvl1pPr>
            <a:lvl2pPr lvl="1" rtl="0" algn="ctr">
              <a:spcBef>
                <a:spcPts val="0"/>
              </a:spcBef>
              <a:spcAft>
                <a:spcPts val="0"/>
              </a:spcAft>
              <a:buClr>
                <a:schemeClr val="accent2"/>
              </a:buClr>
              <a:buSzPts val="4200"/>
              <a:buNone/>
              <a:defRPr sz="4200">
                <a:solidFill>
                  <a:schemeClr val="accent2"/>
                </a:solidFill>
              </a:defRPr>
            </a:lvl2pPr>
            <a:lvl3pPr lvl="2" rtl="0" algn="ctr">
              <a:spcBef>
                <a:spcPts val="0"/>
              </a:spcBef>
              <a:spcAft>
                <a:spcPts val="0"/>
              </a:spcAft>
              <a:buClr>
                <a:schemeClr val="accent2"/>
              </a:buClr>
              <a:buSzPts val="4200"/>
              <a:buNone/>
              <a:defRPr sz="4200">
                <a:solidFill>
                  <a:schemeClr val="accent2"/>
                </a:solidFill>
              </a:defRPr>
            </a:lvl3pPr>
            <a:lvl4pPr lvl="3" rtl="0" algn="ctr">
              <a:spcBef>
                <a:spcPts val="0"/>
              </a:spcBef>
              <a:spcAft>
                <a:spcPts val="0"/>
              </a:spcAft>
              <a:buClr>
                <a:schemeClr val="accent2"/>
              </a:buClr>
              <a:buSzPts val="4200"/>
              <a:buNone/>
              <a:defRPr sz="4200">
                <a:solidFill>
                  <a:schemeClr val="accent2"/>
                </a:solidFill>
              </a:defRPr>
            </a:lvl4pPr>
            <a:lvl5pPr lvl="4" rtl="0" algn="ctr">
              <a:spcBef>
                <a:spcPts val="0"/>
              </a:spcBef>
              <a:spcAft>
                <a:spcPts val="0"/>
              </a:spcAft>
              <a:buClr>
                <a:schemeClr val="accent2"/>
              </a:buClr>
              <a:buSzPts val="4200"/>
              <a:buNone/>
              <a:defRPr sz="4200">
                <a:solidFill>
                  <a:schemeClr val="accent2"/>
                </a:solidFill>
              </a:defRPr>
            </a:lvl5pPr>
            <a:lvl6pPr lvl="5" rtl="0" algn="ctr">
              <a:spcBef>
                <a:spcPts val="0"/>
              </a:spcBef>
              <a:spcAft>
                <a:spcPts val="0"/>
              </a:spcAft>
              <a:buClr>
                <a:schemeClr val="accent2"/>
              </a:buClr>
              <a:buSzPts val="4200"/>
              <a:buNone/>
              <a:defRPr sz="4200">
                <a:solidFill>
                  <a:schemeClr val="accent2"/>
                </a:solidFill>
              </a:defRPr>
            </a:lvl6pPr>
            <a:lvl7pPr lvl="6" rtl="0" algn="ctr">
              <a:spcBef>
                <a:spcPts val="0"/>
              </a:spcBef>
              <a:spcAft>
                <a:spcPts val="0"/>
              </a:spcAft>
              <a:buClr>
                <a:schemeClr val="accent2"/>
              </a:buClr>
              <a:buSzPts val="4200"/>
              <a:buNone/>
              <a:defRPr sz="4200">
                <a:solidFill>
                  <a:schemeClr val="accent2"/>
                </a:solidFill>
              </a:defRPr>
            </a:lvl7pPr>
            <a:lvl8pPr lvl="7" rtl="0" algn="ctr">
              <a:spcBef>
                <a:spcPts val="0"/>
              </a:spcBef>
              <a:spcAft>
                <a:spcPts val="0"/>
              </a:spcAft>
              <a:buClr>
                <a:schemeClr val="accent2"/>
              </a:buClr>
              <a:buSzPts val="4200"/>
              <a:buNone/>
              <a:defRPr sz="4200">
                <a:solidFill>
                  <a:schemeClr val="accent2"/>
                </a:solidFill>
              </a:defRPr>
            </a:lvl8pPr>
            <a:lvl9pPr lvl="8" rtl="0" algn="ctr">
              <a:spcBef>
                <a:spcPts val="0"/>
              </a:spcBef>
              <a:spcAft>
                <a:spcPts val="0"/>
              </a:spcAft>
              <a:buClr>
                <a:schemeClr val="accent2"/>
              </a:buClr>
              <a:buSzPts val="4200"/>
              <a:buNone/>
              <a:defRPr sz="4200">
                <a:solidFill>
                  <a:schemeClr val="accent2"/>
                </a:solidFill>
              </a:defRPr>
            </a:lvl9pPr>
          </a:lstStyle>
          <a:p/>
        </p:txBody>
      </p:sp>
      <p:sp>
        <p:nvSpPr>
          <p:cNvPr id="202" name="Google Shape;202;p34"/>
          <p:cNvSpPr txBox="1"/>
          <p:nvPr>
            <p:ph idx="1" type="subTitle"/>
          </p:nvPr>
        </p:nvSpPr>
        <p:spPr>
          <a:xfrm>
            <a:off x="5919925" y="4096500"/>
            <a:ext cx="2511000" cy="539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accent1"/>
              </a:buClr>
              <a:buSzPts val="1400"/>
              <a:buNone/>
              <a:defRPr>
                <a:solidFill>
                  <a:schemeClr val="accent1"/>
                </a:solidFill>
              </a:defRPr>
            </a:lvl1pPr>
            <a:lvl2pPr lvl="1" rtl="0" algn="ctr">
              <a:lnSpc>
                <a:spcPct val="100000"/>
              </a:lnSpc>
              <a:spcBef>
                <a:spcPts val="0"/>
              </a:spcBef>
              <a:spcAft>
                <a:spcPts val="0"/>
              </a:spcAft>
              <a:buClr>
                <a:schemeClr val="accent1"/>
              </a:buClr>
              <a:buSzPts val="2100"/>
              <a:buNone/>
              <a:defRPr sz="2100">
                <a:solidFill>
                  <a:schemeClr val="accent1"/>
                </a:solidFill>
              </a:defRPr>
            </a:lvl2pPr>
            <a:lvl3pPr lvl="2" rtl="0" algn="ctr">
              <a:lnSpc>
                <a:spcPct val="100000"/>
              </a:lnSpc>
              <a:spcBef>
                <a:spcPts val="0"/>
              </a:spcBef>
              <a:spcAft>
                <a:spcPts val="0"/>
              </a:spcAft>
              <a:buClr>
                <a:schemeClr val="accent1"/>
              </a:buClr>
              <a:buSzPts val="2100"/>
              <a:buNone/>
              <a:defRPr sz="2100">
                <a:solidFill>
                  <a:schemeClr val="accent1"/>
                </a:solidFill>
              </a:defRPr>
            </a:lvl3pPr>
            <a:lvl4pPr lvl="3" rtl="0" algn="ctr">
              <a:lnSpc>
                <a:spcPct val="100000"/>
              </a:lnSpc>
              <a:spcBef>
                <a:spcPts val="0"/>
              </a:spcBef>
              <a:spcAft>
                <a:spcPts val="0"/>
              </a:spcAft>
              <a:buClr>
                <a:schemeClr val="accent1"/>
              </a:buClr>
              <a:buSzPts val="2100"/>
              <a:buNone/>
              <a:defRPr sz="2100">
                <a:solidFill>
                  <a:schemeClr val="accent1"/>
                </a:solidFill>
              </a:defRPr>
            </a:lvl4pPr>
            <a:lvl5pPr lvl="4" rtl="0" algn="ctr">
              <a:lnSpc>
                <a:spcPct val="100000"/>
              </a:lnSpc>
              <a:spcBef>
                <a:spcPts val="0"/>
              </a:spcBef>
              <a:spcAft>
                <a:spcPts val="0"/>
              </a:spcAft>
              <a:buClr>
                <a:schemeClr val="accent1"/>
              </a:buClr>
              <a:buSzPts val="2100"/>
              <a:buNone/>
              <a:defRPr sz="2100">
                <a:solidFill>
                  <a:schemeClr val="accent1"/>
                </a:solidFill>
              </a:defRPr>
            </a:lvl5pPr>
            <a:lvl6pPr lvl="5" rtl="0" algn="ctr">
              <a:lnSpc>
                <a:spcPct val="100000"/>
              </a:lnSpc>
              <a:spcBef>
                <a:spcPts val="0"/>
              </a:spcBef>
              <a:spcAft>
                <a:spcPts val="0"/>
              </a:spcAft>
              <a:buClr>
                <a:schemeClr val="accent1"/>
              </a:buClr>
              <a:buSzPts val="2100"/>
              <a:buNone/>
              <a:defRPr sz="2100">
                <a:solidFill>
                  <a:schemeClr val="accent1"/>
                </a:solidFill>
              </a:defRPr>
            </a:lvl6pPr>
            <a:lvl7pPr lvl="6" rtl="0" algn="ctr">
              <a:lnSpc>
                <a:spcPct val="100000"/>
              </a:lnSpc>
              <a:spcBef>
                <a:spcPts val="0"/>
              </a:spcBef>
              <a:spcAft>
                <a:spcPts val="0"/>
              </a:spcAft>
              <a:buClr>
                <a:schemeClr val="accent1"/>
              </a:buClr>
              <a:buSzPts val="2100"/>
              <a:buNone/>
              <a:defRPr sz="2100">
                <a:solidFill>
                  <a:schemeClr val="accent1"/>
                </a:solidFill>
              </a:defRPr>
            </a:lvl7pPr>
            <a:lvl8pPr lvl="7" rtl="0" algn="ctr">
              <a:lnSpc>
                <a:spcPct val="100000"/>
              </a:lnSpc>
              <a:spcBef>
                <a:spcPts val="0"/>
              </a:spcBef>
              <a:spcAft>
                <a:spcPts val="0"/>
              </a:spcAft>
              <a:buClr>
                <a:schemeClr val="accent1"/>
              </a:buClr>
              <a:buSzPts val="2100"/>
              <a:buNone/>
              <a:defRPr sz="2100">
                <a:solidFill>
                  <a:schemeClr val="accent1"/>
                </a:solidFill>
              </a:defRPr>
            </a:lvl8pPr>
            <a:lvl9pPr lvl="8" rtl="0" algn="ctr">
              <a:lnSpc>
                <a:spcPct val="100000"/>
              </a:lnSpc>
              <a:spcBef>
                <a:spcPts val="0"/>
              </a:spcBef>
              <a:spcAft>
                <a:spcPts val="0"/>
              </a:spcAft>
              <a:buClr>
                <a:schemeClr val="accent1"/>
              </a:buClr>
              <a:buSzPts val="2100"/>
              <a:buNone/>
              <a:defRPr sz="2100">
                <a:solidFill>
                  <a:schemeClr val="accent1"/>
                </a:solidFill>
              </a:defRPr>
            </a:lvl9pPr>
          </a:lstStyle>
          <a:p/>
        </p:txBody>
      </p:sp>
      <p:sp>
        <p:nvSpPr>
          <p:cNvPr id="203" name="Google Shape;203;p34"/>
          <p:cNvSpPr txBox="1"/>
          <p:nvPr>
            <p:ph hasCustomPrompt="1" idx="2" type="title"/>
          </p:nvPr>
        </p:nvSpPr>
        <p:spPr>
          <a:xfrm>
            <a:off x="6501375" y="464050"/>
            <a:ext cx="1929600" cy="7590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accent2"/>
              </a:buClr>
              <a:buSzPts val="3600"/>
              <a:buNone/>
              <a:defRPr b="0" sz="6000">
                <a:solidFill>
                  <a:schemeClr val="accent2"/>
                </a:solidFill>
              </a:defRPr>
            </a:lvl1pPr>
            <a:lvl2pPr lvl="1"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Section 02">
  <p:cSld name="SECTION_TITLE_AND_DESCRIPTION_1">
    <p:bg>
      <p:bgPr>
        <a:solidFill>
          <a:schemeClr val="dk2"/>
        </a:solidFill>
      </p:bgPr>
    </p:bg>
    <p:spTree>
      <p:nvGrpSpPr>
        <p:cNvPr id="204" name="Shape 204"/>
        <p:cNvGrpSpPr/>
        <p:nvPr/>
      </p:nvGrpSpPr>
      <p:grpSpPr>
        <a:xfrm>
          <a:off x="0" y="0"/>
          <a:ext cx="0" cy="0"/>
          <a:chOff x="0" y="0"/>
          <a:chExt cx="0" cy="0"/>
        </a:xfrm>
      </p:grpSpPr>
      <p:sp>
        <p:nvSpPr>
          <p:cNvPr id="205" name="Google Shape;205;p35"/>
          <p:cNvSpPr/>
          <p:nvPr/>
        </p:nvSpPr>
        <p:spPr>
          <a:xfrm>
            <a:off x="0" y="0"/>
            <a:ext cx="3809700" cy="5143500"/>
          </a:xfrm>
          <a:prstGeom prst="rect">
            <a:avLst/>
          </a:prstGeom>
          <a:solidFill>
            <a:srgbClr val="88816C">
              <a:alpha val="66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5"/>
          <p:cNvSpPr txBox="1"/>
          <p:nvPr>
            <p:ph type="title"/>
          </p:nvPr>
        </p:nvSpPr>
        <p:spPr>
          <a:xfrm>
            <a:off x="713175" y="1872300"/>
            <a:ext cx="3858900" cy="1398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4200"/>
              <a:buNone/>
              <a:defRPr b="0">
                <a:solidFill>
                  <a:schemeClr val="accent1"/>
                </a:solidFill>
              </a:defRPr>
            </a:lvl1pPr>
            <a:lvl2pPr lvl="1" rtl="0" algn="ctr">
              <a:spcBef>
                <a:spcPts val="0"/>
              </a:spcBef>
              <a:spcAft>
                <a:spcPts val="0"/>
              </a:spcAft>
              <a:buClr>
                <a:schemeClr val="accent2"/>
              </a:buClr>
              <a:buSzPts val="4200"/>
              <a:buNone/>
              <a:defRPr sz="4200">
                <a:solidFill>
                  <a:schemeClr val="accent2"/>
                </a:solidFill>
              </a:defRPr>
            </a:lvl2pPr>
            <a:lvl3pPr lvl="2" rtl="0" algn="ctr">
              <a:spcBef>
                <a:spcPts val="0"/>
              </a:spcBef>
              <a:spcAft>
                <a:spcPts val="0"/>
              </a:spcAft>
              <a:buClr>
                <a:schemeClr val="accent2"/>
              </a:buClr>
              <a:buSzPts val="4200"/>
              <a:buNone/>
              <a:defRPr sz="4200">
                <a:solidFill>
                  <a:schemeClr val="accent2"/>
                </a:solidFill>
              </a:defRPr>
            </a:lvl3pPr>
            <a:lvl4pPr lvl="3" rtl="0" algn="ctr">
              <a:spcBef>
                <a:spcPts val="0"/>
              </a:spcBef>
              <a:spcAft>
                <a:spcPts val="0"/>
              </a:spcAft>
              <a:buClr>
                <a:schemeClr val="accent2"/>
              </a:buClr>
              <a:buSzPts val="4200"/>
              <a:buNone/>
              <a:defRPr sz="4200">
                <a:solidFill>
                  <a:schemeClr val="accent2"/>
                </a:solidFill>
              </a:defRPr>
            </a:lvl4pPr>
            <a:lvl5pPr lvl="4" rtl="0" algn="ctr">
              <a:spcBef>
                <a:spcPts val="0"/>
              </a:spcBef>
              <a:spcAft>
                <a:spcPts val="0"/>
              </a:spcAft>
              <a:buClr>
                <a:schemeClr val="accent2"/>
              </a:buClr>
              <a:buSzPts val="4200"/>
              <a:buNone/>
              <a:defRPr sz="4200">
                <a:solidFill>
                  <a:schemeClr val="accent2"/>
                </a:solidFill>
              </a:defRPr>
            </a:lvl5pPr>
            <a:lvl6pPr lvl="5" rtl="0" algn="ctr">
              <a:spcBef>
                <a:spcPts val="0"/>
              </a:spcBef>
              <a:spcAft>
                <a:spcPts val="0"/>
              </a:spcAft>
              <a:buClr>
                <a:schemeClr val="accent2"/>
              </a:buClr>
              <a:buSzPts val="4200"/>
              <a:buNone/>
              <a:defRPr sz="4200">
                <a:solidFill>
                  <a:schemeClr val="accent2"/>
                </a:solidFill>
              </a:defRPr>
            </a:lvl6pPr>
            <a:lvl7pPr lvl="6" rtl="0" algn="ctr">
              <a:spcBef>
                <a:spcPts val="0"/>
              </a:spcBef>
              <a:spcAft>
                <a:spcPts val="0"/>
              </a:spcAft>
              <a:buClr>
                <a:schemeClr val="accent2"/>
              </a:buClr>
              <a:buSzPts val="4200"/>
              <a:buNone/>
              <a:defRPr sz="4200">
                <a:solidFill>
                  <a:schemeClr val="accent2"/>
                </a:solidFill>
              </a:defRPr>
            </a:lvl7pPr>
            <a:lvl8pPr lvl="7" rtl="0" algn="ctr">
              <a:spcBef>
                <a:spcPts val="0"/>
              </a:spcBef>
              <a:spcAft>
                <a:spcPts val="0"/>
              </a:spcAft>
              <a:buClr>
                <a:schemeClr val="accent2"/>
              </a:buClr>
              <a:buSzPts val="4200"/>
              <a:buNone/>
              <a:defRPr sz="4200">
                <a:solidFill>
                  <a:schemeClr val="accent2"/>
                </a:solidFill>
              </a:defRPr>
            </a:lvl8pPr>
            <a:lvl9pPr lvl="8" rtl="0" algn="ctr">
              <a:spcBef>
                <a:spcPts val="0"/>
              </a:spcBef>
              <a:spcAft>
                <a:spcPts val="0"/>
              </a:spcAft>
              <a:buClr>
                <a:schemeClr val="accent2"/>
              </a:buClr>
              <a:buSzPts val="4200"/>
              <a:buNone/>
              <a:defRPr sz="4200">
                <a:solidFill>
                  <a:schemeClr val="accent2"/>
                </a:solidFill>
              </a:defRPr>
            </a:lvl9pPr>
          </a:lstStyle>
          <a:p/>
        </p:txBody>
      </p:sp>
      <p:sp>
        <p:nvSpPr>
          <p:cNvPr id="207" name="Google Shape;207;p35"/>
          <p:cNvSpPr txBox="1"/>
          <p:nvPr>
            <p:ph idx="1" type="subTitle"/>
          </p:nvPr>
        </p:nvSpPr>
        <p:spPr>
          <a:xfrm>
            <a:off x="713175" y="4069175"/>
            <a:ext cx="2511000" cy="53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400"/>
              <a:buNone/>
              <a:defRPr>
                <a:solidFill>
                  <a:schemeClr val="accent1"/>
                </a:solidFill>
              </a:defRPr>
            </a:lvl1pPr>
            <a:lvl2pPr lvl="1" rtl="0" algn="ctr">
              <a:lnSpc>
                <a:spcPct val="100000"/>
              </a:lnSpc>
              <a:spcBef>
                <a:spcPts val="0"/>
              </a:spcBef>
              <a:spcAft>
                <a:spcPts val="0"/>
              </a:spcAft>
              <a:buClr>
                <a:schemeClr val="accent1"/>
              </a:buClr>
              <a:buSzPts val="2100"/>
              <a:buNone/>
              <a:defRPr sz="2100">
                <a:solidFill>
                  <a:schemeClr val="accent1"/>
                </a:solidFill>
              </a:defRPr>
            </a:lvl2pPr>
            <a:lvl3pPr lvl="2" rtl="0" algn="ctr">
              <a:lnSpc>
                <a:spcPct val="100000"/>
              </a:lnSpc>
              <a:spcBef>
                <a:spcPts val="0"/>
              </a:spcBef>
              <a:spcAft>
                <a:spcPts val="0"/>
              </a:spcAft>
              <a:buClr>
                <a:schemeClr val="accent1"/>
              </a:buClr>
              <a:buSzPts val="2100"/>
              <a:buNone/>
              <a:defRPr sz="2100">
                <a:solidFill>
                  <a:schemeClr val="accent1"/>
                </a:solidFill>
              </a:defRPr>
            </a:lvl3pPr>
            <a:lvl4pPr lvl="3" rtl="0" algn="ctr">
              <a:lnSpc>
                <a:spcPct val="100000"/>
              </a:lnSpc>
              <a:spcBef>
                <a:spcPts val="0"/>
              </a:spcBef>
              <a:spcAft>
                <a:spcPts val="0"/>
              </a:spcAft>
              <a:buClr>
                <a:schemeClr val="accent1"/>
              </a:buClr>
              <a:buSzPts val="2100"/>
              <a:buNone/>
              <a:defRPr sz="2100">
                <a:solidFill>
                  <a:schemeClr val="accent1"/>
                </a:solidFill>
              </a:defRPr>
            </a:lvl4pPr>
            <a:lvl5pPr lvl="4" rtl="0" algn="ctr">
              <a:lnSpc>
                <a:spcPct val="100000"/>
              </a:lnSpc>
              <a:spcBef>
                <a:spcPts val="0"/>
              </a:spcBef>
              <a:spcAft>
                <a:spcPts val="0"/>
              </a:spcAft>
              <a:buClr>
                <a:schemeClr val="accent1"/>
              </a:buClr>
              <a:buSzPts val="2100"/>
              <a:buNone/>
              <a:defRPr sz="2100">
                <a:solidFill>
                  <a:schemeClr val="accent1"/>
                </a:solidFill>
              </a:defRPr>
            </a:lvl5pPr>
            <a:lvl6pPr lvl="5" rtl="0" algn="ctr">
              <a:lnSpc>
                <a:spcPct val="100000"/>
              </a:lnSpc>
              <a:spcBef>
                <a:spcPts val="0"/>
              </a:spcBef>
              <a:spcAft>
                <a:spcPts val="0"/>
              </a:spcAft>
              <a:buClr>
                <a:schemeClr val="accent1"/>
              </a:buClr>
              <a:buSzPts val="2100"/>
              <a:buNone/>
              <a:defRPr sz="2100">
                <a:solidFill>
                  <a:schemeClr val="accent1"/>
                </a:solidFill>
              </a:defRPr>
            </a:lvl6pPr>
            <a:lvl7pPr lvl="6" rtl="0" algn="ctr">
              <a:lnSpc>
                <a:spcPct val="100000"/>
              </a:lnSpc>
              <a:spcBef>
                <a:spcPts val="0"/>
              </a:spcBef>
              <a:spcAft>
                <a:spcPts val="0"/>
              </a:spcAft>
              <a:buClr>
                <a:schemeClr val="accent1"/>
              </a:buClr>
              <a:buSzPts val="2100"/>
              <a:buNone/>
              <a:defRPr sz="2100">
                <a:solidFill>
                  <a:schemeClr val="accent1"/>
                </a:solidFill>
              </a:defRPr>
            </a:lvl7pPr>
            <a:lvl8pPr lvl="7" rtl="0" algn="ctr">
              <a:lnSpc>
                <a:spcPct val="100000"/>
              </a:lnSpc>
              <a:spcBef>
                <a:spcPts val="0"/>
              </a:spcBef>
              <a:spcAft>
                <a:spcPts val="0"/>
              </a:spcAft>
              <a:buClr>
                <a:schemeClr val="accent1"/>
              </a:buClr>
              <a:buSzPts val="2100"/>
              <a:buNone/>
              <a:defRPr sz="2100">
                <a:solidFill>
                  <a:schemeClr val="accent1"/>
                </a:solidFill>
              </a:defRPr>
            </a:lvl8pPr>
            <a:lvl9pPr lvl="8" rtl="0" algn="ctr">
              <a:lnSpc>
                <a:spcPct val="100000"/>
              </a:lnSpc>
              <a:spcBef>
                <a:spcPts val="0"/>
              </a:spcBef>
              <a:spcAft>
                <a:spcPts val="0"/>
              </a:spcAft>
              <a:buClr>
                <a:schemeClr val="accent1"/>
              </a:buClr>
              <a:buSzPts val="2100"/>
              <a:buNone/>
              <a:defRPr sz="2100">
                <a:solidFill>
                  <a:schemeClr val="accent1"/>
                </a:solidFill>
              </a:defRPr>
            </a:lvl9pPr>
          </a:lstStyle>
          <a:p/>
        </p:txBody>
      </p:sp>
      <p:sp>
        <p:nvSpPr>
          <p:cNvPr id="208" name="Google Shape;208;p35"/>
          <p:cNvSpPr txBox="1"/>
          <p:nvPr>
            <p:ph hasCustomPrompt="1" idx="2" type="title"/>
          </p:nvPr>
        </p:nvSpPr>
        <p:spPr>
          <a:xfrm>
            <a:off x="713225" y="464050"/>
            <a:ext cx="1929600" cy="7590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accent2"/>
              </a:buClr>
              <a:buSzPts val="3600"/>
              <a:buNone/>
              <a:defRPr b="0" sz="6000">
                <a:solidFill>
                  <a:schemeClr val="accent2"/>
                </a:solidFill>
              </a:defRPr>
            </a:lvl1pPr>
            <a:lvl2pPr lvl="1"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01">
  <p:cSld name="CAPTION_ONLY">
    <p:bg>
      <p:bgPr>
        <a:solidFill>
          <a:schemeClr val="lt1"/>
        </a:solidFill>
      </p:bgPr>
    </p:bg>
    <p:spTree>
      <p:nvGrpSpPr>
        <p:cNvPr id="209" name="Shape 209"/>
        <p:cNvGrpSpPr/>
        <p:nvPr/>
      </p:nvGrpSpPr>
      <p:grpSpPr>
        <a:xfrm>
          <a:off x="0" y="0"/>
          <a:ext cx="0" cy="0"/>
          <a:chOff x="0" y="0"/>
          <a:chExt cx="0" cy="0"/>
        </a:xfrm>
      </p:grpSpPr>
      <p:sp>
        <p:nvSpPr>
          <p:cNvPr id="210" name="Google Shape;210;p36"/>
          <p:cNvSpPr txBox="1"/>
          <p:nvPr>
            <p:ph type="ctrTitle"/>
          </p:nvPr>
        </p:nvSpPr>
        <p:spPr>
          <a:xfrm>
            <a:off x="722375" y="493776"/>
            <a:ext cx="7699200" cy="384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b="0" sz="2400">
                <a:solidFill>
                  <a:schemeClr val="accent1"/>
                </a:solidFill>
              </a:defRPr>
            </a:lvl1pPr>
            <a:lvl2pPr lvl="1" rtl="0" algn="ctr">
              <a:spcBef>
                <a:spcPts val="0"/>
              </a:spcBef>
              <a:spcAft>
                <a:spcPts val="0"/>
              </a:spcAft>
              <a:buClr>
                <a:schemeClr val="accent2"/>
              </a:buClr>
              <a:buSzPts val="3600"/>
              <a:buNone/>
              <a:defRPr sz="3600">
                <a:solidFill>
                  <a:schemeClr val="accent2"/>
                </a:solidFill>
              </a:defRPr>
            </a:lvl2pPr>
            <a:lvl3pPr lvl="2" rtl="0" algn="ctr">
              <a:spcBef>
                <a:spcPts val="0"/>
              </a:spcBef>
              <a:spcAft>
                <a:spcPts val="0"/>
              </a:spcAft>
              <a:buClr>
                <a:schemeClr val="accent2"/>
              </a:buClr>
              <a:buSzPts val="3600"/>
              <a:buNone/>
              <a:defRPr sz="3600">
                <a:solidFill>
                  <a:schemeClr val="accent2"/>
                </a:solidFill>
              </a:defRPr>
            </a:lvl3pPr>
            <a:lvl4pPr lvl="3" rtl="0" algn="ctr">
              <a:spcBef>
                <a:spcPts val="0"/>
              </a:spcBef>
              <a:spcAft>
                <a:spcPts val="0"/>
              </a:spcAft>
              <a:buClr>
                <a:schemeClr val="accent2"/>
              </a:buClr>
              <a:buSzPts val="3600"/>
              <a:buNone/>
              <a:defRPr sz="3600">
                <a:solidFill>
                  <a:schemeClr val="accent2"/>
                </a:solidFill>
              </a:defRPr>
            </a:lvl4pPr>
            <a:lvl5pPr lvl="4" rtl="0" algn="ctr">
              <a:spcBef>
                <a:spcPts val="0"/>
              </a:spcBef>
              <a:spcAft>
                <a:spcPts val="0"/>
              </a:spcAft>
              <a:buClr>
                <a:schemeClr val="accent2"/>
              </a:buClr>
              <a:buSzPts val="3600"/>
              <a:buNone/>
              <a:defRPr sz="3600">
                <a:solidFill>
                  <a:schemeClr val="accent2"/>
                </a:solidFill>
              </a:defRPr>
            </a:lvl5pPr>
            <a:lvl6pPr lvl="5" rtl="0" algn="ctr">
              <a:spcBef>
                <a:spcPts val="0"/>
              </a:spcBef>
              <a:spcAft>
                <a:spcPts val="0"/>
              </a:spcAft>
              <a:buClr>
                <a:schemeClr val="accent2"/>
              </a:buClr>
              <a:buSzPts val="3600"/>
              <a:buNone/>
              <a:defRPr sz="3600">
                <a:solidFill>
                  <a:schemeClr val="accent2"/>
                </a:solidFill>
              </a:defRPr>
            </a:lvl6pPr>
            <a:lvl7pPr lvl="6" rtl="0" algn="ctr">
              <a:spcBef>
                <a:spcPts val="0"/>
              </a:spcBef>
              <a:spcAft>
                <a:spcPts val="0"/>
              </a:spcAft>
              <a:buClr>
                <a:schemeClr val="accent2"/>
              </a:buClr>
              <a:buSzPts val="3600"/>
              <a:buNone/>
              <a:defRPr sz="3600">
                <a:solidFill>
                  <a:schemeClr val="accent2"/>
                </a:solidFill>
              </a:defRPr>
            </a:lvl7pPr>
            <a:lvl8pPr lvl="7" rtl="0" algn="ctr">
              <a:spcBef>
                <a:spcPts val="0"/>
              </a:spcBef>
              <a:spcAft>
                <a:spcPts val="0"/>
              </a:spcAft>
              <a:buClr>
                <a:schemeClr val="accent2"/>
              </a:buClr>
              <a:buSzPts val="3600"/>
              <a:buNone/>
              <a:defRPr sz="3600">
                <a:solidFill>
                  <a:schemeClr val="accent2"/>
                </a:solidFill>
              </a:defRPr>
            </a:lvl8pPr>
            <a:lvl9pPr lvl="8" rtl="0" algn="ctr">
              <a:spcBef>
                <a:spcPts val="0"/>
              </a:spcBef>
              <a:spcAft>
                <a:spcPts val="0"/>
              </a:spcAft>
              <a:buClr>
                <a:schemeClr val="accent2"/>
              </a:buClr>
              <a:buSzPts val="3600"/>
              <a:buNone/>
              <a:defRPr sz="3600">
                <a:solidFill>
                  <a:schemeClr val="accent2"/>
                </a:solidFill>
              </a:defRPr>
            </a:lvl9pPr>
          </a:lstStyle>
          <a:p/>
        </p:txBody>
      </p:sp>
      <p:sp>
        <p:nvSpPr>
          <p:cNvPr id="211" name="Google Shape;211;p36"/>
          <p:cNvSpPr/>
          <p:nvPr/>
        </p:nvSpPr>
        <p:spPr>
          <a:xfrm>
            <a:off x="9525" y="1485900"/>
            <a:ext cx="9144000" cy="36576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s">
  <p:cSld name="BIG_NUMBER">
    <p:bg>
      <p:bgPr>
        <a:solidFill>
          <a:schemeClr val="lt2"/>
        </a:solidFill>
      </p:bgPr>
    </p:bg>
    <p:spTree>
      <p:nvGrpSpPr>
        <p:cNvPr id="212" name="Shape 212"/>
        <p:cNvGrpSpPr/>
        <p:nvPr/>
      </p:nvGrpSpPr>
      <p:grpSpPr>
        <a:xfrm>
          <a:off x="0" y="0"/>
          <a:ext cx="0" cy="0"/>
          <a:chOff x="0" y="0"/>
          <a:chExt cx="0" cy="0"/>
        </a:xfrm>
      </p:grpSpPr>
      <p:sp>
        <p:nvSpPr>
          <p:cNvPr id="213" name="Google Shape;213;p37"/>
          <p:cNvSpPr/>
          <p:nvPr/>
        </p:nvSpPr>
        <p:spPr>
          <a:xfrm>
            <a:off x="-25" y="1692150"/>
            <a:ext cx="9144000" cy="1759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7"/>
          <p:cNvSpPr txBox="1"/>
          <p:nvPr>
            <p:ph idx="1" type="subTitle"/>
          </p:nvPr>
        </p:nvSpPr>
        <p:spPr>
          <a:xfrm>
            <a:off x="713225" y="2871216"/>
            <a:ext cx="7717500" cy="429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1000"/>
              <a:buNone/>
              <a:defRPr>
                <a:solidFill>
                  <a:schemeClr val="accent1"/>
                </a:solidFill>
              </a:defRPr>
            </a:lvl1pPr>
            <a:lvl2pPr lvl="1" rtl="0" algn="ctr">
              <a:lnSpc>
                <a:spcPct val="100000"/>
              </a:lnSpc>
              <a:spcBef>
                <a:spcPts val="0"/>
              </a:spcBef>
              <a:spcAft>
                <a:spcPts val="0"/>
              </a:spcAft>
              <a:buClr>
                <a:schemeClr val="dk2"/>
              </a:buClr>
              <a:buSzPts val="1200"/>
              <a:buNone/>
              <a:defRPr sz="1200">
                <a:solidFill>
                  <a:schemeClr val="dk2"/>
                </a:solidFill>
              </a:defRPr>
            </a:lvl2pPr>
            <a:lvl3pPr lvl="2" rtl="0" algn="ctr">
              <a:lnSpc>
                <a:spcPct val="100000"/>
              </a:lnSpc>
              <a:spcBef>
                <a:spcPts val="0"/>
              </a:spcBef>
              <a:spcAft>
                <a:spcPts val="0"/>
              </a:spcAft>
              <a:buClr>
                <a:schemeClr val="dk2"/>
              </a:buClr>
              <a:buSzPts val="1200"/>
              <a:buNone/>
              <a:defRPr sz="1200">
                <a:solidFill>
                  <a:schemeClr val="dk2"/>
                </a:solidFill>
              </a:defRPr>
            </a:lvl3pPr>
            <a:lvl4pPr lvl="3" rtl="0" algn="ctr">
              <a:lnSpc>
                <a:spcPct val="100000"/>
              </a:lnSpc>
              <a:spcBef>
                <a:spcPts val="0"/>
              </a:spcBef>
              <a:spcAft>
                <a:spcPts val="0"/>
              </a:spcAft>
              <a:buClr>
                <a:schemeClr val="dk2"/>
              </a:buClr>
              <a:buSzPts val="1200"/>
              <a:buNone/>
              <a:defRPr sz="1200">
                <a:solidFill>
                  <a:schemeClr val="dk2"/>
                </a:solidFill>
              </a:defRPr>
            </a:lvl4pPr>
            <a:lvl5pPr lvl="4" rtl="0" algn="ctr">
              <a:lnSpc>
                <a:spcPct val="100000"/>
              </a:lnSpc>
              <a:spcBef>
                <a:spcPts val="0"/>
              </a:spcBef>
              <a:spcAft>
                <a:spcPts val="0"/>
              </a:spcAft>
              <a:buClr>
                <a:schemeClr val="dk2"/>
              </a:buClr>
              <a:buSzPts val="1200"/>
              <a:buNone/>
              <a:defRPr sz="1200">
                <a:solidFill>
                  <a:schemeClr val="dk2"/>
                </a:solidFill>
              </a:defRPr>
            </a:lvl5pPr>
            <a:lvl6pPr lvl="5" rtl="0" algn="ctr">
              <a:lnSpc>
                <a:spcPct val="100000"/>
              </a:lnSpc>
              <a:spcBef>
                <a:spcPts val="0"/>
              </a:spcBef>
              <a:spcAft>
                <a:spcPts val="0"/>
              </a:spcAft>
              <a:buClr>
                <a:schemeClr val="dk2"/>
              </a:buClr>
              <a:buSzPts val="1200"/>
              <a:buNone/>
              <a:defRPr sz="1200">
                <a:solidFill>
                  <a:schemeClr val="dk2"/>
                </a:solidFill>
              </a:defRPr>
            </a:lvl6pPr>
            <a:lvl7pPr lvl="6" rtl="0" algn="ctr">
              <a:lnSpc>
                <a:spcPct val="100000"/>
              </a:lnSpc>
              <a:spcBef>
                <a:spcPts val="0"/>
              </a:spcBef>
              <a:spcAft>
                <a:spcPts val="0"/>
              </a:spcAft>
              <a:buClr>
                <a:schemeClr val="dk2"/>
              </a:buClr>
              <a:buSzPts val="1200"/>
              <a:buNone/>
              <a:defRPr sz="1200">
                <a:solidFill>
                  <a:schemeClr val="dk2"/>
                </a:solidFill>
              </a:defRPr>
            </a:lvl7pPr>
            <a:lvl8pPr lvl="7" rtl="0" algn="ctr">
              <a:lnSpc>
                <a:spcPct val="100000"/>
              </a:lnSpc>
              <a:spcBef>
                <a:spcPts val="0"/>
              </a:spcBef>
              <a:spcAft>
                <a:spcPts val="0"/>
              </a:spcAft>
              <a:buClr>
                <a:schemeClr val="dk2"/>
              </a:buClr>
              <a:buSzPts val="1200"/>
              <a:buNone/>
              <a:defRPr sz="1200">
                <a:solidFill>
                  <a:schemeClr val="dk2"/>
                </a:solidFill>
              </a:defRPr>
            </a:lvl8pPr>
            <a:lvl9pPr lvl="8" rtl="0" algn="ctr">
              <a:lnSpc>
                <a:spcPct val="100000"/>
              </a:lnSpc>
              <a:spcBef>
                <a:spcPts val="0"/>
              </a:spcBef>
              <a:spcAft>
                <a:spcPts val="0"/>
              </a:spcAft>
              <a:buClr>
                <a:schemeClr val="dk2"/>
              </a:buClr>
              <a:buSzPts val="1200"/>
              <a:buNone/>
              <a:defRPr sz="1200">
                <a:solidFill>
                  <a:schemeClr val="dk2"/>
                </a:solidFill>
              </a:defRPr>
            </a:lvl9pPr>
          </a:lstStyle>
          <a:p/>
        </p:txBody>
      </p:sp>
      <p:sp>
        <p:nvSpPr>
          <p:cNvPr id="215" name="Google Shape;215;p37"/>
          <p:cNvSpPr txBox="1"/>
          <p:nvPr>
            <p:ph hasCustomPrompt="1" type="title"/>
          </p:nvPr>
        </p:nvSpPr>
        <p:spPr>
          <a:xfrm>
            <a:off x="713225" y="1856232"/>
            <a:ext cx="7717500" cy="9693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1"/>
              </a:buClr>
              <a:buSzPts val="12000"/>
              <a:buNone/>
              <a:defRPr sz="7200">
                <a:solidFill>
                  <a:schemeClr val="accent1"/>
                </a:solidFill>
              </a:defRPr>
            </a:lvl1pPr>
            <a:lvl2pPr lvl="1"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9">
    <p:bg>
      <p:bgPr>
        <a:blipFill>
          <a:blip r:embed="rId2">
            <a:alphaModFix/>
          </a:blip>
          <a:stretch>
            <a:fillRect/>
          </a:stretch>
        </a:blipFill>
      </p:bgPr>
    </p:bg>
    <p:spTree>
      <p:nvGrpSpPr>
        <p:cNvPr id="216" name="Shape 216"/>
        <p:cNvGrpSpPr/>
        <p:nvPr/>
      </p:nvGrpSpPr>
      <p:grpSpPr>
        <a:xfrm>
          <a:off x="0" y="0"/>
          <a:ext cx="0" cy="0"/>
          <a:chOff x="0" y="0"/>
          <a:chExt cx="0" cy="0"/>
        </a:xfrm>
      </p:grpSpPr>
      <p:sp>
        <p:nvSpPr>
          <p:cNvPr id="217" name="Google Shape;217;p38"/>
          <p:cNvSpPr txBox="1"/>
          <p:nvPr>
            <p:ph type="ctrTitle"/>
          </p:nvPr>
        </p:nvSpPr>
        <p:spPr>
          <a:xfrm>
            <a:off x="713250" y="3831317"/>
            <a:ext cx="7717500" cy="5502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chemeClr val="accent1"/>
              </a:buClr>
              <a:buSzPts val="2000"/>
              <a:buNone/>
              <a:defRPr b="0" sz="2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218" name="Google Shape;218;p38"/>
          <p:cNvSpPr txBox="1"/>
          <p:nvPr>
            <p:ph idx="1" type="subTitle"/>
          </p:nvPr>
        </p:nvSpPr>
        <p:spPr>
          <a:xfrm>
            <a:off x="1955700" y="1700784"/>
            <a:ext cx="5232600" cy="9966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defRPr>
            </a:lvl1pPr>
            <a:lvl2pPr lvl="1" rtl="0">
              <a:lnSpc>
                <a:spcPct val="100000"/>
              </a:lnSpc>
              <a:spcBef>
                <a:spcPts val="0"/>
              </a:spcBef>
              <a:spcAft>
                <a:spcPts val="0"/>
              </a:spcAft>
              <a:buNone/>
              <a:defRPr sz="2400">
                <a:solidFill>
                  <a:schemeClr val="accent1"/>
                </a:solidFill>
              </a:defRPr>
            </a:lvl2pPr>
            <a:lvl3pPr lvl="2" rtl="0">
              <a:lnSpc>
                <a:spcPct val="100000"/>
              </a:lnSpc>
              <a:spcBef>
                <a:spcPts val="0"/>
              </a:spcBef>
              <a:spcAft>
                <a:spcPts val="0"/>
              </a:spcAft>
              <a:buNone/>
              <a:defRPr sz="2400">
                <a:solidFill>
                  <a:schemeClr val="accent1"/>
                </a:solidFill>
              </a:defRPr>
            </a:lvl3pPr>
            <a:lvl4pPr lvl="3" rtl="0">
              <a:lnSpc>
                <a:spcPct val="100000"/>
              </a:lnSpc>
              <a:spcBef>
                <a:spcPts val="0"/>
              </a:spcBef>
              <a:spcAft>
                <a:spcPts val="0"/>
              </a:spcAft>
              <a:buNone/>
              <a:defRPr sz="2400">
                <a:solidFill>
                  <a:schemeClr val="accent1"/>
                </a:solidFill>
              </a:defRPr>
            </a:lvl4pPr>
            <a:lvl5pPr lvl="4" rtl="0">
              <a:lnSpc>
                <a:spcPct val="100000"/>
              </a:lnSpc>
              <a:spcBef>
                <a:spcPts val="0"/>
              </a:spcBef>
              <a:spcAft>
                <a:spcPts val="0"/>
              </a:spcAft>
              <a:buNone/>
              <a:defRPr sz="2400">
                <a:solidFill>
                  <a:schemeClr val="accent1"/>
                </a:solidFill>
              </a:defRPr>
            </a:lvl5pPr>
            <a:lvl6pPr lvl="5" rtl="0">
              <a:lnSpc>
                <a:spcPct val="100000"/>
              </a:lnSpc>
              <a:spcBef>
                <a:spcPts val="0"/>
              </a:spcBef>
              <a:spcAft>
                <a:spcPts val="0"/>
              </a:spcAft>
              <a:buNone/>
              <a:defRPr sz="2400">
                <a:solidFill>
                  <a:schemeClr val="accent1"/>
                </a:solidFill>
              </a:defRPr>
            </a:lvl6pPr>
            <a:lvl7pPr lvl="6" rtl="0">
              <a:lnSpc>
                <a:spcPct val="100000"/>
              </a:lnSpc>
              <a:spcBef>
                <a:spcPts val="0"/>
              </a:spcBef>
              <a:spcAft>
                <a:spcPts val="0"/>
              </a:spcAft>
              <a:buNone/>
              <a:defRPr sz="2400">
                <a:solidFill>
                  <a:schemeClr val="accent1"/>
                </a:solidFill>
              </a:defRPr>
            </a:lvl7pPr>
            <a:lvl8pPr lvl="7" rtl="0">
              <a:lnSpc>
                <a:spcPct val="100000"/>
              </a:lnSpc>
              <a:spcBef>
                <a:spcPts val="0"/>
              </a:spcBef>
              <a:spcAft>
                <a:spcPts val="0"/>
              </a:spcAft>
              <a:buNone/>
              <a:defRPr sz="2400">
                <a:solidFill>
                  <a:schemeClr val="accent1"/>
                </a:solidFill>
              </a:defRPr>
            </a:lvl8pPr>
            <a:lvl9pPr lvl="8" rtl="0">
              <a:lnSpc>
                <a:spcPct val="100000"/>
              </a:lnSpc>
              <a:spcBef>
                <a:spcPts val="0"/>
              </a:spcBef>
              <a:spcAft>
                <a:spcPts val="0"/>
              </a:spcAft>
              <a:buNone/>
              <a:defRPr sz="2400">
                <a:solidFill>
                  <a:schemeClr val="accent1"/>
                </a:solidFill>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8">
    <p:bg>
      <p:bgPr>
        <a:solidFill>
          <a:schemeClr val="lt1"/>
        </a:solidFill>
      </p:bgPr>
    </p:bg>
    <p:spTree>
      <p:nvGrpSpPr>
        <p:cNvPr id="219" name="Shape 219"/>
        <p:cNvGrpSpPr/>
        <p:nvPr/>
      </p:nvGrpSpPr>
      <p:grpSpPr>
        <a:xfrm>
          <a:off x="0" y="0"/>
          <a:ext cx="0" cy="0"/>
          <a:chOff x="0" y="0"/>
          <a:chExt cx="0" cy="0"/>
        </a:xfrm>
      </p:grpSpPr>
      <p:sp>
        <p:nvSpPr>
          <p:cNvPr id="220" name="Google Shape;220;p39"/>
          <p:cNvSpPr txBox="1"/>
          <p:nvPr>
            <p:ph type="ctrTitle"/>
          </p:nvPr>
        </p:nvSpPr>
        <p:spPr>
          <a:xfrm>
            <a:off x="720150" y="493776"/>
            <a:ext cx="7703700" cy="384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b="0" sz="2400">
                <a:solidFill>
                  <a:schemeClr val="accent1"/>
                </a:solidFill>
              </a:defRPr>
            </a:lvl1pPr>
            <a:lvl2pPr lvl="1" rtl="0" algn="ctr">
              <a:spcBef>
                <a:spcPts val="0"/>
              </a:spcBef>
              <a:spcAft>
                <a:spcPts val="0"/>
              </a:spcAft>
              <a:buClr>
                <a:schemeClr val="accent1"/>
              </a:buClr>
              <a:buSzPts val="3600"/>
              <a:buNone/>
              <a:defRPr sz="3600">
                <a:solidFill>
                  <a:schemeClr val="accent1"/>
                </a:solidFill>
              </a:defRPr>
            </a:lvl2pPr>
            <a:lvl3pPr lvl="2" rtl="0" algn="ctr">
              <a:spcBef>
                <a:spcPts val="0"/>
              </a:spcBef>
              <a:spcAft>
                <a:spcPts val="0"/>
              </a:spcAft>
              <a:buClr>
                <a:schemeClr val="accent1"/>
              </a:buClr>
              <a:buSzPts val="3600"/>
              <a:buNone/>
              <a:defRPr sz="3600">
                <a:solidFill>
                  <a:schemeClr val="accent1"/>
                </a:solidFill>
              </a:defRPr>
            </a:lvl3pPr>
            <a:lvl4pPr lvl="3" rtl="0" algn="ctr">
              <a:spcBef>
                <a:spcPts val="0"/>
              </a:spcBef>
              <a:spcAft>
                <a:spcPts val="0"/>
              </a:spcAft>
              <a:buClr>
                <a:schemeClr val="accent1"/>
              </a:buClr>
              <a:buSzPts val="3600"/>
              <a:buNone/>
              <a:defRPr sz="3600">
                <a:solidFill>
                  <a:schemeClr val="accent1"/>
                </a:solidFill>
              </a:defRPr>
            </a:lvl4pPr>
            <a:lvl5pPr lvl="4" rtl="0" algn="ctr">
              <a:spcBef>
                <a:spcPts val="0"/>
              </a:spcBef>
              <a:spcAft>
                <a:spcPts val="0"/>
              </a:spcAft>
              <a:buClr>
                <a:schemeClr val="accent1"/>
              </a:buClr>
              <a:buSzPts val="3600"/>
              <a:buNone/>
              <a:defRPr sz="3600">
                <a:solidFill>
                  <a:schemeClr val="accent1"/>
                </a:solidFill>
              </a:defRPr>
            </a:lvl5pPr>
            <a:lvl6pPr lvl="5" rtl="0" algn="ctr">
              <a:spcBef>
                <a:spcPts val="0"/>
              </a:spcBef>
              <a:spcAft>
                <a:spcPts val="0"/>
              </a:spcAft>
              <a:buClr>
                <a:schemeClr val="accent1"/>
              </a:buClr>
              <a:buSzPts val="3600"/>
              <a:buNone/>
              <a:defRPr sz="3600">
                <a:solidFill>
                  <a:schemeClr val="accent1"/>
                </a:solidFill>
              </a:defRPr>
            </a:lvl6pPr>
            <a:lvl7pPr lvl="6" rtl="0" algn="ctr">
              <a:spcBef>
                <a:spcPts val="0"/>
              </a:spcBef>
              <a:spcAft>
                <a:spcPts val="0"/>
              </a:spcAft>
              <a:buClr>
                <a:schemeClr val="accent1"/>
              </a:buClr>
              <a:buSzPts val="3600"/>
              <a:buNone/>
              <a:defRPr sz="3600">
                <a:solidFill>
                  <a:schemeClr val="accent1"/>
                </a:solidFill>
              </a:defRPr>
            </a:lvl7pPr>
            <a:lvl8pPr lvl="7" rtl="0" algn="ctr">
              <a:spcBef>
                <a:spcPts val="0"/>
              </a:spcBef>
              <a:spcAft>
                <a:spcPts val="0"/>
              </a:spcAft>
              <a:buClr>
                <a:schemeClr val="accent1"/>
              </a:buClr>
              <a:buSzPts val="3600"/>
              <a:buNone/>
              <a:defRPr sz="3600">
                <a:solidFill>
                  <a:schemeClr val="accent1"/>
                </a:solidFill>
              </a:defRPr>
            </a:lvl8pPr>
            <a:lvl9pPr lvl="8" rtl="0" algn="ctr">
              <a:spcBef>
                <a:spcPts val="0"/>
              </a:spcBef>
              <a:spcAft>
                <a:spcPts val="0"/>
              </a:spcAft>
              <a:buClr>
                <a:schemeClr val="accent1"/>
              </a:buClr>
              <a:buSzPts val="3600"/>
              <a:buNone/>
              <a:defRPr sz="3600">
                <a:solidFill>
                  <a:schemeClr val="accent1"/>
                </a:solidFill>
              </a:defRPr>
            </a:lvl9pPr>
          </a:lstStyle>
          <a:p/>
        </p:txBody>
      </p:sp>
      <p:sp>
        <p:nvSpPr>
          <p:cNvPr id="221" name="Google Shape;221;p39"/>
          <p:cNvSpPr txBox="1"/>
          <p:nvPr>
            <p:ph idx="1" type="body"/>
          </p:nvPr>
        </p:nvSpPr>
        <p:spPr>
          <a:xfrm>
            <a:off x="720150" y="914400"/>
            <a:ext cx="7703700" cy="36942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accent1"/>
              </a:buClr>
              <a:buSzPts val="1200"/>
              <a:buChar char="●"/>
              <a:defRPr sz="1200">
                <a:solidFill>
                  <a:schemeClr val="accent1"/>
                </a:solidFill>
              </a:defRPr>
            </a:lvl1pPr>
            <a:lvl2pPr indent="-304800" lvl="1" marL="914400" rtl="0">
              <a:lnSpc>
                <a:spcPct val="100000"/>
              </a:lnSpc>
              <a:spcBef>
                <a:spcPts val="1600"/>
              </a:spcBef>
              <a:spcAft>
                <a:spcPts val="0"/>
              </a:spcAft>
              <a:buClr>
                <a:schemeClr val="accent1"/>
              </a:buClr>
              <a:buSzPts val="1200"/>
              <a:buFont typeface="Muli"/>
              <a:buChar char="○"/>
              <a:defRPr sz="1200">
                <a:solidFill>
                  <a:schemeClr val="accent1"/>
                </a:solidFill>
              </a:defRPr>
            </a:lvl2pPr>
            <a:lvl3pPr indent="-304800" lvl="2" marL="1371600" rtl="0">
              <a:lnSpc>
                <a:spcPct val="100000"/>
              </a:lnSpc>
              <a:spcBef>
                <a:spcPts val="1600"/>
              </a:spcBef>
              <a:spcAft>
                <a:spcPts val="0"/>
              </a:spcAft>
              <a:buClr>
                <a:schemeClr val="accent1"/>
              </a:buClr>
              <a:buSzPts val="1200"/>
              <a:buFont typeface="Muli"/>
              <a:buChar char="■"/>
              <a:defRPr sz="1200">
                <a:solidFill>
                  <a:schemeClr val="accent1"/>
                </a:solidFill>
              </a:defRPr>
            </a:lvl3pPr>
            <a:lvl4pPr indent="-304800" lvl="3" marL="1828800" rtl="0">
              <a:lnSpc>
                <a:spcPct val="100000"/>
              </a:lnSpc>
              <a:spcBef>
                <a:spcPts val="1600"/>
              </a:spcBef>
              <a:spcAft>
                <a:spcPts val="0"/>
              </a:spcAft>
              <a:buClr>
                <a:schemeClr val="accent1"/>
              </a:buClr>
              <a:buSzPts val="1200"/>
              <a:buFont typeface="Muli"/>
              <a:buChar char="●"/>
              <a:defRPr sz="1200">
                <a:solidFill>
                  <a:schemeClr val="accent1"/>
                </a:solidFill>
              </a:defRPr>
            </a:lvl4pPr>
            <a:lvl5pPr indent="-304800" lvl="4" marL="2286000" rtl="0">
              <a:lnSpc>
                <a:spcPct val="100000"/>
              </a:lnSpc>
              <a:spcBef>
                <a:spcPts val="1600"/>
              </a:spcBef>
              <a:spcAft>
                <a:spcPts val="0"/>
              </a:spcAft>
              <a:buClr>
                <a:schemeClr val="accent1"/>
              </a:buClr>
              <a:buSzPts val="1200"/>
              <a:buFont typeface="Muli"/>
              <a:buChar char="○"/>
              <a:defRPr sz="1200">
                <a:solidFill>
                  <a:schemeClr val="accent1"/>
                </a:solidFill>
              </a:defRPr>
            </a:lvl5pPr>
            <a:lvl6pPr indent="-304800" lvl="5" marL="2743200" rtl="0">
              <a:lnSpc>
                <a:spcPct val="100000"/>
              </a:lnSpc>
              <a:spcBef>
                <a:spcPts val="1600"/>
              </a:spcBef>
              <a:spcAft>
                <a:spcPts val="0"/>
              </a:spcAft>
              <a:buClr>
                <a:schemeClr val="accent1"/>
              </a:buClr>
              <a:buSzPts val="1200"/>
              <a:buFont typeface="Muli"/>
              <a:buChar char="■"/>
              <a:defRPr sz="1200">
                <a:solidFill>
                  <a:schemeClr val="accent1"/>
                </a:solidFill>
              </a:defRPr>
            </a:lvl6pPr>
            <a:lvl7pPr indent="-304800" lvl="6" marL="3200400" rtl="0">
              <a:lnSpc>
                <a:spcPct val="100000"/>
              </a:lnSpc>
              <a:spcBef>
                <a:spcPts val="1600"/>
              </a:spcBef>
              <a:spcAft>
                <a:spcPts val="0"/>
              </a:spcAft>
              <a:buClr>
                <a:schemeClr val="accent1"/>
              </a:buClr>
              <a:buSzPts val="1200"/>
              <a:buFont typeface="Muli"/>
              <a:buChar char="●"/>
              <a:defRPr sz="1200">
                <a:solidFill>
                  <a:schemeClr val="accent1"/>
                </a:solidFill>
              </a:defRPr>
            </a:lvl7pPr>
            <a:lvl8pPr indent="-304800" lvl="7" marL="3657600" rtl="0">
              <a:lnSpc>
                <a:spcPct val="100000"/>
              </a:lnSpc>
              <a:spcBef>
                <a:spcPts val="1600"/>
              </a:spcBef>
              <a:spcAft>
                <a:spcPts val="0"/>
              </a:spcAft>
              <a:buClr>
                <a:schemeClr val="accent1"/>
              </a:buClr>
              <a:buSzPts val="1200"/>
              <a:buFont typeface="Muli"/>
              <a:buChar char="○"/>
              <a:defRPr sz="1200">
                <a:solidFill>
                  <a:schemeClr val="accent1"/>
                </a:solidFill>
              </a:defRPr>
            </a:lvl8pPr>
            <a:lvl9pPr indent="-304800" lvl="8" marL="4114800" rtl="0">
              <a:lnSpc>
                <a:spcPct val="100000"/>
              </a:lnSpc>
              <a:spcBef>
                <a:spcPts val="1600"/>
              </a:spcBef>
              <a:spcAft>
                <a:spcPts val="1600"/>
              </a:spcAft>
              <a:buClr>
                <a:schemeClr val="accent1"/>
              </a:buClr>
              <a:buSzPts val="1200"/>
              <a:buFont typeface="Muli"/>
              <a:buChar char="■"/>
              <a:defRPr sz="1200">
                <a:solidFill>
                  <a:schemeClr val="accent1"/>
                </a:solidFill>
              </a:defRPr>
            </a:lvl9pPr>
          </a:lstStyle>
          <a:p/>
        </p:txBody>
      </p:sp>
    </p:spTree>
  </p:cSld>
  <p:clrMapOvr>
    <a:masterClrMapping/>
  </p:clrMapOvr>
  <p:extLst>
    <p:ext uri="{DCECCB84-F9BA-43D5-87BE-67443E8EF086}">
      <p15:sldGuideLst>
        <p15:guide id="1" orient="horz" pos="504">
          <p15:clr>
            <a:srgbClr val="FA7B17"/>
          </p15:clr>
        </p15:guide>
      </p15:sldGuideLst>
    </p:ext>
  </p:extLst>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MAIN_POINT_1">
    <p:bg>
      <p:bgPr>
        <a:solidFill>
          <a:schemeClr val="lt2"/>
        </a:solidFill>
      </p:bgPr>
    </p:bg>
    <p:spTree>
      <p:nvGrpSpPr>
        <p:cNvPr id="222" name="Shape 222"/>
        <p:cNvGrpSpPr/>
        <p:nvPr/>
      </p:nvGrpSpPr>
      <p:grpSpPr>
        <a:xfrm>
          <a:off x="0" y="0"/>
          <a:ext cx="0" cy="0"/>
          <a:chOff x="0" y="0"/>
          <a:chExt cx="0" cy="0"/>
        </a:xfrm>
      </p:grpSpPr>
      <p:sp>
        <p:nvSpPr>
          <p:cNvPr id="223" name="Google Shape;223;p40"/>
          <p:cNvSpPr/>
          <p:nvPr/>
        </p:nvSpPr>
        <p:spPr>
          <a:xfrm>
            <a:off x="5468050" y="0"/>
            <a:ext cx="3675600" cy="5143500"/>
          </a:xfrm>
          <a:prstGeom prst="rect">
            <a:avLst/>
          </a:prstGeom>
          <a:solidFill>
            <a:srgbClr val="88816C">
              <a:alpha val="66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40"/>
          <p:cNvSpPr txBox="1"/>
          <p:nvPr>
            <p:ph type="title"/>
          </p:nvPr>
        </p:nvSpPr>
        <p:spPr>
          <a:xfrm>
            <a:off x="5562500" y="254800"/>
            <a:ext cx="2971800" cy="22872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1"/>
              </a:buClr>
              <a:buSzPts val="7200"/>
              <a:buNone/>
              <a:defRPr b="0" sz="7200">
                <a:solidFill>
                  <a:schemeClr val="accent1"/>
                </a:solidFill>
              </a:defRPr>
            </a:lvl1pPr>
            <a:lvl2pPr lvl="1" rtl="0">
              <a:spcBef>
                <a:spcPts val="0"/>
              </a:spcBef>
              <a:spcAft>
                <a:spcPts val="0"/>
              </a:spcAft>
              <a:buClr>
                <a:schemeClr val="accent3"/>
              </a:buClr>
              <a:buSzPts val="4800"/>
              <a:buNone/>
              <a:defRPr sz="4800">
                <a:solidFill>
                  <a:schemeClr val="accent3"/>
                </a:solidFill>
              </a:defRPr>
            </a:lvl2pPr>
            <a:lvl3pPr lvl="2" rtl="0">
              <a:spcBef>
                <a:spcPts val="0"/>
              </a:spcBef>
              <a:spcAft>
                <a:spcPts val="0"/>
              </a:spcAft>
              <a:buClr>
                <a:schemeClr val="accent3"/>
              </a:buClr>
              <a:buSzPts val="4800"/>
              <a:buNone/>
              <a:defRPr sz="4800">
                <a:solidFill>
                  <a:schemeClr val="accent3"/>
                </a:solidFill>
              </a:defRPr>
            </a:lvl3pPr>
            <a:lvl4pPr lvl="3" rtl="0">
              <a:spcBef>
                <a:spcPts val="0"/>
              </a:spcBef>
              <a:spcAft>
                <a:spcPts val="0"/>
              </a:spcAft>
              <a:buClr>
                <a:schemeClr val="accent3"/>
              </a:buClr>
              <a:buSzPts val="4800"/>
              <a:buNone/>
              <a:defRPr sz="4800">
                <a:solidFill>
                  <a:schemeClr val="accent3"/>
                </a:solidFill>
              </a:defRPr>
            </a:lvl4pPr>
            <a:lvl5pPr lvl="4" rtl="0">
              <a:spcBef>
                <a:spcPts val="0"/>
              </a:spcBef>
              <a:spcAft>
                <a:spcPts val="0"/>
              </a:spcAft>
              <a:buClr>
                <a:schemeClr val="accent3"/>
              </a:buClr>
              <a:buSzPts val="4800"/>
              <a:buNone/>
              <a:defRPr sz="4800">
                <a:solidFill>
                  <a:schemeClr val="accent3"/>
                </a:solidFill>
              </a:defRPr>
            </a:lvl5pPr>
            <a:lvl6pPr lvl="5" rtl="0">
              <a:spcBef>
                <a:spcPts val="0"/>
              </a:spcBef>
              <a:spcAft>
                <a:spcPts val="0"/>
              </a:spcAft>
              <a:buClr>
                <a:schemeClr val="accent3"/>
              </a:buClr>
              <a:buSzPts val="4800"/>
              <a:buNone/>
              <a:defRPr sz="4800">
                <a:solidFill>
                  <a:schemeClr val="accent3"/>
                </a:solidFill>
              </a:defRPr>
            </a:lvl6pPr>
            <a:lvl7pPr lvl="6" rtl="0">
              <a:spcBef>
                <a:spcPts val="0"/>
              </a:spcBef>
              <a:spcAft>
                <a:spcPts val="0"/>
              </a:spcAft>
              <a:buClr>
                <a:schemeClr val="accent3"/>
              </a:buClr>
              <a:buSzPts val="4800"/>
              <a:buNone/>
              <a:defRPr sz="4800">
                <a:solidFill>
                  <a:schemeClr val="accent3"/>
                </a:solidFill>
              </a:defRPr>
            </a:lvl7pPr>
            <a:lvl8pPr lvl="7" rtl="0">
              <a:spcBef>
                <a:spcPts val="0"/>
              </a:spcBef>
              <a:spcAft>
                <a:spcPts val="0"/>
              </a:spcAft>
              <a:buClr>
                <a:schemeClr val="accent3"/>
              </a:buClr>
              <a:buSzPts val="4800"/>
              <a:buNone/>
              <a:defRPr sz="4800">
                <a:solidFill>
                  <a:schemeClr val="accent3"/>
                </a:solidFill>
              </a:defRPr>
            </a:lvl8pPr>
            <a:lvl9pPr lvl="8" rtl="0">
              <a:spcBef>
                <a:spcPts val="0"/>
              </a:spcBef>
              <a:spcAft>
                <a:spcPts val="0"/>
              </a:spcAft>
              <a:buClr>
                <a:schemeClr val="accent3"/>
              </a:buClr>
              <a:buSzPts val="4800"/>
              <a:buNone/>
              <a:defRPr sz="4800">
                <a:solidFill>
                  <a:schemeClr val="accent3"/>
                </a:solidFill>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2">
  <p:cSld name="MAIN_POINT_1_1">
    <p:bg>
      <p:bgPr>
        <a:solidFill>
          <a:schemeClr val="lt2"/>
        </a:solidFill>
      </p:bgPr>
    </p:bg>
    <p:spTree>
      <p:nvGrpSpPr>
        <p:cNvPr id="225" name="Shape 225"/>
        <p:cNvGrpSpPr/>
        <p:nvPr/>
      </p:nvGrpSpPr>
      <p:grpSpPr>
        <a:xfrm>
          <a:off x="0" y="0"/>
          <a:ext cx="0" cy="0"/>
          <a:chOff x="0" y="0"/>
          <a:chExt cx="0" cy="0"/>
        </a:xfrm>
      </p:grpSpPr>
      <p:sp>
        <p:nvSpPr>
          <p:cNvPr id="226" name="Google Shape;226;p41"/>
          <p:cNvSpPr/>
          <p:nvPr/>
        </p:nvSpPr>
        <p:spPr>
          <a:xfrm>
            <a:off x="5468050" y="0"/>
            <a:ext cx="3675600" cy="5143500"/>
          </a:xfrm>
          <a:prstGeom prst="rect">
            <a:avLst/>
          </a:prstGeom>
          <a:solidFill>
            <a:srgbClr val="88816C">
              <a:alpha val="66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41"/>
          <p:cNvSpPr txBox="1"/>
          <p:nvPr>
            <p:ph type="title"/>
          </p:nvPr>
        </p:nvSpPr>
        <p:spPr>
          <a:xfrm>
            <a:off x="5562500" y="288125"/>
            <a:ext cx="2971800" cy="22536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1"/>
              </a:buClr>
              <a:buSzPts val="6000"/>
              <a:buNone/>
              <a:defRPr b="0" sz="6000">
                <a:solidFill>
                  <a:schemeClr val="accent1"/>
                </a:solidFill>
              </a:defRPr>
            </a:lvl1pPr>
            <a:lvl2pPr lvl="1" rtl="0">
              <a:spcBef>
                <a:spcPts val="0"/>
              </a:spcBef>
              <a:spcAft>
                <a:spcPts val="0"/>
              </a:spcAft>
              <a:buClr>
                <a:schemeClr val="accent3"/>
              </a:buClr>
              <a:buSzPts val="4800"/>
              <a:buNone/>
              <a:defRPr sz="4800">
                <a:solidFill>
                  <a:schemeClr val="accent3"/>
                </a:solidFill>
              </a:defRPr>
            </a:lvl2pPr>
            <a:lvl3pPr lvl="2" rtl="0">
              <a:spcBef>
                <a:spcPts val="0"/>
              </a:spcBef>
              <a:spcAft>
                <a:spcPts val="0"/>
              </a:spcAft>
              <a:buClr>
                <a:schemeClr val="accent3"/>
              </a:buClr>
              <a:buSzPts val="4800"/>
              <a:buNone/>
              <a:defRPr sz="4800">
                <a:solidFill>
                  <a:schemeClr val="accent3"/>
                </a:solidFill>
              </a:defRPr>
            </a:lvl3pPr>
            <a:lvl4pPr lvl="3" rtl="0">
              <a:spcBef>
                <a:spcPts val="0"/>
              </a:spcBef>
              <a:spcAft>
                <a:spcPts val="0"/>
              </a:spcAft>
              <a:buClr>
                <a:schemeClr val="accent3"/>
              </a:buClr>
              <a:buSzPts val="4800"/>
              <a:buNone/>
              <a:defRPr sz="4800">
                <a:solidFill>
                  <a:schemeClr val="accent3"/>
                </a:solidFill>
              </a:defRPr>
            </a:lvl4pPr>
            <a:lvl5pPr lvl="4" rtl="0">
              <a:spcBef>
                <a:spcPts val="0"/>
              </a:spcBef>
              <a:spcAft>
                <a:spcPts val="0"/>
              </a:spcAft>
              <a:buClr>
                <a:schemeClr val="accent3"/>
              </a:buClr>
              <a:buSzPts val="4800"/>
              <a:buNone/>
              <a:defRPr sz="4800">
                <a:solidFill>
                  <a:schemeClr val="accent3"/>
                </a:solidFill>
              </a:defRPr>
            </a:lvl5pPr>
            <a:lvl6pPr lvl="5" rtl="0">
              <a:spcBef>
                <a:spcPts val="0"/>
              </a:spcBef>
              <a:spcAft>
                <a:spcPts val="0"/>
              </a:spcAft>
              <a:buClr>
                <a:schemeClr val="accent3"/>
              </a:buClr>
              <a:buSzPts val="4800"/>
              <a:buNone/>
              <a:defRPr sz="4800">
                <a:solidFill>
                  <a:schemeClr val="accent3"/>
                </a:solidFill>
              </a:defRPr>
            </a:lvl6pPr>
            <a:lvl7pPr lvl="6" rtl="0">
              <a:spcBef>
                <a:spcPts val="0"/>
              </a:spcBef>
              <a:spcAft>
                <a:spcPts val="0"/>
              </a:spcAft>
              <a:buClr>
                <a:schemeClr val="accent3"/>
              </a:buClr>
              <a:buSzPts val="4800"/>
              <a:buNone/>
              <a:defRPr sz="4800">
                <a:solidFill>
                  <a:schemeClr val="accent3"/>
                </a:solidFill>
              </a:defRPr>
            </a:lvl7pPr>
            <a:lvl8pPr lvl="7" rtl="0">
              <a:spcBef>
                <a:spcPts val="0"/>
              </a:spcBef>
              <a:spcAft>
                <a:spcPts val="0"/>
              </a:spcAft>
              <a:buClr>
                <a:schemeClr val="accent3"/>
              </a:buClr>
              <a:buSzPts val="4800"/>
              <a:buNone/>
              <a:defRPr sz="4800">
                <a:solidFill>
                  <a:schemeClr val="accent3"/>
                </a:solidFill>
              </a:defRPr>
            </a:lvl8pPr>
            <a:lvl9pPr lvl="8" rtl="0">
              <a:spcBef>
                <a:spcPts val="0"/>
              </a:spcBef>
              <a:spcAft>
                <a:spcPts val="0"/>
              </a:spcAft>
              <a:buClr>
                <a:schemeClr val="accent3"/>
              </a:buClr>
              <a:buSzPts val="4800"/>
              <a:buNone/>
              <a:defRPr sz="4800">
                <a:solidFill>
                  <a:schemeClr val="accent3"/>
                </a:solidFill>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_1">
    <p:bg>
      <p:bgPr>
        <a:solidFill>
          <a:schemeClr val="lt1"/>
        </a:solidFill>
      </p:bgPr>
    </p:bg>
    <p:spTree>
      <p:nvGrpSpPr>
        <p:cNvPr id="228" name="Shape 228"/>
        <p:cNvGrpSpPr/>
        <p:nvPr/>
      </p:nvGrpSpPr>
      <p:grpSpPr>
        <a:xfrm>
          <a:off x="0" y="0"/>
          <a:ext cx="0" cy="0"/>
          <a:chOff x="0" y="0"/>
          <a:chExt cx="0" cy="0"/>
        </a:xfrm>
      </p:grpSpPr>
      <p:sp>
        <p:nvSpPr>
          <p:cNvPr id="229" name="Google Shape;229;p42"/>
          <p:cNvSpPr/>
          <p:nvPr/>
        </p:nvSpPr>
        <p:spPr>
          <a:xfrm>
            <a:off x="3437975" y="150"/>
            <a:ext cx="57060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42"/>
          <p:cNvSpPr txBox="1"/>
          <p:nvPr>
            <p:ph type="ctrTitle"/>
          </p:nvPr>
        </p:nvSpPr>
        <p:spPr>
          <a:xfrm>
            <a:off x="3437975" y="493775"/>
            <a:ext cx="5706000" cy="384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3600"/>
              <a:buNone/>
              <a:defRPr b="0" sz="2400">
                <a:solidFill>
                  <a:schemeClr val="lt1"/>
                </a:solidFill>
              </a:defRPr>
            </a:lvl1pPr>
            <a:lvl2pPr lvl="1" rtl="0" algn="ctr">
              <a:spcBef>
                <a:spcPts val="0"/>
              </a:spcBef>
              <a:spcAft>
                <a:spcPts val="0"/>
              </a:spcAft>
              <a:buClr>
                <a:schemeClr val="accent2"/>
              </a:buClr>
              <a:buSzPts val="3600"/>
              <a:buNone/>
              <a:defRPr sz="3600">
                <a:solidFill>
                  <a:schemeClr val="accent2"/>
                </a:solidFill>
              </a:defRPr>
            </a:lvl2pPr>
            <a:lvl3pPr lvl="2" rtl="0" algn="ctr">
              <a:spcBef>
                <a:spcPts val="0"/>
              </a:spcBef>
              <a:spcAft>
                <a:spcPts val="0"/>
              </a:spcAft>
              <a:buClr>
                <a:schemeClr val="accent2"/>
              </a:buClr>
              <a:buSzPts val="3600"/>
              <a:buNone/>
              <a:defRPr sz="3600">
                <a:solidFill>
                  <a:schemeClr val="accent2"/>
                </a:solidFill>
              </a:defRPr>
            </a:lvl3pPr>
            <a:lvl4pPr lvl="3" rtl="0" algn="ctr">
              <a:spcBef>
                <a:spcPts val="0"/>
              </a:spcBef>
              <a:spcAft>
                <a:spcPts val="0"/>
              </a:spcAft>
              <a:buClr>
                <a:schemeClr val="accent2"/>
              </a:buClr>
              <a:buSzPts val="3600"/>
              <a:buNone/>
              <a:defRPr sz="3600">
                <a:solidFill>
                  <a:schemeClr val="accent2"/>
                </a:solidFill>
              </a:defRPr>
            </a:lvl4pPr>
            <a:lvl5pPr lvl="4" rtl="0" algn="ctr">
              <a:spcBef>
                <a:spcPts val="0"/>
              </a:spcBef>
              <a:spcAft>
                <a:spcPts val="0"/>
              </a:spcAft>
              <a:buClr>
                <a:schemeClr val="accent2"/>
              </a:buClr>
              <a:buSzPts val="3600"/>
              <a:buNone/>
              <a:defRPr sz="3600">
                <a:solidFill>
                  <a:schemeClr val="accent2"/>
                </a:solidFill>
              </a:defRPr>
            </a:lvl5pPr>
            <a:lvl6pPr lvl="5" rtl="0" algn="ctr">
              <a:spcBef>
                <a:spcPts val="0"/>
              </a:spcBef>
              <a:spcAft>
                <a:spcPts val="0"/>
              </a:spcAft>
              <a:buClr>
                <a:schemeClr val="accent2"/>
              </a:buClr>
              <a:buSzPts val="3600"/>
              <a:buNone/>
              <a:defRPr sz="3600">
                <a:solidFill>
                  <a:schemeClr val="accent2"/>
                </a:solidFill>
              </a:defRPr>
            </a:lvl6pPr>
            <a:lvl7pPr lvl="6" rtl="0" algn="ctr">
              <a:spcBef>
                <a:spcPts val="0"/>
              </a:spcBef>
              <a:spcAft>
                <a:spcPts val="0"/>
              </a:spcAft>
              <a:buClr>
                <a:schemeClr val="accent2"/>
              </a:buClr>
              <a:buSzPts val="3600"/>
              <a:buNone/>
              <a:defRPr sz="3600">
                <a:solidFill>
                  <a:schemeClr val="accent2"/>
                </a:solidFill>
              </a:defRPr>
            </a:lvl7pPr>
            <a:lvl8pPr lvl="7" rtl="0" algn="ctr">
              <a:spcBef>
                <a:spcPts val="0"/>
              </a:spcBef>
              <a:spcAft>
                <a:spcPts val="0"/>
              </a:spcAft>
              <a:buClr>
                <a:schemeClr val="accent2"/>
              </a:buClr>
              <a:buSzPts val="3600"/>
              <a:buNone/>
              <a:defRPr sz="3600">
                <a:solidFill>
                  <a:schemeClr val="accent2"/>
                </a:solidFill>
              </a:defRPr>
            </a:lvl8pPr>
            <a:lvl9pPr lvl="8" rtl="0" algn="ctr">
              <a:spcBef>
                <a:spcPts val="0"/>
              </a:spcBef>
              <a:spcAft>
                <a:spcPts val="0"/>
              </a:spcAft>
              <a:buClr>
                <a:schemeClr val="accent2"/>
              </a:buClr>
              <a:buSzPts val="3600"/>
              <a:buNone/>
              <a:defRPr sz="3600">
                <a:solidFill>
                  <a:schemeClr val="accent2"/>
                </a:solidFill>
              </a:defRPr>
            </a:lvl9pPr>
          </a:lstStyle>
          <a:p/>
        </p:txBody>
      </p:sp>
      <p:sp>
        <p:nvSpPr>
          <p:cNvPr id="231" name="Google Shape;231;p42"/>
          <p:cNvSpPr txBox="1"/>
          <p:nvPr>
            <p:ph idx="1" type="subTitle"/>
          </p:nvPr>
        </p:nvSpPr>
        <p:spPr>
          <a:xfrm>
            <a:off x="4690872" y="2234220"/>
            <a:ext cx="3913500" cy="59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
        <p:nvSpPr>
          <p:cNvPr id="232" name="Google Shape;232;p42"/>
          <p:cNvSpPr txBox="1"/>
          <p:nvPr>
            <p:ph idx="2" type="subTitle"/>
          </p:nvPr>
        </p:nvSpPr>
        <p:spPr>
          <a:xfrm>
            <a:off x="4690872" y="3160812"/>
            <a:ext cx="3913500" cy="59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
        <p:nvSpPr>
          <p:cNvPr id="233" name="Google Shape;233;p42"/>
          <p:cNvSpPr txBox="1"/>
          <p:nvPr>
            <p:ph idx="3" type="subTitle"/>
          </p:nvPr>
        </p:nvSpPr>
        <p:spPr>
          <a:xfrm>
            <a:off x="4690872" y="1307653"/>
            <a:ext cx="3913500" cy="59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
        <p:nvSpPr>
          <p:cNvPr id="234" name="Google Shape;234;p42"/>
          <p:cNvSpPr txBox="1"/>
          <p:nvPr>
            <p:ph idx="4" type="subTitle"/>
          </p:nvPr>
        </p:nvSpPr>
        <p:spPr>
          <a:xfrm>
            <a:off x="4690872" y="4087404"/>
            <a:ext cx="3913500" cy="59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
        <p:nvSpPr>
          <p:cNvPr id="235" name="Google Shape;235;p42"/>
          <p:cNvSpPr txBox="1"/>
          <p:nvPr>
            <p:ph hasCustomPrompt="1" idx="5" type="title"/>
          </p:nvPr>
        </p:nvSpPr>
        <p:spPr>
          <a:xfrm>
            <a:off x="3986784" y="1252753"/>
            <a:ext cx="704100" cy="704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2400"/>
              <a:buNone/>
              <a:defRPr sz="2400">
                <a:solidFill>
                  <a:schemeClr val="lt1"/>
                </a:solidFill>
              </a:defRPr>
            </a:lvl1pPr>
            <a:lvl2pPr lvl="1"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236" name="Google Shape;236;p42"/>
          <p:cNvSpPr txBox="1"/>
          <p:nvPr>
            <p:ph hasCustomPrompt="1" idx="6" type="title"/>
          </p:nvPr>
        </p:nvSpPr>
        <p:spPr>
          <a:xfrm>
            <a:off x="3986784" y="2179320"/>
            <a:ext cx="704100" cy="704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2400"/>
              <a:buNone/>
              <a:defRPr sz="2400">
                <a:solidFill>
                  <a:schemeClr val="lt1"/>
                </a:solidFill>
              </a:defRPr>
            </a:lvl1pPr>
            <a:lvl2pPr lvl="1"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237" name="Google Shape;237;p42"/>
          <p:cNvSpPr txBox="1"/>
          <p:nvPr>
            <p:ph hasCustomPrompt="1" idx="7" type="title"/>
          </p:nvPr>
        </p:nvSpPr>
        <p:spPr>
          <a:xfrm>
            <a:off x="3986784" y="3105912"/>
            <a:ext cx="704100" cy="704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2400"/>
              <a:buNone/>
              <a:defRPr sz="2400">
                <a:solidFill>
                  <a:schemeClr val="lt1"/>
                </a:solidFill>
              </a:defRPr>
            </a:lvl1pPr>
            <a:lvl2pPr lvl="1"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238" name="Google Shape;238;p42"/>
          <p:cNvSpPr txBox="1"/>
          <p:nvPr>
            <p:ph hasCustomPrompt="1" idx="8" type="title"/>
          </p:nvPr>
        </p:nvSpPr>
        <p:spPr>
          <a:xfrm>
            <a:off x="3986784" y="4032504"/>
            <a:ext cx="704100" cy="704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2400"/>
              <a:buNone/>
              <a:defRPr sz="2400">
                <a:solidFill>
                  <a:schemeClr val="lt1"/>
                </a:solidFill>
              </a:defRPr>
            </a:lvl1pPr>
            <a:lvl2pPr lvl="1"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CUSTOM_1_1_3">
    <p:bg>
      <p:bgPr>
        <a:solidFill>
          <a:schemeClr val="lt1"/>
        </a:solidFill>
      </p:bgPr>
    </p:bg>
    <p:spTree>
      <p:nvGrpSpPr>
        <p:cNvPr id="239" name="Shape 239"/>
        <p:cNvGrpSpPr/>
        <p:nvPr/>
      </p:nvGrpSpPr>
      <p:grpSpPr>
        <a:xfrm>
          <a:off x="0" y="0"/>
          <a:ext cx="0" cy="0"/>
          <a:chOff x="0" y="0"/>
          <a:chExt cx="0" cy="0"/>
        </a:xfrm>
      </p:grpSpPr>
      <p:sp>
        <p:nvSpPr>
          <p:cNvPr id="240" name="Google Shape;240;p43"/>
          <p:cNvSpPr txBox="1"/>
          <p:nvPr>
            <p:ph type="ctrTitle"/>
          </p:nvPr>
        </p:nvSpPr>
        <p:spPr>
          <a:xfrm>
            <a:off x="722376" y="493775"/>
            <a:ext cx="7699200" cy="384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b="0" sz="2400">
                <a:solidFill>
                  <a:schemeClr val="accent1"/>
                </a:solidFill>
              </a:defRPr>
            </a:lvl1pPr>
            <a:lvl2pPr lvl="1" rtl="0" algn="ctr">
              <a:spcBef>
                <a:spcPts val="0"/>
              </a:spcBef>
              <a:spcAft>
                <a:spcPts val="0"/>
              </a:spcAft>
              <a:buClr>
                <a:schemeClr val="accent1"/>
              </a:buClr>
              <a:buSzPts val="3600"/>
              <a:buNone/>
              <a:defRPr sz="3600">
                <a:solidFill>
                  <a:schemeClr val="accent1"/>
                </a:solidFill>
              </a:defRPr>
            </a:lvl2pPr>
            <a:lvl3pPr lvl="2" rtl="0" algn="ctr">
              <a:spcBef>
                <a:spcPts val="0"/>
              </a:spcBef>
              <a:spcAft>
                <a:spcPts val="0"/>
              </a:spcAft>
              <a:buClr>
                <a:schemeClr val="accent1"/>
              </a:buClr>
              <a:buSzPts val="3600"/>
              <a:buNone/>
              <a:defRPr sz="3600">
                <a:solidFill>
                  <a:schemeClr val="accent1"/>
                </a:solidFill>
              </a:defRPr>
            </a:lvl3pPr>
            <a:lvl4pPr lvl="3" rtl="0" algn="ctr">
              <a:spcBef>
                <a:spcPts val="0"/>
              </a:spcBef>
              <a:spcAft>
                <a:spcPts val="0"/>
              </a:spcAft>
              <a:buClr>
                <a:schemeClr val="accent1"/>
              </a:buClr>
              <a:buSzPts val="3600"/>
              <a:buNone/>
              <a:defRPr sz="3600">
                <a:solidFill>
                  <a:schemeClr val="accent1"/>
                </a:solidFill>
              </a:defRPr>
            </a:lvl4pPr>
            <a:lvl5pPr lvl="4" rtl="0" algn="ctr">
              <a:spcBef>
                <a:spcPts val="0"/>
              </a:spcBef>
              <a:spcAft>
                <a:spcPts val="0"/>
              </a:spcAft>
              <a:buClr>
                <a:schemeClr val="accent1"/>
              </a:buClr>
              <a:buSzPts val="3600"/>
              <a:buNone/>
              <a:defRPr sz="3600">
                <a:solidFill>
                  <a:schemeClr val="accent1"/>
                </a:solidFill>
              </a:defRPr>
            </a:lvl5pPr>
            <a:lvl6pPr lvl="5" rtl="0" algn="ctr">
              <a:spcBef>
                <a:spcPts val="0"/>
              </a:spcBef>
              <a:spcAft>
                <a:spcPts val="0"/>
              </a:spcAft>
              <a:buClr>
                <a:schemeClr val="accent1"/>
              </a:buClr>
              <a:buSzPts val="3600"/>
              <a:buNone/>
              <a:defRPr sz="3600">
                <a:solidFill>
                  <a:schemeClr val="accent1"/>
                </a:solidFill>
              </a:defRPr>
            </a:lvl6pPr>
            <a:lvl7pPr lvl="6" rtl="0" algn="ctr">
              <a:spcBef>
                <a:spcPts val="0"/>
              </a:spcBef>
              <a:spcAft>
                <a:spcPts val="0"/>
              </a:spcAft>
              <a:buClr>
                <a:schemeClr val="accent1"/>
              </a:buClr>
              <a:buSzPts val="3600"/>
              <a:buNone/>
              <a:defRPr sz="3600">
                <a:solidFill>
                  <a:schemeClr val="accent1"/>
                </a:solidFill>
              </a:defRPr>
            </a:lvl7pPr>
            <a:lvl8pPr lvl="7" rtl="0" algn="ctr">
              <a:spcBef>
                <a:spcPts val="0"/>
              </a:spcBef>
              <a:spcAft>
                <a:spcPts val="0"/>
              </a:spcAft>
              <a:buClr>
                <a:schemeClr val="accent1"/>
              </a:buClr>
              <a:buSzPts val="3600"/>
              <a:buNone/>
              <a:defRPr sz="3600">
                <a:solidFill>
                  <a:schemeClr val="accent1"/>
                </a:solidFill>
              </a:defRPr>
            </a:lvl8pPr>
            <a:lvl9pPr lvl="8" rtl="0" algn="ctr">
              <a:spcBef>
                <a:spcPts val="0"/>
              </a:spcBef>
              <a:spcAft>
                <a:spcPts val="0"/>
              </a:spcAft>
              <a:buClr>
                <a:schemeClr val="accent1"/>
              </a:buClr>
              <a:buSzPts val="3600"/>
              <a:buNone/>
              <a:defRPr sz="3600">
                <a:solidFill>
                  <a:schemeClr val="accent1"/>
                </a:solidFill>
              </a:defRPr>
            </a:lvl9pPr>
          </a:lstStyle>
          <a:p/>
        </p:txBody>
      </p:sp>
      <p:sp>
        <p:nvSpPr>
          <p:cNvPr id="241" name="Google Shape;241;p43"/>
          <p:cNvSpPr txBox="1"/>
          <p:nvPr>
            <p:ph idx="1" type="subTitle"/>
          </p:nvPr>
        </p:nvSpPr>
        <p:spPr>
          <a:xfrm>
            <a:off x="1338072" y="2234208"/>
            <a:ext cx="3913500" cy="59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accent1"/>
                </a:solidFill>
              </a:defRPr>
            </a:lvl1pPr>
            <a:lvl2pPr lvl="1" rtl="0">
              <a:lnSpc>
                <a:spcPct val="100000"/>
              </a:lnSpc>
              <a:spcBef>
                <a:spcPts val="0"/>
              </a:spcBef>
              <a:spcAft>
                <a:spcPts val="0"/>
              </a:spcAft>
              <a:buNone/>
              <a:defRPr sz="1400">
                <a:solidFill>
                  <a:schemeClr val="accent1"/>
                </a:solidFill>
              </a:defRPr>
            </a:lvl2pPr>
            <a:lvl3pPr lvl="2" rtl="0">
              <a:lnSpc>
                <a:spcPct val="100000"/>
              </a:lnSpc>
              <a:spcBef>
                <a:spcPts val="0"/>
              </a:spcBef>
              <a:spcAft>
                <a:spcPts val="0"/>
              </a:spcAft>
              <a:buNone/>
              <a:defRPr sz="1400">
                <a:solidFill>
                  <a:schemeClr val="accent1"/>
                </a:solidFill>
              </a:defRPr>
            </a:lvl3pPr>
            <a:lvl4pPr lvl="3" rtl="0">
              <a:lnSpc>
                <a:spcPct val="100000"/>
              </a:lnSpc>
              <a:spcBef>
                <a:spcPts val="0"/>
              </a:spcBef>
              <a:spcAft>
                <a:spcPts val="0"/>
              </a:spcAft>
              <a:buNone/>
              <a:defRPr sz="1400">
                <a:solidFill>
                  <a:schemeClr val="accent1"/>
                </a:solidFill>
              </a:defRPr>
            </a:lvl4pPr>
            <a:lvl5pPr lvl="4" rtl="0">
              <a:lnSpc>
                <a:spcPct val="100000"/>
              </a:lnSpc>
              <a:spcBef>
                <a:spcPts val="0"/>
              </a:spcBef>
              <a:spcAft>
                <a:spcPts val="0"/>
              </a:spcAft>
              <a:buNone/>
              <a:defRPr sz="1400">
                <a:solidFill>
                  <a:schemeClr val="accent1"/>
                </a:solidFill>
              </a:defRPr>
            </a:lvl5pPr>
            <a:lvl6pPr lvl="5" rtl="0">
              <a:lnSpc>
                <a:spcPct val="100000"/>
              </a:lnSpc>
              <a:spcBef>
                <a:spcPts val="0"/>
              </a:spcBef>
              <a:spcAft>
                <a:spcPts val="0"/>
              </a:spcAft>
              <a:buNone/>
              <a:defRPr sz="1400">
                <a:solidFill>
                  <a:schemeClr val="accent1"/>
                </a:solidFill>
              </a:defRPr>
            </a:lvl6pPr>
            <a:lvl7pPr lvl="6" rtl="0">
              <a:lnSpc>
                <a:spcPct val="100000"/>
              </a:lnSpc>
              <a:spcBef>
                <a:spcPts val="0"/>
              </a:spcBef>
              <a:spcAft>
                <a:spcPts val="0"/>
              </a:spcAft>
              <a:buNone/>
              <a:defRPr sz="1400">
                <a:solidFill>
                  <a:schemeClr val="accent1"/>
                </a:solidFill>
              </a:defRPr>
            </a:lvl7pPr>
            <a:lvl8pPr lvl="7" rtl="0">
              <a:lnSpc>
                <a:spcPct val="100000"/>
              </a:lnSpc>
              <a:spcBef>
                <a:spcPts val="0"/>
              </a:spcBef>
              <a:spcAft>
                <a:spcPts val="0"/>
              </a:spcAft>
              <a:buNone/>
              <a:defRPr sz="1400">
                <a:solidFill>
                  <a:schemeClr val="accent1"/>
                </a:solidFill>
              </a:defRPr>
            </a:lvl8pPr>
            <a:lvl9pPr lvl="8" rtl="0">
              <a:lnSpc>
                <a:spcPct val="100000"/>
              </a:lnSpc>
              <a:spcBef>
                <a:spcPts val="0"/>
              </a:spcBef>
              <a:spcAft>
                <a:spcPts val="0"/>
              </a:spcAft>
              <a:buNone/>
              <a:defRPr sz="1400">
                <a:solidFill>
                  <a:schemeClr val="accent1"/>
                </a:solidFill>
              </a:defRPr>
            </a:lvl9pPr>
          </a:lstStyle>
          <a:p/>
        </p:txBody>
      </p:sp>
      <p:sp>
        <p:nvSpPr>
          <p:cNvPr id="242" name="Google Shape;242;p43"/>
          <p:cNvSpPr txBox="1"/>
          <p:nvPr>
            <p:ph idx="2" type="subTitle"/>
          </p:nvPr>
        </p:nvSpPr>
        <p:spPr>
          <a:xfrm>
            <a:off x="1338072" y="3160788"/>
            <a:ext cx="3913500" cy="59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accent1"/>
                </a:solidFill>
              </a:defRPr>
            </a:lvl1pPr>
            <a:lvl2pPr lvl="1" rtl="0">
              <a:lnSpc>
                <a:spcPct val="100000"/>
              </a:lnSpc>
              <a:spcBef>
                <a:spcPts val="0"/>
              </a:spcBef>
              <a:spcAft>
                <a:spcPts val="0"/>
              </a:spcAft>
              <a:buNone/>
              <a:defRPr sz="1400">
                <a:solidFill>
                  <a:schemeClr val="accent1"/>
                </a:solidFill>
              </a:defRPr>
            </a:lvl2pPr>
            <a:lvl3pPr lvl="2" rtl="0">
              <a:lnSpc>
                <a:spcPct val="100000"/>
              </a:lnSpc>
              <a:spcBef>
                <a:spcPts val="0"/>
              </a:spcBef>
              <a:spcAft>
                <a:spcPts val="0"/>
              </a:spcAft>
              <a:buNone/>
              <a:defRPr sz="1400">
                <a:solidFill>
                  <a:schemeClr val="accent1"/>
                </a:solidFill>
              </a:defRPr>
            </a:lvl3pPr>
            <a:lvl4pPr lvl="3" rtl="0">
              <a:lnSpc>
                <a:spcPct val="100000"/>
              </a:lnSpc>
              <a:spcBef>
                <a:spcPts val="0"/>
              </a:spcBef>
              <a:spcAft>
                <a:spcPts val="0"/>
              </a:spcAft>
              <a:buNone/>
              <a:defRPr sz="1400">
                <a:solidFill>
                  <a:schemeClr val="accent1"/>
                </a:solidFill>
              </a:defRPr>
            </a:lvl4pPr>
            <a:lvl5pPr lvl="4" rtl="0">
              <a:lnSpc>
                <a:spcPct val="100000"/>
              </a:lnSpc>
              <a:spcBef>
                <a:spcPts val="0"/>
              </a:spcBef>
              <a:spcAft>
                <a:spcPts val="0"/>
              </a:spcAft>
              <a:buNone/>
              <a:defRPr sz="1400">
                <a:solidFill>
                  <a:schemeClr val="accent1"/>
                </a:solidFill>
              </a:defRPr>
            </a:lvl5pPr>
            <a:lvl6pPr lvl="5" rtl="0">
              <a:lnSpc>
                <a:spcPct val="100000"/>
              </a:lnSpc>
              <a:spcBef>
                <a:spcPts val="0"/>
              </a:spcBef>
              <a:spcAft>
                <a:spcPts val="0"/>
              </a:spcAft>
              <a:buNone/>
              <a:defRPr sz="1400">
                <a:solidFill>
                  <a:schemeClr val="accent1"/>
                </a:solidFill>
              </a:defRPr>
            </a:lvl6pPr>
            <a:lvl7pPr lvl="6" rtl="0">
              <a:lnSpc>
                <a:spcPct val="100000"/>
              </a:lnSpc>
              <a:spcBef>
                <a:spcPts val="0"/>
              </a:spcBef>
              <a:spcAft>
                <a:spcPts val="0"/>
              </a:spcAft>
              <a:buNone/>
              <a:defRPr sz="1400">
                <a:solidFill>
                  <a:schemeClr val="accent1"/>
                </a:solidFill>
              </a:defRPr>
            </a:lvl7pPr>
            <a:lvl8pPr lvl="7" rtl="0">
              <a:lnSpc>
                <a:spcPct val="100000"/>
              </a:lnSpc>
              <a:spcBef>
                <a:spcPts val="0"/>
              </a:spcBef>
              <a:spcAft>
                <a:spcPts val="0"/>
              </a:spcAft>
              <a:buNone/>
              <a:defRPr sz="1400">
                <a:solidFill>
                  <a:schemeClr val="accent1"/>
                </a:solidFill>
              </a:defRPr>
            </a:lvl8pPr>
            <a:lvl9pPr lvl="8" rtl="0">
              <a:lnSpc>
                <a:spcPct val="100000"/>
              </a:lnSpc>
              <a:spcBef>
                <a:spcPts val="0"/>
              </a:spcBef>
              <a:spcAft>
                <a:spcPts val="0"/>
              </a:spcAft>
              <a:buNone/>
              <a:defRPr sz="1400">
                <a:solidFill>
                  <a:schemeClr val="accent1"/>
                </a:solidFill>
              </a:defRPr>
            </a:lvl9pPr>
          </a:lstStyle>
          <a:p/>
        </p:txBody>
      </p:sp>
      <p:sp>
        <p:nvSpPr>
          <p:cNvPr id="243" name="Google Shape;243;p43"/>
          <p:cNvSpPr txBox="1"/>
          <p:nvPr>
            <p:ph idx="3" type="subTitle"/>
          </p:nvPr>
        </p:nvSpPr>
        <p:spPr>
          <a:xfrm>
            <a:off x="1338072" y="1307628"/>
            <a:ext cx="3913500" cy="59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accent1"/>
                </a:solidFill>
              </a:defRPr>
            </a:lvl1pPr>
            <a:lvl2pPr lvl="1" rtl="0">
              <a:lnSpc>
                <a:spcPct val="100000"/>
              </a:lnSpc>
              <a:spcBef>
                <a:spcPts val="0"/>
              </a:spcBef>
              <a:spcAft>
                <a:spcPts val="0"/>
              </a:spcAft>
              <a:buNone/>
              <a:defRPr sz="1400">
                <a:solidFill>
                  <a:schemeClr val="accent1"/>
                </a:solidFill>
              </a:defRPr>
            </a:lvl2pPr>
            <a:lvl3pPr lvl="2" rtl="0">
              <a:lnSpc>
                <a:spcPct val="100000"/>
              </a:lnSpc>
              <a:spcBef>
                <a:spcPts val="0"/>
              </a:spcBef>
              <a:spcAft>
                <a:spcPts val="0"/>
              </a:spcAft>
              <a:buNone/>
              <a:defRPr sz="1400">
                <a:solidFill>
                  <a:schemeClr val="accent1"/>
                </a:solidFill>
              </a:defRPr>
            </a:lvl3pPr>
            <a:lvl4pPr lvl="3" rtl="0">
              <a:lnSpc>
                <a:spcPct val="100000"/>
              </a:lnSpc>
              <a:spcBef>
                <a:spcPts val="0"/>
              </a:spcBef>
              <a:spcAft>
                <a:spcPts val="0"/>
              </a:spcAft>
              <a:buNone/>
              <a:defRPr sz="1400">
                <a:solidFill>
                  <a:schemeClr val="accent1"/>
                </a:solidFill>
              </a:defRPr>
            </a:lvl4pPr>
            <a:lvl5pPr lvl="4" rtl="0">
              <a:lnSpc>
                <a:spcPct val="100000"/>
              </a:lnSpc>
              <a:spcBef>
                <a:spcPts val="0"/>
              </a:spcBef>
              <a:spcAft>
                <a:spcPts val="0"/>
              </a:spcAft>
              <a:buNone/>
              <a:defRPr sz="1400">
                <a:solidFill>
                  <a:schemeClr val="accent1"/>
                </a:solidFill>
              </a:defRPr>
            </a:lvl5pPr>
            <a:lvl6pPr lvl="5" rtl="0">
              <a:lnSpc>
                <a:spcPct val="100000"/>
              </a:lnSpc>
              <a:spcBef>
                <a:spcPts val="0"/>
              </a:spcBef>
              <a:spcAft>
                <a:spcPts val="0"/>
              </a:spcAft>
              <a:buNone/>
              <a:defRPr sz="1400">
                <a:solidFill>
                  <a:schemeClr val="accent1"/>
                </a:solidFill>
              </a:defRPr>
            </a:lvl6pPr>
            <a:lvl7pPr lvl="6" rtl="0">
              <a:lnSpc>
                <a:spcPct val="100000"/>
              </a:lnSpc>
              <a:spcBef>
                <a:spcPts val="0"/>
              </a:spcBef>
              <a:spcAft>
                <a:spcPts val="0"/>
              </a:spcAft>
              <a:buNone/>
              <a:defRPr sz="1400">
                <a:solidFill>
                  <a:schemeClr val="accent1"/>
                </a:solidFill>
              </a:defRPr>
            </a:lvl7pPr>
            <a:lvl8pPr lvl="7" rtl="0">
              <a:lnSpc>
                <a:spcPct val="100000"/>
              </a:lnSpc>
              <a:spcBef>
                <a:spcPts val="0"/>
              </a:spcBef>
              <a:spcAft>
                <a:spcPts val="0"/>
              </a:spcAft>
              <a:buNone/>
              <a:defRPr sz="1400">
                <a:solidFill>
                  <a:schemeClr val="accent1"/>
                </a:solidFill>
              </a:defRPr>
            </a:lvl8pPr>
            <a:lvl9pPr lvl="8" rtl="0">
              <a:lnSpc>
                <a:spcPct val="100000"/>
              </a:lnSpc>
              <a:spcBef>
                <a:spcPts val="0"/>
              </a:spcBef>
              <a:spcAft>
                <a:spcPts val="0"/>
              </a:spcAft>
              <a:buNone/>
              <a:defRPr sz="1400">
                <a:solidFill>
                  <a:schemeClr val="accent1"/>
                </a:solidFill>
              </a:defRPr>
            </a:lvl9pPr>
          </a:lstStyle>
          <a:p/>
        </p:txBody>
      </p:sp>
      <p:sp>
        <p:nvSpPr>
          <p:cNvPr id="244" name="Google Shape;244;p43"/>
          <p:cNvSpPr txBox="1"/>
          <p:nvPr>
            <p:ph idx="4" type="subTitle"/>
          </p:nvPr>
        </p:nvSpPr>
        <p:spPr>
          <a:xfrm>
            <a:off x="1338072" y="4087368"/>
            <a:ext cx="3913500" cy="59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accent1"/>
                </a:solidFill>
              </a:defRPr>
            </a:lvl1pPr>
            <a:lvl2pPr lvl="1" rtl="0">
              <a:lnSpc>
                <a:spcPct val="100000"/>
              </a:lnSpc>
              <a:spcBef>
                <a:spcPts val="0"/>
              </a:spcBef>
              <a:spcAft>
                <a:spcPts val="0"/>
              </a:spcAft>
              <a:buNone/>
              <a:defRPr sz="1400">
                <a:solidFill>
                  <a:schemeClr val="accent1"/>
                </a:solidFill>
              </a:defRPr>
            </a:lvl2pPr>
            <a:lvl3pPr lvl="2" rtl="0">
              <a:lnSpc>
                <a:spcPct val="100000"/>
              </a:lnSpc>
              <a:spcBef>
                <a:spcPts val="0"/>
              </a:spcBef>
              <a:spcAft>
                <a:spcPts val="0"/>
              </a:spcAft>
              <a:buNone/>
              <a:defRPr sz="1400">
                <a:solidFill>
                  <a:schemeClr val="accent1"/>
                </a:solidFill>
              </a:defRPr>
            </a:lvl3pPr>
            <a:lvl4pPr lvl="3" rtl="0">
              <a:lnSpc>
                <a:spcPct val="100000"/>
              </a:lnSpc>
              <a:spcBef>
                <a:spcPts val="0"/>
              </a:spcBef>
              <a:spcAft>
                <a:spcPts val="0"/>
              </a:spcAft>
              <a:buNone/>
              <a:defRPr sz="1400">
                <a:solidFill>
                  <a:schemeClr val="accent1"/>
                </a:solidFill>
              </a:defRPr>
            </a:lvl4pPr>
            <a:lvl5pPr lvl="4" rtl="0">
              <a:lnSpc>
                <a:spcPct val="100000"/>
              </a:lnSpc>
              <a:spcBef>
                <a:spcPts val="0"/>
              </a:spcBef>
              <a:spcAft>
                <a:spcPts val="0"/>
              </a:spcAft>
              <a:buNone/>
              <a:defRPr sz="1400">
                <a:solidFill>
                  <a:schemeClr val="accent1"/>
                </a:solidFill>
              </a:defRPr>
            </a:lvl5pPr>
            <a:lvl6pPr lvl="5" rtl="0">
              <a:lnSpc>
                <a:spcPct val="100000"/>
              </a:lnSpc>
              <a:spcBef>
                <a:spcPts val="0"/>
              </a:spcBef>
              <a:spcAft>
                <a:spcPts val="0"/>
              </a:spcAft>
              <a:buNone/>
              <a:defRPr sz="1400">
                <a:solidFill>
                  <a:schemeClr val="accent1"/>
                </a:solidFill>
              </a:defRPr>
            </a:lvl6pPr>
            <a:lvl7pPr lvl="6" rtl="0">
              <a:lnSpc>
                <a:spcPct val="100000"/>
              </a:lnSpc>
              <a:spcBef>
                <a:spcPts val="0"/>
              </a:spcBef>
              <a:spcAft>
                <a:spcPts val="0"/>
              </a:spcAft>
              <a:buNone/>
              <a:defRPr sz="1400">
                <a:solidFill>
                  <a:schemeClr val="accent1"/>
                </a:solidFill>
              </a:defRPr>
            </a:lvl7pPr>
            <a:lvl8pPr lvl="7" rtl="0">
              <a:lnSpc>
                <a:spcPct val="100000"/>
              </a:lnSpc>
              <a:spcBef>
                <a:spcPts val="0"/>
              </a:spcBef>
              <a:spcAft>
                <a:spcPts val="0"/>
              </a:spcAft>
              <a:buNone/>
              <a:defRPr sz="1400">
                <a:solidFill>
                  <a:schemeClr val="accent1"/>
                </a:solidFill>
              </a:defRPr>
            </a:lvl8pPr>
            <a:lvl9pPr lvl="8" rtl="0">
              <a:lnSpc>
                <a:spcPct val="100000"/>
              </a:lnSpc>
              <a:spcBef>
                <a:spcPts val="0"/>
              </a:spcBef>
              <a:spcAft>
                <a:spcPts val="0"/>
              </a:spcAft>
              <a:buNone/>
              <a:defRPr sz="1400">
                <a:solidFill>
                  <a:schemeClr val="accent1"/>
                </a:solidFill>
              </a:defRPr>
            </a:lvl9pPr>
          </a:lstStyle>
          <a:p/>
        </p:txBody>
      </p:sp>
      <p:sp>
        <p:nvSpPr>
          <p:cNvPr id="245" name="Google Shape;245;p43"/>
          <p:cNvSpPr txBox="1"/>
          <p:nvPr>
            <p:ph hasCustomPrompt="1" idx="5" type="title"/>
          </p:nvPr>
        </p:nvSpPr>
        <p:spPr>
          <a:xfrm>
            <a:off x="633984" y="1252728"/>
            <a:ext cx="704100" cy="704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1"/>
              </a:buClr>
              <a:buSzPts val="2400"/>
              <a:buNone/>
              <a:defRPr sz="2400">
                <a:solidFill>
                  <a:schemeClr val="accent1"/>
                </a:solidFill>
              </a:defRPr>
            </a:lvl1pPr>
            <a:lvl2pPr lvl="1"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246" name="Google Shape;246;p43"/>
          <p:cNvSpPr txBox="1"/>
          <p:nvPr>
            <p:ph hasCustomPrompt="1" idx="6" type="title"/>
          </p:nvPr>
        </p:nvSpPr>
        <p:spPr>
          <a:xfrm>
            <a:off x="633984" y="2179320"/>
            <a:ext cx="704100" cy="704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1"/>
              </a:buClr>
              <a:buSzPts val="2400"/>
              <a:buNone/>
              <a:defRPr sz="2400">
                <a:solidFill>
                  <a:schemeClr val="accent1"/>
                </a:solidFill>
              </a:defRPr>
            </a:lvl1pPr>
            <a:lvl2pPr lvl="1"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247" name="Google Shape;247;p43"/>
          <p:cNvSpPr txBox="1"/>
          <p:nvPr>
            <p:ph hasCustomPrompt="1" idx="7" type="title"/>
          </p:nvPr>
        </p:nvSpPr>
        <p:spPr>
          <a:xfrm>
            <a:off x="633984" y="3105912"/>
            <a:ext cx="704100" cy="704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1"/>
              </a:buClr>
              <a:buSzPts val="2400"/>
              <a:buNone/>
              <a:defRPr sz="2400">
                <a:solidFill>
                  <a:schemeClr val="accent1"/>
                </a:solidFill>
              </a:defRPr>
            </a:lvl1pPr>
            <a:lvl2pPr lvl="1"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248" name="Google Shape;248;p43"/>
          <p:cNvSpPr txBox="1"/>
          <p:nvPr>
            <p:ph hasCustomPrompt="1" idx="8" type="title"/>
          </p:nvPr>
        </p:nvSpPr>
        <p:spPr>
          <a:xfrm>
            <a:off x="633984" y="4032504"/>
            <a:ext cx="704100" cy="704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1"/>
              </a:buClr>
              <a:buSzPts val="2400"/>
              <a:buNone/>
              <a:defRPr sz="2400">
                <a:solidFill>
                  <a:schemeClr val="accent1"/>
                </a:solidFill>
              </a:defRPr>
            </a:lvl1pPr>
            <a:lvl2pPr lvl="1"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1"/>
              </a:buClr>
              <a:buSzPts val="9600"/>
              <a:buFont typeface="Fira Sans Extra Condensed Medium"/>
              <a:buNone/>
              <a:defRPr sz="96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_1_2">
    <p:bg>
      <p:bgPr>
        <a:solidFill>
          <a:schemeClr val="lt1"/>
        </a:solidFill>
      </p:bgPr>
    </p:bg>
    <p:spTree>
      <p:nvGrpSpPr>
        <p:cNvPr id="249" name="Shape 249"/>
        <p:cNvGrpSpPr/>
        <p:nvPr/>
      </p:nvGrpSpPr>
      <p:grpSpPr>
        <a:xfrm>
          <a:off x="0" y="0"/>
          <a:ext cx="0" cy="0"/>
          <a:chOff x="0" y="0"/>
          <a:chExt cx="0" cy="0"/>
        </a:xfrm>
      </p:grpSpPr>
      <p:sp>
        <p:nvSpPr>
          <p:cNvPr id="250" name="Google Shape;250;p44"/>
          <p:cNvSpPr/>
          <p:nvPr/>
        </p:nvSpPr>
        <p:spPr>
          <a:xfrm>
            <a:off x="-11875" y="0"/>
            <a:ext cx="9156000" cy="2790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44"/>
          <p:cNvSpPr txBox="1"/>
          <p:nvPr>
            <p:ph idx="1" type="subTitle"/>
          </p:nvPr>
        </p:nvSpPr>
        <p:spPr>
          <a:xfrm>
            <a:off x="539496" y="1600200"/>
            <a:ext cx="2514600" cy="10515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lt1"/>
                </a:solidFill>
              </a:defRPr>
            </a:lvl1pPr>
            <a:lvl2pPr lvl="1" rtl="0" algn="ctr">
              <a:lnSpc>
                <a:spcPct val="100000"/>
              </a:lnSpc>
              <a:spcBef>
                <a:spcPts val="1600"/>
              </a:spcBef>
              <a:spcAft>
                <a:spcPts val="0"/>
              </a:spcAft>
              <a:buNone/>
              <a:defRPr>
                <a:solidFill>
                  <a:schemeClr val="lt1"/>
                </a:solidFill>
              </a:defRPr>
            </a:lvl2pPr>
            <a:lvl3pPr lvl="2" rtl="0" algn="ctr">
              <a:lnSpc>
                <a:spcPct val="100000"/>
              </a:lnSpc>
              <a:spcBef>
                <a:spcPts val="1600"/>
              </a:spcBef>
              <a:spcAft>
                <a:spcPts val="0"/>
              </a:spcAft>
              <a:buNone/>
              <a:defRPr>
                <a:solidFill>
                  <a:schemeClr val="lt1"/>
                </a:solidFill>
              </a:defRPr>
            </a:lvl3pPr>
            <a:lvl4pPr lvl="3" rtl="0" algn="ctr">
              <a:lnSpc>
                <a:spcPct val="100000"/>
              </a:lnSpc>
              <a:spcBef>
                <a:spcPts val="1600"/>
              </a:spcBef>
              <a:spcAft>
                <a:spcPts val="0"/>
              </a:spcAft>
              <a:buNone/>
              <a:defRPr>
                <a:solidFill>
                  <a:schemeClr val="lt1"/>
                </a:solidFill>
              </a:defRPr>
            </a:lvl4pPr>
            <a:lvl5pPr lvl="4" rtl="0" algn="ctr">
              <a:lnSpc>
                <a:spcPct val="100000"/>
              </a:lnSpc>
              <a:spcBef>
                <a:spcPts val="1600"/>
              </a:spcBef>
              <a:spcAft>
                <a:spcPts val="0"/>
              </a:spcAft>
              <a:buNone/>
              <a:defRPr>
                <a:solidFill>
                  <a:schemeClr val="lt1"/>
                </a:solidFill>
              </a:defRPr>
            </a:lvl5pPr>
            <a:lvl6pPr lvl="5" rtl="0" algn="ctr">
              <a:lnSpc>
                <a:spcPct val="100000"/>
              </a:lnSpc>
              <a:spcBef>
                <a:spcPts val="1600"/>
              </a:spcBef>
              <a:spcAft>
                <a:spcPts val="0"/>
              </a:spcAft>
              <a:buNone/>
              <a:defRPr>
                <a:solidFill>
                  <a:schemeClr val="lt1"/>
                </a:solidFill>
              </a:defRPr>
            </a:lvl6pPr>
            <a:lvl7pPr lvl="6" rtl="0" algn="ctr">
              <a:lnSpc>
                <a:spcPct val="100000"/>
              </a:lnSpc>
              <a:spcBef>
                <a:spcPts val="1600"/>
              </a:spcBef>
              <a:spcAft>
                <a:spcPts val="0"/>
              </a:spcAft>
              <a:buNone/>
              <a:defRPr>
                <a:solidFill>
                  <a:schemeClr val="lt1"/>
                </a:solidFill>
              </a:defRPr>
            </a:lvl7pPr>
            <a:lvl8pPr lvl="7" rtl="0" algn="ctr">
              <a:lnSpc>
                <a:spcPct val="100000"/>
              </a:lnSpc>
              <a:spcBef>
                <a:spcPts val="1600"/>
              </a:spcBef>
              <a:spcAft>
                <a:spcPts val="0"/>
              </a:spcAft>
              <a:buNone/>
              <a:defRPr>
                <a:solidFill>
                  <a:schemeClr val="lt1"/>
                </a:solidFill>
              </a:defRPr>
            </a:lvl8pPr>
            <a:lvl9pPr lvl="8" rtl="0" algn="ctr">
              <a:lnSpc>
                <a:spcPct val="100000"/>
              </a:lnSpc>
              <a:spcBef>
                <a:spcPts val="1600"/>
              </a:spcBef>
              <a:spcAft>
                <a:spcPts val="1600"/>
              </a:spcAft>
              <a:buNone/>
              <a:defRPr>
                <a:solidFill>
                  <a:schemeClr val="lt1"/>
                </a:solidFill>
              </a:defRPr>
            </a:lvl9pPr>
          </a:lstStyle>
          <a:p/>
        </p:txBody>
      </p:sp>
      <p:sp>
        <p:nvSpPr>
          <p:cNvPr id="252" name="Google Shape;252;p44"/>
          <p:cNvSpPr txBox="1"/>
          <p:nvPr>
            <p:ph idx="2" type="subTitle"/>
          </p:nvPr>
        </p:nvSpPr>
        <p:spPr>
          <a:xfrm>
            <a:off x="3314700" y="1600200"/>
            <a:ext cx="2514600" cy="10515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lt1"/>
                </a:solidFill>
              </a:defRPr>
            </a:lvl1pPr>
            <a:lvl2pPr lvl="1" rtl="0" algn="ctr">
              <a:lnSpc>
                <a:spcPct val="100000"/>
              </a:lnSpc>
              <a:spcBef>
                <a:spcPts val="1600"/>
              </a:spcBef>
              <a:spcAft>
                <a:spcPts val="0"/>
              </a:spcAft>
              <a:buNone/>
              <a:defRPr>
                <a:solidFill>
                  <a:schemeClr val="lt1"/>
                </a:solidFill>
              </a:defRPr>
            </a:lvl2pPr>
            <a:lvl3pPr lvl="2" rtl="0" algn="ctr">
              <a:lnSpc>
                <a:spcPct val="100000"/>
              </a:lnSpc>
              <a:spcBef>
                <a:spcPts val="1600"/>
              </a:spcBef>
              <a:spcAft>
                <a:spcPts val="0"/>
              </a:spcAft>
              <a:buNone/>
              <a:defRPr>
                <a:solidFill>
                  <a:schemeClr val="lt1"/>
                </a:solidFill>
              </a:defRPr>
            </a:lvl3pPr>
            <a:lvl4pPr lvl="3" rtl="0" algn="ctr">
              <a:lnSpc>
                <a:spcPct val="100000"/>
              </a:lnSpc>
              <a:spcBef>
                <a:spcPts val="1600"/>
              </a:spcBef>
              <a:spcAft>
                <a:spcPts val="0"/>
              </a:spcAft>
              <a:buNone/>
              <a:defRPr>
                <a:solidFill>
                  <a:schemeClr val="lt1"/>
                </a:solidFill>
              </a:defRPr>
            </a:lvl4pPr>
            <a:lvl5pPr lvl="4" rtl="0" algn="ctr">
              <a:lnSpc>
                <a:spcPct val="100000"/>
              </a:lnSpc>
              <a:spcBef>
                <a:spcPts val="1600"/>
              </a:spcBef>
              <a:spcAft>
                <a:spcPts val="0"/>
              </a:spcAft>
              <a:buNone/>
              <a:defRPr>
                <a:solidFill>
                  <a:schemeClr val="lt1"/>
                </a:solidFill>
              </a:defRPr>
            </a:lvl5pPr>
            <a:lvl6pPr lvl="5" rtl="0" algn="ctr">
              <a:lnSpc>
                <a:spcPct val="100000"/>
              </a:lnSpc>
              <a:spcBef>
                <a:spcPts val="1600"/>
              </a:spcBef>
              <a:spcAft>
                <a:spcPts val="0"/>
              </a:spcAft>
              <a:buNone/>
              <a:defRPr>
                <a:solidFill>
                  <a:schemeClr val="lt1"/>
                </a:solidFill>
              </a:defRPr>
            </a:lvl6pPr>
            <a:lvl7pPr lvl="6" rtl="0" algn="ctr">
              <a:lnSpc>
                <a:spcPct val="100000"/>
              </a:lnSpc>
              <a:spcBef>
                <a:spcPts val="1600"/>
              </a:spcBef>
              <a:spcAft>
                <a:spcPts val="0"/>
              </a:spcAft>
              <a:buNone/>
              <a:defRPr>
                <a:solidFill>
                  <a:schemeClr val="lt1"/>
                </a:solidFill>
              </a:defRPr>
            </a:lvl7pPr>
            <a:lvl8pPr lvl="7" rtl="0" algn="ctr">
              <a:lnSpc>
                <a:spcPct val="100000"/>
              </a:lnSpc>
              <a:spcBef>
                <a:spcPts val="1600"/>
              </a:spcBef>
              <a:spcAft>
                <a:spcPts val="0"/>
              </a:spcAft>
              <a:buNone/>
              <a:defRPr>
                <a:solidFill>
                  <a:schemeClr val="lt1"/>
                </a:solidFill>
              </a:defRPr>
            </a:lvl8pPr>
            <a:lvl9pPr lvl="8" rtl="0" algn="ctr">
              <a:lnSpc>
                <a:spcPct val="100000"/>
              </a:lnSpc>
              <a:spcBef>
                <a:spcPts val="1600"/>
              </a:spcBef>
              <a:spcAft>
                <a:spcPts val="1600"/>
              </a:spcAft>
              <a:buNone/>
              <a:defRPr>
                <a:solidFill>
                  <a:schemeClr val="lt1"/>
                </a:solidFill>
              </a:defRPr>
            </a:lvl9pPr>
          </a:lstStyle>
          <a:p/>
        </p:txBody>
      </p:sp>
      <p:sp>
        <p:nvSpPr>
          <p:cNvPr id="253" name="Google Shape;253;p44"/>
          <p:cNvSpPr txBox="1"/>
          <p:nvPr>
            <p:ph idx="3" type="subTitle"/>
          </p:nvPr>
        </p:nvSpPr>
        <p:spPr>
          <a:xfrm>
            <a:off x="6089904" y="1600200"/>
            <a:ext cx="2514600" cy="10515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lt1"/>
                </a:solidFill>
              </a:defRPr>
            </a:lvl1pPr>
            <a:lvl2pPr lvl="1" rtl="0" algn="ctr">
              <a:lnSpc>
                <a:spcPct val="100000"/>
              </a:lnSpc>
              <a:spcBef>
                <a:spcPts val="1600"/>
              </a:spcBef>
              <a:spcAft>
                <a:spcPts val="0"/>
              </a:spcAft>
              <a:buNone/>
              <a:defRPr>
                <a:solidFill>
                  <a:schemeClr val="lt1"/>
                </a:solidFill>
              </a:defRPr>
            </a:lvl2pPr>
            <a:lvl3pPr lvl="2" rtl="0" algn="ctr">
              <a:lnSpc>
                <a:spcPct val="100000"/>
              </a:lnSpc>
              <a:spcBef>
                <a:spcPts val="1600"/>
              </a:spcBef>
              <a:spcAft>
                <a:spcPts val="0"/>
              </a:spcAft>
              <a:buNone/>
              <a:defRPr>
                <a:solidFill>
                  <a:schemeClr val="lt1"/>
                </a:solidFill>
              </a:defRPr>
            </a:lvl3pPr>
            <a:lvl4pPr lvl="3" rtl="0" algn="ctr">
              <a:lnSpc>
                <a:spcPct val="100000"/>
              </a:lnSpc>
              <a:spcBef>
                <a:spcPts val="1600"/>
              </a:spcBef>
              <a:spcAft>
                <a:spcPts val="0"/>
              </a:spcAft>
              <a:buNone/>
              <a:defRPr>
                <a:solidFill>
                  <a:schemeClr val="lt1"/>
                </a:solidFill>
              </a:defRPr>
            </a:lvl4pPr>
            <a:lvl5pPr lvl="4" rtl="0" algn="ctr">
              <a:lnSpc>
                <a:spcPct val="100000"/>
              </a:lnSpc>
              <a:spcBef>
                <a:spcPts val="1600"/>
              </a:spcBef>
              <a:spcAft>
                <a:spcPts val="0"/>
              </a:spcAft>
              <a:buNone/>
              <a:defRPr>
                <a:solidFill>
                  <a:schemeClr val="lt1"/>
                </a:solidFill>
              </a:defRPr>
            </a:lvl5pPr>
            <a:lvl6pPr lvl="5" rtl="0" algn="ctr">
              <a:lnSpc>
                <a:spcPct val="100000"/>
              </a:lnSpc>
              <a:spcBef>
                <a:spcPts val="1600"/>
              </a:spcBef>
              <a:spcAft>
                <a:spcPts val="0"/>
              </a:spcAft>
              <a:buNone/>
              <a:defRPr>
                <a:solidFill>
                  <a:schemeClr val="lt1"/>
                </a:solidFill>
              </a:defRPr>
            </a:lvl6pPr>
            <a:lvl7pPr lvl="6" rtl="0" algn="ctr">
              <a:lnSpc>
                <a:spcPct val="100000"/>
              </a:lnSpc>
              <a:spcBef>
                <a:spcPts val="1600"/>
              </a:spcBef>
              <a:spcAft>
                <a:spcPts val="0"/>
              </a:spcAft>
              <a:buNone/>
              <a:defRPr>
                <a:solidFill>
                  <a:schemeClr val="lt1"/>
                </a:solidFill>
              </a:defRPr>
            </a:lvl7pPr>
            <a:lvl8pPr lvl="7" rtl="0" algn="ctr">
              <a:lnSpc>
                <a:spcPct val="100000"/>
              </a:lnSpc>
              <a:spcBef>
                <a:spcPts val="1600"/>
              </a:spcBef>
              <a:spcAft>
                <a:spcPts val="0"/>
              </a:spcAft>
              <a:buNone/>
              <a:defRPr>
                <a:solidFill>
                  <a:schemeClr val="lt1"/>
                </a:solidFill>
              </a:defRPr>
            </a:lvl8pPr>
            <a:lvl9pPr lvl="8" rtl="0" algn="ctr">
              <a:lnSpc>
                <a:spcPct val="100000"/>
              </a:lnSpc>
              <a:spcBef>
                <a:spcPts val="1600"/>
              </a:spcBef>
              <a:spcAft>
                <a:spcPts val="1600"/>
              </a:spcAft>
              <a:buNone/>
              <a:defRPr>
                <a:solidFill>
                  <a:schemeClr val="lt1"/>
                </a:solidFill>
              </a:defRPr>
            </a:lvl9pPr>
          </a:lstStyle>
          <a:p/>
        </p:txBody>
      </p:sp>
      <p:sp>
        <p:nvSpPr>
          <p:cNvPr id="254" name="Google Shape;254;p44"/>
          <p:cNvSpPr txBox="1"/>
          <p:nvPr>
            <p:ph type="ctrTitle"/>
          </p:nvPr>
        </p:nvSpPr>
        <p:spPr>
          <a:xfrm>
            <a:off x="722376" y="493776"/>
            <a:ext cx="7699200" cy="384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3600"/>
              <a:buNone/>
              <a:defRPr b="0" sz="2400">
                <a:solidFill>
                  <a:schemeClr val="lt1"/>
                </a:solidFill>
              </a:defRPr>
            </a:lvl1pPr>
            <a:lvl2pPr lvl="1" rtl="0" algn="ctr">
              <a:spcBef>
                <a:spcPts val="0"/>
              </a:spcBef>
              <a:spcAft>
                <a:spcPts val="0"/>
              </a:spcAft>
              <a:buClr>
                <a:schemeClr val="accent2"/>
              </a:buClr>
              <a:buSzPts val="3600"/>
              <a:buNone/>
              <a:defRPr sz="3600">
                <a:solidFill>
                  <a:schemeClr val="accent2"/>
                </a:solidFill>
              </a:defRPr>
            </a:lvl2pPr>
            <a:lvl3pPr lvl="2" rtl="0" algn="ctr">
              <a:spcBef>
                <a:spcPts val="0"/>
              </a:spcBef>
              <a:spcAft>
                <a:spcPts val="0"/>
              </a:spcAft>
              <a:buClr>
                <a:schemeClr val="accent2"/>
              </a:buClr>
              <a:buSzPts val="3600"/>
              <a:buNone/>
              <a:defRPr sz="3600">
                <a:solidFill>
                  <a:schemeClr val="accent2"/>
                </a:solidFill>
              </a:defRPr>
            </a:lvl3pPr>
            <a:lvl4pPr lvl="3" rtl="0" algn="ctr">
              <a:spcBef>
                <a:spcPts val="0"/>
              </a:spcBef>
              <a:spcAft>
                <a:spcPts val="0"/>
              </a:spcAft>
              <a:buClr>
                <a:schemeClr val="accent2"/>
              </a:buClr>
              <a:buSzPts val="3600"/>
              <a:buNone/>
              <a:defRPr sz="3600">
                <a:solidFill>
                  <a:schemeClr val="accent2"/>
                </a:solidFill>
              </a:defRPr>
            </a:lvl4pPr>
            <a:lvl5pPr lvl="4" rtl="0" algn="ctr">
              <a:spcBef>
                <a:spcPts val="0"/>
              </a:spcBef>
              <a:spcAft>
                <a:spcPts val="0"/>
              </a:spcAft>
              <a:buClr>
                <a:schemeClr val="accent2"/>
              </a:buClr>
              <a:buSzPts val="3600"/>
              <a:buNone/>
              <a:defRPr sz="3600">
                <a:solidFill>
                  <a:schemeClr val="accent2"/>
                </a:solidFill>
              </a:defRPr>
            </a:lvl5pPr>
            <a:lvl6pPr lvl="5" rtl="0" algn="ctr">
              <a:spcBef>
                <a:spcPts val="0"/>
              </a:spcBef>
              <a:spcAft>
                <a:spcPts val="0"/>
              </a:spcAft>
              <a:buClr>
                <a:schemeClr val="accent2"/>
              </a:buClr>
              <a:buSzPts val="3600"/>
              <a:buNone/>
              <a:defRPr sz="3600">
                <a:solidFill>
                  <a:schemeClr val="accent2"/>
                </a:solidFill>
              </a:defRPr>
            </a:lvl6pPr>
            <a:lvl7pPr lvl="6" rtl="0" algn="ctr">
              <a:spcBef>
                <a:spcPts val="0"/>
              </a:spcBef>
              <a:spcAft>
                <a:spcPts val="0"/>
              </a:spcAft>
              <a:buClr>
                <a:schemeClr val="accent2"/>
              </a:buClr>
              <a:buSzPts val="3600"/>
              <a:buNone/>
              <a:defRPr sz="3600">
                <a:solidFill>
                  <a:schemeClr val="accent2"/>
                </a:solidFill>
              </a:defRPr>
            </a:lvl7pPr>
            <a:lvl8pPr lvl="7" rtl="0" algn="ctr">
              <a:spcBef>
                <a:spcPts val="0"/>
              </a:spcBef>
              <a:spcAft>
                <a:spcPts val="0"/>
              </a:spcAft>
              <a:buClr>
                <a:schemeClr val="accent2"/>
              </a:buClr>
              <a:buSzPts val="3600"/>
              <a:buNone/>
              <a:defRPr sz="3600">
                <a:solidFill>
                  <a:schemeClr val="accent2"/>
                </a:solidFill>
              </a:defRPr>
            </a:lvl8pPr>
            <a:lvl9pPr lvl="8" rtl="0" algn="ctr">
              <a:spcBef>
                <a:spcPts val="0"/>
              </a:spcBef>
              <a:spcAft>
                <a:spcPts val="0"/>
              </a:spcAft>
              <a:buClr>
                <a:schemeClr val="accent2"/>
              </a:buClr>
              <a:buSzPts val="3600"/>
              <a:buNone/>
              <a:defRPr sz="3600">
                <a:solidFill>
                  <a:schemeClr val="accent2"/>
                </a:solidFill>
              </a:defRPr>
            </a:lvl9pPr>
          </a:lstStyle>
          <a:p/>
        </p:txBody>
      </p:sp>
      <p:sp>
        <p:nvSpPr>
          <p:cNvPr id="255" name="Google Shape;255;p44"/>
          <p:cNvSpPr txBox="1"/>
          <p:nvPr>
            <p:ph hasCustomPrompt="1" idx="4" type="title"/>
          </p:nvPr>
        </p:nvSpPr>
        <p:spPr>
          <a:xfrm>
            <a:off x="1549896" y="1179576"/>
            <a:ext cx="493800" cy="5853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2400"/>
              <a:buNone/>
              <a:defRPr b="0" sz="2400">
                <a:solidFill>
                  <a:schemeClr val="lt1"/>
                </a:solidFill>
              </a:defRPr>
            </a:lvl1pPr>
            <a:lvl2pPr lvl="1"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256" name="Google Shape;256;p44"/>
          <p:cNvSpPr txBox="1"/>
          <p:nvPr>
            <p:ph hasCustomPrompt="1" idx="5" type="title"/>
          </p:nvPr>
        </p:nvSpPr>
        <p:spPr>
          <a:xfrm>
            <a:off x="4325100" y="1179576"/>
            <a:ext cx="493800" cy="5853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2400"/>
              <a:buNone/>
              <a:defRPr b="0" sz="2400">
                <a:solidFill>
                  <a:schemeClr val="lt1"/>
                </a:solidFill>
              </a:defRPr>
            </a:lvl1pPr>
            <a:lvl2pPr lvl="1"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257" name="Google Shape;257;p44"/>
          <p:cNvSpPr txBox="1"/>
          <p:nvPr>
            <p:ph hasCustomPrompt="1" idx="6" type="title"/>
          </p:nvPr>
        </p:nvSpPr>
        <p:spPr>
          <a:xfrm>
            <a:off x="7100304" y="1179576"/>
            <a:ext cx="493800" cy="5853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2400"/>
              <a:buNone/>
              <a:defRPr b="0" sz="2400">
                <a:solidFill>
                  <a:schemeClr val="lt1"/>
                </a:solidFill>
              </a:defRPr>
            </a:lvl1pPr>
            <a:lvl2pPr lvl="1"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FFFFFF"/>
              </a:buClr>
              <a:buSzPts val="9600"/>
              <a:buFont typeface="Fira Sans Extra Condensed Medium"/>
              <a:buNone/>
              <a:defRPr sz="96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extLst>
    <p:ext uri="{DCECCB84-F9BA-43D5-87BE-67443E8EF086}">
      <p15:sldGuideLst>
        <p15:guide id="1" orient="horz" pos="864">
          <p15:clr>
            <a:srgbClr val="FA7B17"/>
          </p15:clr>
        </p15:guide>
      </p15:sldGuideLst>
    </p:ext>
  </p:extLst>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Big Numbers">
  <p:cSld name="CUSTOM_8_1_1">
    <p:bg>
      <p:bgPr>
        <a:solidFill>
          <a:schemeClr val="lt1"/>
        </a:solidFill>
      </p:bgPr>
    </p:bg>
    <p:spTree>
      <p:nvGrpSpPr>
        <p:cNvPr id="258" name="Shape 258"/>
        <p:cNvGrpSpPr/>
        <p:nvPr/>
      </p:nvGrpSpPr>
      <p:grpSpPr>
        <a:xfrm>
          <a:off x="0" y="0"/>
          <a:ext cx="0" cy="0"/>
          <a:chOff x="0" y="0"/>
          <a:chExt cx="0" cy="0"/>
        </a:xfrm>
      </p:grpSpPr>
      <p:sp>
        <p:nvSpPr>
          <p:cNvPr id="259" name="Google Shape;259;p45"/>
          <p:cNvSpPr/>
          <p:nvPr/>
        </p:nvSpPr>
        <p:spPr>
          <a:xfrm>
            <a:off x="4568989" y="-10650"/>
            <a:ext cx="4575000" cy="5154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45"/>
          <p:cNvSpPr txBox="1"/>
          <p:nvPr>
            <p:ph idx="1" type="subTitle"/>
          </p:nvPr>
        </p:nvSpPr>
        <p:spPr>
          <a:xfrm>
            <a:off x="5239512" y="3670170"/>
            <a:ext cx="3310200" cy="7224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1600"/>
              </a:spcBef>
              <a:spcAft>
                <a:spcPts val="0"/>
              </a:spcAft>
              <a:buNone/>
              <a:defRPr sz="1400">
                <a:solidFill>
                  <a:schemeClr val="lt1"/>
                </a:solidFill>
              </a:defRPr>
            </a:lvl2pPr>
            <a:lvl3pPr lvl="2" rtl="0" algn="r">
              <a:lnSpc>
                <a:spcPct val="100000"/>
              </a:lnSpc>
              <a:spcBef>
                <a:spcPts val="1600"/>
              </a:spcBef>
              <a:spcAft>
                <a:spcPts val="0"/>
              </a:spcAft>
              <a:buNone/>
              <a:defRPr sz="1400">
                <a:solidFill>
                  <a:schemeClr val="lt1"/>
                </a:solidFill>
              </a:defRPr>
            </a:lvl3pPr>
            <a:lvl4pPr lvl="3" rtl="0" algn="r">
              <a:lnSpc>
                <a:spcPct val="100000"/>
              </a:lnSpc>
              <a:spcBef>
                <a:spcPts val="1600"/>
              </a:spcBef>
              <a:spcAft>
                <a:spcPts val="0"/>
              </a:spcAft>
              <a:buNone/>
              <a:defRPr sz="1400">
                <a:solidFill>
                  <a:schemeClr val="lt1"/>
                </a:solidFill>
              </a:defRPr>
            </a:lvl4pPr>
            <a:lvl5pPr lvl="4" rtl="0" algn="r">
              <a:lnSpc>
                <a:spcPct val="100000"/>
              </a:lnSpc>
              <a:spcBef>
                <a:spcPts val="1600"/>
              </a:spcBef>
              <a:spcAft>
                <a:spcPts val="0"/>
              </a:spcAft>
              <a:buNone/>
              <a:defRPr sz="1400">
                <a:solidFill>
                  <a:schemeClr val="lt1"/>
                </a:solidFill>
              </a:defRPr>
            </a:lvl5pPr>
            <a:lvl6pPr lvl="5" rtl="0" algn="r">
              <a:lnSpc>
                <a:spcPct val="100000"/>
              </a:lnSpc>
              <a:spcBef>
                <a:spcPts val="1600"/>
              </a:spcBef>
              <a:spcAft>
                <a:spcPts val="0"/>
              </a:spcAft>
              <a:buNone/>
              <a:defRPr sz="1400">
                <a:solidFill>
                  <a:schemeClr val="lt1"/>
                </a:solidFill>
              </a:defRPr>
            </a:lvl6pPr>
            <a:lvl7pPr lvl="6" rtl="0" algn="r">
              <a:lnSpc>
                <a:spcPct val="100000"/>
              </a:lnSpc>
              <a:spcBef>
                <a:spcPts val="1600"/>
              </a:spcBef>
              <a:spcAft>
                <a:spcPts val="0"/>
              </a:spcAft>
              <a:buNone/>
              <a:defRPr sz="1400">
                <a:solidFill>
                  <a:schemeClr val="lt1"/>
                </a:solidFill>
              </a:defRPr>
            </a:lvl7pPr>
            <a:lvl8pPr lvl="7" rtl="0" algn="r">
              <a:lnSpc>
                <a:spcPct val="100000"/>
              </a:lnSpc>
              <a:spcBef>
                <a:spcPts val="1600"/>
              </a:spcBef>
              <a:spcAft>
                <a:spcPts val="0"/>
              </a:spcAft>
              <a:buNone/>
              <a:defRPr sz="1400">
                <a:solidFill>
                  <a:schemeClr val="lt1"/>
                </a:solidFill>
              </a:defRPr>
            </a:lvl8pPr>
            <a:lvl9pPr lvl="8" rtl="0" algn="r">
              <a:lnSpc>
                <a:spcPct val="100000"/>
              </a:lnSpc>
              <a:spcBef>
                <a:spcPts val="1600"/>
              </a:spcBef>
              <a:spcAft>
                <a:spcPts val="1600"/>
              </a:spcAft>
              <a:buNone/>
              <a:defRPr sz="1400">
                <a:solidFill>
                  <a:schemeClr val="lt1"/>
                </a:solidFill>
              </a:defRPr>
            </a:lvl9pPr>
          </a:lstStyle>
          <a:p/>
        </p:txBody>
      </p:sp>
      <p:sp>
        <p:nvSpPr>
          <p:cNvPr id="261" name="Google Shape;261;p45"/>
          <p:cNvSpPr txBox="1"/>
          <p:nvPr>
            <p:ph hasCustomPrompt="1" type="title"/>
          </p:nvPr>
        </p:nvSpPr>
        <p:spPr>
          <a:xfrm>
            <a:off x="5952744" y="2918068"/>
            <a:ext cx="2587800" cy="10059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chemeClr val="accent1"/>
              </a:buClr>
              <a:buSzPts val="6000"/>
              <a:buNone/>
              <a:defRPr b="0" sz="6000">
                <a:solidFill>
                  <a:schemeClr val="lt1"/>
                </a:solidFill>
              </a:defRPr>
            </a:lvl1pPr>
            <a:lvl2pPr lvl="1" rtl="0" algn="ctr">
              <a:spcBef>
                <a:spcPts val="0"/>
              </a:spcBef>
              <a:spcAft>
                <a:spcPts val="0"/>
              </a:spcAft>
              <a:buClr>
                <a:schemeClr val="accent1"/>
              </a:buClr>
              <a:buSzPts val="6000"/>
              <a:buNone/>
              <a:defRPr sz="6000">
                <a:solidFill>
                  <a:schemeClr val="accent1"/>
                </a:solidFill>
              </a:defRPr>
            </a:lvl2pPr>
            <a:lvl3pPr lvl="2" rtl="0" algn="ctr">
              <a:spcBef>
                <a:spcPts val="0"/>
              </a:spcBef>
              <a:spcAft>
                <a:spcPts val="0"/>
              </a:spcAft>
              <a:buClr>
                <a:schemeClr val="accent1"/>
              </a:buClr>
              <a:buSzPts val="6000"/>
              <a:buNone/>
              <a:defRPr sz="6000">
                <a:solidFill>
                  <a:schemeClr val="accent1"/>
                </a:solidFill>
              </a:defRPr>
            </a:lvl3pPr>
            <a:lvl4pPr lvl="3" rtl="0" algn="ctr">
              <a:spcBef>
                <a:spcPts val="0"/>
              </a:spcBef>
              <a:spcAft>
                <a:spcPts val="0"/>
              </a:spcAft>
              <a:buClr>
                <a:schemeClr val="accent1"/>
              </a:buClr>
              <a:buSzPts val="6000"/>
              <a:buNone/>
              <a:defRPr sz="6000">
                <a:solidFill>
                  <a:schemeClr val="accent1"/>
                </a:solidFill>
              </a:defRPr>
            </a:lvl4pPr>
            <a:lvl5pPr lvl="4" rtl="0" algn="ctr">
              <a:spcBef>
                <a:spcPts val="0"/>
              </a:spcBef>
              <a:spcAft>
                <a:spcPts val="0"/>
              </a:spcAft>
              <a:buClr>
                <a:schemeClr val="accent1"/>
              </a:buClr>
              <a:buSzPts val="6000"/>
              <a:buNone/>
              <a:defRPr sz="6000">
                <a:solidFill>
                  <a:schemeClr val="accent1"/>
                </a:solidFill>
              </a:defRPr>
            </a:lvl5pPr>
            <a:lvl6pPr lvl="5" rtl="0" algn="ctr">
              <a:spcBef>
                <a:spcPts val="0"/>
              </a:spcBef>
              <a:spcAft>
                <a:spcPts val="0"/>
              </a:spcAft>
              <a:buClr>
                <a:schemeClr val="accent1"/>
              </a:buClr>
              <a:buSzPts val="6000"/>
              <a:buNone/>
              <a:defRPr sz="6000">
                <a:solidFill>
                  <a:schemeClr val="accent1"/>
                </a:solidFill>
              </a:defRPr>
            </a:lvl6pPr>
            <a:lvl7pPr lvl="6" rtl="0" algn="ctr">
              <a:spcBef>
                <a:spcPts val="0"/>
              </a:spcBef>
              <a:spcAft>
                <a:spcPts val="0"/>
              </a:spcAft>
              <a:buClr>
                <a:schemeClr val="accent1"/>
              </a:buClr>
              <a:buSzPts val="6000"/>
              <a:buNone/>
              <a:defRPr sz="6000">
                <a:solidFill>
                  <a:schemeClr val="accent1"/>
                </a:solidFill>
              </a:defRPr>
            </a:lvl7pPr>
            <a:lvl8pPr lvl="7" rtl="0" algn="ctr">
              <a:spcBef>
                <a:spcPts val="0"/>
              </a:spcBef>
              <a:spcAft>
                <a:spcPts val="0"/>
              </a:spcAft>
              <a:buClr>
                <a:schemeClr val="accent1"/>
              </a:buClr>
              <a:buSzPts val="6000"/>
              <a:buNone/>
              <a:defRPr sz="6000">
                <a:solidFill>
                  <a:schemeClr val="accent1"/>
                </a:solidFill>
              </a:defRPr>
            </a:lvl8pPr>
            <a:lvl9pPr lvl="8" rtl="0" algn="ctr">
              <a:spcBef>
                <a:spcPts val="0"/>
              </a:spcBef>
              <a:spcAft>
                <a:spcPts val="0"/>
              </a:spcAft>
              <a:buClr>
                <a:schemeClr val="accent1"/>
              </a:buClr>
              <a:buSzPts val="6000"/>
              <a:buNone/>
              <a:defRPr sz="6000">
                <a:solidFill>
                  <a:schemeClr val="accent1"/>
                </a:solidFill>
              </a:defRPr>
            </a:lvl9pPr>
          </a:lstStyle>
          <a:p>
            <a:r>
              <a:t>xx%</a:t>
            </a:r>
          </a:p>
        </p:txBody>
      </p:sp>
      <p:sp>
        <p:nvSpPr>
          <p:cNvPr id="262" name="Google Shape;262;p45"/>
          <p:cNvSpPr txBox="1"/>
          <p:nvPr>
            <p:ph idx="2" type="subTitle"/>
          </p:nvPr>
        </p:nvSpPr>
        <p:spPr>
          <a:xfrm>
            <a:off x="5239500" y="1503042"/>
            <a:ext cx="3310200" cy="7224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1600"/>
              </a:spcBef>
              <a:spcAft>
                <a:spcPts val="0"/>
              </a:spcAft>
              <a:buNone/>
              <a:defRPr sz="1400">
                <a:solidFill>
                  <a:schemeClr val="lt1"/>
                </a:solidFill>
              </a:defRPr>
            </a:lvl2pPr>
            <a:lvl3pPr lvl="2" rtl="0" algn="r">
              <a:lnSpc>
                <a:spcPct val="100000"/>
              </a:lnSpc>
              <a:spcBef>
                <a:spcPts val="1600"/>
              </a:spcBef>
              <a:spcAft>
                <a:spcPts val="0"/>
              </a:spcAft>
              <a:buNone/>
              <a:defRPr sz="1400">
                <a:solidFill>
                  <a:schemeClr val="lt1"/>
                </a:solidFill>
              </a:defRPr>
            </a:lvl3pPr>
            <a:lvl4pPr lvl="3" rtl="0" algn="r">
              <a:lnSpc>
                <a:spcPct val="100000"/>
              </a:lnSpc>
              <a:spcBef>
                <a:spcPts val="1600"/>
              </a:spcBef>
              <a:spcAft>
                <a:spcPts val="0"/>
              </a:spcAft>
              <a:buNone/>
              <a:defRPr sz="1400">
                <a:solidFill>
                  <a:schemeClr val="lt1"/>
                </a:solidFill>
              </a:defRPr>
            </a:lvl4pPr>
            <a:lvl5pPr lvl="4" rtl="0" algn="r">
              <a:lnSpc>
                <a:spcPct val="100000"/>
              </a:lnSpc>
              <a:spcBef>
                <a:spcPts val="1600"/>
              </a:spcBef>
              <a:spcAft>
                <a:spcPts val="0"/>
              </a:spcAft>
              <a:buNone/>
              <a:defRPr sz="1400">
                <a:solidFill>
                  <a:schemeClr val="lt1"/>
                </a:solidFill>
              </a:defRPr>
            </a:lvl5pPr>
            <a:lvl6pPr lvl="5" rtl="0" algn="r">
              <a:lnSpc>
                <a:spcPct val="100000"/>
              </a:lnSpc>
              <a:spcBef>
                <a:spcPts val="1600"/>
              </a:spcBef>
              <a:spcAft>
                <a:spcPts val="0"/>
              </a:spcAft>
              <a:buNone/>
              <a:defRPr sz="1400">
                <a:solidFill>
                  <a:schemeClr val="lt1"/>
                </a:solidFill>
              </a:defRPr>
            </a:lvl6pPr>
            <a:lvl7pPr lvl="6" rtl="0" algn="r">
              <a:lnSpc>
                <a:spcPct val="100000"/>
              </a:lnSpc>
              <a:spcBef>
                <a:spcPts val="1600"/>
              </a:spcBef>
              <a:spcAft>
                <a:spcPts val="0"/>
              </a:spcAft>
              <a:buNone/>
              <a:defRPr sz="1400">
                <a:solidFill>
                  <a:schemeClr val="lt1"/>
                </a:solidFill>
              </a:defRPr>
            </a:lvl7pPr>
            <a:lvl8pPr lvl="7" rtl="0" algn="r">
              <a:lnSpc>
                <a:spcPct val="100000"/>
              </a:lnSpc>
              <a:spcBef>
                <a:spcPts val="1600"/>
              </a:spcBef>
              <a:spcAft>
                <a:spcPts val="0"/>
              </a:spcAft>
              <a:buNone/>
              <a:defRPr sz="1400">
                <a:solidFill>
                  <a:schemeClr val="lt1"/>
                </a:solidFill>
              </a:defRPr>
            </a:lvl8pPr>
            <a:lvl9pPr lvl="8" rtl="0" algn="r">
              <a:lnSpc>
                <a:spcPct val="100000"/>
              </a:lnSpc>
              <a:spcBef>
                <a:spcPts val="1600"/>
              </a:spcBef>
              <a:spcAft>
                <a:spcPts val="1600"/>
              </a:spcAft>
              <a:buNone/>
              <a:defRPr sz="1400">
                <a:solidFill>
                  <a:schemeClr val="lt1"/>
                </a:solidFill>
              </a:defRPr>
            </a:lvl9pPr>
          </a:lstStyle>
          <a:p/>
        </p:txBody>
      </p:sp>
      <p:sp>
        <p:nvSpPr>
          <p:cNvPr id="263" name="Google Shape;263;p45"/>
          <p:cNvSpPr txBox="1"/>
          <p:nvPr>
            <p:ph hasCustomPrompt="1" idx="3" type="title"/>
          </p:nvPr>
        </p:nvSpPr>
        <p:spPr>
          <a:xfrm>
            <a:off x="5952750" y="750931"/>
            <a:ext cx="2587800" cy="10059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chemeClr val="accent1"/>
              </a:buClr>
              <a:buSzPts val="6000"/>
              <a:buNone/>
              <a:defRPr b="0" sz="6000">
                <a:solidFill>
                  <a:schemeClr val="lt1"/>
                </a:solidFill>
              </a:defRPr>
            </a:lvl1pPr>
            <a:lvl2pPr lvl="1" rtl="0" algn="ctr">
              <a:spcBef>
                <a:spcPts val="0"/>
              </a:spcBef>
              <a:spcAft>
                <a:spcPts val="0"/>
              </a:spcAft>
              <a:buClr>
                <a:schemeClr val="accent1"/>
              </a:buClr>
              <a:buSzPts val="6000"/>
              <a:buNone/>
              <a:defRPr sz="6000">
                <a:solidFill>
                  <a:schemeClr val="accent1"/>
                </a:solidFill>
              </a:defRPr>
            </a:lvl2pPr>
            <a:lvl3pPr lvl="2" rtl="0" algn="ctr">
              <a:spcBef>
                <a:spcPts val="0"/>
              </a:spcBef>
              <a:spcAft>
                <a:spcPts val="0"/>
              </a:spcAft>
              <a:buClr>
                <a:schemeClr val="accent1"/>
              </a:buClr>
              <a:buSzPts val="6000"/>
              <a:buNone/>
              <a:defRPr sz="6000">
                <a:solidFill>
                  <a:schemeClr val="accent1"/>
                </a:solidFill>
              </a:defRPr>
            </a:lvl3pPr>
            <a:lvl4pPr lvl="3" rtl="0" algn="ctr">
              <a:spcBef>
                <a:spcPts val="0"/>
              </a:spcBef>
              <a:spcAft>
                <a:spcPts val="0"/>
              </a:spcAft>
              <a:buClr>
                <a:schemeClr val="accent1"/>
              </a:buClr>
              <a:buSzPts val="6000"/>
              <a:buNone/>
              <a:defRPr sz="6000">
                <a:solidFill>
                  <a:schemeClr val="accent1"/>
                </a:solidFill>
              </a:defRPr>
            </a:lvl4pPr>
            <a:lvl5pPr lvl="4" rtl="0" algn="ctr">
              <a:spcBef>
                <a:spcPts val="0"/>
              </a:spcBef>
              <a:spcAft>
                <a:spcPts val="0"/>
              </a:spcAft>
              <a:buClr>
                <a:schemeClr val="accent1"/>
              </a:buClr>
              <a:buSzPts val="6000"/>
              <a:buNone/>
              <a:defRPr sz="6000">
                <a:solidFill>
                  <a:schemeClr val="accent1"/>
                </a:solidFill>
              </a:defRPr>
            </a:lvl5pPr>
            <a:lvl6pPr lvl="5" rtl="0" algn="ctr">
              <a:spcBef>
                <a:spcPts val="0"/>
              </a:spcBef>
              <a:spcAft>
                <a:spcPts val="0"/>
              </a:spcAft>
              <a:buClr>
                <a:schemeClr val="accent1"/>
              </a:buClr>
              <a:buSzPts val="6000"/>
              <a:buNone/>
              <a:defRPr sz="6000">
                <a:solidFill>
                  <a:schemeClr val="accent1"/>
                </a:solidFill>
              </a:defRPr>
            </a:lvl6pPr>
            <a:lvl7pPr lvl="6" rtl="0" algn="ctr">
              <a:spcBef>
                <a:spcPts val="0"/>
              </a:spcBef>
              <a:spcAft>
                <a:spcPts val="0"/>
              </a:spcAft>
              <a:buClr>
                <a:schemeClr val="accent1"/>
              </a:buClr>
              <a:buSzPts val="6000"/>
              <a:buNone/>
              <a:defRPr sz="6000">
                <a:solidFill>
                  <a:schemeClr val="accent1"/>
                </a:solidFill>
              </a:defRPr>
            </a:lvl7pPr>
            <a:lvl8pPr lvl="7" rtl="0" algn="ctr">
              <a:spcBef>
                <a:spcPts val="0"/>
              </a:spcBef>
              <a:spcAft>
                <a:spcPts val="0"/>
              </a:spcAft>
              <a:buClr>
                <a:schemeClr val="accent1"/>
              </a:buClr>
              <a:buSzPts val="6000"/>
              <a:buNone/>
              <a:defRPr sz="6000">
                <a:solidFill>
                  <a:schemeClr val="accent1"/>
                </a:solidFill>
              </a:defRPr>
            </a:lvl8pPr>
            <a:lvl9pPr lvl="8" rtl="0" algn="ctr">
              <a:spcBef>
                <a:spcPts val="0"/>
              </a:spcBef>
              <a:spcAft>
                <a:spcPts val="0"/>
              </a:spcAft>
              <a:buClr>
                <a:schemeClr val="accent1"/>
              </a:buClr>
              <a:buSzPts val="6000"/>
              <a:buNone/>
              <a:defRPr sz="6000">
                <a:solidFill>
                  <a:schemeClr val="accent1"/>
                </a:solidFill>
              </a:defRPr>
            </a:lvl9pPr>
          </a:lstStyle>
          <a:p>
            <a:r>
              <a:t>xx%</a:t>
            </a: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2_1">
    <p:bg>
      <p:bgPr>
        <a:blipFill>
          <a:blip r:embed="rId2">
            <a:alphaModFix/>
          </a:blip>
          <a:stretch>
            <a:fillRect/>
          </a:stretch>
        </a:blipFill>
      </p:bgPr>
    </p:bg>
    <p:spTree>
      <p:nvGrpSpPr>
        <p:cNvPr id="264" name="Shape 264"/>
        <p:cNvGrpSpPr/>
        <p:nvPr/>
      </p:nvGrpSpPr>
      <p:grpSpPr>
        <a:xfrm>
          <a:off x="0" y="0"/>
          <a:ext cx="0" cy="0"/>
          <a:chOff x="0" y="0"/>
          <a:chExt cx="0" cy="0"/>
        </a:xfrm>
      </p:grpSpPr>
      <p:sp>
        <p:nvSpPr>
          <p:cNvPr id="265" name="Google Shape;265;p46"/>
          <p:cNvSpPr txBox="1"/>
          <p:nvPr>
            <p:ph type="ctrTitle"/>
          </p:nvPr>
        </p:nvSpPr>
        <p:spPr>
          <a:xfrm>
            <a:off x="722375" y="493776"/>
            <a:ext cx="7699200" cy="384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b="0" sz="2400">
                <a:solidFill>
                  <a:schemeClr val="accent1"/>
                </a:solidFill>
              </a:defRPr>
            </a:lvl1pPr>
            <a:lvl2pPr lvl="1" rtl="0" algn="ctr">
              <a:spcBef>
                <a:spcPts val="0"/>
              </a:spcBef>
              <a:spcAft>
                <a:spcPts val="0"/>
              </a:spcAft>
              <a:buClr>
                <a:schemeClr val="accent2"/>
              </a:buClr>
              <a:buSzPts val="3600"/>
              <a:buNone/>
              <a:defRPr sz="3600">
                <a:solidFill>
                  <a:schemeClr val="accent2"/>
                </a:solidFill>
              </a:defRPr>
            </a:lvl2pPr>
            <a:lvl3pPr lvl="2" rtl="0" algn="ctr">
              <a:spcBef>
                <a:spcPts val="0"/>
              </a:spcBef>
              <a:spcAft>
                <a:spcPts val="0"/>
              </a:spcAft>
              <a:buClr>
                <a:schemeClr val="accent2"/>
              </a:buClr>
              <a:buSzPts val="3600"/>
              <a:buNone/>
              <a:defRPr sz="3600">
                <a:solidFill>
                  <a:schemeClr val="accent2"/>
                </a:solidFill>
              </a:defRPr>
            </a:lvl3pPr>
            <a:lvl4pPr lvl="3" rtl="0" algn="ctr">
              <a:spcBef>
                <a:spcPts val="0"/>
              </a:spcBef>
              <a:spcAft>
                <a:spcPts val="0"/>
              </a:spcAft>
              <a:buClr>
                <a:schemeClr val="accent2"/>
              </a:buClr>
              <a:buSzPts val="3600"/>
              <a:buNone/>
              <a:defRPr sz="3600">
                <a:solidFill>
                  <a:schemeClr val="accent2"/>
                </a:solidFill>
              </a:defRPr>
            </a:lvl4pPr>
            <a:lvl5pPr lvl="4" rtl="0" algn="ctr">
              <a:spcBef>
                <a:spcPts val="0"/>
              </a:spcBef>
              <a:spcAft>
                <a:spcPts val="0"/>
              </a:spcAft>
              <a:buClr>
                <a:schemeClr val="accent2"/>
              </a:buClr>
              <a:buSzPts val="3600"/>
              <a:buNone/>
              <a:defRPr sz="3600">
                <a:solidFill>
                  <a:schemeClr val="accent2"/>
                </a:solidFill>
              </a:defRPr>
            </a:lvl5pPr>
            <a:lvl6pPr lvl="5" rtl="0" algn="ctr">
              <a:spcBef>
                <a:spcPts val="0"/>
              </a:spcBef>
              <a:spcAft>
                <a:spcPts val="0"/>
              </a:spcAft>
              <a:buClr>
                <a:schemeClr val="accent2"/>
              </a:buClr>
              <a:buSzPts val="3600"/>
              <a:buNone/>
              <a:defRPr sz="3600">
                <a:solidFill>
                  <a:schemeClr val="accent2"/>
                </a:solidFill>
              </a:defRPr>
            </a:lvl6pPr>
            <a:lvl7pPr lvl="6" rtl="0" algn="ctr">
              <a:spcBef>
                <a:spcPts val="0"/>
              </a:spcBef>
              <a:spcAft>
                <a:spcPts val="0"/>
              </a:spcAft>
              <a:buClr>
                <a:schemeClr val="accent2"/>
              </a:buClr>
              <a:buSzPts val="3600"/>
              <a:buNone/>
              <a:defRPr sz="3600">
                <a:solidFill>
                  <a:schemeClr val="accent2"/>
                </a:solidFill>
              </a:defRPr>
            </a:lvl7pPr>
            <a:lvl8pPr lvl="7" rtl="0" algn="ctr">
              <a:spcBef>
                <a:spcPts val="0"/>
              </a:spcBef>
              <a:spcAft>
                <a:spcPts val="0"/>
              </a:spcAft>
              <a:buClr>
                <a:schemeClr val="accent2"/>
              </a:buClr>
              <a:buSzPts val="3600"/>
              <a:buNone/>
              <a:defRPr sz="3600">
                <a:solidFill>
                  <a:schemeClr val="accent2"/>
                </a:solidFill>
              </a:defRPr>
            </a:lvl8pPr>
            <a:lvl9pPr lvl="8" rtl="0" algn="ctr">
              <a:spcBef>
                <a:spcPts val="0"/>
              </a:spcBef>
              <a:spcAft>
                <a:spcPts val="0"/>
              </a:spcAft>
              <a:buClr>
                <a:schemeClr val="accent2"/>
              </a:buClr>
              <a:buSzPts val="3600"/>
              <a:buNone/>
              <a:defRPr sz="3600">
                <a:solidFill>
                  <a:schemeClr val="accent2"/>
                </a:solidFill>
              </a:defRPr>
            </a:lvl9pPr>
          </a:lstStyle>
          <a:p/>
        </p:txBody>
      </p:sp>
      <p:sp>
        <p:nvSpPr>
          <p:cNvPr id="266" name="Google Shape;266;p46"/>
          <p:cNvSpPr txBox="1"/>
          <p:nvPr>
            <p:ph idx="1" type="subTitle"/>
          </p:nvPr>
        </p:nvSpPr>
        <p:spPr>
          <a:xfrm>
            <a:off x="3296400" y="2005573"/>
            <a:ext cx="2551200" cy="6219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chemeClr val="accent1"/>
                </a:solidFill>
              </a:defRPr>
            </a:lvl1pPr>
            <a:lvl2pPr lvl="1" rtl="0" algn="ctr">
              <a:lnSpc>
                <a:spcPct val="100000"/>
              </a:lnSpc>
              <a:spcBef>
                <a:spcPts val="0"/>
              </a:spcBef>
              <a:spcAft>
                <a:spcPts val="0"/>
              </a:spcAft>
              <a:buNone/>
              <a:defRPr>
                <a:solidFill>
                  <a:schemeClr val="accent1"/>
                </a:solidFill>
              </a:defRPr>
            </a:lvl2pPr>
            <a:lvl3pPr lvl="2" rtl="0" algn="ctr">
              <a:lnSpc>
                <a:spcPct val="100000"/>
              </a:lnSpc>
              <a:spcBef>
                <a:spcPts val="0"/>
              </a:spcBef>
              <a:spcAft>
                <a:spcPts val="0"/>
              </a:spcAft>
              <a:buNone/>
              <a:defRPr>
                <a:solidFill>
                  <a:schemeClr val="accent1"/>
                </a:solidFill>
              </a:defRPr>
            </a:lvl3pPr>
            <a:lvl4pPr lvl="3" rtl="0" algn="ctr">
              <a:lnSpc>
                <a:spcPct val="100000"/>
              </a:lnSpc>
              <a:spcBef>
                <a:spcPts val="0"/>
              </a:spcBef>
              <a:spcAft>
                <a:spcPts val="0"/>
              </a:spcAft>
              <a:buNone/>
              <a:defRPr>
                <a:solidFill>
                  <a:schemeClr val="accent1"/>
                </a:solidFill>
              </a:defRPr>
            </a:lvl4pPr>
            <a:lvl5pPr lvl="4" rtl="0" algn="ctr">
              <a:lnSpc>
                <a:spcPct val="100000"/>
              </a:lnSpc>
              <a:spcBef>
                <a:spcPts val="0"/>
              </a:spcBef>
              <a:spcAft>
                <a:spcPts val="0"/>
              </a:spcAft>
              <a:buNone/>
              <a:defRPr>
                <a:solidFill>
                  <a:schemeClr val="accent1"/>
                </a:solidFill>
              </a:defRPr>
            </a:lvl5pPr>
            <a:lvl6pPr lvl="5" rtl="0" algn="ctr">
              <a:lnSpc>
                <a:spcPct val="100000"/>
              </a:lnSpc>
              <a:spcBef>
                <a:spcPts val="0"/>
              </a:spcBef>
              <a:spcAft>
                <a:spcPts val="0"/>
              </a:spcAft>
              <a:buNone/>
              <a:defRPr>
                <a:solidFill>
                  <a:schemeClr val="accent1"/>
                </a:solidFill>
              </a:defRPr>
            </a:lvl6pPr>
            <a:lvl7pPr lvl="6" rtl="0" algn="ctr">
              <a:lnSpc>
                <a:spcPct val="100000"/>
              </a:lnSpc>
              <a:spcBef>
                <a:spcPts val="0"/>
              </a:spcBef>
              <a:spcAft>
                <a:spcPts val="0"/>
              </a:spcAft>
              <a:buNone/>
              <a:defRPr>
                <a:solidFill>
                  <a:schemeClr val="accent1"/>
                </a:solidFill>
              </a:defRPr>
            </a:lvl7pPr>
            <a:lvl8pPr lvl="7" rtl="0" algn="ctr">
              <a:lnSpc>
                <a:spcPct val="100000"/>
              </a:lnSpc>
              <a:spcBef>
                <a:spcPts val="0"/>
              </a:spcBef>
              <a:spcAft>
                <a:spcPts val="0"/>
              </a:spcAft>
              <a:buNone/>
              <a:defRPr>
                <a:solidFill>
                  <a:schemeClr val="accent1"/>
                </a:solidFill>
              </a:defRPr>
            </a:lvl8pPr>
            <a:lvl9pPr lvl="8" rtl="0" algn="ctr">
              <a:lnSpc>
                <a:spcPct val="100000"/>
              </a:lnSpc>
              <a:spcBef>
                <a:spcPts val="0"/>
              </a:spcBef>
              <a:spcAft>
                <a:spcPts val="0"/>
              </a:spcAft>
              <a:buNone/>
              <a:defRPr>
                <a:solidFill>
                  <a:schemeClr val="accent1"/>
                </a:solidFill>
              </a:defRPr>
            </a:lvl9pPr>
          </a:lstStyle>
          <a:p/>
        </p:txBody>
      </p:sp>
      <p:sp>
        <p:nvSpPr>
          <p:cNvPr id="267" name="Google Shape;267;p46"/>
          <p:cNvSpPr txBox="1"/>
          <p:nvPr>
            <p:ph idx="2" type="subTitle"/>
          </p:nvPr>
        </p:nvSpPr>
        <p:spPr>
          <a:xfrm>
            <a:off x="3296400" y="1600194"/>
            <a:ext cx="2551200" cy="3750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Bebas Neue"/>
                <a:ea typeface="Bebas Neue"/>
                <a:cs typeface="Bebas Neue"/>
                <a:sym typeface="Bebas Neue"/>
              </a:defRPr>
            </a:lvl1pPr>
            <a:lvl2pPr lvl="1" rtl="0" algn="ctr">
              <a:lnSpc>
                <a:spcPct val="100000"/>
              </a:lnSpc>
              <a:spcBef>
                <a:spcPts val="0"/>
              </a:spcBef>
              <a:spcAft>
                <a:spcPts val="0"/>
              </a:spcAft>
              <a:buNone/>
              <a:defRPr sz="2400">
                <a:solidFill>
                  <a:schemeClr val="accent1"/>
                </a:solidFill>
                <a:latin typeface="Bebas Neue"/>
                <a:ea typeface="Bebas Neue"/>
                <a:cs typeface="Bebas Neue"/>
                <a:sym typeface="Bebas Neue"/>
              </a:defRPr>
            </a:lvl2pPr>
            <a:lvl3pPr lvl="2" rtl="0" algn="ctr">
              <a:lnSpc>
                <a:spcPct val="100000"/>
              </a:lnSpc>
              <a:spcBef>
                <a:spcPts val="0"/>
              </a:spcBef>
              <a:spcAft>
                <a:spcPts val="0"/>
              </a:spcAft>
              <a:buNone/>
              <a:defRPr sz="2400">
                <a:solidFill>
                  <a:schemeClr val="accent1"/>
                </a:solidFill>
                <a:latin typeface="Bebas Neue"/>
                <a:ea typeface="Bebas Neue"/>
                <a:cs typeface="Bebas Neue"/>
                <a:sym typeface="Bebas Neue"/>
              </a:defRPr>
            </a:lvl3pPr>
            <a:lvl4pPr lvl="3" rtl="0" algn="ctr">
              <a:lnSpc>
                <a:spcPct val="100000"/>
              </a:lnSpc>
              <a:spcBef>
                <a:spcPts val="0"/>
              </a:spcBef>
              <a:spcAft>
                <a:spcPts val="0"/>
              </a:spcAft>
              <a:buNone/>
              <a:defRPr sz="2400">
                <a:solidFill>
                  <a:schemeClr val="accent1"/>
                </a:solidFill>
                <a:latin typeface="Bebas Neue"/>
                <a:ea typeface="Bebas Neue"/>
                <a:cs typeface="Bebas Neue"/>
                <a:sym typeface="Bebas Neue"/>
              </a:defRPr>
            </a:lvl4pPr>
            <a:lvl5pPr lvl="4" rtl="0" algn="ctr">
              <a:lnSpc>
                <a:spcPct val="100000"/>
              </a:lnSpc>
              <a:spcBef>
                <a:spcPts val="0"/>
              </a:spcBef>
              <a:spcAft>
                <a:spcPts val="0"/>
              </a:spcAft>
              <a:buNone/>
              <a:defRPr sz="2400">
                <a:solidFill>
                  <a:schemeClr val="accent1"/>
                </a:solidFill>
                <a:latin typeface="Bebas Neue"/>
                <a:ea typeface="Bebas Neue"/>
                <a:cs typeface="Bebas Neue"/>
                <a:sym typeface="Bebas Neue"/>
              </a:defRPr>
            </a:lvl5pPr>
            <a:lvl6pPr lvl="5" rtl="0" algn="ctr">
              <a:lnSpc>
                <a:spcPct val="100000"/>
              </a:lnSpc>
              <a:spcBef>
                <a:spcPts val="0"/>
              </a:spcBef>
              <a:spcAft>
                <a:spcPts val="0"/>
              </a:spcAft>
              <a:buNone/>
              <a:defRPr sz="2400">
                <a:solidFill>
                  <a:schemeClr val="accent1"/>
                </a:solidFill>
                <a:latin typeface="Bebas Neue"/>
                <a:ea typeface="Bebas Neue"/>
                <a:cs typeface="Bebas Neue"/>
                <a:sym typeface="Bebas Neue"/>
              </a:defRPr>
            </a:lvl6pPr>
            <a:lvl7pPr lvl="6" rtl="0" algn="ctr">
              <a:lnSpc>
                <a:spcPct val="100000"/>
              </a:lnSpc>
              <a:spcBef>
                <a:spcPts val="0"/>
              </a:spcBef>
              <a:spcAft>
                <a:spcPts val="0"/>
              </a:spcAft>
              <a:buNone/>
              <a:defRPr sz="2400">
                <a:solidFill>
                  <a:schemeClr val="accent1"/>
                </a:solidFill>
                <a:latin typeface="Bebas Neue"/>
                <a:ea typeface="Bebas Neue"/>
                <a:cs typeface="Bebas Neue"/>
                <a:sym typeface="Bebas Neue"/>
              </a:defRPr>
            </a:lvl7pPr>
            <a:lvl8pPr lvl="7" rtl="0" algn="ctr">
              <a:lnSpc>
                <a:spcPct val="100000"/>
              </a:lnSpc>
              <a:spcBef>
                <a:spcPts val="0"/>
              </a:spcBef>
              <a:spcAft>
                <a:spcPts val="0"/>
              </a:spcAft>
              <a:buNone/>
              <a:defRPr sz="2400">
                <a:solidFill>
                  <a:schemeClr val="accent1"/>
                </a:solidFill>
                <a:latin typeface="Bebas Neue"/>
                <a:ea typeface="Bebas Neue"/>
                <a:cs typeface="Bebas Neue"/>
                <a:sym typeface="Bebas Neue"/>
              </a:defRPr>
            </a:lvl8pPr>
            <a:lvl9pPr lvl="8" rtl="0" algn="ctr">
              <a:lnSpc>
                <a:spcPct val="100000"/>
              </a:lnSpc>
              <a:spcBef>
                <a:spcPts val="0"/>
              </a:spcBef>
              <a:spcAft>
                <a:spcPts val="0"/>
              </a:spcAft>
              <a:buNone/>
              <a:defRPr sz="2400">
                <a:solidFill>
                  <a:schemeClr val="accent1"/>
                </a:solidFill>
                <a:latin typeface="Bebas Neue"/>
                <a:ea typeface="Bebas Neue"/>
                <a:cs typeface="Bebas Neue"/>
                <a:sym typeface="Bebas Neue"/>
              </a:defRPr>
            </a:lvl9pPr>
          </a:lstStyle>
          <a:p/>
        </p:txBody>
      </p:sp>
      <p:sp>
        <p:nvSpPr>
          <p:cNvPr id="268" name="Google Shape;268;p46"/>
          <p:cNvSpPr txBox="1"/>
          <p:nvPr>
            <p:ph idx="3" type="subTitle"/>
          </p:nvPr>
        </p:nvSpPr>
        <p:spPr>
          <a:xfrm>
            <a:off x="611050" y="2005573"/>
            <a:ext cx="2551200" cy="6219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chemeClr val="accent1"/>
                </a:solidFill>
              </a:defRPr>
            </a:lvl1pPr>
            <a:lvl2pPr lvl="1" rtl="0" algn="ctr">
              <a:lnSpc>
                <a:spcPct val="100000"/>
              </a:lnSpc>
              <a:spcBef>
                <a:spcPts val="0"/>
              </a:spcBef>
              <a:spcAft>
                <a:spcPts val="0"/>
              </a:spcAft>
              <a:buNone/>
              <a:defRPr>
                <a:solidFill>
                  <a:schemeClr val="accent1"/>
                </a:solidFill>
              </a:defRPr>
            </a:lvl2pPr>
            <a:lvl3pPr lvl="2" rtl="0" algn="ctr">
              <a:lnSpc>
                <a:spcPct val="100000"/>
              </a:lnSpc>
              <a:spcBef>
                <a:spcPts val="0"/>
              </a:spcBef>
              <a:spcAft>
                <a:spcPts val="0"/>
              </a:spcAft>
              <a:buNone/>
              <a:defRPr>
                <a:solidFill>
                  <a:schemeClr val="accent1"/>
                </a:solidFill>
              </a:defRPr>
            </a:lvl3pPr>
            <a:lvl4pPr lvl="3" rtl="0" algn="ctr">
              <a:lnSpc>
                <a:spcPct val="100000"/>
              </a:lnSpc>
              <a:spcBef>
                <a:spcPts val="0"/>
              </a:spcBef>
              <a:spcAft>
                <a:spcPts val="0"/>
              </a:spcAft>
              <a:buNone/>
              <a:defRPr>
                <a:solidFill>
                  <a:schemeClr val="accent1"/>
                </a:solidFill>
              </a:defRPr>
            </a:lvl4pPr>
            <a:lvl5pPr lvl="4" rtl="0" algn="ctr">
              <a:lnSpc>
                <a:spcPct val="100000"/>
              </a:lnSpc>
              <a:spcBef>
                <a:spcPts val="0"/>
              </a:spcBef>
              <a:spcAft>
                <a:spcPts val="0"/>
              </a:spcAft>
              <a:buNone/>
              <a:defRPr>
                <a:solidFill>
                  <a:schemeClr val="accent1"/>
                </a:solidFill>
              </a:defRPr>
            </a:lvl5pPr>
            <a:lvl6pPr lvl="5" rtl="0" algn="ctr">
              <a:lnSpc>
                <a:spcPct val="100000"/>
              </a:lnSpc>
              <a:spcBef>
                <a:spcPts val="0"/>
              </a:spcBef>
              <a:spcAft>
                <a:spcPts val="0"/>
              </a:spcAft>
              <a:buNone/>
              <a:defRPr>
                <a:solidFill>
                  <a:schemeClr val="accent1"/>
                </a:solidFill>
              </a:defRPr>
            </a:lvl6pPr>
            <a:lvl7pPr lvl="6" rtl="0" algn="ctr">
              <a:lnSpc>
                <a:spcPct val="100000"/>
              </a:lnSpc>
              <a:spcBef>
                <a:spcPts val="0"/>
              </a:spcBef>
              <a:spcAft>
                <a:spcPts val="0"/>
              </a:spcAft>
              <a:buNone/>
              <a:defRPr>
                <a:solidFill>
                  <a:schemeClr val="accent1"/>
                </a:solidFill>
              </a:defRPr>
            </a:lvl7pPr>
            <a:lvl8pPr lvl="7" rtl="0" algn="ctr">
              <a:lnSpc>
                <a:spcPct val="100000"/>
              </a:lnSpc>
              <a:spcBef>
                <a:spcPts val="0"/>
              </a:spcBef>
              <a:spcAft>
                <a:spcPts val="0"/>
              </a:spcAft>
              <a:buNone/>
              <a:defRPr>
                <a:solidFill>
                  <a:schemeClr val="accent1"/>
                </a:solidFill>
              </a:defRPr>
            </a:lvl8pPr>
            <a:lvl9pPr lvl="8" rtl="0" algn="ctr">
              <a:lnSpc>
                <a:spcPct val="100000"/>
              </a:lnSpc>
              <a:spcBef>
                <a:spcPts val="0"/>
              </a:spcBef>
              <a:spcAft>
                <a:spcPts val="0"/>
              </a:spcAft>
              <a:buNone/>
              <a:defRPr>
                <a:solidFill>
                  <a:schemeClr val="accent1"/>
                </a:solidFill>
              </a:defRPr>
            </a:lvl9pPr>
          </a:lstStyle>
          <a:p/>
        </p:txBody>
      </p:sp>
      <p:sp>
        <p:nvSpPr>
          <p:cNvPr id="269" name="Google Shape;269;p46"/>
          <p:cNvSpPr txBox="1"/>
          <p:nvPr>
            <p:ph idx="4" type="subTitle"/>
          </p:nvPr>
        </p:nvSpPr>
        <p:spPr>
          <a:xfrm>
            <a:off x="611050" y="1600194"/>
            <a:ext cx="2551200" cy="3750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Bebas Neue"/>
                <a:ea typeface="Bebas Neue"/>
                <a:cs typeface="Bebas Neue"/>
                <a:sym typeface="Bebas Neue"/>
              </a:defRPr>
            </a:lvl1pPr>
            <a:lvl2pPr lvl="1" rtl="0" algn="ctr">
              <a:lnSpc>
                <a:spcPct val="100000"/>
              </a:lnSpc>
              <a:spcBef>
                <a:spcPts val="0"/>
              </a:spcBef>
              <a:spcAft>
                <a:spcPts val="0"/>
              </a:spcAft>
              <a:buNone/>
              <a:defRPr sz="2400">
                <a:solidFill>
                  <a:schemeClr val="accent1"/>
                </a:solidFill>
                <a:latin typeface="Bebas Neue"/>
                <a:ea typeface="Bebas Neue"/>
                <a:cs typeface="Bebas Neue"/>
                <a:sym typeface="Bebas Neue"/>
              </a:defRPr>
            </a:lvl2pPr>
            <a:lvl3pPr lvl="2" rtl="0" algn="ctr">
              <a:lnSpc>
                <a:spcPct val="100000"/>
              </a:lnSpc>
              <a:spcBef>
                <a:spcPts val="0"/>
              </a:spcBef>
              <a:spcAft>
                <a:spcPts val="0"/>
              </a:spcAft>
              <a:buNone/>
              <a:defRPr sz="2400">
                <a:solidFill>
                  <a:schemeClr val="accent1"/>
                </a:solidFill>
                <a:latin typeface="Bebas Neue"/>
                <a:ea typeface="Bebas Neue"/>
                <a:cs typeface="Bebas Neue"/>
                <a:sym typeface="Bebas Neue"/>
              </a:defRPr>
            </a:lvl3pPr>
            <a:lvl4pPr lvl="3" rtl="0" algn="ctr">
              <a:lnSpc>
                <a:spcPct val="100000"/>
              </a:lnSpc>
              <a:spcBef>
                <a:spcPts val="0"/>
              </a:spcBef>
              <a:spcAft>
                <a:spcPts val="0"/>
              </a:spcAft>
              <a:buNone/>
              <a:defRPr sz="2400">
                <a:solidFill>
                  <a:schemeClr val="accent1"/>
                </a:solidFill>
                <a:latin typeface="Bebas Neue"/>
                <a:ea typeface="Bebas Neue"/>
                <a:cs typeface="Bebas Neue"/>
                <a:sym typeface="Bebas Neue"/>
              </a:defRPr>
            </a:lvl4pPr>
            <a:lvl5pPr lvl="4" rtl="0" algn="ctr">
              <a:lnSpc>
                <a:spcPct val="100000"/>
              </a:lnSpc>
              <a:spcBef>
                <a:spcPts val="0"/>
              </a:spcBef>
              <a:spcAft>
                <a:spcPts val="0"/>
              </a:spcAft>
              <a:buNone/>
              <a:defRPr sz="2400">
                <a:solidFill>
                  <a:schemeClr val="accent1"/>
                </a:solidFill>
                <a:latin typeface="Bebas Neue"/>
                <a:ea typeface="Bebas Neue"/>
                <a:cs typeface="Bebas Neue"/>
                <a:sym typeface="Bebas Neue"/>
              </a:defRPr>
            </a:lvl5pPr>
            <a:lvl6pPr lvl="5" rtl="0" algn="ctr">
              <a:lnSpc>
                <a:spcPct val="100000"/>
              </a:lnSpc>
              <a:spcBef>
                <a:spcPts val="0"/>
              </a:spcBef>
              <a:spcAft>
                <a:spcPts val="0"/>
              </a:spcAft>
              <a:buNone/>
              <a:defRPr sz="2400">
                <a:solidFill>
                  <a:schemeClr val="accent1"/>
                </a:solidFill>
                <a:latin typeface="Bebas Neue"/>
                <a:ea typeface="Bebas Neue"/>
                <a:cs typeface="Bebas Neue"/>
                <a:sym typeface="Bebas Neue"/>
              </a:defRPr>
            </a:lvl6pPr>
            <a:lvl7pPr lvl="6" rtl="0" algn="ctr">
              <a:lnSpc>
                <a:spcPct val="100000"/>
              </a:lnSpc>
              <a:spcBef>
                <a:spcPts val="0"/>
              </a:spcBef>
              <a:spcAft>
                <a:spcPts val="0"/>
              </a:spcAft>
              <a:buNone/>
              <a:defRPr sz="2400">
                <a:solidFill>
                  <a:schemeClr val="accent1"/>
                </a:solidFill>
                <a:latin typeface="Bebas Neue"/>
                <a:ea typeface="Bebas Neue"/>
                <a:cs typeface="Bebas Neue"/>
                <a:sym typeface="Bebas Neue"/>
              </a:defRPr>
            </a:lvl7pPr>
            <a:lvl8pPr lvl="7" rtl="0" algn="ctr">
              <a:lnSpc>
                <a:spcPct val="100000"/>
              </a:lnSpc>
              <a:spcBef>
                <a:spcPts val="0"/>
              </a:spcBef>
              <a:spcAft>
                <a:spcPts val="0"/>
              </a:spcAft>
              <a:buNone/>
              <a:defRPr sz="2400">
                <a:solidFill>
                  <a:schemeClr val="accent1"/>
                </a:solidFill>
                <a:latin typeface="Bebas Neue"/>
                <a:ea typeface="Bebas Neue"/>
                <a:cs typeface="Bebas Neue"/>
                <a:sym typeface="Bebas Neue"/>
              </a:defRPr>
            </a:lvl8pPr>
            <a:lvl9pPr lvl="8" rtl="0" algn="ctr">
              <a:lnSpc>
                <a:spcPct val="100000"/>
              </a:lnSpc>
              <a:spcBef>
                <a:spcPts val="0"/>
              </a:spcBef>
              <a:spcAft>
                <a:spcPts val="0"/>
              </a:spcAft>
              <a:buNone/>
              <a:defRPr sz="2400">
                <a:solidFill>
                  <a:schemeClr val="accent1"/>
                </a:solidFill>
                <a:latin typeface="Bebas Neue"/>
                <a:ea typeface="Bebas Neue"/>
                <a:cs typeface="Bebas Neue"/>
                <a:sym typeface="Bebas Neue"/>
              </a:defRPr>
            </a:lvl9pPr>
          </a:lstStyle>
          <a:p/>
        </p:txBody>
      </p:sp>
      <p:sp>
        <p:nvSpPr>
          <p:cNvPr id="270" name="Google Shape;270;p46"/>
          <p:cNvSpPr txBox="1"/>
          <p:nvPr>
            <p:ph idx="5" type="subTitle"/>
          </p:nvPr>
        </p:nvSpPr>
        <p:spPr>
          <a:xfrm>
            <a:off x="5981750" y="2005573"/>
            <a:ext cx="2551200" cy="6219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chemeClr val="accent1"/>
                </a:solidFill>
              </a:defRPr>
            </a:lvl1pPr>
            <a:lvl2pPr lvl="1" rtl="0" algn="ctr">
              <a:lnSpc>
                <a:spcPct val="100000"/>
              </a:lnSpc>
              <a:spcBef>
                <a:spcPts val="0"/>
              </a:spcBef>
              <a:spcAft>
                <a:spcPts val="0"/>
              </a:spcAft>
              <a:buNone/>
              <a:defRPr>
                <a:solidFill>
                  <a:schemeClr val="accent1"/>
                </a:solidFill>
              </a:defRPr>
            </a:lvl2pPr>
            <a:lvl3pPr lvl="2" rtl="0" algn="ctr">
              <a:lnSpc>
                <a:spcPct val="100000"/>
              </a:lnSpc>
              <a:spcBef>
                <a:spcPts val="0"/>
              </a:spcBef>
              <a:spcAft>
                <a:spcPts val="0"/>
              </a:spcAft>
              <a:buNone/>
              <a:defRPr>
                <a:solidFill>
                  <a:schemeClr val="accent1"/>
                </a:solidFill>
              </a:defRPr>
            </a:lvl3pPr>
            <a:lvl4pPr lvl="3" rtl="0" algn="ctr">
              <a:lnSpc>
                <a:spcPct val="100000"/>
              </a:lnSpc>
              <a:spcBef>
                <a:spcPts val="0"/>
              </a:spcBef>
              <a:spcAft>
                <a:spcPts val="0"/>
              </a:spcAft>
              <a:buNone/>
              <a:defRPr>
                <a:solidFill>
                  <a:schemeClr val="accent1"/>
                </a:solidFill>
              </a:defRPr>
            </a:lvl4pPr>
            <a:lvl5pPr lvl="4" rtl="0" algn="ctr">
              <a:lnSpc>
                <a:spcPct val="100000"/>
              </a:lnSpc>
              <a:spcBef>
                <a:spcPts val="0"/>
              </a:spcBef>
              <a:spcAft>
                <a:spcPts val="0"/>
              </a:spcAft>
              <a:buNone/>
              <a:defRPr>
                <a:solidFill>
                  <a:schemeClr val="accent1"/>
                </a:solidFill>
              </a:defRPr>
            </a:lvl5pPr>
            <a:lvl6pPr lvl="5" rtl="0" algn="ctr">
              <a:lnSpc>
                <a:spcPct val="100000"/>
              </a:lnSpc>
              <a:spcBef>
                <a:spcPts val="0"/>
              </a:spcBef>
              <a:spcAft>
                <a:spcPts val="0"/>
              </a:spcAft>
              <a:buNone/>
              <a:defRPr>
                <a:solidFill>
                  <a:schemeClr val="accent1"/>
                </a:solidFill>
              </a:defRPr>
            </a:lvl6pPr>
            <a:lvl7pPr lvl="6" rtl="0" algn="ctr">
              <a:lnSpc>
                <a:spcPct val="100000"/>
              </a:lnSpc>
              <a:spcBef>
                <a:spcPts val="0"/>
              </a:spcBef>
              <a:spcAft>
                <a:spcPts val="0"/>
              </a:spcAft>
              <a:buNone/>
              <a:defRPr>
                <a:solidFill>
                  <a:schemeClr val="accent1"/>
                </a:solidFill>
              </a:defRPr>
            </a:lvl7pPr>
            <a:lvl8pPr lvl="7" rtl="0" algn="ctr">
              <a:lnSpc>
                <a:spcPct val="100000"/>
              </a:lnSpc>
              <a:spcBef>
                <a:spcPts val="0"/>
              </a:spcBef>
              <a:spcAft>
                <a:spcPts val="0"/>
              </a:spcAft>
              <a:buNone/>
              <a:defRPr>
                <a:solidFill>
                  <a:schemeClr val="accent1"/>
                </a:solidFill>
              </a:defRPr>
            </a:lvl8pPr>
            <a:lvl9pPr lvl="8" rtl="0" algn="ctr">
              <a:lnSpc>
                <a:spcPct val="100000"/>
              </a:lnSpc>
              <a:spcBef>
                <a:spcPts val="0"/>
              </a:spcBef>
              <a:spcAft>
                <a:spcPts val="0"/>
              </a:spcAft>
              <a:buNone/>
              <a:defRPr>
                <a:solidFill>
                  <a:schemeClr val="accent1"/>
                </a:solidFill>
              </a:defRPr>
            </a:lvl9pPr>
          </a:lstStyle>
          <a:p/>
        </p:txBody>
      </p:sp>
      <p:sp>
        <p:nvSpPr>
          <p:cNvPr id="271" name="Google Shape;271;p46"/>
          <p:cNvSpPr txBox="1"/>
          <p:nvPr>
            <p:ph idx="6" type="subTitle"/>
          </p:nvPr>
        </p:nvSpPr>
        <p:spPr>
          <a:xfrm>
            <a:off x="5981750" y="1600194"/>
            <a:ext cx="2551200" cy="3750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Bebas Neue"/>
                <a:ea typeface="Bebas Neue"/>
                <a:cs typeface="Bebas Neue"/>
                <a:sym typeface="Bebas Neue"/>
              </a:defRPr>
            </a:lvl1pPr>
            <a:lvl2pPr lvl="1" rtl="0" algn="ctr">
              <a:lnSpc>
                <a:spcPct val="100000"/>
              </a:lnSpc>
              <a:spcBef>
                <a:spcPts val="0"/>
              </a:spcBef>
              <a:spcAft>
                <a:spcPts val="0"/>
              </a:spcAft>
              <a:buNone/>
              <a:defRPr sz="2400">
                <a:solidFill>
                  <a:schemeClr val="accent1"/>
                </a:solidFill>
                <a:latin typeface="Bebas Neue"/>
                <a:ea typeface="Bebas Neue"/>
                <a:cs typeface="Bebas Neue"/>
                <a:sym typeface="Bebas Neue"/>
              </a:defRPr>
            </a:lvl2pPr>
            <a:lvl3pPr lvl="2" rtl="0" algn="ctr">
              <a:lnSpc>
                <a:spcPct val="100000"/>
              </a:lnSpc>
              <a:spcBef>
                <a:spcPts val="0"/>
              </a:spcBef>
              <a:spcAft>
                <a:spcPts val="0"/>
              </a:spcAft>
              <a:buNone/>
              <a:defRPr sz="2400">
                <a:solidFill>
                  <a:schemeClr val="accent1"/>
                </a:solidFill>
                <a:latin typeface="Bebas Neue"/>
                <a:ea typeface="Bebas Neue"/>
                <a:cs typeface="Bebas Neue"/>
                <a:sym typeface="Bebas Neue"/>
              </a:defRPr>
            </a:lvl3pPr>
            <a:lvl4pPr lvl="3" rtl="0" algn="ctr">
              <a:lnSpc>
                <a:spcPct val="100000"/>
              </a:lnSpc>
              <a:spcBef>
                <a:spcPts val="0"/>
              </a:spcBef>
              <a:spcAft>
                <a:spcPts val="0"/>
              </a:spcAft>
              <a:buNone/>
              <a:defRPr sz="2400">
                <a:solidFill>
                  <a:schemeClr val="accent1"/>
                </a:solidFill>
                <a:latin typeface="Bebas Neue"/>
                <a:ea typeface="Bebas Neue"/>
                <a:cs typeface="Bebas Neue"/>
                <a:sym typeface="Bebas Neue"/>
              </a:defRPr>
            </a:lvl4pPr>
            <a:lvl5pPr lvl="4" rtl="0" algn="ctr">
              <a:lnSpc>
                <a:spcPct val="100000"/>
              </a:lnSpc>
              <a:spcBef>
                <a:spcPts val="0"/>
              </a:spcBef>
              <a:spcAft>
                <a:spcPts val="0"/>
              </a:spcAft>
              <a:buNone/>
              <a:defRPr sz="2400">
                <a:solidFill>
                  <a:schemeClr val="accent1"/>
                </a:solidFill>
                <a:latin typeface="Bebas Neue"/>
                <a:ea typeface="Bebas Neue"/>
                <a:cs typeface="Bebas Neue"/>
                <a:sym typeface="Bebas Neue"/>
              </a:defRPr>
            </a:lvl5pPr>
            <a:lvl6pPr lvl="5" rtl="0" algn="ctr">
              <a:lnSpc>
                <a:spcPct val="100000"/>
              </a:lnSpc>
              <a:spcBef>
                <a:spcPts val="0"/>
              </a:spcBef>
              <a:spcAft>
                <a:spcPts val="0"/>
              </a:spcAft>
              <a:buNone/>
              <a:defRPr sz="2400">
                <a:solidFill>
                  <a:schemeClr val="accent1"/>
                </a:solidFill>
                <a:latin typeface="Bebas Neue"/>
                <a:ea typeface="Bebas Neue"/>
                <a:cs typeface="Bebas Neue"/>
                <a:sym typeface="Bebas Neue"/>
              </a:defRPr>
            </a:lvl6pPr>
            <a:lvl7pPr lvl="6" rtl="0" algn="ctr">
              <a:lnSpc>
                <a:spcPct val="100000"/>
              </a:lnSpc>
              <a:spcBef>
                <a:spcPts val="0"/>
              </a:spcBef>
              <a:spcAft>
                <a:spcPts val="0"/>
              </a:spcAft>
              <a:buNone/>
              <a:defRPr sz="2400">
                <a:solidFill>
                  <a:schemeClr val="accent1"/>
                </a:solidFill>
                <a:latin typeface="Bebas Neue"/>
                <a:ea typeface="Bebas Neue"/>
                <a:cs typeface="Bebas Neue"/>
                <a:sym typeface="Bebas Neue"/>
              </a:defRPr>
            </a:lvl7pPr>
            <a:lvl8pPr lvl="7" rtl="0" algn="ctr">
              <a:lnSpc>
                <a:spcPct val="100000"/>
              </a:lnSpc>
              <a:spcBef>
                <a:spcPts val="0"/>
              </a:spcBef>
              <a:spcAft>
                <a:spcPts val="0"/>
              </a:spcAft>
              <a:buNone/>
              <a:defRPr sz="2400">
                <a:solidFill>
                  <a:schemeClr val="accent1"/>
                </a:solidFill>
                <a:latin typeface="Bebas Neue"/>
                <a:ea typeface="Bebas Neue"/>
                <a:cs typeface="Bebas Neue"/>
                <a:sym typeface="Bebas Neue"/>
              </a:defRPr>
            </a:lvl8pPr>
            <a:lvl9pPr lvl="8" rtl="0" algn="ctr">
              <a:lnSpc>
                <a:spcPct val="100000"/>
              </a:lnSpc>
              <a:spcBef>
                <a:spcPts val="0"/>
              </a:spcBef>
              <a:spcAft>
                <a:spcPts val="0"/>
              </a:spcAft>
              <a:buNone/>
              <a:defRPr sz="2400">
                <a:solidFill>
                  <a:schemeClr val="accent1"/>
                </a:solidFill>
                <a:latin typeface="Bebas Neue"/>
                <a:ea typeface="Bebas Neue"/>
                <a:cs typeface="Bebas Neue"/>
                <a:sym typeface="Bebas Neue"/>
              </a:defRPr>
            </a:lvl9pPr>
          </a:lstStyle>
          <a:p/>
        </p:txBody>
      </p:sp>
      <p:sp>
        <p:nvSpPr>
          <p:cNvPr id="272" name="Google Shape;272;p46"/>
          <p:cNvSpPr txBox="1"/>
          <p:nvPr>
            <p:ph idx="7" type="subTitle"/>
          </p:nvPr>
        </p:nvSpPr>
        <p:spPr>
          <a:xfrm>
            <a:off x="3609600" y="3756723"/>
            <a:ext cx="1920300" cy="6219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chemeClr val="accent1"/>
                </a:solidFill>
              </a:defRPr>
            </a:lvl1pPr>
            <a:lvl2pPr lvl="1" rtl="0" algn="ctr">
              <a:lnSpc>
                <a:spcPct val="100000"/>
              </a:lnSpc>
              <a:spcBef>
                <a:spcPts val="0"/>
              </a:spcBef>
              <a:spcAft>
                <a:spcPts val="0"/>
              </a:spcAft>
              <a:buNone/>
              <a:defRPr>
                <a:solidFill>
                  <a:schemeClr val="accent1"/>
                </a:solidFill>
              </a:defRPr>
            </a:lvl2pPr>
            <a:lvl3pPr lvl="2" rtl="0" algn="ctr">
              <a:lnSpc>
                <a:spcPct val="100000"/>
              </a:lnSpc>
              <a:spcBef>
                <a:spcPts val="0"/>
              </a:spcBef>
              <a:spcAft>
                <a:spcPts val="0"/>
              </a:spcAft>
              <a:buNone/>
              <a:defRPr>
                <a:solidFill>
                  <a:schemeClr val="accent1"/>
                </a:solidFill>
              </a:defRPr>
            </a:lvl3pPr>
            <a:lvl4pPr lvl="3" rtl="0" algn="ctr">
              <a:lnSpc>
                <a:spcPct val="100000"/>
              </a:lnSpc>
              <a:spcBef>
                <a:spcPts val="0"/>
              </a:spcBef>
              <a:spcAft>
                <a:spcPts val="0"/>
              </a:spcAft>
              <a:buNone/>
              <a:defRPr>
                <a:solidFill>
                  <a:schemeClr val="accent1"/>
                </a:solidFill>
              </a:defRPr>
            </a:lvl4pPr>
            <a:lvl5pPr lvl="4" rtl="0" algn="ctr">
              <a:lnSpc>
                <a:spcPct val="100000"/>
              </a:lnSpc>
              <a:spcBef>
                <a:spcPts val="0"/>
              </a:spcBef>
              <a:spcAft>
                <a:spcPts val="0"/>
              </a:spcAft>
              <a:buNone/>
              <a:defRPr>
                <a:solidFill>
                  <a:schemeClr val="accent1"/>
                </a:solidFill>
              </a:defRPr>
            </a:lvl5pPr>
            <a:lvl6pPr lvl="5" rtl="0" algn="ctr">
              <a:lnSpc>
                <a:spcPct val="100000"/>
              </a:lnSpc>
              <a:spcBef>
                <a:spcPts val="0"/>
              </a:spcBef>
              <a:spcAft>
                <a:spcPts val="0"/>
              </a:spcAft>
              <a:buNone/>
              <a:defRPr>
                <a:solidFill>
                  <a:schemeClr val="accent1"/>
                </a:solidFill>
              </a:defRPr>
            </a:lvl6pPr>
            <a:lvl7pPr lvl="6" rtl="0" algn="ctr">
              <a:lnSpc>
                <a:spcPct val="100000"/>
              </a:lnSpc>
              <a:spcBef>
                <a:spcPts val="0"/>
              </a:spcBef>
              <a:spcAft>
                <a:spcPts val="0"/>
              </a:spcAft>
              <a:buNone/>
              <a:defRPr>
                <a:solidFill>
                  <a:schemeClr val="accent1"/>
                </a:solidFill>
              </a:defRPr>
            </a:lvl7pPr>
            <a:lvl8pPr lvl="7" rtl="0" algn="ctr">
              <a:lnSpc>
                <a:spcPct val="100000"/>
              </a:lnSpc>
              <a:spcBef>
                <a:spcPts val="0"/>
              </a:spcBef>
              <a:spcAft>
                <a:spcPts val="0"/>
              </a:spcAft>
              <a:buNone/>
              <a:defRPr>
                <a:solidFill>
                  <a:schemeClr val="accent1"/>
                </a:solidFill>
              </a:defRPr>
            </a:lvl8pPr>
            <a:lvl9pPr lvl="8" rtl="0" algn="ctr">
              <a:lnSpc>
                <a:spcPct val="100000"/>
              </a:lnSpc>
              <a:spcBef>
                <a:spcPts val="0"/>
              </a:spcBef>
              <a:spcAft>
                <a:spcPts val="0"/>
              </a:spcAft>
              <a:buNone/>
              <a:defRPr>
                <a:solidFill>
                  <a:schemeClr val="accent1"/>
                </a:solidFill>
              </a:defRPr>
            </a:lvl9pPr>
          </a:lstStyle>
          <a:p/>
        </p:txBody>
      </p:sp>
      <p:sp>
        <p:nvSpPr>
          <p:cNvPr id="273" name="Google Shape;273;p46"/>
          <p:cNvSpPr txBox="1"/>
          <p:nvPr>
            <p:ph idx="8" type="subTitle"/>
          </p:nvPr>
        </p:nvSpPr>
        <p:spPr>
          <a:xfrm>
            <a:off x="3296400" y="3352794"/>
            <a:ext cx="2551200" cy="3750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Bebas Neue"/>
                <a:ea typeface="Bebas Neue"/>
                <a:cs typeface="Bebas Neue"/>
                <a:sym typeface="Bebas Neue"/>
              </a:defRPr>
            </a:lvl1pPr>
            <a:lvl2pPr lvl="1" rtl="0" algn="ctr">
              <a:lnSpc>
                <a:spcPct val="100000"/>
              </a:lnSpc>
              <a:spcBef>
                <a:spcPts val="0"/>
              </a:spcBef>
              <a:spcAft>
                <a:spcPts val="0"/>
              </a:spcAft>
              <a:buNone/>
              <a:defRPr sz="2400">
                <a:solidFill>
                  <a:schemeClr val="accent1"/>
                </a:solidFill>
                <a:latin typeface="Bebas Neue"/>
                <a:ea typeface="Bebas Neue"/>
                <a:cs typeface="Bebas Neue"/>
                <a:sym typeface="Bebas Neue"/>
              </a:defRPr>
            </a:lvl2pPr>
            <a:lvl3pPr lvl="2" rtl="0" algn="ctr">
              <a:lnSpc>
                <a:spcPct val="100000"/>
              </a:lnSpc>
              <a:spcBef>
                <a:spcPts val="0"/>
              </a:spcBef>
              <a:spcAft>
                <a:spcPts val="0"/>
              </a:spcAft>
              <a:buNone/>
              <a:defRPr sz="2400">
                <a:solidFill>
                  <a:schemeClr val="accent1"/>
                </a:solidFill>
                <a:latin typeface="Bebas Neue"/>
                <a:ea typeface="Bebas Neue"/>
                <a:cs typeface="Bebas Neue"/>
                <a:sym typeface="Bebas Neue"/>
              </a:defRPr>
            </a:lvl3pPr>
            <a:lvl4pPr lvl="3" rtl="0" algn="ctr">
              <a:lnSpc>
                <a:spcPct val="100000"/>
              </a:lnSpc>
              <a:spcBef>
                <a:spcPts val="0"/>
              </a:spcBef>
              <a:spcAft>
                <a:spcPts val="0"/>
              </a:spcAft>
              <a:buNone/>
              <a:defRPr sz="2400">
                <a:solidFill>
                  <a:schemeClr val="accent1"/>
                </a:solidFill>
                <a:latin typeface="Bebas Neue"/>
                <a:ea typeface="Bebas Neue"/>
                <a:cs typeface="Bebas Neue"/>
                <a:sym typeface="Bebas Neue"/>
              </a:defRPr>
            </a:lvl4pPr>
            <a:lvl5pPr lvl="4" rtl="0" algn="ctr">
              <a:lnSpc>
                <a:spcPct val="100000"/>
              </a:lnSpc>
              <a:spcBef>
                <a:spcPts val="0"/>
              </a:spcBef>
              <a:spcAft>
                <a:spcPts val="0"/>
              </a:spcAft>
              <a:buNone/>
              <a:defRPr sz="2400">
                <a:solidFill>
                  <a:schemeClr val="accent1"/>
                </a:solidFill>
                <a:latin typeface="Bebas Neue"/>
                <a:ea typeface="Bebas Neue"/>
                <a:cs typeface="Bebas Neue"/>
                <a:sym typeface="Bebas Neue"/>
              </a:defRPr>
            </a:lvl5pPr>
            <a:lvl6pPr lvl="5" rtl="0" algn="ctr">
              <a:lnSpc>
                <a:spcPct val="100000"/>
              </a:lnSpc>
              <a:spcBef>
                <a:spcPts val="0"/>
              </a:spcBef>
              <a:spcAft>
                <a:spcPts val="0"/>
              </a:spcAft>
              <a:buNone/>
              <a:defRPr sz="2400">
                <a:solidFill>
                  <a:schemeClr val="accent1"/>
                </a:solidFill>
                <a:latin typeface="Bebas Neue"/>
                <a:ea typeface="Bebas Neue"/>
                <a:cs typeface="Bebas Neue"/>
                <a:sym typeface="Bebas Neue"/>
              </a:defRPr>
            </a:lvl6pPr>
            <a:lvl7pPr lvl="6" rtl="0" algn="ctr">
              <a:lnSpc>
                <a:spcPct val="100000"/>
              </a:lnSpc>
              <a:spcBef>
                <a:spcPts val="0"/>
              </a:spcBef>
              <a:spcAft>
                <a:spcPts val="0"/>
              </a:spcAft>
              <a:buNone/>
              <a:defRPr sz="2400">
                <a:solidFill>
                  <a:schemeClr val="accent1"/>
                </a:solidFill>
                <a:latin typeface="Bebas Neue"/>
                <a:ea typeface="Bebas Neue"/>
                <a:cs typeface="Bebas Neue"/>
                <a:sym typeface="Bebas Neue"/>
              </a:defRPr>
            </a:lvl7pPr>
            <a:lvl8pPr lvl="7" rtl="0" algn="ctr">
              <a:lnSpc>
                <a:spcPct val="100000"/>
              </a:lnSpc>
              <a:spcBef>
                <a:spcPts val="0"/>
              </a:spcBef>
              <a:spcAft>
                <a:spcPts val="0"/>
              </a:spcAft>
              <a:buNone/>
              <a:defRPr sz="2400">
                <a:solidFill>
                  <a:schemeClr val="accent1"/>
                </a:solidFill>
                <a:latin typeface="Bebas Neue"/>
                <a:ea typeface="Bebas Neue"/>
                <a:cs typeface="Bebas Neue"/>
                <a:sym typeface="Bebas Neue"/>
              </a:defRPr>
            </a:lvl8pPr>
            <a:lvl9pPr lvl="8" rtl="0" algn="ctr">
              <a:lnSpc>
                <a:spcPct val="100000"/>
              </a:lnSpc>
              <a:spcBef>
                <a:spcPts val="0"/>
              </a:spcBef>
              <a:spcAft>
                <a:spcPts val="0"/>
              </a:spcAft>
              <a:buNone/>
              <a:defRPr sz="2400">
                <a:solidFill>
                  <a:schemeClr val="accent1"/>
                </a:solidFill>
                <a:latin typeface="Bebas Neue"/>
                <a:ea typeface="Bebas Neue"/>
                <a:cs typeface="Bebas Neue"/>
                <a:sym typeface="Bebas Neue"/>
              </a:defRPr>
            </a:lvl9pPr>
          </a:lstStyle>
          <a:p/>
        </p:txBody>
      </p:sp>
      <p:sp>
        <p:nvSpPr>
          <p:cNvPr id="274" name="Google Shape;274;p46"/>
          <p:cNvSpPr txBox="1"/>
          <p:nvPr>
            <p:ph idx="9" type="subTitle"/>
          </p:nvPr>
        </p:nvSpPr>
        <p:spPr>
          <a:xfrm>
            <a:off x="611050" y="3758173"/>
            <a:ext cx="2551200" cy="6219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chemeClr val="accent1"/>
                </a:solidFill>
              </a:defRPr>
            </a:lvl1pPr>
            <a:lvl2pPr lvl="1" rtl="0" algn="ctr">
              <a:lnSpc>
                <a:spcPct val="100000"/>
              </a:lnSpc>
              <a:spcBef>
                <a:spcPts val="0"/>
              </a:spcBef>
              <a:spcAft>
                <a:spcPts val="0"/>
              </a:spcAft>
              <a:buNone/>
              <a:defRPr>
                <a:solidFill>
                  <a:schemeClr val="accent1"/>
                </a:solidFill>
              </a:defRPr>
            </a:lvl2pPr>
            <a:lvl3pPr lvl="2" rtl="0" algn="ctr">
              <a:lnSpc>
                <a:spcPct val="100000"/>
              </a:lnSpc>
              <a:spcBef>
                <a:spcPts val="0"/>
              </a:spcBef>
              <a:spcAft>
                <a:spcPts val="0"/>
              </a:spcAft>
              <a:buNone/>
              <a:defRPr>
                <a:solidFill>
                  <a:schemeClr val="accent1"/>
                </a:solidFill>
              </a:defRPr>
            </a:lvl3pPr>
            <a:lvl4pPr lvl="3" rtl="0" algn="ctr">
              <a:lnSpc>
                <a:spcPct val="100000"/>
              </a:lnSpc>
              <a:spcBef>
                <a:spcPts val="0"/>
              </a:spcBef>
              <a:spcAft>
                <a:spcPts val="0"/>
              </a:spcAft>
              <a:buNone/>
              <a:defRPr>
                <a:solidFill>
                  <a:schemeClr val="accent1"/>
                </a:solidFill>
              </a:defRPr>
            </a:lvl4pPr>
            <a:lvl5pPr lvl="4" rtl="0" algn="ctr">
              <a:lnSpc>
                <a:spcPct val="100000"/>
              </a:lnSpc>
              <a:spcBef>
                <a:spcPts val="0"/>
              </a:spcBef>
              <a:spcAft>
                <a:spcPts val="0"/>
              </a:spcAft>
              <a:buNone/>
              <a:defRPr>
                <a:solidFill>
                  <a:schemeClr val="accent1"/>
                </a:solidFill>
              </a:defRPr>
            </a:lvl5pPr>
            <a:lvl6pPr lvl="5" rtl="0" algn="ctr">
              <a:lnSpc>
                <a:spcPct val="100000"/>
              </a:lnSpc>
              <a:spcBef>
                <a:spcPts val="0"/>
              </a:spcBef>
              <a:spcAft>
                <a:spcPts val="0"/>
              </a:spcAft>
              <a:buNone/>
              <a:defRPr>
                <a:solidFill>
                  <a:schemeClr val="accent1"/>
                </a:solidFill>
              </a:defRPr>
            </a:lvl6pPr>
            <a:lvl7pPr lvl="6" rtl="0" algn="ctr">
              <a:lnSpc>
                <a:spcPct val="100000"/>
              </a:lnSpc>
              <a:spcBef>
                <a:spcPts val="0"/>
              </a:spcBef>
              <a:spcAft>
                <a:spcPts val="0"/>
              </a:spcAft>
              <a:buNone/>
              <a:defRPr>
                <a:solidFill>
                  <a:schemeClr val="accent1"/>
                </a:solidFill>
              </a:defRPr>
            </a:lvl7pPr>
            <a:lvl8pPr lvl="7" rtl="0" algn="ctr">
              <a:lnSpc>
                <a:spcPct val="100000"/>
              </a:lnSpc>
              <a:spcBef>
                <a:spcPts val="0"/>
              </a:spcBef>
              <a:spcAft>
                <a:spcPts val="0"/>
              </a:spcAft>
              <a:buNone/>
              <a:defRPr>
                <a:solidFill>
                  <a:schemeClr val="accent1"/>
                </a:solidFill>
              </a:defRPr>
            </a:lvl8pPr>
            <a:lvl9pPr lvl="8" rtl="0" algn="ctr">
              <a:lnSpc>
                <a:spcPct val="100000"/>
              </a:lnSpc>
              <a:spcBef>
                <a:spcPts val="0"/>
              </a:spcBef>
              <a:spcAft>
                <a:spcPts val="0"/>
              </a:spcAft>
              <a:buNone/>
              <a:defRPr>
                <a:solidFill>
                  <a:schemeClr val="accent1"/>
                </a:solidFill>
              </a:defRPr>
            </a:lvl9pPr>
          </a:lstStyle>
          <a:p/>
        </p:txBody>
      </p:sp>
      <p:sp>
        <p:nvSpPr>
          <p:cNvPr id="275" name="Google Shape;275;p46"/>
          <p:cNvSpPr txBox="1"/>
          <p:nvPr>
            <p:ph idx="13" type="subTitle"/>
          </p:nvPr>
        </p:nvSpPr>
        <p:spPr>
          <a:xfrm>
            <a:off x="611050" y="3352794"/>
            <a:ext cx="2551200" cy="3750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Bebas Neue"/>
                <a:ea typeface="Bebas Neue"/>
                <a:cs typeface="Bebas Neue"/>
                <a:sym typeface="Bebas Neue"/>
              </a:defRPr>
            </a:lvl1pPr>
            <a:lvl2pPr lvl="1" rtl="0" algn="ctr">
              <a:lnSpc>
                <a:spcPct val="100000"/>
              </a:lnSpc>
              <a:spcBef>
                <a:spcPts val="0"/>
              </a:spcBef>
              <a:spcAft>
                <a:spcPts val="0"/>
              </a:spcAft>
              <a:buNone/>
              <a:defRPr sz="2400">
                <a:solidFill>
                  <a:schemeClr val="accent1"/>
                </a:solidFill>
                <a:latin typeface="Bebas Neue"/>
                <a:ea typeface="Bebas Neue"/>
                <a:cs typeface="Bebas Neue"/>
                <a:sym typeface="Bebas Neue"/>
              </a:defRPr>
            </a:lvl2pPr>
            <a:lvl3pPr lvl="2" rtl="0" algn="ctr">
              <a:lnSpc>
                <a:spcPct val="100000"/>
              </a:lnSpc>
              <a:spcBef>
                <a:spcPts val="0"/>
              </a:spcBef>
              <a:spcAft>
                <a:spcPts val="0"/>
              </a:spcAft>
              <a:buNone/>
              <a:defRPr sz="2400">
                <a:solidFill>
                  <a:schemeClr val="accent1"/>
                </a:solidFill>
                <a:latin typeface="Bebas Neue"/>
                <a:ea typeface="Bebas Neue"/>
                <a:cs typeface="Bebas Neue"/>
                <a:sym typeface="Bebas Neue"/>
              </a:defRPr>
            </a:lvl3pPr>
            <a:lvl4pPr lvl="3" rtl="0" algn="ctr">
              <a:lnSpc>
                <a:spcPct val="100000"/>
              </a:lnSpc>
              <a:spcBef>
                <a:spcPts val="0"/>
              </a:spcBef>
              <a:spcAft>
                <a:spcPts val="0"/>
              </a:spcAft>
              <a:buNone/>
              <a:defRPr sz="2400">
                <a:solidFill>
                  <a:schemeClr val="accent1"/>
                </a:solidFill>
                <a:latin typeface="Bebas Neue"/>
                <a:ea typeface="Bebas Neue"/>
                <a:cs typeface="Bebas Neue"/>
                <a:sym typeface="Bebas Neue"/>
              </a:defRPr>
            </a:lvl4pPr>
            <a:lvl5pPr lvl="4" rtl="0" algn="ctr">
              <a:lnSpc>
                <a:spcPct val="100000"/>
              </a:lnSpc>
              <a:spcBef>
                <a:spcPts val="0"/>
              </a:spcBef>
              <a:spcAft>
                <a:spcPts val="0"/>
              </a:spcAft>
              <a:buNone/>
              <a:defRPr sz="2400">
                <a:solidFill>
                  <a:schemeClr val="accent1"/>
                </a:solidFill>
                <a:latin typeface="Bebas Neue"/>
                <a:ea typeface="Bebas Neue"/>
                <a:cs typeface="Bebas Neue"/>
                <a:sym typeface="Bebas Neue"/>
              </a:defRPr>
            </a:lvl5pPr>
            <a:lvl6pPr lvl="5" rtl="0" algn="ctr">
              <a:lnSpc>
                <a:spcPct val="100000"/>
              </a:lnSpc>
              <a:spcBef>
                <a:spcPts val="0"/>
              </a:spcBef>
              <a:spcAft>
                <a:spcPts val="0"/>
              </a:spcAft>
              <a:buNone/>
              <a:defRPr sz="2400">
                <a:solidFill>
                  <a:schemeClr val="accent1"/>
                </a:solidFill>
                <a:latin typeface="Bebas Neue"/>
                <a:ea typeface="Bebas Neue"/>
                <a:cs typeface="Bebas Neue"/>
                <a:sym typeface="Bebas Neue"/>
              </a:defRPr>
            </a:lvl6pPr>
            <a:lvl7pPr lvl="6" rtl="0" algn="ctr">
              <a:lnSpc>
                <a:spcPct val="100000"/>
              </a:lnSpc>
              <a:spcBef>
                <a:spcPts val="0"/>
              </a:spcBef>
              <a:spcAft>
                <a:spcPts val="0"/>
              </a:spcAft>
              <a:buNone/>
              <a:defRPr sz="2400">
                <a:solidFill>
                  <a:schemeClr val="accent1"/>
                </a:solidFill>
                <a:latin typeface="Bebas Neue"/>
                <a:ea typeface="Bebas Neue"/>
                <a:cs typeface="Bebas Neue"/>
                <a:sym typeface="Bebas Neue"/>
              </a:defRPr>
            </a:lvl7pPr>
            <a:lvl8pPr lvl="7" rtl="0" algn="ctr">
              <a:lnSpc>
                <a:spcPct val="100000"/>
              </a:lnSpc>
              <a:spcBef>
                <a:spcPts val="0"/>
              </a:spcBef>
              <a:spcAft>
                <a:spcPts val="0"/>
              </a:spcAft>
              <a:buNone/>
              <a:defRPr sz="2400">
                <a:solidFill>
                  <a:schemeClr val="accent1"/>
                </a:solidFill>
                <a:latin typeface="Bebas Neue"/>
                <a:ea typeface="Bebas Neue"/>
                <a:cs typeface="Bebas Neue"/>
                <a:sym typeface="Bebas Neue"/>
              </a:defRPr>
            </a:lvl8pPr>
            <a:lvl9pPr lvl="8" rtl="0" algn="ctr">
              <a:lnSpc>
                <a:spcPct val="100000"/>
              </a:lnSpc>
              <a:spcBef>
                <a:spcPts val="0"/>
              </a:spcBef>
              <a:spcAft>
                <a:spcPts val="0"/>
              </a:spcAft>
              <a:buNone/>
              <a:defRPr sz="2400">
                <a:solidFill>
                  <a:schemeClr val="accent1"/>
                </a:solidFill>
                <a:latin typeface="Bebas Neue"/>
                <a:ea typeface="Bebas Neue"/>
                <a:cs typeface="Bebas Neue"/>
                <a:sym typeface="Bebas Neue"/>
              </a:defRPr>
            </a:lvl9pPr>
          </a:lstStyle>
          <a:p/>
        </p:txBody>
      </p:sp>
      <p:sp>
        <p:nvSpPr>
          <p:cNvPr id="276" name="Google Shape;276;p46"/>
          <p:cNvSpPr txBox="1"/>
          <p:nvPr>
            <p:ph idx="14" type="subTitle"/>
          </p:nvPr>
        </p:nvSpPr>
        <p:spPr>
          <a:xfrm>
            <a:off x="6251450" y="3755273"/>
            <a:ext cx="2011800" cy="6219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chemeClr val="accent1"/>
                </a:solidFill>
              </a:defRPr>
            </a:lvl1pPr>
            <a:lvl2pPr lvl="1" rtl="0" algn="ctr">
              <a:lnSpc>
                <a:spcPct val="100000"/>
              </a:lnSpc>
              <a:spcBef>
                <a:spcPts val="0"/>
              </a:spcBef>
              <a:spcAft>
                <a:spcPts val="0"/>
              </a:spcAft>
              <a:buNone/>
              <a:defRPr>
                <a:solidFill>
                  <a:schemeClr val="accent1"/>
                </a:solidFill>
              </a:defRPr>
            </a:lvl2pPr>
            <a:lvl3pPr lvl="2" rtl="0" algn="ctr">
              <a:lnSpc>
                <a:spcPct val="100000"/>
              </a:lnSpc>
              <a:spcBef>
                <a:spcPts val="0"/>
              </a:spcBef>
              <a:spcAft>
                <a:spcPts val="0"/>
              </a:spcAft>
              <a:buNone/>
              <a:defRPr>
                <a:solidFill>
                  <a:schemeClr val="accent1"/>
                </a:solidFill>
              </a:defRPr>
            </a:lvl3pPr>
            <a:lvl4pPr lvl="3" rtl="0" algn="ctr">
              <a:lnSpc>
                <a:spcPct val="100000"/>
              </a:lnSpc>
              <a:spcBef>
                <a:spcPts val="0"/>
              </a:spcBef>
              <a:spcAft>
                <a:spcPts val="0"/>
              </a:spcAft>
              <a:buNone/>
              <a:defRPr>
                <a:solidFill>
                  <a:schemeClr val="accent1"/>
                </a:solidFill>
              </a:defRPr>
            </a:lvl4pPr>
            <a:lvl5pPr lvl="4" rtl="0" algn="ctr">
              <a:lnSpc>
                <a:spcPct val="100000"/>
              </a:lnSpc>
              <a:spcBef>
                <a:spcPts val="0"/>
              </a:spcBef>
              <a:spcAft>
                <a:spcPts val="0"/>
              </a:spcAft>
              <a:buNone/>
              <a:defRPr>
                <a:solidFill>
                  <a:schemeClr val="accent1"/>
                </a:solidFill>
              </a:defRPr>
            </a:lvl5pPr>
            <a:lvl6pPr lvl="5" rtl="0" algn="ctr">
              <a:lnSpc>
                <a:spcPct val="100000"/>
              </a:lnSpc>
              <a:spcBef>
                <a:spcPts val="0"/>
              </a:spcBef>
              <a:spcAft>
                <a:spcPts val="0"/>
              </a:spcAft>
              <a:buNone/>
              <a:defRPr>
                <a:solidFill>
                  <a:schemeClr val="accent1"/>
                </a:solidFill>
              </a:defRPr>
            </a:lvl6pPr>
            <a:lvl7pPr lvl="6" rtl="0" algn="ctr">
              <a:lnSpc>
                <a:spcPct val="100000"/>
              </a:lnSpc>
              <a:spcBef>
                <a:spcPts val="0"/>
              </a:spcBef>
              <a:spcAft>
                <a:spcPts val="0"/>
              </a:spcAft>
              <a:buNone/>
              <a:defRPr>
                <a:solidFill>
                  <a:schemeClr val="accent1"/>
                </a:solidFill>
              </a:defRPr>
            </a:lvl7pPr>
            <a:lvl8pPr lvl="7" rtl="0" algn="ctr">
              <a:lnSpc>
                <a:spcPct val="100000"/>
              </a:lnSpc>
              <a:spcBef>
                <a:spcPts val="0"/>
              </a:spcBef>
              <a:spcAft>
                <a:spcPts val="0"/>
              </a:spcAft>
              <a:buNone/>
              <a:defRPr>
                <a:solidFill>
                  <a:schemeClr val="accent1"/>
                </a:solidFill>
              </a:defRPr>
            </a:lvl8pPr>
            <a:lvl9pPr lvl="8" rtl="0" algn="ctr">
              <a:lnSpc>
                <a:spcPct val="100000"/>
              </a:lnSpc>
              <a:spcBef>
                <a:spcPts val="0"/>
              </a:spcBef>
              <a:spcAft>
                <a:spcPts val="0"/>
              </a:spcAft>
              <a:buNone/>
              <a:defRPr>
                <a:solidFill>
                  <a:schemeClr val="accent1"/>
                </a:solidFill>
              </a:defRPr>
            </a:lvl9pPr>
          </a:lstStyle>
          <a:p/>
        </p:txBody>
      </p:sp>
      <p:sp>
        <p:nvSpPr>
          <p:cNvPr id="277" name="Google Shape;277;p46"/>
          <p:cNvSpPr txBox="1"/>
          <p:nvPr>
            <p:ph idx="15" type="subTitle"/>
          </p:nvPr>
        </p:nvSpPr>
        <p:spPr>
          <a:xfrm>
            <a:off x="5981750" y="3352794"/>
            <a:ext cx="2551200" cy="3750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Bebas Neue"/>
                <a:ea typeface="Bebas Neue"/>
                <a:cs typeface="Bebas Neue"/>
                <a:sym typeface="Bebas Neue"/>
              </a:defRPr>
            </a:lvl1pPr>
            <a:lvl2pPr lvl="1" rtl="0" algn="ctr">
              <a:lnSpc>
                <a:spcPct val="100000"/>
              </a:lnSpc>
              <a:spcBef>
                <a:spcPts val="0"/>
              </a:spcBef>
              <a:spcAft>
                <a:spcPts val="0"/>
              </a:spcAft>
              <a:buNone/>
              <a:defRPr sz="2400">
                <a:solidFill>
                  <a:schemeClr val="accent1"/>
                </a:solidFill>
                <a:latin typeface="Bebas Neue"/>
                <a:ea typeface="Bebas Neue"/>
                <a:cs typeface="Bebas Neue"/>
                <a:sym typeface="Bebas Neue"/>
              </a:defRPr>
            </a:lvl2pPr>
            <a:lvl3pPr lvl="2" rtl="0" algn="ctr">
              <a:lnSpc>
                <a:spcPct val="100000"/>
              </a:lnSpc>
              <a:spcBef>
                <a:spcPts val="0"/>
              </a:spcBef>
              <a:spcAft>
                <a:spcPts val="0"/>
              </a:spcAft>
              <a:buNone/>
              <a:defRPr sz="2400">
                <a:solidFill>
                  <a:schemeClr val="accent1"/>
                </a:solidFill>
                <a:latin typeface="Bebas Neue"/>
                <a:ea typeface="Bebas Neue"/>
                <a:cs typeface="Bebas Neue"/>
                <a:sym typeface="Bebas Neue"/>
              </a:defRPr>
            </a:lvl3pPr>
            <a:lvl4pPr lvl="3" rtl="0" algn="ctr">
              <a:lnSpc>
                <a:spcPct val="100000"/>
              </a:lnSpc>
              <a:spcBef>
                <a:spcPts val="0"/>
              </a:spcBef>
              <a:spcAft>
                <a:spcPts val="0"/>
              </a:spcAft>
              <a:buNone/>
              <a:defRPr sz="2400">
                <a:solidFill>
                  <a:schemeClr val="accent1"/>
                </a:solidFill>
                <a:latin typeface="Bebas Neue"/>
                <a:ea typeface="Bebas Neue"/>
                <a:cs typeface="Bebas Neue"/>
                <a:sym typeface="Bebas Neue"/>
              </a:defRPr>
            </a:lvl4pPr>
            <a:lvl5pPr lvl="4" rtl="0" algn="ctr">
              <a:lnSpc>
                <a:spcPct val="100000"/>
              </a:lnSpc>
              <a:spcBef>
                <a:spcPts val="0"/>
              </a:spcBef>
              <a:spcAft>
                <a:spcPts val="0"/>
              </a:spcAft>
              <a:buNone/>
              <a:defRPr sz="2400">
                <a:solidFill>
                  <a:schemeClr val="accent1"/>
                </a:solidFill>
                <a:latin typeface="Bebas Neue"/>
                <a:ea typeface="Bebas Neue"/>
                <a:cs typeface="Bebas Neue"/>
                <a:sym typeface="Bebas Neue"/>
              </a:defRPr>
            </a:lvl5pPr>
            <a:lvl6pPr lvl="5" rtl="0" algn="ctr">
              <a:lnSpc>
                <a:spcPct val="100000"/>
              </a:lnSpc>
              <a:spcBef>
                <a:spcPts val="0"/>
              </a:spcBef>
              <a:spcAft>
                <a:spcPts val="0"/>
              </a:spcAft>
              <a:buNone/>
              <a:defRPr sz="2400">
                <a:solidFill>
                  <a:schemeClr val="accent1"/>
                </a:solidFill>
                <a:latin typeface="Bebas Neue"/>
                <a:ea typeface="Bebas Neue"/>
                <a:cs typeface="Bebas Neue"/>
                <a:sym typeface="Bebas Neue"/>
              </a:defRPr>
            </a:lvl6pPr>
            <a:lvl7pPr lvl="6" rtl="0" algn="ctr">
              <a:lnSpc>
                <a:spcPct val="100000"/>
              </a:lnSpc>
              <a:spcBef>
                <a:spcPts val="0"/>
              </a:spcBef>
              <a:spcAft>
                <a:spcPts val="0"/>
              </a:spcAft>
              <a:buNone/>
              <a:defRPr sz="2400">
                <a:solidFill>
                  <a:schemeClr val="accent1"/>
                </a:solidFill>
                <a:latin typeface="Bebas Neue"/>
                <a:ea typeface="Bebas Neue"/>
                <a:cs typeface="Bebas Neue"/>
                <a:sym typeface="Bebas Neue"/>
              </a:defRPr>
            </a:lvl7pPr>
            <a:lvl8pPr lvl="7" rtl="0" algn="ctr">
              <a:lnSpc>
                <a:spcPct val="100000"/>
              </a:lnSpc>
              <a:spcBef>
                <a:spcPts val="0"/>
              </a:spcBef>
              <a:spcAft>
                <a:spcPts val="0"/>
              </a:spcAft>
              <a:buNone/>
              <a:defRPr sz="2400">
                <a:solidFill>
                  <a:schemeClr val="accent1"/>
                </a:solidFill>
                <a:latin typeface="Bebas Neue"/>
                <a:ea typeface="Bebas Neue"/>
                <a:cs typeface="Bebas Neue"/>
                <a:sym typeface="Bebas Neue"/>
              </a:defRPr>
            </a:lvl8pPr>
            <a:lvl9pPr lvl="8" rtl="0" algn="ctr">
              <a:lnSpc>
                <a:spcPct val="100000"/>
              </a:lnSpc>
              <a:spcBef>
                <a:spcPts val="0"/>
              </a:spcBef>
              <a:spcAft>
                <a:spcPts val="0"/>
              </a:spcAft>
              <a:buNone/>
              <a:defRPr sz="2400">
                <a:solidFill>
                  <a:schemeClr val="accent1"/>
                </a:solidFill>
                <a:latin typeface="Bebas Neue"/>
                <a:ea typeface="Bebas Neue"/>
                <a:cs typeface="Bebas Neue"/>
                <a:sym typeface="Bebas Neue"/>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2_1_1">
    <p:bg>
      <p:bgPr>
        <a:solidFill>
          <a:schemeClr val="accent1"/>
        </a:solidFill>
      </p:bgPr>
    </p:bg>
    <p:spTree>
      <p:nvGrpSpPr>
        <p:cNvPr id="278" name="Shape 278"/>
        <p:cNvGrpSpPr/>
        <p:nvPr/>
      </p:nvGrpSpPr>
      <p:grpSpPr>
        <a:xfrm>
          <a:off x="0" y="0"/>
          <a:ext cx="0" cy="0"/>
          <a:chOff x="0" y="0"/>
          <a:chExt cx="0" cy="0"/>
        </a:xfrm>
      </p:grpSpPr>
      <p:sp>
        <p:nvSpPr>
          <p:cNvPr id="279" name="Google Shape;279;p47"/>
          <p:cNvSpPr txBox="1"/>
          <p:nvPr>
            <p:ph type="ctrTitle"/>
          </p:nvPr>
        </p:nvSpPr>
        <p:spPr>
          <a:xfrm>
            <a:off x="722375" y="493776"/>
            <a:ext cx="7699200" cy="384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3600"/>
              <a:buNone/>
              <a:defRPr b="0" sz="2400">
                <a:solidFill>
                  <a:schemeClr val="lt1"/>
                </a:solidFill>
              </a:defRPr>
            </a:lvl1pPr>
            <a:lvl2pPr lvl="1" rtl="0" algn="ctr">
              <a:spcBef>
                <a:spcPts val="0"/>
              </a:spcBef>
              <a:spcAft>
                <a:spcPts val="0"/>
              </a:spcAft>
              <a:buClr>
                <a:schemeClr val="accent2"/>
              </a:buClr>
              <a:buSzPts val="3600"/>
              <a:buNone/>
              <a:defRPr sz="3600">
                <a:solidFill>
                  <a:schemeClr val="accent2"/>
                </a:solidFill>
              </a:defRPr>
            </a:lvl2pPr>
            <a:lvl3pPr lvl="2" rtl="0" algn="ctr">
              <a:spcBef>
                <a:spcPts val="0"/>
              </a:spcBef>
              <a:spcAft>
                <a:spcPts val="0"/>
              </a:spcAft>
              <a:buClr>
                <a:schemeClr val="accent2"/>
              </a:buClr>
              <a:buSzPts val="3600"/>
              <a:buNone/>
              <a:defRPr sz="3600">
                <a:solidFill>
                  <a:schemeClr val="accent2"/>
                </a:solidFill>
              </a:defRPr>
            </a:lvl3pPr>
            <a:lvl4pPr lvl="3" rtl="0" algn="ctr">
              <a:spcBef>
                <a:spcPts val="0"/>
              </a:spcBef>
              <a:spcAft>
                <a:spcPts val="0"/>
              </a:spcAft>
              <a:buClr>
                <a:schemeClr val="accent2"/>
              </a:buClr>
              <a:buSzPts val="3600"/>
              <a:buNone/>
              <a:defRPr sz="3600">
                <a:solidFill>
                  <a:schemeClr val="accent2"/>
                </a:solidFill>
              </a:defRPr>
            </a:lvl4pPr>
            <a:lvl5pPr lvl="4" rtl="0" algn="ctr">
              <a:spcBef>
                <a:spcPts val="0"/>
              </a:spcBef>
              <a:spcAft>
                <a:spcPts val="0"/>
              </a:spcAft>
              <a:buClr>
                <a:schemeClr val="accent2"/>
              </a:buClr>
              <a:buSzPts val="3600"/>
              <a:buNone/>
              <a:defRPr sz="3600">
                <a:solidFill>
                  <a:schemeClr val="accent2"/>
                </a:solidFill>
              </a:defRPr>
            </a:lvl5pPr>
            <a:lvl6pPr lvl="5" rtl="0" algn="ctr">
              <a:spcBef>
                <a:spcPts val="0"/>
              </a:spcBef>
              <a:spcAft>
                <a:spcPts val="0"/>
              </a:spcAft>
              <a:buClr>
                <a:schemeClr val="accent2"/>
              </a:buClr>
              <a:buSzPts val="3600"/>
              <a:buNone/>
              <a:defRPr sz="3600">
                <a:solidFill>
                  <a:schemeClr val="accent2"/>
                </a:solidFill>
              </a:defRPr>
            </a:lvl6pPr>
            <a:lvl7pPr lvl="6" rtl="0" algn="ctr">
              <a:spcBef>
                <a:spcPts val="0"/>
              </a:spcBef>
              <a:spcAft>
                <a:spcPts val="0"/>
              </a:spcAft>
              <a:buClr>
                <a:schemeClr val="accent2"/>
              </a:buClr>
              <a:buSzPts val="3600"/>
              <a:buNone/>
              <a:defRPr sz="3600">
                <a:solidFill>
                  <a:schemeClr val="accent2"/>
                </a:solidFill>
              </a:defRPr>
            </a:lvl7pPr>
            <a:lvl8pPr lvl="7" rtl="0" algn="ctr">
              <a:spcBef>
                <a:spcPts val="0"/>
              </a:spcBef>
              <a:spcAft>
                <a:spcPts val="0"/>
              </a:spcAft>
              <a:buClr>
                <a:schemeClr val="accent2"/>
              </a:buClr>
              <a:buSzPts val="3600"/>
              <a:buNone/>
              <a:defRPr sz="3600">
                <a:solidFill>
                  <a:schemeClr val="accent2"/>
                </a:solidFill>
              </a:defRPr>
            </a:lvl8pPr>
            <a:lvl9pPr lvl="8" rtl="0" algn="ctr">
              <a:spcBef>
                <a:spcPts val="0"/>
              </a:spcBef>
              <a:spcAft>
                <a:spcPts val="0"/>
              </a:spcAft>
              <a:buClr>
                <a:schemeClr val="accent2"/>
              </a:buClr>
              <a:buSzPts val="3600"/>
              <a:buNone/>
              <a:defRPr sz="3600">
                <a:solidFill>
                  <a:schemeClr val="accent2"/>
                </a:solidFill>
              </a:defRPr>
            </a:lvl9pPr>
          </a:lstStyle>
          <a:p/>
        </p:txBody>
      </p:sp>
      <p:sp>
        <p:nvSpPr>
          <p:cNvPr id="280" name="Google Shape;280;p47"/>
          <p:cNvSpPr txBox="1"/>
          <p:nvPr>
            <p:ph idx="1" type="subTitle"/>
          </p:nvPr>
        </p:nvSpPr>
        <p:spPr>
          <a:xfrm>
            <a:off x="1608214" y="2128931"/>
            <a:ext cx="2743200" cy="3657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chemeClr val="lt1"/>
                </a:solidFill>
              </a:defRPr>
            </a:lvl1pPr>
            <a:lvl2pPr lvl="1" rtl="0" algn="ctr">
              <a:lnSpc>
                <a:spcPct val="100000"/>
              </a:lnSpc>
              <a:spcBef>
                <a:spcPts val="0"/>
              </a:spcBef>
              <a:spcAft>
                <a:spcPts val="0"/>
              </a:spcAft>
              <a:buNone/>
              <a:defRPr>
                <a:solidFill>
                  <a:schemeClr val="lt1"/>
                </a:solidFill>
              </a:defRPr>
            </a:lvl2pPr>
            <a:lvl3pPr lvl="2" rtl="0" algn="ctr">
              <a:lnSpc>
                <a:spcPct val="100000"/>
              </a:lnSpc>
              <a:spcBef>
                <a:spcPts val="0"/>
              </a:spcBef>
              <a:spcAft>
                <a:spcPts val="0"/>
              </a:spcAft>
              <a:buNone/>
              <a:defRPr>
                <a:solidFill>
                  <a:schemeClr val="lt1"/>
                </a:solidFill>
              </a:defRPr>
            </a:lvl3pPr>
            <a:lvl4pPr lvl="3" rtl="0" algn="ctr">
              <a:lnSpc>
                <a:spcPct val="100000"/>
              </a:lnSpc>
              <a:spcBef>
                <a:spcPts val="0"/>
              </a:spcBef>
              <a:spcAft>
                <a:spcPts val="0"/>
              </a:spcAft>
              <a:buNone/>
              <a:defRPr>
                <a:solidFill>
                  <a:schemeClr val="lt1"/>
                </a:solidFill>
              </a:defRPr>
            </a:lvl4pPr>
            <a:lvl5pPr lvl="4" rtl="0" algn="ctr">
              <a:lnSpc>
                <a:spcPct val="100000"/>
              </a:lnSpc>
              <a:spcBef>
                <a:spcPts val="0"/>
              </a:spcBef>
              <a:spcAft>
                <a:spcPts val="0"/>
              </a:spcAft>
              <a:buNone/>
              <a:defRPr>
                <a:solidFill>
                  <a:schemeClr val="lt1"/>
                </a:solidFill>
              </a:defRPr>
            </a:lvl5pPr>
            <a:lvl6pPr lvl="5" rtl="0" algn="ctr">
              <a:lnSpc>
                <a:spcPct val="100000"/>
              </a:lnSpc>
              <a:spcBef>
                <a:spcPts val="0"/>
              </a:spcBef>
              <a:spcAft>
                <a:spcPts val="0"/>
              </a:spcAft>
              <a:buNone/>
              <a:defRPr>
                <a:solidFill>
                  <a:schemeClr val="lt1"/>
                </a:solidFill>
              </a:defRPr>
            </a:lvl6pPr>
            <a:lvl7pPr lvl="6" rtl="0" algn="ctr">
              <a:lnSpc>
                <a:spcPct val="100000"/>
              </a:lnSpc>
              <a:spcBef>
                <a:spcPts val="0"/>
              </a:spcBef>
              <a:spcAft>
                <a:spcPts val="0"/>
              </a:spcAft>
              <a:buNone/>
              <a:defRPr>
                <a:solidFill>
                  <a:schemeClr val="lt1"/>
                </a:solidFill>
              </a:defRPr>
            </a:lvl7pPr>
            <a:lvl8pPr lvl="7" rtl="0" algn="ctr">
              <a:lnSpc>
                <a:spcPct val="100000"/>
              </a:lnSpc>
              <a:spcBef>
                <a:spcPts val="0"/>
              </a:spcBef>
              <a:spcAft>
                <a:spcPts val="0"/>
              </a:spcAft>
              <a:buNone/>
              <a:defRPr>
                <a:solidFill>
                  <a:schemeClr val="lt1"/>
                </a:solidFill>
              </a:defRPr>
            </a:lvl8pPr>
            <a:lvl9pPr lvl="8" rtl="0" algn="ctr">
              <a:lnSpc>
                <a:spcPct val="100000"/>
              </a:lnSpc>
              <a:spcBef>
                <a:spcPts val="0"/>
              </a:spcBef>
              <a:spcAft>
                <a:spcPts val="0"/>
              </a:spcAft>
              <a:buNone/>
              <a:defRPr>
                <a:solidFill>
                  <a:schemeClr val="lt1"/>
                </a:solidFill>
              </a:defRPr>
            </a:lvl9pPr>
          </a:lstStyle>
          <a:p/>
        </p:txBody>
      </p:sp>
      <p:sp>
        <p:nvSpPr>
          <p:cNvPr id="281" name="Google Shape;281;p47"/>
          <p:cNvSpPr txBox="1"/>
          <p:nvPr>
            <p:ph idx="2" type="subTitle"/>
          </p:nvPr>
        </p:nvSpPr>
        <p:spPr>
          <a:xfrm>
            <a:off x="4792586" y="2133287"/>
            <a:ext cx="2743200" cy="3570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None/>
              <a:defRPr>
                <a:solidFill>
                  <a:schemeClr val="lt1"/>
                </a:solidFill>
              </a:defRPr>
            </a:lvl1pPr>
            <a:lvl2pPr lvl="1" rtl="0" algn="ctr">
              <a:lnSpc>
                <a:spcPct val="100000"/>
              </a:lnSpc>
              <a:spcBef>
                <a:spcPts val="0"/>
              </a:spcBef>
              <a:spcAft>
                <a:spcPts val="0"/>
              </a:spcAft>
              <a:buNone/>
              <a:defRPr>
                <a:solidFill>
                  <a:schemeClr val="lt1"/>
                </a:solidFill>
              </a:defRPr>
            </a:lvl2pPr>
            <a:lvl3pPr lvl="2" rtl="0" algn="ctr">
              <a:lnSpc>
                <a:spcPct val="100000"/>
              </a:lnSpc>
              <a:spcBef>
                <a:spcPts val="0"/>
              </a:spcBef>
              <a:spcAft>
                <a:spcPts val="0"/>
              </a:spcAft>
              <a:buNone/>
              <a:defRPr>
                <a:solidFill>
                  <a:schemeClr val="lt1"/>
                </a:solidFill>
              </a:defRPr>
            </a:lvl3pPr>
            <a:lvl4pPr lvl="3" rtl="0" algn="ctr">
              <a:lnSpc>
                <a:spcPct val="100000"/>
              </a:lnSpc>
              <a:spcBef>
                <a:spcPts val="0"/>
              </a:spcBef>
              <a:spcAft>
                <a:spcPts val="0"/>
              </a:spcAft>
              <a:buNone/>
              <a:defRPr>
                <a:solidFill>
                  <a:schemeClr val="lt1"/>
                </a:solidFill>
              </a:defRPr>
            </a:lvl4pPr>
            <a:lvl5pPr lvl="4" rtl="0" algn="ctr">
              <a:lnSpc>
                <a:spcPct val="100000"/>
              </a:lnSpc>
              <a:spcBef>
                <a:spcPts val="0"/>
              </a:spcBef>
              <a:spcAft>
                <a:spcPts val="0"/>
              </a:spcAft>
              <a:buNone/>
              <a:defRPr>
                <a:solidFill>
                  <a:schemeClr val="lt1"/>
                </a:solidFill>
              </a:defRPr>
            </a:lvl5pPr>
            <a:lvl6pPr lvl="5" rtl="0" algn="ctr">
              <a:lnSpc>
                <a:spcPct val="100000"/>
              </a:lnSpc>
              <a:spcBef>
                <a:spcPts val="0"/>
              </a:spcBef>
              <a:spcAft>
                <a:spcPts val="0"/>
              </a:spcAft>
              <a:buNone/>
              <a:defRPr>
                <a:solidFill>
                  <a:schemeClr val="lt1"/>
                </a:solidFill>
              </a:defRPr>
            </a:lvl6pPr>
            <a:lvl7pPr lvl="6" rtl="0" algn="ctr">
              <a:lnSpc>
                <a:spcPct val="100000"/>
              </a:lnSpc>
              <a:spcBef>
                <a:spcPts val="0"/>
              </a:spcBef>
              <a:spcAft>
                <a:spcPts val="0"/>
              </a:spcAft>
              <a:buNone/>
              <a:defRPr>
                <a:solidFill>
                  <a:schemeClr val="lt1"/>
                </a:solidFill>
              </a:defRPr>
            </a:lvl7pPr>
            <a:lvl8pPr lvl="7" rtl="0" algn="ctr">
              <a:lnSpc>
                <a:spcPct val="100000"/>
              </a:lnSpc>
              <a:spcBef>
                <a:spcPts val="0"/>
              </a:spcBef>
              <a:spcAft>
                <a:spcPts val="0"/>
              </a:spcAft>
              <a:buNone/>
              <a:defRPr>
                <a:solidFill>
                  <a:schemeClr val="lt1"/>
                </a:solidFill>
              </a:defRPr>
            </a:lvl8pPr>
            <a:lvl9pPr lvl="8" rtl="0" algn="ctr">
              <a:lnSpc>
                <a:spcPct val="100000"/>
              </a:lnSpc>
              <a:spcBef>
                <a:spcPts val="0"/>
              </a:spcBef>
              <a:spcAft>
                <a:spcPts val="0"/>
              </a:spcAft>
              <a:buNone/>
              <a:defRPr>
                <a:solidFill>
                  <a:schemeClr val="lt1"/>
                </a:solidFill>
              </a:defRPr>
            </a:lvl9pPr>
          </a:lstStyle>
          <a:p/>
        </p:txBody>
      </p:sp>
      <p:sp>
        <p:nvSpPr>
          <p:cNvPr id="282" name="Google Shape;282;p47"/>
          <p:cNvSpPr txBox="1"/>
          <p:nvPr>
            <p:ph idx="3" type="subTitle"/>
          </p:nvPr>
        </p:nvSpPr>
        <p:spPr>
          <a:xfrm>
            <a:off x="1800217" y="1810669"/>
            <a:ext cx="2551200" cy="375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None/>
              <a:defRPr sz="2400">
                <a:solidFill>
                  <a:schemeClr val="lt1"/>
                </a:solidFill>
                <a:latin typeface="Bebas Neue"/>
                <a:ea typeface="Bebas Neue"/>
                <a:cs typeface="Bebas Neue"/>
                <a:sym typeface="Bebas Neue"/>
              </a:defRPr>
            </a:lvl1pPr>
            <a:lvl2pPr lvl="1" rtl="0" algn="ctr">
              <a:lnSpc>
                <a:spcPct val="100000"/>
              </a:lnSpc>
              <a:spcBef>
                <a:spcPts val="0"/>
              </a:spcBef>
              <a:spcAft>
                <a:spcPts val="0"/>
              </a:spcAft>
              <a:buNone/>
              <a:defRPr sz="2400">
                <a:solidFill>
                  <a:schemeClr val="lt1"/>
                </a:solidFill>
                <a:latin typeface="Bebas Neue"/>
                <a:ea typeface="Bebas Neue"/>
                <a:cs typeface="Bebas Neue"/>
                <a:sym typeface="Bebas Neue"/>
              </a:defRPr>
            </a:lvl2pPr>
            <a:lvl3pPr lvl="2" rtl="0" algn="ctr">
              <a:lnSpc>
                <a:spcPct val="100000"/>
              </a:lnSpc>
              <a:spcBef>
                <a:spcPts val="0"/>
              </a:spcBef>
              <a:spcAft>
                <a:spcPts val="0"/>
              </a:spcAft>
              <a:buNone/>
              <a:defRPr sz="2400">
                <a:solidFill>
                  <a:schemeClr val="lt1"/>
                </a:solidFill>
                <a:latin typeface="Bebas Neue"/>
                <a:ea typeface="Bebas Neue"/>
                <a:cs typeface="Bebas Neue"/>
                <a:sym typeface="Bebas Neue"/>
              </a:defRPr>
            </a:lvl3pPr>
            <a:lvl4pPr lvl="3" rtl="0" algn="ctr">
              <a:lnSpc>
                <a:spcPct val="100000"/>
              </a:lnSpc>
              <a:spcBef>
                <a:spcPts val="0"/>
              </a:spcBef>
              <a:spcAft>
                <a:spcPts val="0"/>
              </a:spcAft>
              <a:buNone/>
              <a:defRPr sz="2400">
                <a:solidFill>
                  <a:schemeClr val="lt1"/>
                </a:solidFill>
                <a:latin typeface="Bebas Neue"/>
                <a:ea typeface="Bebas Neue"/>
                <a:cs typeface="Bebas Neue"/>
                <a:sym typeface="Bebas Neue"/>
              </a:defRPr>
            </a:lvl4pPr>
            <a:lvl5pPr lvl="4" rtl="0" algn="ctr">
              <a:lnSpc>
                <a:spcPct val="100000"/>
              </a:lnSpc>
              <a:spcBef>
                <a:spcPts val="0"/>
              </a:spcBef>
              <a:spcAft>
                <a:spcPts val="0"/>
              </a:spcAft>
              <a:buNone/>
              <a:defRPr sz="2400">
                <a:solidFill>
                  <a:schemeClr val="lt1"/>
                </a:solidFill>
                <a:latin typeface="Bebas Neue"/>
                <a:ea typeface="Bebas Neue"/>
                <a:cs typeface="Bebas Neue"/>
                <a:sym typeface="Bebas Neue"/>
              </a:defRPr>
            </a:lvl5pPr>
            <a:lvl6pPr lvl="5" rtl="0" algn="ctr">
              <a:lnSpc>
                <a:spcPct val="100000"/>
              </a:lnSpc>
              <a:spcBef>
                <a:spcPts val="0"/>
              </a:spcBef>
              <a:spcAft>
                <a:spcPts val="0"/>
              </a:spcAft>
              <a:buNone/>
              <a:defRPr sz="2400">
                <a:solidFill>
                  <a:schemeClr val="lt1"/>
                </a:solidFill>
                <a:latin typeface="Bebas Neue"/>
                <a:ea typeface="Bebas Neue"/>
                <a:cs typeface="Bebas Neue"/>
                <a:sym typeface="Bebas Neue"/>
              </a:defRPr>
            </a:lvl6pPr>
            <a:lvl7pPr lvl="6" rtl="0" algn="ctr">
              <a:lnSpc>
                <a:spcPct val="100000"/>
              </a:lnSpc>
              <a:spcBef>
                <a:spcPts val="0"/>
              </a:spcBef>
              <a:spcAft>
                <a:spcPts val="0"/>
              </a:spcAft>
              <a:buNone/>
              <a:defRPr sz="2400">
                <a:solidFill>
                  <a:schemeClr val="lt1"/>
                </a:solidFill>
                <a:latin typeface="Bebas Neue"/>
                <a:ea typeface="Bebas Neue"/>
                <a:cs typeface="Bebas Neue"/>
                <a:sym typeface="Bebas Neue"/>
              </a:defRPr>
            </a:lvl7pPr>
            <a:lvl8pPr lvl="7" rtl="0" algn="ctr">
              <a:lnSpc>
                <a:spcPct val="100000"/>
              </a:lnSpc>
              <a:spcBef>
                <a:spcPts val="0"/>
              </a:spcBef>
              <a:spcAft>
                <a:spcPts val="0"/>
              </a:spcAft>
              <a:buNone/>
              <a:defRPr sz="2400">
                <a:solidFill>
                  <a:schemeClr val="lt1"/>
                </a:solidFill>
                <a:latin typeface="Bebas Neue"/>
                <a:ea typeface="Bebas Neue"/>
                <a:cs typeface="Bebas Neue"/>
                <a:sym typeface="Bebas Neue"/>
              </a:defRPr>
            </a:lvl8pPr>
            <a:lvl9pPr lvl="8" rtl="0" algn="ctr">
              <a:lnSpc>
                <a:spcPct val="100000"/>
              </a:lnSpc>
              <a:spcBef>
                <a:spcPts val="0"/>
              </a:spcBef>
              <a:spcAft>
                <a:spcPts val="0"/>
              </a:spcAft>
              <a:buNone/>
              <a:defRPr sz="2400">
                <a:solidFill>
                  <a:schemeClr val="lt1"/>
                </a:solidFill>
                <a:latin typeface="Bebas Neue"/>
                <a:ea typeface="Bebas Neue"/>
                <a:cs typeface="Bebas Neue"/>
                <a:sym typeface="Bebas Neue"/>
              </a:defRPr>
            </a:lvl9pPr>
          </a:lstStyle>
          <a:p/>
        </p:txBody>
      </p:sp>
      <p:sp>
        <p:nvSpPr>
          <p:cNvPr id="283" name="Google Shape;283;p47"/>
          <p:cNvSpPr txBox="1"/>
          <p:nvPr>
            <p:ph idx="4" type="subTitle"/>
          </p:nvPr>
        </p:nvSpPr>
        <p:spPr>
          <a:xfrm>
            <a:off x="4792592" y="1810674"/>
            <a:ext cx="2551200" cy="3687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Bebas Neue"/>
                <a:ea typeface="Bebas Neue"/>
                <a:cs typeface="Bebas Neue"/>
                <a:sym typeface="Bebas Neue"/>
              </a:defRPr>
            </a:lvl1pPr>
            <a:lvl2pPr lvl="1" rtl="0" algn="ctr">
              <a:lnSpc>
                <a:spcPct val="100000"/>
              </a:lnSpc>
              <a:spcBef>
                <a:spcPts val="0"/>
              </a:spcBef>
              <a:spcAft>
                <a:spcPts val="0"/>
              </a:spcAft>
              <a:buNone/>
              <a:defRPr sz="2400">
                <a:solidFill>
                  <a:schemeClr val="lt1"/>
                </a:solidFill>
                <a:latin typeface="Bebas Neue"/>
                <a:ea typeface="Bebas Neue"/>
                <a:cs typeface="Bebas Neue"/>
                <a:sym typeface="Bebas Neue"/>
              </a:defRPr>
            </a:lvl2pPr>
            <a:lvl3pPr lvl="2" rtl="0" algn="ctr">
              <a:lnSpc>
                <a:spcPct val="100000"/>
              </a:lnSpc>
              <a:spcBef>
                <a:spcPts val="0"/>
              </a:spcBef>
              <a:spcAft>
                <a:spcPts val="0"/>
              </a:spcAft>
              <a:buNone/>
              <a:defRPr sz="2400">
                <a:solidFill>
                  <a:schemeClr val="lt1"/>
                </a:solidFill>
                <a:latin typeface="Bebas Neue"/>
                <a:ea typeface="Bebas Neue"/>
                <a:cs typeface="Bebas Neue"/>
                <a:sym typeface="Bebas Neue"/>
              </a:defRPr>
            </a:lvl3pPr>
            <a:lvl4pPr lvl="3" rtl="0" algn="ctr">
              <a:lnSpc>
                <a:spcPct val="100000"/>
              </a:lnSpc>
              <a:spcBef>
                <a:spcPts val="0"/>
              </a:spcBef>
              <a:spcAft>
                <a:spcPts val="0"/>
              </a:spcAft>
              <a:buNone/>
              <a:defRPr sz="2400">
                <a:solidFill>
                  <a:schemeClr val="lt1"/>
                </a:solidFill>
                <a:latin typeface="Bebas Neue"/>
                <a:ea typeface="Bebas Neue"/>
                <a:cs typeface="Bebas Neue"/>
                <a:sym typeface="Bebas Neue"/>
              </a:defRPr>
            </a:lvl4pPr>
            <a:lvl5pPr lvl="4" rtl="0" algn="ctr">
              <a:lnSpc>
                <a:spcPct val="100000"/>
              </a:lnSpc>
              <a:spcBef>
                <a:spcPts val="0"/>
              </a:spcBef>
              <a:spcAft>
                <a:spcPts val="0"/>
              </a:spcAft>
              <a:buNone/>
              <a:defRPr sz="2400">
                <a:solidFill>
                  <a:schemeClr val="lt1"/>
                </a:solidFill>
                <a:latin typeface="Bebas Neue"/>
                <a:ea typeface="Bebas Neue"/>
                <a:cs typeface="Bebas Neue"/>
                <a:sym typeface="Bebas Neue"/>
              </a:defRPr>
            </a:lvl5pPr>
            <a:lvl6pPr lvl="5" rtl="0" algn="ctr">
              <a:lnSpc>
                <a:spcPct val="100000"/>
              </a:lnSpc>
              <a:spcBef>
                <a:spcPts val="0"/>
              </a:spcBef>
              <a:spcAft>
                <a:spcPts val="0"/>
              </a:spcAft>
              <a:buNone/>
              <a:defRPr sz="2400">
                <a:solidFill>
                  <a:schemeClr val="lt1"/>
                </a:solidFill>
                <a:latin typeface="Bebas Neue"/>
                <a:ea typeface="Bebas Neue"/>
                <a:cs typeface="Bebas Neue"/>
                <a:sym typeface="Bebas Neue"/>
              </a:defRPr>
            </a:lvl6pPr>
            <a:lvl7pPr lvl="6" rtl="0" algn="ctr">
              <a:lnSpc>
                <a:spcPct val="100000"/>
              </a:lnSpc>
              <a:spcBef>
                <a:spcPts val="0"/>
              </a:spcBef>
              <a:spcAft>
                <a:spcPts val="0"/>
              </a:spcAft>
              <a:buNone/>
              <a:defRPr sz="2400">
                <a:solidFill>
                  <a:schemeClr val="lt1"/>
                </a:solidFill>
                <a:latin typeface="Bebas Neue"/>
                <a:ea typeface="Bebas Neue"/>
                <a:cs typeface="Bebas Neue"/>
                <a:sym typeface="Bebas Neue"/>
              </a:defRPr>
            </a:lvl7pPr>
            <a:lvl8pPr lvl="7" rtl="0" algn="ctr">
              <a:lnSpc>
                <a:spcPct val="100000"/>
              </a:lnSpc>
              <a:spcBef>
                <a:spcPts val="0"/>
              </a:spcBef>
              <a:spcAft>
                <a:spcPts val="0"/>
              </a:spcAft>
              <a:buNone/>
              <a:defRPr sz="2400">
                <a:solidFill>
                  <a:schemeClr val="lt1"/>
                </a:solidFill>
                <a:latin typeface="Bebas Neue"/>
                <a:ea typeface="Bebas Neue"/>
                <a:cs typeface="Bebas Neue"/>
                <a:sym typeface="Bebas Neue"/>
              </a:defRPr>
            </a:lvl8pPr>
            <a:lvl9pPr lvl="8" rtl="0" algn="ctr">
              <a:lnSpc>
                <a:spcPct val="100000"/>
              </a:lnSpc>
              <a:spcBef>
                <a:spcPts val="0"/>
              </a:spcBef>
              <a:spcAft>
                <a:spcPts val="0"/>
              </a:spcAft>
              <a:buNone/>
              <a:defRPr sz="2400">
                <a:solidFill>
                  <a:schemeClr val="lt1"/>
                </a:solidFill>
                <a:latin typeface="Bebas Neue"/>
                <a:ea typeface="Bebas Neue"/>
                <a:cs typeface="Bebas Neue"/>
                <a:sym typeface="Bebas Neue"/>
              </a:defRPr>
            </a:lvl9pPr>
          </a:lstStyle>
          <a:p/>
        </p:txBody>
      </p:sp>
      <p:sp>
        <p:nvSpPr>
          <p:cNvPr id="284" name="Google Shape;284;p47"/>
          <p:cNvSpPr txBox="1"/>
          <p:nvPr>
            <p:ph idx="5" type="subTitle"/>
          </p:nvPr>
        </p:nvSpPr>
        <p:spPr>
          <a:xfrm>
            <a:off x="1608214" y="3576731"/>
            <a:ext cx="2743200" cy="3657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chemeClr val="lt1"/>
                </a:solidFill>
              </a:defRPr>
            </a:lvl1pPr>
            <a:lvl2pPr lvl="1" rtl="0" algn="ctr">
              <a:lnSpc>
                <a:spcPct val="100000"/>
              </a:lnSpc>
              <a:spcBef>
                <a:spcPts val="0"/>
              </a:spcBef>
              <a:spcAft>
                <a:spcPts val="0"/>
              </a:spcAft>
              <a:buNone/>
              <a:defRPr>
                <a:solidFill>
                  <a:schemeClr val="lt1"/>
                </a:solidFill>
              </a:defRPr>
            </a:lvl2pPr>
            <a:lvl3pPr lvl="2" rtl="0" algn="ctr">
              <a:lnSpc>
                <a:spcPct val="100000"/>
              </a:lnSpc>
              <a:spcBef>
                <a:spcPts val="0"/>
              </a:spcBef>
              <a:spcAft>
                <a:spcPts val="0"/>
              </a:spcAft>
              <a:buNone/>
              <a:defRPr>
                <a:solidFill>
                  <a:schemeClr val="lt1"/>
                </a:solidFill>
              </a:defRPr>
            </a:lvl3pPr>
            <a:lvl4pPr lvl="3" rtl="0" algn="ctr">
              <a:lnSpc>
                <a:spcPct val="100000"/>
              </a:lnSpc>
              <a:spcBef>
                <a:spcPts val="0"/>
              </a:spcBef>
              <a:spcAft>
                <a:spcPts val="0"/>
              </a:spcAft>
              <a:buNone/>
              <a:defRPr>
                <a:solidFill>
                  <a:schemeClr val="lt1"/>
                </a:solidFill>
              </a:defRPr>
            </a:lvl4pPr>
            <a:lvl5pPr lvl="4" rtl="0" algn="ctr">
              <a:lnSpc>
                <a:spcPct val="100000"/>
              </a:lnSpc>
              <a:spcBef>
                <a:spcPts val="0"/>
              </a:spcBef>
              <a:spcAft>
                <a:spcPts val="0"/>
              </a:spcAft>
              <a:buNone/>
              <a:defRPr>
                <a:solidFill>
                  <a:schemeClr val="lt1"/>
                </a:solidFill>
              </a:defRPr>
            </a:lvl5pPr>
            <a:lvl6pPr lvl="5" rtl="0" algn="ctr">
              <a:lnSpc>
                <a:spcPct val="100000"/>
              </a:lnSpc>
              <a:spcBef>
                <a:spcPts val="0"/>
              </a:spcBef>
              <a:spcAft>
                <a:spcPts val="0"/>
              </a:spcAft>
              <a:buNone/>
              <a:defRPr>
                <a:solidFill>
                  <a:schemeClr val="lt1"/>
                </a:solidFill>
              </a:defRPr>
            </a:lvl6pPr>
            <a:lvl7pPr lvl="6" rtl="0" algn="ctr">
              <a:lnSpc>
                <a:spcPct val="100000"/>
              </a:lnSpc>
              <a:spcBef>
                <a:spcPts val="0"/>
              </a:spcBef>
              <a:spcAft>
                <a:spcPts val="0"/>
              </a:spcAft>
              <a:buNone/>
              <a:defRPr>
                <a:solidFill>
                  <a:schemeClr val="lt1"/>
                </a:solidFill>
              </a:defRPr>
            </a:lvl7pPr>
            <a:lvl8pPr lvl="7" rtl="0" algn="ctr">
              <a:lnSpc>
                <a:spcPct val="100000"/>
              </a:lnSpc>
              <a:spcBef>
                <a:spcPts val="0"/>
              </a:spcBef>
              <a:spcAft>
                <a:spcPts val="0"/>
              </a:spcAft>
              <a:buNone/>
              <a:defRPr>
                <a:solidFill>
                  <a:schemeClr val="lt1"/>
                </a:solidFill>
              </a:defRPr>
            </a:lvl8pPr>
            <a:lvl9pPr lvl="8" rtl="0" algn="ctr">
              <a:lnSpc>
                <a:spcPct val="100000"/>
              </a:lnSpc>
              <a:spcBef>
                <a:spcPts val="0"/>
              </a:spcBef>
              <a:spcAft>
                <a:spcPts val="0"/>
              </a:spcAft>
              <a:buNone/>
              <a:defRPr>
                <a:solidFill>
                  <a:schemeClr val="lt1"/>
                </a:solidFill>
              </a:defRPr>
            </a:lvl9pPr>
          </a:lstStyle>
          <a:p/>
        </p:txBody>
      </p:sp>
      <p:sp>
        <p:nvSpPr>
          <p:cNvPr id="285" name="Google Shape;285;p47"/>
          <p:cNvSpPr txBox="1"/>
          <p:nvPr>
            <p:ph idx="6" type="subTitle"/>
          </p:nvPr>
        </p:nvSpPr>
        <p:spPr>
          <a:xfrm>
            <a:off x="4792586" y="3581087"/>
            <a:ext cx="2743200" cy="3570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None/>
              <a:defRPr>
                <a:solidFill>
                  <a:schemeClr val="lt1"/>
                </a:solidFill>
              </a:defRPr>
            </a:lvl1pPr>
            <a:lvl2pPr lvl="1" rtl="0" algn="ctr">
              <a:lnSpc>
                <a:spcPct val="100000"/>
              </a:lnSpc>
              <a:spcBef>
                <a:spcPts val="0"/>
              </a:spcBef>
              <a:spcAft>
                <a:spcPts val="0"/>
              </a:spcAft>
              <a:buNone/>
              <a:defRPr>
                <a:solidFill>
                  <a:schemeClr val="lt1"/>
                </a:solidFill>
              </a:defRPr>
            </a:lvl2pPr>
            <a:lvl3pPr lvl="2" rtl="0" algn="ctr">
              <a:lnSpc>
                <a:spcPct val="100000"/>
              </a:lnSpc>
              <a:spcBef>
                <a:spcPts val="0"/>
              </a:spcBef>
              <a:spcAft>
                <a:spcPts val="0"/>
              </a:spcAft>
              <a:buNone/>
              <a:defRPr>
                <a:solidFill>
                  <a:schemeClr val="lt1"/>
                </a:solidFill>
              </a:defRPr>
            </a:lvl3pPr>
            <a:lvl4pPr lvl="3" rtl="0" algn="ctr">
              <a:lnSpc>
                <a:spcPct val="100000"/>
              </a:lnSpc>
              <a:spcBef>
                <a:spcPts val="0"/>
              </a:spcBef>
              <a:spcAft>
                <a:spcPts val="0"/>
              </a:spcAft>
              <a:buNone/>
              <a:defRPr>
                <a:solidFill>
                  <a:schemeClr val="lt1"/>
                </a:solidFill>
              </a:defRPr>
            </a:lvl4pPr>
            <a:lvl5pPr lvl="4" rtl="0" algn="ctr">
              <a:lnSpc>
                <a:spcPct val="100000"/>
              </a:lnSpc>
              <a:spcBef>
                <a:spcPts val="0"/>
              </a:spcBef>
              <a:spcAft>
                <a:spcPts val="0"/>
              </a:spcAft>
              <a:buNone/>
              <a:defRPr>
                <a:solidFill>
                  <a:schemeClr val="lt1"/>
                </a:solidFill>
              </a:defRPr>
            </a:lvl5pPr>
            <a:lvl6pPr lvl="5" rtl="0" algn="ctr">
              <a:lnSpc>
                <a:spcPct val="100000"/>
              </a:lnSpc>
              <a:spcBef>
                <a:spcPts val="0"/>
              </a:spcBef>
              <a:spcAft>
                <a:spcPts val="0"/>
              </a:spcAft>
              <a:buNone/>
              <a:defRPr>
                <a:solidFill>
                  <a:schemeClr val="lt1"/>
                </a:solidFill>
              </a:defRPr>
            </a:lvl6pPr>
            <a:lvl7pPr lvl="6" rtl="0" algn="ctr">
              <a:lnSpc>
                <a:spcPct val="100000"/>
              </a:lnSpc>
              <a:spcBef>
                <a:spcPts val="0"/>
              </a:spcBef>
              <a:spcAft>
                <a:spcPts val="0"/>
              </a:spcAft>
              <a:buNone/>
              <a:defRPr>
                <a:solidFill>
                  <a:schemeClr val="lt1"/>
                </a:solidFill>
              </a:defRPr>
            </a:lvl7pPr>
            <a:lvl8pPr lvl="7" rtl="0" algn="ctr">
              <a:lnSpc>
                <a:spcPct val="100000"/>
              </a:lnSpc>
              <a:spcBef>
                <a:spcPts val="0"/>
              </a:spcBef>
              <a:spcAft>
                <a:spcPts val="0"/>
              </a:spcAft>
              <a:buNone/>
              <a:defRPr>
                <a:solidFill>
                  <a:schemeClr val="lt1"/>
                </a:solidFill>
              </a:defRPr>
            </a:lvl8pPr>
            <a:lvl9pPr lvl="8" rtl="0" algn="ctr">
              <a:lnSpc>
                <a:spcPct val="100000"/>
              </a:lnSpc>
              <a:spcBef>
                <a:spcPts val="0"/>
              </a:spcBef>
              <a:spcAft>
                <a:spcPts val="0"/>
              </a:spcAft>
              <a:buNone/>
              <a:defRPr>
                <a:solidFill>
                  <a:schemeClr val="lt1"/>
                </a:solidFill>
              </a:defRPr>
            </a:lvl9pPr>
          </a:lstStyle>
          <a:p/>
        </p:txBody>
      </p:sp>
      <p:sp>
        <p:nvSpPr>
          <p:cNvPr id="286" name="Google Shape;286;p47"/>
          <p:cNvSpPr txBox="1"/>
          <p:nvPr>
            <p:ph idx="7" type="subTitle"/>
          </p:nvPr>
        </p:nvSpPr>
        <p:spPr>
          <a:xfrm>
            <a:off x="1800217" y="3258469"/>
            <a:ext cx="2551200" cy="375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None/>
              <a:defRPr sz="2400">
                <a:solidFill>
                  <a:schemeClr val="lt1"/>
                </a:solidFill>
                <a:latin typeface="Bebas Neue"/>
                <a:ea typeface="Bebas Neue"/>
                <a:cs typeface="Bebas Neue"/>
                <a:sym typeface="Bebas Neue"/>
              </a:defRPr>
            </a:lvl1pPr>
            <a:lvl2pPr lvl="1" rtl="0" algn="ctr">
              <a:lnSpc>
                <a:spcPct val="100000"/>
              </a:lnSpc>
              <a:spcBef>
                <a:spcPts val="0"/>
              </a:spcBef>
              <a:spcAft>
                <a:spcPts val="0"/>
              </a:spcAft>
              <a:buNone/>
              <a:defRPr sz="2400">
                <a:solidFill>
                  <a:schemeClr val="lt1"/>
                </a:solidFill>
                <a:latin typeface="Bebas Neue"/>
                <a:ea typeface="Bebas Neue"/>
                <a:cs typeface="Bebas Neue"/>
                <a:sym typeface="Bebas Neue"/>
              </a:defRPr>
            </a:lvl2pPr>
            <a:lvl3pPr lvl="2" rtl="0" algn="ctr">
              <a:lnSpc>
                <a:spcPct val="100000"/>
              </a:lnSpc>
              <a:spcBef>
                <a:spcPts val="0"/>
              </a:spcBef>
              <a:spcAft>
                <a:spcPts val="0"/>
              </a:spcAft>
              <a:buNone/>
              <a:defRPr sz="2400">
                <a:solidFill>
                  <a:schemeClr val="lt1"/>
                </a:solidFill>
                <a:latin typeface="Bebas Neue"/>
                <a:ea typeface="Bebas Neue"/>
                <a:cs typeface="Bebas Neue"/>
                <a:sym typeface="Bebas Neue"/>
              </a:defRPr>
            </a:lvl3pPr>
            <a:lvl4pPr lvl="3" rtl="0" algn="ctr">
              <a:lnSpc>
                <a:spcPct val="100000"/>
              </a:lnSpc>
              <a:spcBef>
                <a:spcPts val="0"/>
              </a:spcBef>
              <a:spcAft>
                <a:spcPts val="0"/>
              </a:spcAft>
              <a:buNone/>
              <a:defRPr sz="2400">
                <a:solidFill>
                  <a:schemeClr val="lt1"/>
                </a:solidFill>
                <a:latin typeface="Bebas Neue"/>
                <a:ea typeface="Bebas Neue"/>
                <a:cs typeface="Bebas Neue"/>
                <a:sym typeface="Bebas Neue"/>
              </a:defRPr>
            </a:lvl4pPr>
            <a:lvl5pPr lvl="4" rtl="0" algn="ctr">
              <a:lnSpc>
                <a:spcPct val="100000"/>
              </a:lnSpc>
              <a:spcBef>
                <a:spcPts val="0"/>
              </a:spcBef>
              <a:spcAft>
                <a:spcPts val="0"/>
              </a:spcAft>
              <a:buNone/>
              <a:defRPr sz="2400">
                <a:solidFill>
                  <a:schemeClr val="lt1"/>
                </a:solidFill>
                <a:latin typeface="Bebas Neue"/>
                <a:ea typeface="Bebas Neue"/>
                <a:cs typeface="Bebas Neue"/>
                <a:sym typeface="Bebas Neue"/>
              </a:defRPr>
            </a:lvl5pPr>
            <a:lvl6pPr lvl="5" rtl="0" algn="ctr">
              <a:lnSpc>
                <a:spcPct val="100000"/>
              </a:lnSpc>
              <a:spcBef>
                <a:spcPts val="0"/>
              </a:spcBef>
              <a:spcAft>
                <a:spcPts val="0"/>
              </a:spcAft>
              <a:buNone/>
              <a:defRPr sz="2400">
                <a:solidFill>
                  <a:schemeClr val="lt1"/>
                </a:solidFill>
                <a:latin typeface="Bebas Neue"/>
                <a:ea typeface="Bebas Neue"/>
                <a:cs typeface="Bebas Neue"/>
                <a:sym typeface="Bebas Neue"/>
              </a:defRPr>
            </a:lvl6pPr>
            <a:lvl7pPr lvl="6" rtl="0" algn="ctr">
              <a:lnSpc>
                <a:spcPct val="100000"/>
              </a:lnSpc>
              <a:spcBef>
                <a:spcPts val="0"/>
              </a:spcBef>
              <a:spcAft>
                <a:spcPts val="0"/>
              </a:spcAft>
              <a:buNone/>
              <a:defRPr sz="2400">
                <a:solidFill>
                  <a:schemeClr val="lt1"/>
                </a:solidFill>
                <a:latin typeface="Bebas Neue"/>
                <a:ea typeface="Bebas Neue"/>
                <a:cs typeface="Bebas Neue"/>
                <a:sym typeface="Bebas Neue"/>
              </a:defRPr>
            </a:lvl7pPr>
            <a:lvl8pPr lvl="7" rtl="0" algn="ctr">
              <a:lnSpc>
                <a:spcPct val="100000"/>
              </a:lnSpc>
              <a:spcBef>
                <a:spcPts val="0"/>
              </a:spcBef>
              <a:spcAft>
                <a:spcPts val="0"/>
              </a:spcAft>
              <a:buNone/>
              <a:defRPr sz="2400">
                <a:solidFill>
                  <a:schemeClr val="lt1"/>
                </a:solidFill>
                <a:latin typeface="Bebas Neue"/>
                <a:ea typeface="Bebas Neue"/>
                <a:cs typeface="Bebas Neue"/>
                <a:sym typeface="Bebas Neue"/>
              </a:defRPr>
            </a:lvl8pPr>
            <a:lvl9pPr lvl="8" rtl="0" algn="ctr">
              <a:lnSpc>
                <a:spcPct val="100000"/>
              </a:lnSpc>
              <a:spcBef>
                <a:spcPts val="0"/>
              </a:spcBef>
              <a:spcAft>
                <a:spcPts val="0"/>
              </a:spcAft>
              <a:buNone/>
              <a:defRPr sz="2400">
                <a:solidFill>
                  <a:schemeClr val="lt1"/>
                </a:solidFill>
                <a:latin typeface="Bebas Neue"/>
                <a:ea typeface="Bebas Neue"/>
                <a:cs typeface="Bebas Neue"/>
                <a:sym typeface="Bebas Neue"/>
              </a:defRPr>
            </a:lvl9pPr>
          </a:lstStyle>
          <a:p/>
        </p:txBody>
      </p:sp>
      <p:sp>
        <p:nvSpPr>
          <p:cNvPr id="287" name="Google Shape;287;p47"/>
          <p:cNvSpPr txBox="1"/>
          <p:nvPr>
            <p:ph idx="8" type="subTitle"/>
          </p:nvPr>
        </p:nvSpPr>
        <p:spPr>
          <a:xfrm>
            <a:off x="4792592" y="3258474"/>
            <a:ext cx="2551200" cy="3687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Bebas Neue"/>
                <a:ea typeface="Bebas Neue"/>
                <a:cs typeface="Bebas Neue"/>
                <a:sym typeface="Bebas Neue"/>
              </a:defRPr>
            </a:lvl1pPr>
            <a:lvl2pPr lvl="1" rtl="0" algn="ctr">
              <a:lnSpc>
                <a:spcPct val="100000"/>
              </a:lnSpc>
              <a:spcBef>
                <a:spcPts val="0"/>
              </a:spcBef>
              <a:spcAft>
                <a:spcPts val="0"/>
              </a:spcAft>
              <a:buNone/>
              <a:defRPr sz="2400">
                <a:solidFill>
                  <a:schemeClr val="lt1"/>
                </a:solidFill>
                <a:latin typeface="Bebas Neue"/>
                <a:ea typeface="Bebas Neue"/>
                <a:cs typeface="Bebas Neue"/>
                <a:sym typeface="Bebas Neue"/>
              </a:defRPr>
            </a:lvl2pPr>
            <a:lvl3pPr lvl="2" rtl="0" algn="ctr">
              <a:lnSpc>
                <a:spcPct val="100000"/>
              </a:lnSpc>
              <a:spcBef>
                <a:spcPts val="0"/>
              </a:spcBef>
              <a:spcAft>
                <a:spcPts val="0"/>
              </a:spcAft>
              <a:buNone/>
              <a:defRPr sz="2400">
                <a:solidFill>
                  <a:schemeClr val="lt1"/>
                </a:solidFill>
                <a:latin typeface="Bebas Neue"/>
                <a:ea typeface="Bebas Neue"/>
                <a:cs typeface="Bebas Neue"/>
                <a:sym typeface="Bebas Neue"/>
              </a:defRPr>
            </a:lvl3pPr>
            <a:lvl4pPr lvl="3" rtl="0" algn="ctr">
              <a:lnSpc>
                <a:spcPct val="100000"/>
              </a:lnSpc>
              <a:spcBef>
                <a:spcPts val="0"/>
              </a:spcBef>
              <a:spcAft>
                <a:spcPts val="0"/>
              </a:spcAft>
              <a:buNone/>
              <a:defRPr sz="2400">
                <a:solidFill>
                  <a:schemeClr val="lt1"/>
                </a:solidFill>
                <a:latin typeface="Bebas Neue"/>
                <a:ea typeface="Bebas Neue"/>
                <a:cs typeface="Bebas Neue"/>
                <a:sym typeface="Bebas Neue"/>
              </a:defRPr>
            </a:lvl4pPr>
            <a:lvl5pPr lvl="4" rtl="0" algn="ctr">
              <a:lnSpc>
                <a:spcPct val="100000"/>
              </a:lnSpc>
              <a:spcBef>
                <a:spcPts val="0"/>
              </a:spcBef>
              <a:spcAft>
                <a:spcPts val="0"/>
              </a:spcAft>
              <a:buNone/>
              <a:defRPr sz="2400">
                <a:solidFill>
                  <a:schemeClr val="lt1"/>
                </a:solidFill>
                <a:latin typeface="Bebas Neue"/>
                <a:ea typeface="Bebas Neue"/>
                <a:cs typeface="Bebas Neue"/>
                <a:sym typeface="Bebas Neue"/>
              </a:defRPr>
            </a:lvl5pPr>
            <a:lvl6pPr lvl="5" rtl="0" algn="ctr">
              <a:lnSpc>
                <a:spcPct val="100000"/>
              </a:lnSpc>
              <a:spcBef>
                <a:spcPts val="0"/>
              </a:spcBef>
              <a:spcAft>
                <a:spcPts val="0"/>
              </a:spcAft>
              <a:buNone/>
              <a:defRPr sz="2400">
                <a:solidFill>
                  <a:schemeClr val="lt1"/>
                </a:solidFill>
                <a:latin typeface="Bebas Neue"/>
                <a:ea typeface="Bebas Neue"/>
                <a:cs typeface="Bebas Neue"/>
                <a:sym typeface="Bebas Neue"/>
              </a:defRPr>
            </a:lvl6pPr>
            <a:lvl7pPr lvl="6" rtl="0" algn="ctr">
              <a:lnSpc>
                <a:spcPct val="100000"/>
              </a:lnSpc>
              <a:spcBef>
                <a:spcPts val="0"/>
              </a:spcBef>
              <a:spcAft>
                <a:spcPts val="0"/>
              </a:spcAft>
              <a:buNone/>
              <a:defRPr sz="2400">
                <a:solidFill>
                  <a:schemeClr val="lt1"/>
                </a:solidFill>
                <a:latin typeface="Bebas Neue"/>
                <a:ea typeface="Bebas Neue"/>
                <a:cs typeface="Bebas Neue"/>
                <a:sym typeface="Bebas Neue"/>
              </a:defRPr>
            </a:lvl7pPr>
            <a:lvl8pPr lvl="7" rtl="0" algn="ctr">
              <a:lnSpc>
                <a:spcPct val="100000"/>
              </a:lnSpc>
              <a:spcBef>
                <a:spcPts val="0"/>
              </a:spcBef>
              <a:spcAft>
                <a:spcPts val="0"/>
              </a:spcAft>
              <a:buNone/>
              <a:defRPr sz="2400">
                <a:solidFill>
                  <a:schemeClr val="lt1"/>
                </a:solidFill>
                <a:latin typeface="Bebas Neue"/>
                <a:ea typeface="Bebas Neue"/>
                <a:cs typeface="Bebas Neue"/>
                <a:sym typeface="Bebas Neue"/>
              </a:defRPr>
            </a:lvl8pPr>
            <a:lvl9pPr lvl="8" rtl="0" algn="ctr">
              <a:lnSpc>
                <a:spcPct val="100000"/>
              </a:lnSpc>
              <a:spcBef>
                <a:spcPts val="0"/>
              </a:spcBef>
              <a:spcAft>
                <a:spcPts val="0"/>
              </a:spcAft>
              <a:buNone/>
              <a:defRPr sz="2400">
                <a:solidFill>
                  <a:schemeClr val="lt1"/>
                </a:solidFill>
                <a:latin typeface="Bebas Neue"/>
                <a:ea typeface="Bebas Neue"/>
                <a:cs typeface="Bebas Neue"/>
                <a:sym typeface="Bebas Neue"/>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2_1_1_1">
    <p:bg>
      <p:bgPr>
        <a:solidFill>
          <a:schemeClr val="lt1"/>
        </a:solidFill>
      </p:bgPr>
    </p:bg>
    <p:spTree>
      <p:nvGrpSpPr>
        <p:cNvPr id="288" name="Shape 288"/>
        <p:cNvGrpSpPr/>
        <p:nvPr/>
      </p:nvGrpSpPr>
      <p:grpSpPr>
        <a:xfrm>
          <a:off x="0" y="0"/>
          <a:ext cx="0" cy="0"/>
          <a:chOff x="0" y="0"/>
          <a:chExt cx="0" cy="0"/>
        </a:xfrm>
      </p:grpSpPr>
      <p:sp>
        <p:nvSpPr>
          <p:cNvPr id="289" name="Google Shape;289;p48"/>
          <p:cNvSpPr/>
          <p:nvPr/>
        </p:nvSpPr>
        <p:spPr>
          <a:xfrm>
            <a:off x="714375" y="-9525"/>
            <a:ext cx="28824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48"/>
          <p:cNvSpPr txBox="1"/>
          <p:nvPr>
            <p:ph type="ctrTitle"/>
          </p:nvPr>
        </p:nvSpPr>
        <p:spPr>
          <a:xfrm>
            <a:off x="745500" y="493775"/>
            <a:ext cx="7699200" cy="3840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1"/>
              </a:buClr>
              <a:buSzPts val="3600"/>
              <a:buNone/>
              <a:defRPr b="0" sz="2400">
                <a:solidFill>
                  <a:schemeClr val="accent1"/>
                </a:solidFill>
              </a:defRPr>
            </a:lvl1pPr>
            <a:lvl2pPr lvl="1" rtl="0" algn="ctr">
              <a:spcBef>
                <a:spcPts val="0"/>
              </a:spcBef>
              <a:spcAft>
                <a:spcPts val="0"/>
              </a:spcAft>
              <a:buClr>
                <a:schemeClr val="accent1"/>
              </a:buClr>
              <a:buSzPts val="3600"/>
              <a:buNone/>
              <a:defRPr sz="3600">
                <a:solidFill>
                  <a:schemeClr val="accent1"/>
                </a:solidFill>
              </a:defRPr>
            </a:lvl2pPr>
            <a:lvl3pPr lvl="2" rtl="0" algn="ctr">
              <a:spcBef>
                <a:spcPts val="0"/>
              </a:spcBef>
              <a:spcAft>
                <a:spcPts val="0"/>
              </a:spcAft>
              <a:buClr>
                <a:schemeClr val="accent1"/>
              </a:buClr>
              <a:buSzPts val="3600"/>
              <a:buNone/>
              <a:defRPr sz="3600">
                <a:solidFill>
                  <a:schemeClr val="accent1"/>
                </a:solidFill>
              </a:defRPr>
            </a:lvl3pPr>
            <a:lvl4pPr lvl="3" rtl="0" algn="ctr">
              <a:spcBef>
                <a:spcPts val="0"/>
              </a:spcBef>
              <a:spcAft>
                <a:spcPts val="0"/>
              </a:spcAft>
              <a:buClr>
                <a:schemeClr val="accent1"/>
              </a:buClr>
              <a:buSzPts val="3600"/>
              <a:buNone/>
              <a:defRPr sz="3600">
                <a:solidFill>
                  <a:schemeClr val="accent1"/>
                </a:solidFill>
              </a:defRPr>
            </a:lvl4pPr>
            <a:lvl5pPr lvl="4" rtl="0" algn="ctr">
              <a:spcBef>
                <a:spcPts val="0"/>
              </a:spcBef>
              <a:spcAft>
                <a:spcPts val="0"/>
              </a:spcAft>
              <a:buClr>
                <a:schemeClr val="accent1"/>
              </a:buClr>
              <a:buSzPts val="3600"/>
              <a:buNone/>
              <a:defRPr sz="3600">
                <a:solidFill>
                  <a:schemeClr val="accent1"/>
                </a:solidFill>
              </a:defRPr>
            </a:lvl5pPr>
            <a:lvl6pPr lvl="5" rtl="0" algn="ctr">
              <a:spcBef>
                <a:spcPts val="0"/>
              </a:spcBef>
              <a:spcAft>
                <a:spcPts val="0"/>
              </a:spcAft>
              <a:buClr>
                <a:schemeClr val="accent1"/>
              </a:buClr>
              <a:buSzPts val="3600"/>
              <a:buNone/>
              <a:defRPr sz="3600">
                <a:solidFill>
                  <a:schemeClr val="accent1"/>
                </a:solidFill>
              </a:defRPr>
            </a:lvl6pPr>
            <a:lvl7pPr lvl="6" rtl="0" algn="ctr">
              <a:spcBef>
                <a:spcPts val="0"/>
              </a:spcBef>
              <a:spcAft>
                <a:spcPts val="0"/>
              </a:spcAft>
              <a:buClr>
                <a:schemeClr val="accent1"/>
              </a:buClr>
              <a:buSzPts val="3600"/>
              <a:buNone/>
              <a:defRPr sz="3600">
                <a:solidFill>
                  <a:schemeClr val="accent1"/>
                </a:solidFill>
              </a:defRPr>
            </a:lvl7pPr>
            <a:lvl8pPr lvl="7" rtl="0" algn="ctr">
              <a:spcBef>
                <a:spcPts val="0"/>
              </a:spcBef>
              <a:spcAft>
                <a:spcPts val="0"/>
              </a:spcAft>
              <a:buClr>
                <a:schemeClr val="accent1"/>
              </a:buClr>
              <a:buSzPts val="3600"/>
              <a:buNone/>
              <a:defRPr sz="3600">
                <a:solidFill>
                  <a:schemeClr val="accent1"/>
                </a:solidFill>
              </a:defRPr>
            </a:lvl8pPr>
            <a:lvl9pPr lvl="8" rtl="0" algn="ctr">
              <a:spcBef>
                <a:spcPts val="0"/>
              </a:spcBef>
              <a:spcAft>
                <a:spcPts val="0"/>
              </a:spcAft>
              <a:buClr>
                <a:schemeClr val="accent1"/>
              </a:buClr>
              <a:buSzPts val="3600"/>
              <a:buNone/>
              <a:defRPr sz="3600">
                <a:solidFill>
                  <a:schemeClr val="accent1"/>
                </a:solidFill>
              </a:defRPr>
            </a:lvl9pPr>
          </a:lstStyle>
          <a:p/>
        </p:txBody>
      </p:sp>
      <p:sp>
        <p:nvSpPr>
          <p:cNvPr id="291" name="Google Shape;291;p48"/>
          <p:cNvSpPr txBox="1"/>
          <p:nvPr>
            <p:ph idx="1" type="subTitle"/>
          </p:nvPr>
        </p:nvSpPr>
        <p:spPr>
          <a:xfrm>
            <a:off x="4579200" y="1956025"/>
            <a:ext cx="3865500" cy="9144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chemeClr val="accent1"/>
                </a:solidFill>
              </a:defRPr>
            </a:lvl1pPr>
            <a:lvl2pPr lvl="1" rtl="0" algn="r">
              <a:lnSpc>
                <a:spcPct val="100000"/>
              </a:lnSpc>
              <a:spcBef>
                <a:spcPts val="0"/>
              </a:spcBef>
              <a:spcAft>
                <a:spcPts val="0"/>
              </a:spcAft>
              <a:buNone/>
              <a:defRPr>
                <a:solidFill>
                  <a:schemeClr val="accent1"/>
                </a:solidFill>
              </a:defRPr>
            </a:lvl2pPr>
            <a:lvl3pPr lvl="2" rtl="0" algn="r">
              <a:lnSpc>
                <a:spcPct val="100000"/>
              </a:lnSpc>
              <a:spcBef>
                <a:spcPts val="0"/>
              </a:spcBef>
              <a:spcAft>
                <a:spcPts val="0"/>
              </a:spcAft>
              <a:buNone/>
              <a:defRPr>
                <a:solidFill>
                  <a:schemeClr val="accent1"/>
                </a:solidFill>
              </a:defRPr>
            </a:lvl3pPr>
            <a:lvl4pPr lvl="3" rtl="0" algn="r">
              <a:lnSpc>
                <a:spcPct val="100000"/>
              </a:lnSpc>
              <a:spcBef>
                <a:spcPts val="0"/>
              </a:spcBef>
              <a:spcAft>
                <a:spcPts val="0"/>
              </a:spcAft>
              <a:buNone/>
              <a:defRPr>
                <a:solidFill>
                  <a:schemeClr val="accent1"/>
                </a:solidFill>
              </a:defRPr>
            </a:lvl4pPr>
            <a:lvl5pPr lvl="4" rtl="0" algn="r">
              <a:lnSpc>
                <a:spcPct val="100000"/>
              </a:lnSpc>
              <a:spcBef>
                <a:spcPts val="0"/>
              </a:spcBef>
              <a:spcAft>
                <a:spcPts val="0"/>
              </a:spcAft>
              <a:buNone/>
              <a:defRPr>
                <a:solidFill>
                  <a:schemeClr val="accent1"/>
                </a:solidFill>
              </a:defRPr>
            </a:lvl5pPr>
            <a:lvl6pPr lvl="5" rtl="0" algn="r">
              <a:lnSpc>
                <a:spcPct val="100000"/>
              </a:lnSpc>
              <a:spcBef>
                <a:spcPts val="0"/>
              </a:spcBef>
              <a:spcAft>
                <a:spcPts val="0"/>
              </a:spcAft>
              <a:buNone/>
              <a:defRPr>
                <a:solidFill>
                  <a:schemeClr val="accent1"/>
                </a:solidFill>
              </a:defRPr>
            </a:lvl6pPr>
            <a:lvl7pPr lvl="6" rtl="0" algn="r">
              <a:lnSpc>
                <a:spcPct val="100000"/>
              </a:lnSpc>
              <a:spcBef>
                <a:spcPts val="0"/>
              </a:spcBef>
              <a:spcAft>
                <a:spcPts val="0"/>
              </a:spcAft>
              <a:buNone/>
              <a:defRPr>
                <a:solidFill>
                  <a:schemeClr val="accent1"/>
                </a:solidFill>
              </a:defRPr>
            </a:lvl7pPr>
            <a:lvl8pPr lvl="7" rtl="0" algn="r">
              <a:lnSpc>
                <a:spcPct val="100000"/>
              </a:lnSpc>
              <a:spcBef>
                <a:spcPts val="0"/>
              </a:spcBef>
              <a:spcAft>
                <a:spcPts val="0"/>
              </a:spcAft>
              <a:buNone/>
              <a:defRPr>
                <a:solidFill>
                  <a:schemeClr val="accent1"/>
                </a:solidFill>
              </a:defRPr>
            </a:lvl8pPr>
            <a:lvl9pPr lvl="8" rtl="0" algn="r">
              <a:lnSpc>
                <a:spcPct val="100000"/>
              </a:lnSpc>
              <a:spcBef>
                <a:spcPts val="0"/>
              </a:spcBef>
              <a:spcAft>
                <a:spcPts val="0"/>
              </a:spcAft>
              <a:buNone/>
              <a:defRPr>
                <a:solidFill>
                  <a:schemeClr val="accent1"/>
                </a:solidFill>
              </a:defRPr>
            </a:lvl9pPr>
          </a:lstStyle>
          <a:p/>
        </p:txBody>
      </p:sp>
      <p:sp>
        <p:nvSpPr>
          <p:cNvPr id="292" name="Google Shape;292;p48"/>
          <p:cNvSpPr txBox="1"/>
          <p:nvPr>
            <p:ph idx="2" type="subTitle"/>
          </p:nvPr>
        </p:nvSpPr>
        <p:spPr>
          <a:xfrm>
            <a:off x="5883600" y="1550638"/>
            <a:ext cx="2561100" cy="375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None/>
              <a:defRPr sz="2400">
                <a:solidFill>
                  <a:schemeClr val="accent1"/>
                </a:solidFill>
                <a:latin typeface="Bebas Neue"/>
                <a:ea typeface="Bebas Neue"/>
                <a:cs typeface="Bebas Neue"/>
                <a:sym typeface="Bebas Neue"/>
              </a:defRPr>
            </a:lvl1pPr>
            <a:lvl2pPr lvl="1" rtl="0" algn="r">
              <a:lnSpc>
                <a:spcPct val="100000"/>
              </a:lnSpc>
              <a:spcBef>
                <a:spcPts val="0"/>
              </a:spcBef>
              <a:spcAft>
                <a:spcPts val="0"/>
              </a:spcAft>
              <a:buNone/>
              <a:defRPr sz="2400">
                <a:solidFill>
                  <a:schemeClr val="accent1"/>
                </a:solidFill>
                <a:latin typeface="Bebas Neue"/>
                <a:ea typeface="Bebas Neue"/>
                <a:cs typeface="Bebas Neue"/>
                <a:sym typeface="Bebas Neue"/>
              </a:defRPr>
            </a:lvl2pPr>
            <a:lvl3pPr lvl="2" rtl="0" algn="r">
              <a:lnSpc>
                <a:spcPct val="100000"/>
              </a:lnSpc>
              <a:spcBef>
                <a:spcPts val="0"/>
              </a:spcBef>
              <a:spcAft>
                <a:spcPts val="0"/>
              </a:spcAft>
              <a:buNone/>
              <a:defRPr sz="2400">
                <a:solidFill>
                  <a:schemeClr val="accent1"/>
                </a:solidFill>
                <a:latin typeface="Bebas Neue"/>
                <a:ea typeface="Bebas Neue"/>
                <a:cs typeface="Bebas Neue"/>
                <a:sym typeface="Bebas Neue"/>
              </a:defRPr>
            </a:lvl3pPr>
            <a:lvl4pPr lvl="3" rtl="0" algn="r">
              <a:lnSpc>
                <a:spcPct val="100000"/>
              </a:lnSpc>
              <a:spcBef>
                <a:spcPts val="0"/>
              </a:spcBef>
              <a:spcAft>
                <a:spcPts val="0"/>
              </a:spcAft>
              <a:buNone/>
              <a:defRPr sz="2400">
                <a:solidFill>
                  <a:schemeClr val="accent1"/>
                </a:solidFill>
                <a:latin typeface="Bebas Neue"/>
                <a:ea typeface="Bebas Neue"/>
                <a:cs typeface="Bebas Neue"/>
                <a:sym typeface="Bebas Neue"/>
              </a:defRPr>
            </a:lvl4pPr>
            <a:lvl5pPr lvl="4" rtl="0" algn="r">
              <a:lnSpc>
                <a:spcPct val="100000"/>
              </a:lnSpc>
              <a:spcBef>
                <a:spcPts val="0"/>
              </a:spcBef>
              <a:spcAft>
                <a:spcPts val="0"/>
              </a:spcAft>
              <a:buNone/>
              <a:defRPr sz="2400">
                <a:solidFill>
                  <a:schemeClr val="accent1"/>
                </a:solidFill>
                <a:latin typeface="Bebas Neue"/>
                <a:ea typeface="Bebas Neue"/>
                <a:cs typeface="Bebas Neue"/>
                <a:sym typeface="Bebas Neue"/>
              </a:defRPr>
            </a:lvl5pPr>
            <a:lvl6pPr lvl="5" rtl="0" algn="r">
              <a:lnSpc>
                <a:spcPct val="100000"/>
              </a:lnSpc>
              <a:spcBef>
                <a:spcPts val="0"/>
              </a:spcBef>
              <a:spcAft>
                <a:spcPts val="0"/>
              </a:spcAft>
              <a:buNone/>
              <a:defRPr sz="2400">
                <a:solidFill>
                  <a:schemeClr val="accent1"/>
                </a:solidFill>
                <a:latin typeface="Bebas Neue"/>
                <a:ea typeface="Bebas Neue"/>
                <a:cs typeface="Bebas Neue"/>
                <a:sym typeface="Bebas Neue"/>
              </a:defRPr>
            </a:lvl6pPr>
            <a:lvl7pPr lvl="6" rtl="0" algn="r">
              <a:lnSpc>
                <a:spcPct val="100000"/>
              </a:lnSpc>
              <a:spcBef>
                <a:spcPts val="0"/>
              </a:spcBef>
              <a:spcAft>
                <a:spcPts val="0"/>
              </a:spcAft>
              <a:buNone/>
              <a:defRPr sz="2400">
                <a:solidFill>
                  <a:schemeClr val="accent1"/>
                </a:solidFill>
                <a:latin typeface="Bebas Neue"/>
                <a:ea typeface="Bebas Neue"/>
                <a:cs typeface="Bebas Neue"/>
                <a:sym typeface="Bebas Neue"/>
              </a:defRPr>
            </a:lvl7pPr>
            <a:lvl8pPr lvl="7" rtl="0" algn="r">
              <a:lnSpc>
                <a:spcPct val="100000"/>
              </a:lnSpc>
              <a:spcBef>
                <a:spcPts val="0"/>
              </a:spcBef>
              <a:spcAft>
                <a:spcPts val="0"/>
              </a:spcAft>
              <a:buNone/>
              <a:defRPr sz="2400">
                <a:solidFill>
                  <a:schemeClr val="accent1"/>
                </a:solidFill>
                <a:latin typeface="Bebas Neue"/>
                <a:ea typeface="Bebas Neue"/>
                <a:cs typeface="Bebas Neue"/>
                <a:sym typeface="Bebas Neue"/>
              </a:defRPr>
            </a:lvl8pPr>
            <a:lvl9pPr lvl="8" rtl="0" algn="r">
              <a:lnSpc>
                <a:spcPct val="100000"/>
              </a:lnSpc>
              <a:spcBef>
                <a:spcPts val="0"/>
              </a:spcBef>
              <a:spcAft>
                <a:spcPts val="0"/>
              </a:spcAft>
              <a:buNone/>
              <a:defRPr sz="2400">
                <a:solidFill>
                  <a:schemeClr val="accent1"/>
                </a:solidFill>
                <a:latin typeface="Bebas Neue"/>
                <a:ea typeface="Bebas Neue"/>
                <a:cs typeface="Bebas Neue"/>
                <a:sym typeface="Bebas Neue"/>
              </a:defRPr>
            </a:lvl9pPr>
          </a:lstStyle>
          <a:p/>
        </p:txBody>
      </p:sp>
      <p:sp>
        <p:nvSpPr>
          <p:cNvPr id="293" name="Google Shape;293;p48"/>
          <p:cNvSpPr txBox="1"/>
          <p:nvPr>
            <p:ph idx="3" type="subTitle"/>
          </p:nvPr>
        </p:nvSpPr>
        <p:spPr>
          <a:xfrm>
            <a:off x="4579200" y="3227175"/>
            <a:ext cx="3865500" cy="9144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chemeClr val="accent1"/>
                </a:solidFill>
              </a:defRPr>
            </a:lvl1pPr>
            <a:lvl2pPr lvl="1" rtl="0" algn="r">
              <a:lnSpc>
                <a:spcPct val="100000"/>
              </a:lnSpc>
              <a:spcBef>
                <a:spcPts val="0"/>
              </a:spcBef>
              <a:spcAft>
                <a:spcPts val="0"/>
              </a:spcAft>
              <a:buNone/>
              <a:defRPr>
                <a:solidFill>
                  <a:schemeClr val="accent1"/>
                </a:solidFill>
              </a:defRPr>
            </a:lvl2pPr>
            <a:lvl3pPr lvl="2" rtl="0" algn="r">
              <a:lnSpc>
                <a:spcPct val="100000"/>
              </a:lnSpc>
              <a:spcBef>
                <a:spcPts val="0"/>
              </a:spcBef>
              <a:spcAft>
                <a:spcPts val="0"/>
              </a:spcAft>
              <a:buNone/>
              <a:defRPr>
                <a:solidFill>
                  <a:schemeClr val="accent1"/>
                </a:solidFill>
              </a:defRPr>
            </a:lvl3pPr>
            <a:lvl4pPr lvl="3" rtl="0" algn="r">
              <a:lnSpc>
                <a:spcPct val="100000"/>
              </a:lnSpc>
              <a:spcBef>
                <a:spcPts val="0"/>
              </a:spcBef>
              <a:spcAft>
                <a:spcPts val="0"/>
              </a:spcAft>
              <a:buNone/>
              <a:defRPr>
                <a:solidFill>
                  <a:schemeClr val="accent1"/>
                </a:solidFill>
              </a:defRPr>
            </a:lvl4pPr>
            <a:lvl5pPr lvl="4" rtl="0" algn="r">
              <a:lnSpc>
                <a:spcPct val="100000"/>
              </a:lnSpc>
              <a:spcBef>
                <a:spcPts val="0"/>
              </a:spcBef>
              <a:spcAft>
                <a:spcPts val="0"/>
              </a:spcAft>
              <a:buNone/>
              <a:defRPr>
                <a:solidFill>
                  <a:schemeClr val="accent1"/>
                </a:solidFill>
              </a:defRPr>
            </a:lvl5pPr>
            <a:lvl6pPr lvl="5" rtl="0" algn="r">
              <a:lnSpc>
                <a:spcPct val="100000"/>
              </a:lnSpc>
              <a:spcBef>
                <a:spcPts val="0"/>
              </a:spcBef>
              <a:spcAft>
                <a:spcPts val="0"/>
              </a:spcAft>
              <a:buNone/>
              <a:defRPr>
                <a:solidFill>
                  <a:schemeClr val="accent1"/>
                </a:solidFill>
              </a:defRPr>
            </a:lvl6pPr>
            <a:lvl7pPr lvl="6" rtl="0" algn="r">
              <a:lnSpc>
                <a:spcPct val="100000"/>
              </a:lnSpc>
              <a:spcBef>
                <a:spcPts val="0"/>
              </a:spcBef>
              <a:spcAft>
                <a:spcPts val="0"/>
              </a:spcAft>
              <a:buNone/>
              <a:defRPr>
                <a:solidFill>
                  <a:schemeClr val="accent1"/>
                </a:solidFill>
              </a:defRPr>
            </a:lvl7pPr>
            <a:lvl8pPr lvl="7" rtl="0" algn="r">
              <a:lnSpc>
                <a:spcPct val="100000"/>
              </a:lnSpc>
              <a:spcBef>
                <a:spcPts val="0"/>
              </a:spcBef>
              <a:spcAft>
                <a:spcPts val="0"/>
              </a:spcAft>
              <a:buNone/>
              <a:defRPr>
                <a:solidFill>
                  <a:schemeClr val="accent1"/>
                </a:solidFill>
              </a:defRPr>
            </a:lvl8pPr>
            <a:lvl9pPr lvl="8" rtl="0" algn="r">
              <a:lnSpc>
                <a:spcPct val="100000"/>
              </a:lnSpc>
              <a:spcBef>
                <a:spcPts val="0"/>
              </a:spcBef>
              <a:spcAft>
                <a:spcPts val="0"/>
              </a:spcAft>
              <a:buNone/>
              <a:defRPr>
                <a:solidFill>
                  <a:schemeClr val="accent1"/>
                </a:solidFill>
              </a:defRPr>
            </a:lvl9pPr>
          </a:lstStyle>
          <a:p/>
        </p:txBody>
      </p:sp>
      <p:sp>
        <p:nvSpPr>
          <p:cNvPr id="294" name="Google Shape;294;p48"/>
          <p:cNvSpPr txBox="1"/>
          <p:nvPr>
            <p:ph idx="4" type="subTitle"/>
          </p:nvPr>
        </p:nvSpPr>
        <p:spPr>
          <a:xfrm>
            <a:off x="5883600" y="2821788"/>
            <a:ext cx="2561100" cy="375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None/>
              <a:defRPr sz="2400">
                <a:solidFill>
                  <a:schemeClr val="accent1"/>
                </a:solidFill>
                <a:latin typeface="Bebas Neue"/>
                <a:ea typeface="Bebas Neue"/>
                <a:cs typeface="Bebas Neue"/>
                <a:sym typeface="Bebas Neue"/>
              </a:defRPr>
            </a:lvl1pPr>
            <a:lvl2pPr lvl="1" rtl="0" algn="r">
              <a:lnSpc>
                <a:spcPct val="100000"/>
              </a:lnSpc>
              <a:spcBef>
                <a:spcPts val="0"/>
              </a:spcBef>
              <a:spcAft>
                <a:spcPts val="0"/>
              </a:spcAft>
              <a:buNone/>
              <a:defRPr sz="2400">
                <a:solidFill>
                  <a:schemeClr val="accent1"/>
                </a:solidFill>
                <a:latin typeface="Bebas Neue"/>
                <a:ea typeface="Bebas Neue"/>
                <a:cs typeface="Bebas Neue"/>
                <a:sym typeface="Bebas Neue"/>
              </a:defRPr>
            </a:lvl2pPr>
            <a:lvl3pPr lvl="2" rtl="0" algn="r">
              <a:lnSpc>
                <a:spcPct val="100000"/>
              </a:lnSpc>
              <a:spcBef>
                <a:spcPts val="0"/>
              </a:spcBef>
              <a:spcAft>
                <a:spcPts val="0"/>
              </a:spcAft>
              <a:buNone/>
              <a:defRPr sz="2400">
                <a:solidFill>
                  <a:schemeClr val="accent1"/>
                </a:solidFill>
                <a:latin typeface="Bebas Neue"/>
                <a:ea typeface="Bebas Neue"/>
                <a:cs typeface="Bebas Neue"/>
                <a:sym typeface="Bebas Neue"/>
              </a:defRPr>
            </a:lvl3pPr>
            <a:lvl4pPr lvl="3" rtl="0" algn="r">
              <a:lnSpc>
                <a:spcPct val="100000"/>
              </a:lnSpc>
              <a:spcBef>
                <a:spcPts val="0"/>
              </a:spcBef>
              <a:spcAft>
                <a:spcPts val="0"/>
              </a:spcAft>
              <a:buNone/>
              <a:defRPr sz="2400">
                <a:solidFill>
                  <a:schemeClr val="accent1"/>
                </a:solidFill>
                <a:latin typeface="Bebas Neue"/>
                <a:ea typeface="Bebas Neue"/>
                <a:cs typeface="Bebas Neue"/>
                <a:sym typeface="Bebas Neue"/>
              </a:defRPr>
            </a:lvl4pPr>
            <a:lvl5pPr lvl="4" rtl="0" algn="r">
              <a:lnSpc>
                <a:spcPct val="100000"/>
              </a:lnSpc>
              <a:spcBef>
                <a:spcPts val="0"/>
              </a:spcBef>
              <a:spcAft>
                <a:spcPts val="0"/>
              </a:spcAft>
              <a:buNone/>
              <a:defRPr sz="2400">
                <a:solidFill>
                  <a:schemeClr val="accent1"/>
                </a:solidFill>
                <a:latin typeface="Bebas Neue"/>
                <a:ea typeface="Bebas Neue"/>
                <a:cs typeface="Bebas Neue"/>
                <a:sym typeface="Bebas Neue"/>
              </a:defRPr>
            </a:lvl5pPr>
            <a:lvl6pPr lvl="5" rtl="0" algn="r">
              <a:lnSpc>
                <a:spcPct val="100000"/>
              </a:lnSpc>
              <a:spcBef>
                <a:spcPts val="0"/>
              </a:spcBef>
              <a:spcAft>
                <a:spcPts val="0"/>
              </a:spcAft>
              <a:buNone/>
              <a:defRPr sz="2400">
                <a:solidFill>
                  <a:schemeClr val="accent1"/>
                </a:solidFill>
                <a:latin typeface="Bebas Neue"/>
                <a:ea typeface="Bebas Neue"/>
                <a:cs typeface="Bebas Neue"/>
                <a:sym typeface="Bebas Neue"/>
              </a:defRPr>
            </a:lvl6pPr>
            <a:lvl7pPr lvl="6" rtl="0" algn="r">
              <a:lnSpc>
                <a:spcPct val="100000"/>
              </a:lnSpc>
              <a:spcBef>
                <a:spcPts val="0"/>
              </a:spcBef>
              <a:spcAft>
                <a:spcPts val="0"/>
              </a:spcAft>
              <a:buNone/>
              <a:defRPr sz="2400">
                <a:solidFill>
                  <a:schemeClr val="accent1"/>
                </a:solidFill>
                <a:latin typeface="Bebas Neue"/>
                <a:ea typeface="Bebas Neue"/>
                <a:cs typeface="Bebas Neue"/>
                <a:sym typeface="Bebas Neue"/>
              </a:defRPr>
            </a:lvl7pPr>
            <a:lvl8pPr lvl="7" rtl="0" algn="r">
              <a:lnSpc>
                <a:spcPct val="100000"/>
              </a:lnSpc>
              <a:spcBef>
                <a:spcPts val="0"/>
              </a:spcBef>
              <a:spcAft>
                <a:spcPts val="0"/>
              </a:spcAft>
              <a:buNone/>
              <a:defRPr sz="2400">
                <a:solidFill>
                  <a:schemeClr val="accent1"/>
                </a:solidFill>
                <a:latin typeface="Bebas Neue"/>
                <a:ea typeface="Bebas Neue"/>
                <a:cs typeface="Bebas Neue"/>
                <a:sym typeface="Bebas Neue"/>
              </a:defRPr>
            </a:lvl8pPr>
            <a:lvl9pPr lvl="8" rtl="0" algn="r">
              <a:lnSpc>
                <a:spcPct val="100000"/>
              </a:lnSpc>
              <a:spcBef>
                <a:spcPts val="0"/>
              </a:spcBef>
              <a:spcAft>
                <a:spcPts val="0"/>
              </a:spcAft>
              <a:buNone/>
              <a:defRPr sz="2400">
                <a:solidFill>
                  <a:schemeClr val="accent1"/>
                </a:solidFill>
                <a:latin typeface="Bebas Neue"/>
                <a:ea typeface="Bebas Neue"/>
                <a:cs typeface="Bebas Neue"/>
                <a:sym typeface="Bebas Neue"/>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5">
    <p:bg>
      <p:bgPr>
        <a:solidFill>
          <a:schemeClr val="lt1"/>
        </a:solidFill>
      </p:bgPr>
    </p:bg>
    <p:spTree>
      <p:nvGrpSpPr>
        <p:cNvPr id="295" name="Shape 295"/>
        <p:cNvGrpSpPr/>
        <p:nvPr/>
      </p:nvGrpSpPr>
      <p:grpSpPr>
        <a:xfrm>
          <a:off x="0" y="0"/>
          <a:ext cx="0" cy="0"/>
          <a:chOff x="0" y="0"/>
          <a:chExt cx="0" cy="0"/>
        </a:xfrm>
      </p:grpSpPr>
      <p:sp>
        <p:nvSpPr>
          <p:cNvPr id="296" name="Google Shape;296;p49"/>
          <p:cNvSpPr txBox="1"/>
          <p:nvPr>
            <p:ph type="title"/>
          </p:nvPr>
        </p:nvSpPr>
        <p:spPr>
          <a:xfrm>
            <a:off x="621792" y="329184"/>
            <a:ext cx="3950100" cy="10515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6000"/>
              <a:buNone/>
              <a:defRPr b="0" sz="6000">
                <a:solidFill>
                  <a:schemeClr val="accent1"/>
                </a:solidFill>
              </a:defRPr>
            </a:lvl1pPr>
            <a:lvl2pPr lvl="1" rtl="0" algn="ctr">
              <a:spcBef>
                <a:spcPts val="0"/>
              </a:spcBef>
              <a:spcAft>
                <a:spcPts val="0"/>
              </a:spcAft>
              <a:buSzPts val="4200"/>
              <a:buNone/>
              <a:defRPr b="0" sz="4200"/>
            </a:lvl2pPr>
            <a:lvl3pPr lvl="2" rtl="0" algn="ctr">
              <a:spcBef>
                <a:spcPts val="0"/>
              </a:spcBef>
              <a:spcAft>
                <a:spcPts val="0"/>
              </a:spcAft>
              <a:buSzPts val="4200"/>
              <a:buNone/>
              <a:defRPr b="0" sz="4200"/>
            </a:lvl3pPr>
            <a:lvl4pPr lvl="3" rtl="0" algn="ctr">
              <a:spcBef>
                <a:spcPts val="0"/>
              </a:spcBef>
              <a:spcAft>
                <a:spcPts val="0"/>
              </a:spcAft>
              <a:buSzPts val="4200"/>
              <a:buNone/>
              <a:defRPr b="0" sz="4200"/>
            </a:lvl4pPr>
            <a:lvl5pPr lvl="4" rtl="0" algn="ctr">
              <a:spcBef>
                <a:spcPts val="0"/>
              </a:spcBef>
              <a:spcAft>
                <a:spcPts val="0"/>
              </a:spcAft>
              <a:buSzPts val="4200"/>
              <a:buNone/>
              <a:defRPr b="0" sz="4200"/>
            </a:lvl5pPr>
            <a:lvl6pPr lvl="5" rtl="0" algn="ctr">
              <a:spcBef>
                <a:spcPts val="0"/>
              </a:spcBef>
              <a:spcAft>
                <a:spcPts val="0"/>
              </a:spcAft>
              <a:buSzPts val="4200"/>
              <a:buNone/>
              <a:defRPr b="0" sz="4200"/>
            </a:lvl6pPr>
            <a:lvl7pPr lvl="6" rtl="0" algn="ctr">
              <a:spcBef>
                <a:spcPts val="0"/>
              </a:spcBef>
              <a:spcAft>
                <a:spcPts val="0"/>
              </a:spcAft>
              <a:buSzPts val="4200"/>
              <a:buNone/>
              <a:defRPr b="0" sz="4200"/>
            </a:lvl7pPr>
            <a:lvl8pPr lvl="7" rtl="0" algn="ctr">
              <a:spcBef>
                <a:spcPts val="0"/>
              </a:spcBef>
              <a:spcAft>
                <a:spcPts val="0"/>
              </a:spcAft>
              <a:buSzPts val="4200"/>
              <a:buNone/>
              <a:defRPr b="0" sz="4200"/>
            </a:lvl8pPr>
            <a:lvl9pPr lvl="8" rtl="0" algn="ctr">
              <a:spcBef>
                <a:spcPts val="0"/>
              </a:spcBef>
              <a:spcAft>
                <a:spcPts val="0"/>
              </a:spcAft>
              <a:buSzPts val="4200"/>
              <a:buNone/>
              <a:defRPr b="0" sz="4200"/>
            </a:lvl9pPr>
          </a:lstStyle>
          <a:p/>
        </p:txBody>
      </p:sp>
      <p:sp>
        <p:nvSpPr>
          <p:cNvPr id="297" name="Google Shape;297;p49"/>
          <p:cNvSpPr txBox="1"/>
          <p:nvPr>
            <p:ph idx="1" type="subTitle"/>
          </p:nvPr>
        </p:nvSpPr>
        <p:spPr>
          <a:xfrm>
            <a:off x="621792" y="2194560"/>
            <a:ext cx="4322700" cy="116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2100"/>
              <a:buNone/>
              <a:defRPr sz="1400">
                <a:solidFill>
                  <a:schemeClr val="accent1"/>
                </a:solidFill>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98" name="Google Shape;298;p49"/>
          <p:cNvSpPr txBox="1"/>
          <p:nvPr/>
        </p:nvSpPr>
        <p:spPr>
          <a:xfrm>
            <a:off x="624850" y="3567600"/>
            <a:ext cx="4407600" cy="1194900"/>
          </a:xfrm>
          <a:prstGeom prst="rect">
            <a:avLst/>
          </a:prstGeom>
          <a:noFill/>
          <a:ln>
            <a:noFill/>
          </a:ln>
        </p:spPr>
        <p:txBody>
          <a:bodyPr anchorCtr="0" anchor="t" bIns="91425" lIns="91425" spcFirstLastPara="1" rIns="91425" wrap="square" tIns="0">
            <a:noAutofit/>
          </a:bodyPr>
          <a:lstStyle/>
          <a:p>
            <a:pPr indent="0" lvl="0" marL="0" rtl="0" algn="l">
              <a:lnSpc>
                <a:spcPct val="100000"/>
              </a:lnSpc>
              <a:spcBef>
                <a:spcPts val="300"/>
              </a:spcBef>
              <a:spcAft>
                <a:spcPts val="0"/>
              </a:spcAft>
              <a:buNone/>
            </a:pPr>
            <a:r>
              <a:rPr lang="en">
                <a:solidFill>
                  <a:schemeClr val="accent1"/>
                </a:solidFill>
                <a:latin typeface="Montserrat"/>
                <a:ea typeface="Montserrat"/>
                <a:cs typeface="Montserrat"/>
                <a:sym typeface="Montserrat"/>
              </a:rPr>
              <a:t>CREDITS: This presentation template was created by </a:t>
            </a:r>
            <a:r>
              <a:rPr lang="en">
                <a:solidFill>
                  <a:schemeClr val="accent1"/>
                </a:solidFill>
                <a:uFill>
                  <a:noFill/>
                </a:uFill>
                <a:latin typeface="Montserrat"/>
                <a:ea typeface="Montserrat"/>
                <a:cs typeface="Montserrat"/>
                <a:sym typeface="Montserrat"/>
                <a:hlinkClick r:id="rId2">
                  <a:extLst>
                    <a:ext uri="{A12FA001-AC4F-418D-AE19-62706E023703}">
                      <ahyp:hlinkClr val="tx"/>
                    </a:ext>
                  </a:extLst>
                </a:hlinkClick>
              </a:rPr>
              <a:t>Slidesgo</a:t>
            </a:r>
            <a:r>
              <a:rPr lang="en">
                <a:solidFill>
                  <a:schemeClr val="accent1"/>
                </a:solidFill>
                <a:latin typeface="Montserrat"/>
                <a:ea typeface="Montserrat"/>
                <a:cs typeface="Montserrat"/>
                <a:sym typeface="Montserrat"/>
              </a:rPr>
              <a:t>, including icons by </a:t>
            </a:r>
            <a:r>
              <a:rPr lang="en">
                <a:solidFill>
                  <a:schemeClr val="accent1"/>
                </a:solidFill>
                <a:uFill>
                  <a:noFill/>
                </a:uFill>
                <a:latin typeface="Montserrat"/>
                <a:ea typeface="Montserrat"/>
                <a:cs typeface="Montserrat"/>
                <a:sym typeface="Montserrat"/>
                <a:hlinkClick r:id="rId3">
                  <a:extLst>
                    <a:ext uri="{A12FA001-AC4F-418D-AE19-62706E023703}">
                      <ahyp:hlinkClr val="tx"/>
                    </a:ext>
                  </a:extLst>
                </a:hlinkClick>
              </a:rPr>
              <a:t>Flaticon</a:t>
            </a:r>
            <a:r>
              <a:rPr lang="en">
                <a:solidFill>
                  <a:schemeClr val="accent1"/>
                </a:solidFill>
                <a:latin typeface="Montserrat"/>
                <a:ea typeface="Montserrat"/>
                <a:cs typeface="Montserrat"/>
                <a:sym typeface="Montserrat"/>
              </a:rPr>
              <a:t>, and infographics &amp; images by </a:t>
            </a:r>
            <a:r>
              <a:rPr lang="en">
                <a:solidFill>
                  <a:schemeClr val="accent1"/>
                </a:solidFill>
                <a:uFill>
                  <a:noFill/>
                </a:uFill>
                <a:latin typeface="Montserrat"/>
                <a:ea typeface="Montserrat"/>
                <a:cs typeface="Montserrat"/>
                <a:sym typeface="Montserrat"/>
                <a:hlinkClick r:id="rId4">
                  <a:extLst>
                    <a:ext uri="{A12FA001-AC4F-418D-AE19-62706E023703}">
                      <ahyp:hlinkClr val="tx"/>
                    </a:ext>
                  </a:extLst>
                </a:hlinkClick>
              </a:rPr>
              <a:t>Freepik</a:t>
            </a:r>
            <a:endParaRPr>
              <a:solidFill>
                <a:schemeClr val="accent1"/>
              </a:solidFill>
              <a:latin typeface="Montserrat"/>
              <a:ea typeface="Montserrat"/>
              <a:cs typeface="Montserrat"/>
              <a:sym typeface="Montserrat"/>
            </a:endParaRPr>
          </a:p>
          <a:p>
            <a:pPr indent="0" lvl="0" marL="0" rtl="0" algn="l">
              <a:lnSpc>
                <a:spcPct val="100000"/>
              </a:lnSpc>
              <a:spcBef>
                <a:spcPts val="0"/>
              </a:spcBef>
              <a:spcAft>
                <a:spcPts val="0"/>
              </a:spcAft>
              <a:buNone/>
            </a:pPr>
            <a:r>
              <a:t/>
            </a:r>
            <a:endParaRPr>
              <a:solidFill>
                <a:srgbClr val="434343"/>
              </a:solidFill>
              <a:latin typeface="Montserrat"/>
              <a:ea typeface="Montserrat"/>
              <a:cs typeface="Montserrat"/>
              <a:sym typeface="Montserrat"/>
            </a:endParaRPr>
          </a:p>
          <a:p>
            <a:pPr indent="0" lvl="0" marL="0" rtl="0" algn="l">
              <a:lnSpc>
                <a:spcPct val="115000"/>
              </a:lnSpc>
              <a:spcBef>
                <a:spcPts val="1600"/>
              </a:spcBef>
              <a:spcAft>
                <a:spcPts val="0"/>
              </a:spcAft>
              <a:buNone/>
            </a:pPr>
            <a:r>
              <a:t/>
            </a:r>
            <a:endParaRPr sz="1200">
              <a:solidFill>
                <a:srgbClr val="434343"/>
              </a:solidFill>
              <a:latin typeface="Montserrat"/>
              <a:ea typeface="Montserrat"/>
              <a:cs typeface="Montserrat"/>
              <a:sym typeface="Montserrat"/>
            </a:endParaRPr>
          </a:p>
        </p:txBody>
      </p:sp>
      <p:sp>
        <p:nvSpPr>
          <p:cNvPr id="299" name="Google Shape;299;p49"/>
          <p:cNvSpPr/>
          <p:nvPr/>
        </p:nvSpPr>
        <p:spPr>
          <a:xfrm>
            <a:off x="5359150" y="150"/>
            <a:ext cx="3784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00" name="Shape 30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4.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20" Type="http://schemas.openxmlformats.org/officeDocument/2006/relationships/slideLayout" Target="../slideLayouts/slideLayout44.xml"/><Relationship Id="rId11" Type="http://schemas.openxmlformats.org/officeDocument/2006/relationships/slideLayout" Target="../slideLayouts/slideLayout35.xml"/><Relationship Id="rId22" Type="http://schemas.openxmlformats.org/officeDocument/2006/relationships/slideLayout" Target="../slideLayouts/slideLayout46.xml"/><Relationship Id="rId10" Type="http://schemas.openxmlformats.org/officeDocument/2006/relationships/slideLayout" Target="../slideLayouts/slideLayout34.xml"/><Relationship Id="rId21" Type="http://schemas.openxmlformats.org/officeDocument/2006/relationships/slideLayout" Target="../slideLayouts/slideLayout45.xml"/><Relationship Id="rId13" Type="http://schemas.openxmlformats.org/officeDocument/2006/relationships/slideLayout" Target="../slideLayouts/slideLayout37.xml"/><Relationship Id="rId24" Type="http://schemas.openxmlformats.org/officeDocument/2006/relationships/theme" Target="../theme/theme3.xml"/><Relationship Id="rId12" Type="http://schemas.openxmlformats.org/officeDocument/2006/relationships/slideLayout" Target="../slideLayouts/slideLayout36.xml"/><Relationship Id="rId23" Type="http://schemas.openxmlformats.org/officeDocument/2006/relationships/slideLayout" Target="../slideLayouts/slideLayout47.xml"/><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slideLayout" Target="../slideLayouts/slideLayout27.xml"/><Relationship Id="rId4" Type="http://schemas.openxmlformats.org/officeDocument/2006/relationships/slideLayout" Target="../slideLayouts/slideLayout28.xml"/><Relationship Id="rId9" Type="http://schemas.openxmlformats.org/officeDocument/2006/relationships/slideLayout" Target="../slideLayouts/slideLayout33.xml"/><Relationship Id="rId15" Type="http://schemas.openxmlformats.org/officeDocument/2006/relationships/slideLayout" Target="../slideLayouts/slideLayout39.xml"/><Relationship Id="rId14" Type="http://schemas.openxmlformats.org/officeDocument/2006/relationships/slideLayout" Target="../slideLayouts/slideLayout38.xml"/><Relationship Id="rId17" Type="http://schemas.openxmlformats.org/officeDocument/2006/relationships/slideLayout" Target="../slideLayouts/slideLayout41.xml"/><Relationship Id="rId16" Type="http://schemas.openxmlformats.org/officeDocument/2006/relationships/slideLayout" Target="../slideLayouts/slideLayout40.xml"/><Relationship Id="rId5" Type="http://schemas.openxmlformats.org/officeDocument/2006/relationships/slideLayout" Target="../slideLayouts/slideLayout29.xml"/><Relationship Id="rId19" Type="http://schemas.openxmlformats.org/officeDocument/2006/relationships/slideLayout" Target="../slideLayouts/slideLayout43.xml"/><Relationship Id="rId6" Type="http://schemas.openxmlformats.org/officeDocument/2006/relationships/slideLayout" Target="../slideLayouts/slideLayout30.xml"/><Relationship Id="rId18" Type="http://schemas.openxmlformats.org/officeDocument/2006/relationships/slideLayout" Target="../slideLayouts/slideLayout42.xml"/><Relationship Id="rId7" Type="http://schemas.openxmlformats.org/officeDocument/2006/relationships/slideLayout" Target="../slideLayouts/slideLayout31.xml"/><Relationship Id="rId8" Type="http://schemas.openxmlformats.org/officeDocument/2006/relationships/slideLayout" Target="../slideLayouts/slideLayout3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Lato"/>
              <a:buNone/>
              <a:defRPr b="1" sz="2800">
                <a:solidFill>
                  <a:schemeClr val="dk1"/>
                </a:solidFill>
                <a:latin typeface="Lato"/>
                <a:ea typeface="Lato"/>
                <a:cs typeface="Lato"/>
                <a:sym typeface="Lato"/>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1pPr>
            <a:lvl2pPr indent="-317500" lvl="1" marL="9144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2pPr>
            <a:lvl3pPr indent="-317500" lvl="2" marL="13716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3pPr>
            <a:lvl4pPr indent="-317500" lvl="3" marL="18288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4pPr>
            <a:lvl5pPr indent="-317500" lvl="4" marL="22860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5pPr>
            <a:lvl6pPr indent="-317500" lvl="5" marL="27432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6pPr>
            <a:lvl7pPr indent="-317500" lvl="6" marL="32004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7pPr>
            <a:lvl8pPr indent="-317500" lvl="7" marL="36576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8pPr>
            <a:lvl9pPr indent="-317500" lvl="8" marL="4114800">
              <a:lnSpc>
                <a:spcPct val="115000"/>
              </a:lnSpc>
              <a:spcBef>
                <a:spcPts val="1600"/>
              </a:spcBef>
              <a:spcAft>
                <a:spcPts val="1600"/>
              </a:spcAft>
              <a:buClr>
                <a:schemeClr val="dk1"/>
              </a:buClr>
              <a:buSzPts val="1400"/>
              <a:buFont typeface="Open Sans"/>
              <a:buChar char="■"/>
              <a:defRPr>
                <a:solidFill>
                  <a:schemeClr val="dk1"/>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75" name="Shape 175"/>
        <p:cNvGrpSpPr/>
        <p:nvPr/>
      </p:nvGrpSpPr>
      <p:grpSpPr>
        <a:xfrm>
          <a:off x="0" y="0"/>
          <a:ext cx="0" cy="0"/>
          <a:chOff x="0" y="0"/>
          <a:chExt cx="0" cy="0"/>
        </a:xfrm>
      </p:grpSpPr>
      <p:sp>
        <p:nvSpPr>
          <p:cNvPr id="176" name="Google Shape;176;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77" name="Google Shape;177;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2"/>
        </a:solidFill>
      </p:bgPr>
    </p:bg>
    <p:spTree>
      <p:nvGrpSpPr>
        <p:cNvPr id="179" name="Shape 179"/>
        <p:cNvGrpSpPr/>
        <p:nvPr/>
      </p:nvGrpSpPr>
      <p:grpSpPr>
        <a:xfrm>
          <a:off x="0" y="0"/>
          <a:ext cx="0" cy="0"/>
          <a:chOff x="0" y="0"/>
          <a:chExt cx="0" cy="0"/>
        </a:xfrm>
      </p:grpSpPr>
      <p:sp>
        <p:nvSpPr>
          <p:cNvPr id="180" name="Google Shape;180;p27"/>
          <p:cNvSpPr txBox="1"/>
          <p:nvPr>
            <p:ph idx="1" type="body"/>
          </p:nvPr>
        </p:nvSpPr>
        <p:spPr>
          <a:xfrm>
            <a:off x="713225" y="619075"/>
            <a:ext cx="7717500" cy="3989400"/>
          </a:xfrm>
          <a:prstGeom prst="rect">
            <a:avLst/>
          </a:prstGeom>
          <a:noFill/>
          <a:ln>
            <a:noFill/>
          </a:ln>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1pPr>
            <a:lvl2pPr indent="-317500" lvl="1" marL="914400" rtl="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2pPr>
            <a:lvl3pPr indent="-317500" lvl="2" marL="1371600" rtl="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3pPr>
            <a:lvl4pPr indent="-317500" lvl="3" marL="1828800" rtl="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4pPr>
            <a:lvl5pPr indent="-317500" lvl="4" marL="2286000" rtl="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5pPr>
            <a:lvl6pPr indent="-317500" lvl="5" marL="2743200" rtl="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6pPr>
            <a:lvl7pPr indent="-317500" lvl="6" marL="3200400" rtl="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7pPr>
            <a:lvl8pPr indent="-317500" lvl="7" marL="3657600" rtl="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8pPr>
            <a:lvl9pPr indent="-317500" lvl="8" marL="4114800" rtl="0">
              <a:lnSpc>
                <a:spcPct val="115000"/>
              </a:lnSpc>
              <a:spcBef>
                <a:spcPts val="1600"/>
              </a:spcBef>
              <a:spcAft>
                <a:spcPts val="1600"/>
              </a:spcAft>
              <a:buClr>
                <a:schemeClr val="dk1"/>
              </a:buClr>
              <a:buSzPts val="1400"/>
              <a:buFont typeface="Montserrat"/>
              <a:buChar char="■"/>
              <a:defRPr>
                <a:solidFill>
                  <a:schemeClr val="dk1"/>
                </a:solidFill>
                <a:latin typeface="Montserrat"/>
                <a:ea typeface="Montserrat"/>
                <a:cs typeface="Montserrat"/>
                <a:sym typeface="Montserrat"/>
              </a:defRPr>
            </a:lvl9pPr>
          </a:lstStyle>
          <a:p/>
        </p:txBody>
      </p:sp>
      <p:sp>
        <p:nvSpPr>
          <p:cNvPr id="181" name="Google Shape;181;p27"/>
          <p:cNvSpPr txBox="1"/>
          <p:nvPr>
            <p:ph type="title"/>
          </p:nvPr>
        </p:nvSpPr>
        <p:spPr>
          <a:xfrm>
            <a:off x="713225" y="3688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4800"/>
              <a:buFont typeface="Bebas Neue"/>
              <a:buNone/>
              <a:defRPr b="1" sz="4800">
                <a:solidFill>
                  <a:schemeClr val="dk1"/>
                </a:solidFill>
                <a:latin typeface="Bebas Neue"/>
                <a:ea typeface="Bebas Neue"/>
                <a:cs typeface="Bebas Neue"/>
                <a:sym typeface="Bebas Neue"/>
              </a:defRPr>
            </a:lvl1pPr>
            <a:lvl2pPr lvl="1" rtl="0">
              <a:spcBef>
                <a:spcPts val="0"/>
              </a:spcBef>
              <a:spcAft>
                <a:spcPts val="0"/>
              </a:spcAft>
              <a:buClr>
                <a:schemeClr val="dk1"/>
              </a:buClr>
              <a:buSzPts val="4800"/>
              <a:buFont typeface="Bebas Neue"/>
              <a:buNone/>
              <a:defRPr b="1" sz="4800">
                <a:solidFill>
                  <a:schemeClr val="dk1"/>
                </a:solidFill>
                <a:latin typeface="Bebas Neue"/>
                <a:ea typeface="Bebas Neue"/>
                <a:cs typeface="Bebas Neue"/>
                <a:sym typeface="Bebas Neue"/>
              </a:defRPr>
            </a:lvl2pPr>
            <a:lvl3pPr lvl="2" rtl="0">
              <a:spcBef>
                <a:spcPts val="0"/>
              </a:spcBef>
              <a:spcAft>
                <a:spcPts val="0"/>
              </a:spcAft>
              <a:buClr>
                <a:schemeClr val="dk1"/>
              </a:buClr>
              <a:buSzPts val="4800"/>
              <a:buFont typeface="Bebas Neue"/>
              <a:buNone/>
              <a:defRPr b="1" sz="4800">
                <a:solidFill>
                  <a:schemeClr val="dk1"/>
                </a:solidFill>
                <a:latin typeface="Bebas Neue"/>
                <a:ea typeface="Bebas Neue"/>
                <a:cs typeface="Bebas Neue"/>
                <a:sym typeface="Bebas Neue"/>
              </a:defRPr>
            </a:lvl3pPr>
            <a:lvl4pPr lvl="3" rtl="0">
              <a:spcBef>
                <a:spcPts val="0"/>
              </a:spcBef>
              <a:spcAft>
                <a:spcPts val="0"/>
              </a:spcAft>
              <a:buClr>
                <a:schemeClr val="dk1"/>
              </a:buClr>
              <a:buSzPts val="4800"/>
              <a:buFont typeface="Bebas Neue"/>
              <a:buNone/>
              <a:defRPr b="1" sz="4800">
                <a:solidFill>
                  <a:schemeClr val="dk1"/>
                </a:solidFill>
                <a:latin typeface="Bebas Neue"/>
                <a:ea typeface="Bebas Neue"/>
                <a:cs typeface="Bebas Neue"/>
                <a:sym typeface="Bebas Neue"/>
              </a:defRPr>
            </a:lvl4pPr>
            <a:lvl5pPr lvl="4" rtl="0">
              <a:spcBef>
                <a:spcPts val="0"/>
              </a:spcBef>
              <a:spcAft>
                <a:spcPts val="0"/>
              </a:spcAft>
              <a:buClr>
                <a:schemeClr val="dk1"/>
              </a:buClr>
              <a:buSzPts val="4800"/>
              <a:buFont typeface="Bebas Neue"/>
              <a:buNone/>
              <a:defRPr b="1" sz="4800">
                <a:solidFill>
                  <a:schemeClr val="dk1"/>
                </a:solidFill>
                <a:latin typeface="Bebas Neue"/>
                <a:ea typeface="Bebas Neue"/>
                <a:cs typeface="Bebas Neue"/>
                <a:sym typeface="Bebas Neue"/>
              </a:defRPr>
            </a:lvl5pPr>
            <a:lvl6pPr lvl="5" rtl="0">
              <a:spcBef>
                <a:spcPts val="0"/>
              </a:spcBef>
              <a:spcAft>
                <a:spcPts val="0"/>
              </a:spcAft>
              <a:buClr>
                <a:schemeClr val="dk1"/>
              </a:buClr>
              <a:buSzPts val="4800"/>
              <a:buFont typeface="Bebas Neue"/>
              <a:buNone/>
              <a:defRPr b="1" sz="4800">
                <a:solidFill>
                  <a:schemeClr val="dk1"/>
                </a:solidFill>
                <a:latin typeface="Bebas Neue"/>
                <a:ea typeface="Bebas Neue"/>
                <a:cs typeface="Bebas Neue"/>
                <a:sym typeface="Bebas Neue"/>
              </a:defRPr>
            </a:lvl6pPr>
            <a:lvl7pPr lvl="6" rtl="0">
              <a:spcBef>
                <a:spcPts val="0"/>
              </a:spcBef>
              <a:spcAft>
                <a:spcPts val="0"/>
              </a:spcAft>
              <a:buClr>
                <a:schemeClr val="dk1"/>
              </a:buClr>
              <a:buSzPts val="4800"/>
              <a:buFont typeface="Bebas Neue"/>
              <a:buNone/>
              <a:defRPr b="1" sz="4800">
                <a:solidFill>
                  <a:schemeClr val="dk1"/>
                </a:solidFill>
                <a:latin typeface="Bebas Neue"/>
                <a:ea typeface="Bebas Neue"/>
                <a:cs typeface="Bebas Neue"/>
                <a:sym typeface="Bebas Neue"/>
              </a:defRPr>
            </a:lvl7pPr>
            <a:lvl8pPr lvl="7" rtl="0">
              <a:spcBef>
                <a:spcPts val="0"/>
              </a:spcBef>
              <a:spcAft>
                <a:spcPts val="0"/>
              </a:spcAft>
              <a:buClr>
                <a:schemeClr val="dk1"/>
              </a:buClr>
              <a:buSzPts val="4800"/>
              <a:buFont typeface="Bebas Neue"/>
              <a:buNone/>
              <a:defRPr b="1" sz="4800">
                <a:solidFill>
                  <a:schemeClr val="dk1"/>
                </a:solidFill>
                <a:latin typeface="Bebas Neue"/>
                <a:ea typeface="Bebas Neue"/>
                <a:cs typeface="Bebas Neue"/>
                <a:sym typeface="Bebas Neue"/>
              </a:defRPr>
            </a:lvl8pPr>
            <a:lvl9pPr lvl="8" rtl="0">
              <a:spcBef>
                <a:spcPts val="0"/>
              </a:spcBef>
              <a:spcAft>
                <a:spcPts val="0"/>
              </a:spcAft>
              <a:buClr>
                <a:schemeClr val="dk1"/>
              </a:buClr>
              <a:buSzPts val="4800"/>
              <a:buFont typeface="Bebas Neue"/>
              <a:buNone/>
              <a:defRPr b="1" sz="4800">
                <a:solidFill>
                  <a:schemeClr val="dk1"/>
                </a:solidFill>
                <a:latin typeface="Bebas Neue"/>
                <a:ea typeface="Bebas Neue"/>
                <a:cs typeface="Bebas Neue"/>
                <a:sym typeface="Bebas Neue"/>
              </a:defRPr>
            </a:lvl9pPr>
          </a:lstStyle>
          <a:p/>
        </p:txBody>
      </p:sp>
    </p:spTree>
  </p:cSld>
  <p:clrMap accent1="accent1" accent2="accent2" accent3="accent3" accent4="accent4" accent5="accent5" accent6="accent6" bg1="lt1" bg2="dk2" tx1="dk1" tx2="lt2" folHlink="folHlink" hlink="hlink"/>
  <p:sldLayoutIdLst>
    <p:sldLayoutId id="2147483672" r:id="rId1"/>
    <p:sldLayoutId id="2147483673" r:id="rId2"/>
    <p:sldLayoutId id="2147483674" r:id="rId3"/>
    <p:sldLayoutId id="2147483675" r:id="rId4"/>
    <p:sldLayoutId id="2147483676" r:id="rId5"/>
    <p:sldLayoutId id="2147483677" r:id="rId6"/>
    <p:sldLayoutId id="2147483678" r:id="rId7"/>
    <p:sldLayoutId id="2147483679" r:id="rId8"/>
    <p:sldLayoutId id="2147483680" r:id="rId9"/>
    <p:sldLayoutId id="2147483681" r:id="rId10"/>
    <p:sldLayoutId id="2147483682" r:id="rId11"/>
    <p:sldLayoutId id="2147483683" r:id="rId12"/>
    <p:sldLayoutId id="2147483684" r:id="rId13"/>
    <p:sldLayoutId id="2147483685" r:id="rId14"/>
    <p:sldLayoutId id="2147483686" r:id="rId15"/>
    <p:sldLayoutId id="2147483687" r:id="rId16"/>
    <p:sldLayoutId id="2147483688" r:id="rId17"/>
    <p:sldLayoutId id="2147483689" r:id="rId18"/>
    <p:sldLayoutId id="2147483690" r:id="rId19"/>
    <p:sldLayoutId id="2147483691" r:id="rId20"/>
    <p:sldLayoutId id="2147483692" r:id="rId21"/>
    <p:sldLayoutId id="2147483693" r:id="rId22"/>
    <p:sldLayoutId id="2147483694"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363">
          <p15:clr>
            <a:srgbClr val="FF9900"/>
          </p15:clr>
        </p15:guide>
        <p15:guide id="2" pos="449">
          <p15:clr>
            <a:srgbClr val="FF00FF"/>
          </p15:clr>
        </p15:guide>
        <p15:guide id="3" pos="5311">
          <p15:clr>
            <a:srgbClr val="FF00FF"/>
          </p15:clr>
        </p15:guide>
        <p15:guide id="4" orient="horz" pos="2903">
          <p15:clr>
            <a:srgbClr val="FF9900"/>
          </p15:clr>
        </p15:guide>
        <p15:guide id="5" pos="2880">
          <p15:clr>
            <a:srgbClr val="FF00FF"/>
          </p15:clr>
        </p15:guide>
        <p15:guide id="6" orient="horz" pos="1620">
          <p15:clr>
            <a:srgbClr val="FF9900"/>
          </p15:clr>
        </p15:guide>
        <p15:guide id="7" pos="1665">
          <p15:clr>
            <a:srgbClr val="EA4335"/>
          </p15:clr>
        </p15:guide>
        <p15:guide id="8" pos="4095">
          <p15:clr>
            <a:srgbClr val="EA4335"/>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3.png"/></Relationships>
</file>

<file path=ppt/slides/_rels/slide2.xml.rels><?xml version="1.0" encoding="UTF-8" standalone="yes"?><Relationships xmlns="http://schemas.openxmlformats.org/package/2006/relationships"><Relationship Id="rId11" Type="http://schemas.openxmlformats.org/officeDocument/2006/relationships/slide" Target="/ppt/slides/slide30.xml"/><Relationship Id="rId10" Type="http://schemas.openxmlformats.org/officeDocument/2006/relationships/slide" Target="/ppt/slides/slide30.xml"/><Relationship Id="rId13"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slide" Target="/ppt/slides/slide31.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9.xml"/><Relationship Id="rId15" Type="http://schemas.openxmlformats.org/officeDocument/2006/relationships/slide" Target="/ppt/slides/slide32.xml"/><Relationship Id="rId14" Type="http://schemas.openxmlformats.org/officeDocument/2006/relationships/slide" Target="/ppt/slides/slide32.xml"/><Relationship Id="rId16" Type="http://schemas.openxmlformats.org/officeDocument/2006/relationships/slide" Target="/ppt/slides/slide41.xml"/><Relationship Id="rId5" Type="http://schemas.openxmlformats.org/officeDocument/2006/relationships/hyperlink" Target="http://bit.ly/33VAFh3" TargetMode="External"/><Relationship Id="rId6" Type="http://schemas.openxmlformats.org/officeDocument/2006/relationships/slide" Target="/ppt/slides/slide27.xml"/><Relationship Id="rId7" Type="http://schemas.openxmlformats.org/officeDocument/2006/relationships/slide" Target="/ppt/slides/slide26.xml"/><Relationship Id="rId8" Type="http://schemas.openxmlformats.org/officeDocument/2006/relationships/slide" Target="/ppt/slides/slide2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xml"/><Relationship Id="rId3" Type="http://schemas.openxmlformats.org/officeDocument/2006/relationships/image" Target="../media/image12.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4.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7.xml"/><Relationship Id="rId3" Type="http://schemas.openxmlformats.org/officeDocument/2006/relationships/image" Target="../media/image15.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9.xml"/><Relationship Id="rId3" Type="http://schemas.openxmlformats.org/officeDocument/2006/relationships/image" Target="../media/image10.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1.xml"/><Relationship Id="rId3" Type="http://schemas.openxmlformats.org/officeDocument/2006/relationships/image" Target="../media/image16.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3.xml"/><Relationship Id="rId3" Type="http://schemas.openxmlformats.org/officeDocument/2006/relationships/hyperlink" Target="https://docs.google.com/spreadsheets/d/1i4Q9EtmIfFbW3OSh_4RI7oYcLA1_lk7l7nOhWVAbb9I/copy" TargetMode="External"/><Relationship Id="rId4"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xml"/><Relationship Id="rId3" Type="http://schemas.openxmlformats.org/officeDocument/2006/relationships/image" Target="../media/image18.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image" Target="../media/image22.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 Id="rId3" Type="http://schemas.openxmlformats.org/officeDocument/2006/relationships/image" Target="../media/image19.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 Id="rId3" Type="http://schemas.openxmlformats.org/officeDocument/2006/relationships/image" Target="../media/image20.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 Id="rId3" Type="http://schemas.openxmlformats.org/officeDocument/2006/relationships/image" Target="../media/image17.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4.xml"/><Relationship Id="rId3" Type="http://schemas.openxmlformats.org/officeDocument/2006/relationships/image" Target="../media/image24.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image" Target="../media/image13.jpg"/></Relationships>
</file>

<file path=ppt/slides/_rels/slide27.xml.rels><?xml version="1.0" encoding="UTF-8" standalone="yes"?><Relationships xmlns="http://schemas.openxmlformats.org/package/2006/relationships"><Relationship Id="rId11" Type="http://schemas.openxmlformats.org/officeDocument/2006/relationships/hyperlink" Target="https://www.freepik.com/free-photo/front-view-woman-eye-exam_5381972.htm#page=5&amp;query=eyes+freepik&amp;position=11/?utm_source=slidesgo_template&amp;utm_medium=referral-link&amp;utm_campaign=sg_resources&amp;utm_content=freepik" TargetMode="External"/><Relationship Id="rId10" Type="http://schemas.openxmlformats.org/officeDocument/2006/relationships/hyperlink" Target="https://www.freepik.com/free-photo/close-up-portrait-eyes-woman_4721982.htm/?utm_source=slidesgo_template&amp;utm_medium=referral-link&amp;utm_campaign=sg_resources&amp;utm_content=freepik" TargetMode="External"/><Relationship Id="rId13" Type="http://schemas.openxmlformats.org/officeDocument/2006/relationships/hyperlink" Target="https://www.freepik.com/free-vector/pack-realistic-colored-looks_1038457.htm#page=1&amp;query=eyes%20freepik&amp;position=37/?utm_source=slidesgo_template&amp;utm_medium=referral-link&amp;utm_campaign=sg_resources&amp;utm_content=freepik" TargetMode="External"/><Relationship Id="rId12" Type="http://schemas.openxmlformats.org/officeDocument/2006/relationships/hyperlink" Target="https://www.freepik.com/premium-vector/abstract-eye-collection_1026008.htm#page=1&amp;query=eyes%20freepik&amp;position=22/?utm_source=slidesgo_template&amp;utm_medium=referral-link&amp;utm_campaign=sg_resources&amp;utm_content=freepik" TargetMode="External"/><Relationship Id="rId1" Type="http://schemas.openxmlformats.org/officeDocument/2006/relationships/slideLayout" Target="../slideLayouts/slideLayout6.xml"/><Relationship Id="rId2" Type="http://schemas.openxmlformats.org/officeDocument/2006/relationships/notesSlide" Target="../notesSlides/notesSlide27.xml"/><Relationship Id="rId3" Type="http://schemas.openxmlformats.org/officeDocument/2006/relationships/hyperlink" Target="https://www.freepik.com/premium-photo/close-up-woman-eye-looking-camera_5431235.htm#page=1&amp;query=eyes%20freepik&amp;position=0/?utm_source=slidesgo_template&amp;utm_medium=referral-link&amp;utm_campaign=sg_resources&amp;utm_content=freepik" TargetMode="External"/><Relationship Id="rId4" Type="http://schemas.openxmlformats.org/officeDocument/2006/relationships/hyperlink" Target="https://www.freepik.com/free-photo/young-woman-touching-her-eyes-eyeglasses_3596872.htm#page=1&amp;query=eyes%20freepik&amp;position=8/?utm_source=slidesgo_template&amp;utm_medium=referral-link&amp;utm_campaign=sg_resources&amp;utm_content=freepik" TargetMode="External"/><Relationship Id="rId9" Type="http://schemas.openxmlformats.org/officeDocument/2006/relationships/hyperlink" Target="https://www.freepik.com/premium-photo/attractive-female-ophthalmologist-checking-boy-eyes-with-refractometer-machine-optics-clinic_5489925.htm#page=4&amp;query=eyes+freepik&amp;position=11/?utm_source=slidesgo_template&amp;utm_medium=referral-link&amp;utm_campaign=sg_resources&amp;utm_content=freepik" TargetMode="External"/><Relationship Id="rId5" Type="http://schemas.openxmlformats.org/officeDocument/2006/relationships/hyperlink" Target="https://www.freepik.com/free-photo/close-up-woman-having-eye-pain_3513827.htm#page=1&amp;query=eyes%20freepik&amp;position=36/?utm_source=slidesgo_template&amp;utm_medium=referral-link&amp;utm_campaign=sg_resources&amp;utm_content=freepik" TargetMode="External"/><Relationship Id="rId6" Type="http://schemas.openxmlformats.org/officeDocument/2006/relationships/hyperlink" Target="https://www.freepik.com/free-photo/close-up-portrait-eyes-man_4722001.htm#page=1&amp;query=eyes%20freepik&amp;position=35/?utm_source=slidesgo_template&amp;utm_medium=referral-link&amp;utm_campaign=sg_resources&amp;utm_content=freepik" TargetMode="External"/><Relationship Id="rId7" Type="http://schemas.openxmlformats.org/officeDocument/2006/relationships/hyperlink" Target="https://www.freepik.com/free-photo/man-using-eye-drops_10361049.htm#page=1&amp;query=eyes%20freepik&amp;position=47/?utm_source=slidesgo_template&amp;utm_medium=referral-link&amp;utm_campaign=sg_resources&amp;utm_content=freepik" TargetMode="External"/><Relationship Id="rId8" Type="http://schemas.openxmlformats.org/officeDocument/2006/relationships/hyperlink" Target="https://www.freepik.com/free-photo/elder-woman-using-injection-her-eye-wrinkles_10182788.htm#page=3&amp;query=eyes+freepik&amp;position=11/?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1" Type="http://schemas.openxmlformats.org/officeDocument/2006/relationships/hyperlink" Target="https://www.freepik.com/free-photo/close-up-beautiful-woman-with-blue-eyes_5683249.htm#page=1&amp;query=eye%20freepik&amp;position=18/?utm_source=slidesgo_template&amp;utm_medium=referral-link&amp;utm_campaign=sg_resources&amp;utm_content=freepik" TargetMode="External"/><Relationship Id="rId10" Type="http://schemas.openxmlformats.org/officeDocument/2006/relationships/hyperlink" Target="https://www.freepik.com/premium-photo/woman-wearing-trial-frames_5381885.htm#page=2&amp;query=eye+freepik&amp;position=1/?utm_source=slidesgo_template&amp;utm_medium=referral-link&amp;utm_campaign=sg_resources&amp;utm_content=freepik" TargetMode="External"/><Relationship Id="rId13" Type="http://schemas.openxmlformats.org/officeDocument/2006/relationships/hyperlink" Target="https://www.freepik.com/premium-photo/close-up-beautiful-woman-applying-eye-drops-her-eyes_3607862.htm#page=1&amp;query=eye%20medication%20freepik&amp;position=1/?utm_source=slidesgo_template&amp;utm_medium=referral-link&amp;utm_campaign=sg_resources&amp;utm_content=freepik" TargetMode="External"/><Relationship Id="rId12" Type="http://schemas.openxmlformats.org/officeDocument/2006/relationships/hyperlink" Target="https://www.freepik.com/free-photo/senior-therapist-reading-records_3007076.htm#page=1&amp;query=doctor%20reading&amp;position=9/?utm_source=slidesgo_template&amp;utm_medium=referral-link&amp;utm_campaign=sg_resources&amp;utm_content=freepik" TargetMode="External"/><Relationship Id="rId1" Type="http://schemas.openxmlformats.org/officeDocument/2006/relationships/slideLayout" Target="../slideLayouts/slideLayout6.xml"/><Relationship Id="rId2" Type="http://schemas.openxmlformats.org/officeDocument/2006/relationships/notesSlide" Target="../notesSlides/notesSlide28.xml"/><Relationship Id="rId3" Type="http://schemas.openxmlformats.org/officeDocument/2006/relationships/hyperlink" Target="https://www.freepik.com/free-photo/young-woman-wearing-eyeglasses-touching-her-eyes-with-hand_3596868.htm#page=2&amp;query=eyes+care&amp;position=49/?utm_source=slidesgo_template&amp;utm_medium=referral-link&amp;utm_campaign=sg_resources&amp;utm_content=freepik" TargetMode="External"/><Relationship Id="rId4" Type="http://schemas.openxmlformats.org/officeDocument/2006/relationships/hyperlink" Target="https://www.freepik.com/free-photo/elder-woman-using-serum-her-eye-wrinkles_10182778.htm#query=eyes%20care&amp;position=9/?utm_source=slidesgo_template&amp;utm_medium=referral-link&amp;utm_campaign=sg_resources&amp;utm_content=freepik" TargetMode="External"/><Relationship Id="rId9" Type="http://schemas.openxmlformats.org/officeDocument/2006/relationships/hyperlink" Target="https://www.freepik.com/free-photo/cheerful-team-medics_1796584.htm/?utm_source=slidesgo_template&amp;utm_medium=referral-link&amp;utm_campaign=sg_resources&amp;utm_content=freepik" TargetMode="External"/><Relationship Id="rId15" Type="http://schemas.openxmlformats.org/officeDocument/2006/relationships/hyperlink" Target="https://www.freepik.com/premium-photo/portrait-woman-optometrist_4722771.htm#page=1&amp;query=eyes%20freepik&amp;position=7/?utm_source=slidesgo_template&amp;utm_medium=referral-link&amp;utm_campaign=sg_resources&amp;utm_content=freepik" TargetMode="External"/><Relationship Id="rId14" Type="http://schemas.openxmlformats.org/officeDocument/2006/relationships/hyperlink" Target="https://www.freepik.com/free-photo/doctors-looking-camera-with-hands-crossed_5480791.htm#page=1&amp;query=doctor%20freepik&amp;position=39/?utm_source=slidesgo_template&amp;utm_medium=referral-link&amp;utm_campaign=sg_resources&amp;utm_content=freepik" TargetMode="External"/><Relationship Id="rId17" Type="http://schemas.openxmlformats.org/officeDocument/2006/relationships/hyperlink" Target="https://www.freepik.com/free-vector/hand-drawn-make-up-background_2296373.htm#page=1&amp;query=eye%20freepik&amp;position=44/?utm_source=slidesgo_template&amp;utm_medium=referral-link&amp;utm_campaign=sg_resources&amp;utm_content=freepik" TargetMode="External"/><Relationship Id="rId16" Type="http://schemas.openxmlformats.org/officeDocument/2006/relationships/hyperlink" Target="https://www.freepik.com/free-vector/flat-eyes-with-different-colors_1024463.htm#page=1&amp;query=flat%20eyes%20with%20different%20colors&amp;position=0/?utm_source=slidesgo_template&amp;utm_medium=referral-link&amp;utm_campaign=sg_resources&amp;utm_content=freepik" TargetMode="External"/><Relationship Id="rId5" Type="http://schemas.openxmlformats.org/officeDocument/2006/relationships/hyperlink" Target="https://www.freepik.com/premium-photo/woman-indoors-using-eye-drops_7595587.htm#page=2&amp;query=eyes+care+freepik&amp;position=11/?utm_source=slidesgo_template&amp;utm_medium=referral-link&amp;utm_campaign=sg_resources&amp;utm_content=freepik" TargetMode="External"/><Relationship Id="rId6" Type="http://schemas.openxmlformats.org/officeDocument/2006/relationships/hyperlink" Target="https://www.freepik.com/free-photo/handsome-man-using-eye-drops_10361059.htm#page=1&amp;query=handsome-man-using-eye-drops&amp;position=0/?utm_source=slidesgo_template&amp;utm_medium=referral-link&amp;utm_campaign=sg_resources&amp;utm_content=freepik" TargetMode="External"/><Relationship Id="rId7" Type="http://schemas.openxmlformats.org/officeDocument/2006/relationships/hyperlink" Target="https://www.freepik.com/free-photo/young-attractive-woman-looking-through-refractometer-machine-while-eye-checkup_5489931.htm#page=3&amp;query=eyes+care&amp;position=25/?utm_source=slidesgo_template&amp;utm_medium=referral-link&amp;utm_campaign=sg_resources&amp;utm_content=freepik" TargetMode="External"/><Relationship Id="rId8" Type="http://schemas.openxmlformats.org/officeDocument/2006/relationships/hyperlink" Target="https://www.freepik.com/free-photo/close-up-portrait-eyes-man_4722002.htm#page=1&amp;query=eyes%20care%20freepik&amp;position=18/?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30.xml"/><Relationship Id="rId3" Type="http://schemas.openxmlformats.org/officeDocument/2006/relationships/hyperlink" Target="https://fonts.google.com/specimen/Lato" TargetMode="External"/><Relationship Id="rId4" Type="http://schemas.openxmlformats.org/officeDocument/2006/relationships/hyperlink" Target="https://fonts.google.com/specimen/Open+Sans" TargetMode="External"/></Relationships>
</file>

<file path=ppt/slides/_rels/slide31.xml.rels><?xml version="1.0" encoding="UTF-8" standalone="yes"?><Relationships xmlns="http://schemas.openxmlformats.org/package/2006/relationships"><Relationship Id="rId11" Type="http://schemas.openxmlformats.org/officeDocument/2006/relationships/image" Target="../media/image11.gif"/><Relationship Id="rId10" Type="http://schemas.openxmlformats.org/officeDocument/2006/relationships/image" Target="../media/image7.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9.gif"/><Relationship Id="rId1" Type="http://schemas.openxmlformats.org/officeDocument/2006/relationships/slideLayout" Target="../slideLayouts/slideLayout24.xml"/><Relationship Id="rId2" Type="http://schemas.openxmlformats.org/officeDocument/2006/relationships/notesSlide" Target="../notesSlides/notesSlide31.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6.gif"/><Relationship Id="rId9" Type="http://schemas.openxmlformats.org/officeDocument/2006/relationships/image" Target="../media/image8.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 Id="rId3" Type="http://schemas.openxmlformats.org/officeDocument/2006/relationships/hyperlink" Target="https://bit.ly/2ZjL1pd"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 Id="rId3" Type="http://schemas.openxmlformats.org/officeDocument/2006/relationships/hyperlink" Target="https://chrome.google.com/webstore/detail/flaticon-for-gsuit-gslide/haekgjfnhhdkgfgmldhfokhmfkgmciba"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2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304" name="Shape 304"/>
        <p:cNvGrpSpPr/>
        <p:nvPr/>
      </p:nvGrpSpPr>
      <p:grpSpPr>
        <a:xfrm>
          <a:off x="0" y="0"/>
          <a:ext cx="0" cy="0"/>
          <a:chOff x="0" y="0"/>
          <a:chExt cx="0" cy="0"/>
        </a:xfrm>
      </p:grpSpPr>
      <p:sp>
        <p:nvSpPr>
          <p:cNvPr id="305" name="Google Shape;305;p51"/>
          <p:cNvSpPr txBox="1"/>
          <p:nvPr>
            <p:ph type="ctrTitle"/>
          </p:nvPr>
        </p:nvSpPr>
        <p:spPr>
          <a:xfrm>
            <a:off x="713100" y="928650"/>
            <a:ext cx="3621900" cy="237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Eye Care Clinical Case</a:t>
            </a:r>
            <a:endParaRPr/>
          </a:p>
        </p:txBody>
      </p:sp>
      <p:sp>
        <p:nvSpPr>
          <p:cNvPr id="306" name="Google Shape;306;p51"/>
          <p:cNvSpPr txBox="1"/>
          <p:nvPr>
            <p:ph idx="1" type="subTitle"/>
          </p:nvPr>
        </p:nvSpPr>
        <p:spPr>
          <a:xfrm>
            <a:off x="713100" y="3516200"/>
            <a:ext cx="25350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pic>
        <p:nvPicPr>
          <p:cNvPr id="307" name="Google Shape;307;p51"/>
          <p:cNvPicPr preferRelativeResize="0"/>
          <p:nvPr/>
        </p:nvPicPr>
        <p:blipFill rotWithShape="1">
          <a:blip r:embed="rId3">
            <a:alphaModFix/>
          </a:blip>
          <a:srcRect b="0" l="6994" r="35908" t="0"/>
          <a:stretch/>
        </p:blipFill>
        <p:spPr>
          <a:xfrm>
            <a:off x="5141718" y="630675"/>
            <a:ext cx="3672000" cy="3617400"/>
          </a:xfrm>
          <a:prstGeom prst="ellipse">
            <a:avLst/>
          </a:prstGeom>
          <a:noFill/>
          <a:ln>
            <a:noFill/>
          </a:ln>
        </p:spPr>
      </p:pic>
      <p:sp>
        <p:nvSpPr>
          <p:cNvPr id="308" name="Google Shape;308;p51"/>
          <p:cNvSpPr/>
          <p:nvPr/>
        </p:nvSpPr>
        <p:spPr>
          <a:xfrm>
            <a:off x="7738050" y="-371025"/>
            <a:ext cx="2720400" cy="27285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51"/>
          <p:cNvSpPr/>
          <p:nvPr/>
        </p:nvSpPr>
        <p:spPr>
          <a:xfrm>
            <a:off x="4638675" y="392325"/>
            <a:ext cx="1175100" cy="12018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51"/>
          <p:cNvSpPr/>
          <p:nvPr/>
        </p:nvSpPr>
        <p:spPr>
          <a:xfrm>
            <a:off x="6404550" y="3686925"/>
            <a:ext cx="897600" cy="918000"/>
          </a:xfrm>
          <a:prstGeom prst="ellipse">
            <a:avLst/>
          </a:prstGeom>
          <a:solidFill>
            <a:srgbClr val="7DB0EB">
              <a:alpha val="653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314" name="Shape 314"/>
        <p:cNvGrpSpPr/>
        <p:nvPr/>
      </p:nvGrpSpPr>
      <p:grpSpPr>
        <a:xfrm>
          <a:off x="0" y="0"/>
          <a:ext cx="0" cy="0"/>
          <a:chOff x="0" y="0"/>
          <a:chExt cx="0" cy="0"/>
        </a:xfrm>
      </p:grpSpPr>
      <p:sp>
        <p:nvSpPr>
          <p:cNvPr id="315" name="Google Shape;315;p52"/>
          <p:cNvSpPr txBox="1"/>
          <p:nvPr>
            <p:ph type="title"/>
          </p:nvPr>
        </p:nvSpPr>
        <p:spPr>
          <a:xfrm>
            <a:off x="714125" y="538575"/>
            <a:ext cx="57867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dk2"/>
                </a:solidFill>
              </a:rPr>
              <a:t>Contents of </a:t>
            </a:r>
            <a:r>
              <a:rPr lang="en">
                <a:solidFill>
                  <a:schemeClr val="dk2"/>
                </a:solidFill>
              </a:rPr>
              <a:t>T</a:t>
            </a:r>
            <a:r>
              <a:rPr b="1" lang="en">
                <a:solidFill>
                  <a:schemeClr val="dk2"/>
                </a:solidFill>
              </a:rPr>
              <a:t>his Template</a:t>
            </a:r>
            <a:endParaRPr>
              <a:solidFill>
                <a:schemeClr val="dk2"/>
              </a:solidFill>
            </a:endParaRPr>
          </a:p>
        </p:txBody>
      </p:sp>
      <p:sp>
        <p:nvSpPr>
          <p:cNvPr id="316" name="Google Shape;316;p52"/>
          <p:cNvSpPr txBox="1"/>
          <p:nvPr>
            <p:ph idx="1" type="body"/>
          </p:nvPr>
        </p:nvSpPr>
        <p:spPr>
          <a:xfrm>
            <a:off x="714125" y="1034575"/>
            <a:ext cx="7716600" cy="330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t/>
            </a:r>
            <a:endParaRPr>
              <a:solidFill>
                <a:schemeClr val="dk2"/>
              </a:solidFill>
            </a:endParaRPr>
          </a:p>
          <a:p>
            <a:pPr indent="0" lvl="0" marL="0" rtl="0" algn="l">
              <a:spcBef>
                <a:spcPts val="0"/>
              </a:spcBef>
              <a:spcAft>
                <a:spcPts val="0"/>
              </a:spcAft>
              <a:buClr>
                <a:schemeClr val="hlink"/>
              </a:buClr>
              <a:buSzPts val="1100"/>
              <a:buFont typeface="Arial"/>
              <a:buNone/>
            </a:pPr>
            <a:r>
              <a:rPr lang="en">
                <a:solidFill>
                  <a:schemeClr val="dk2"/>
                </a:solidFill>
              </a:rPr>
              <a:t>Here’s what you’ll find in this </a:t>
            </a:r>
            <a:r>
              <a:rPr b="1" lang="en">
                <a:solidFill>
                  <a:schemeClr val="dk2"/>
                </a:solidFill>
                <a:uFill>
                  <a:noFill/>
                </a:uFill>
                <a:hlinkClick r:id="rId3">
                  <a:extLst>
                    <a:ext uri="{A12FA001-AC4F-418D-AE19-62706E023703}">
                      <ahyp:hlinkClr val="tx"/>
                    </a:ext>
                  </a:extLst>
                </a:hlinkClick>
              </a:rPr>
              <a:t>Slidesgo</a:t>
            </a:r>
            <a:r>
              <a:rPr b="1" lang="en">
                <a:solidFill>
                  <a:schemeClr val="dk2"/>
                </a:solidFill>
              </a:rPr>
              <a:t> </a:t>
            </a:r>
            <a:r>
              <a:rPr lang="en">
                <a:solidFill>
                  <a:schemeClr val="dk2"/>
                </a:solidFill>
              </a:rPr>
              <a:t>template: </a:t>
            </a:r>
            <a:endParaRPr>
              <a:solidFill>
                <a:schemeClr val="dk2"/>
              </a:solidFill>
            </a:endParaRPr>
          </a:p>
          <a:p>
            <a:pPr indent="-317500" lvl="0" marL="457200" rtl="0" algn="l">
              <a:spcBef>
                <a:spcPts val="0"/>
              </a:spcBef>
              <a:spcAft>
                <a:spcPts val="0"/>
              </a:spcAft>
              <a:buClr>
                <a:schemeClr val="dk2"/>
              </a:buClr>
              <a:buSzPts val="1400"/>
              <a:buChar char="●"/>
            </a:pPr>
            <a:r>
              <a:rPr lang="en">
                <a:solidFill>
                  <a:schemeClr val="dk2"/>
                </a:solidFill>
              </a:rPr>
              <a:t>A slide structure based on a clinical case, which you can easily adapt to your needs. For more info on how to edit the template, please visit </a:t>
            </a:r>
            <a:r>
              <a:rPr b="1" lang="en">
                <a:solidFill>
                  <a:schemeClr val="dk2"/>
                </a:solidFill>
                <a:uFill>
                  <a:noFill/>
                </a:uFill>
                <a:hlinkClick r:id="rId4">
                  <a:extLst>
                    <a:ext uri="{A12FA001-AC4F-418D-AE19-62706E023703}">
                      <ahyp:hlinkClr val="tx"/>
                    </a:ext>
                  </a:extLst>
                </a:hlinkClick>
              </a:rPr>
              <a:t>Slidesgo School</a:t>
            </a:r>
            <a:r>
              <a:rPr lang="en">
                <a:solidFill>
                  <a:schemeClr val="dk2"/>
                </a:solidFill>
              </a:rPr>
              <a:t> or read our</a:t>
            </a:r>
            <a:r>
              <a:rPr b="1" lang="en">
                <a:solidFill>
                  <a:schemeClr val="dk2"/>
                </a:solidFill>
              </a:rPr>
              <a:t> </a:t>
            </a:r>
            <a:r>
              <a:rPr b="1" lang="en">
                <a:solidFill>
                  <a:schemeClr val="dk2"/>
                </a:solidFill>
                <a:uFill>
                  <a:noFill/>
                </a:uFill>
                <a:hlinkClick r:id="rId5">
                  <a:extLst>
                    <a:ext uri="{A12FA001-AC4F-418D-AE19-62706E023703}">
                      <ahyp:hlinkClr val="tx"/>
                    </a:ext>
                  </a:extLst>
                </a:hlinkClick>
              </a:rPr>
              <a:t>FAQs</a:t>
            </a:r>
            <a:r>
              <a:rPr lang="en">
                <a:solidFill>
                  <a:schemeClr val="dk2"/>
                </a:solidFill>
              </a:rPr>
              <a:t>.</a:t>
            </a:r>
            <a:endParaRPr>
              <a:solidFill>
                <a:schemeClr val="dk2"/>
              </a:solidFill>
            </a:endParaRPr>
          </a:p>
          <a:p>
            <a:pPr indent="-317500" lvl="0" marL="457200" rtl="0" algn="l">
              <a:spcBef>
                <a:spcPts val="0"/>
              </a:spcBef>
              <a:spcAft>
                <a:spcPts val="0"/>
              </a:spcAft>
              <a:buClr>
                <a:schemeClr val="dk2"/>
              </a:buClr>
              <a:buSzPts val="1400"/>
              <a:buChar char="●"/>
            </a:pPr>
            <a:r>
              <a:rPr lang="en">
                <a:solidFill>
                  <a:schemeClr val="dk2"/>
                </a:solidFill>
              </a:rPr>
              <a:t>An assortment of pictures and illustrations that are suitable for use in the presentation can be found in the </a:t>
            </a:r>
            <a:r>
              <a:rPr b="1" lang="en">
                <a:solidFill>
                  <a:schemeClr val="dk2"/>
                </a:solidFill>
              </a:rPr>
              <a:t>a</a:t>
            </a:r>
            <a:r>
              <a:rPr b="1" lang="en">
                <a:solidFill>
                  <a:schemeClr val="dk2"/>
                </a:solidFill>
                <a:uFill>
                  <a:noFill/>
                </a:uFill>
                <a:hlinkClick action="ppaction://hlinksldjump" r:id="rId6">
                  <a:extLst>
                    <a:ext uri="{A12FA001-AC4F-418D-AE19-62706E023703}">
                      <ahyp:hlinkClr val="tx"/>
                    </a:ext>
                  </a:extLst>
                </a:hlinkClick>
              </a:rPr>
              <a:t>lternative resources</a:t>
            </a:r>
            <a:r>
              <a:rPr lang="en">
                <a:solidFill>
                  <a:schemeClr val="dk2"/>
                </a:solidFill>
              </a:rPr>
              <a:t> slide.</a:t>
            </a:r>
            <a:endParaRPr>
              <a:solidFill>
                <a:schemeClr val="dk2"/>
              </a:solidFill>
            </a:endParaRPr>
          </a:p>
          <a:p>
            <a:pPr indent="-317500" lvl="0" marL="457200" rtl="0" algn="l">
              <a:spcBef>
                <a:spcPts val="0"/>
              </a:spcBef>
              <a:spcAft>
                <a:spcPts val="0"/>
              </a:spcAft>
              <a:buClr>
                <a:schemeClr val="dk2"/>
              </a:buClr>
              <a:buSzPts val="1400"/>
              <a:buChar char="●"/>
            </a:pPr>
            <a:r>
              <a:rPr lang="en">
                <a:solidFill>
                  <a:schemeClr val="dk2"/>
                </a:solidFill>
              </a:rPr>
              <a:t>A </a:t>
            </a:r>
            <a:r>
              <a:rPr b="1" lang="en">
                <a:solidFill>
                  <a:schemeClr val="dk2"/>
                </a:solidFill>
                <a:uFill>
                  <a:noFill/>
                </a:uFill>
                <a:hlinkClick action="ppaction://hlinksldjump" r:id="rId7">
                  <a:extLst>
                    <a:ext uri="{A12FA001-AC4F-418D-AE19-62706E023703}">
                      <ahyp:hlinkClr val="tx"/>
                    </a:ext>
                  </a:extLst>
                </a:hlinkClick>
              </a:rPr>
              <a:t>thanks </a:t>
            </a:r>
            <a:r>
              <a:rPr lang="en">
                <a:solidFill>
                  <a:schemeClr val="dk2"/>
                </a:solidFill>
              </a:rPr>
              <a:t>slide, which you must keep so that proper credits for our design are given.</a:t>
            </a:r>
            <a:endParaRPr>
              <a:solidFill>
                <a:schemeClr val="dk2"/>
              </a:solidFill>
            </a:endParaRPr>
          </a:p>
          <a:p>
            <a:pPr indent="-317500" lvl="0" marL="457200" rtl="0" algn="l">
              <a:spcBef>
                <a:spcPts val="0"/>
              </a:spcBef>
              <a:spcAft>
                <a:spcPts val="0"/>
              </a:spcAft>
              <a:buClr>
                <a:schemeClr val="dk2"/>
              </a:buClr>
              <a:buSzPts val="1400"/>
              <a:buChar char="●"/>
            </a:pPr>
            <a:r>
              <a:rPr lang="en">
                <a:solidFill>
                  <a:schemeClr val="dk2"/>
                </a:solidFill>
              </a:rPr>
              <a:t>A </a:t>
            </a:r>
            <a:r>
              <a:rPr b="1" lang="en">
                <a:solidFill>
                  <a:schemeClr val="dk2"/>
                </a:solidFill>
                <a:uFill>
                  <a:noFill/>
                </a:uFill>
                <a:hlinkClick action="ppaction://hlinksldjump" r:id="rId8">
                  <a:extLst>
                    <a:ext uri="{A12FA001-AC4F-418D-AE19-62706E023703}">
                      <ahyp:hlinkClr val="tx"/>
                    </a:ext>
                  </a:extLst>
                </a:hlinkClick>
              </a:rPr>
              <a:t>resources </a:t>
            </a:r>
            <a:r>
              <a:rPr lang="en">
                <a:solidFill>
                  <a:schemeClr val="dk2"/>
                </a:solidFill>
              </a:rPr>
              <a:t>slide, where you’ll find links to all the elements used in the template.</a:t>
            </a:r>
            <a:endParaRPr>
              <a:solidFill>
                <a:schemeClr val="dk2"/>
              </a:solidFill>
            </a:endParaRPr>
          </a:p>
          <a:p>
            <a:pPr indent="-317500" lvl="0" marL="457200" rtl="0" algn="l">
              <a:spcBef>
                <a:spcPts val="0"/>
              </a:spcBef>
              <a:spcAft>
                <a:spcPts val="0"/>
              </a:spcAft>
              <a:buClr>
                <a:schemeClr val="dk2"/>
              </a:buClr>
              <a:buSzPts val="1400"/>
              <a:buFont typeface="Open Sans"/>
              <a:buChar char="●"/>
            </a:pPr>
            <a:r>
              <a:rPr b="1" lang="en">
                <a:solidFill>
                  <a:schemeClr val="dk2"/>
                </a:solidFill>
                <a:uFill>
                  <a:noFill/>
                </a:uFill>
                <a:hlinkClick action="ppaction://hlinksldjump" r:id="rId9">
                  <a:extLst>
                    <a:ext uri="{A12FA001-AC4F-418D-AE19-62706E023703}">
                      <ahyp:hlinkClr val="tx"/>
                    </a:ext>
                  </a:extLst>
                </a:hlinkClick>
              </a:rPr>
              <a:t>Instructions for use</a:t>
            </a:r>
            <a:r>
              <a:rPr lang="en">
                <a:solidFill>
                  <a:schemeClr val="dk2"/>
                </a:solidFill>
              </a:rPr>
              <a:t>.</a:t>
            </a:r>
            <a:endParaRPr>
              <a:solidFill>
                <a:schemeClr val="dk2"/>
              </a:solidFill>
            </a:endParaRPr>
          </a:p>
          <a:p>
            <a:pPr indent="-317500" lvl="0" marL="457200" rtl="0" algn="l">
              <a:spcBef>
                <a:spcPts val="0"/>
              </a:spcBef>
              <a:spcAft>
                <a:spcPts val="0"/>
              </a:spcAft>
              <a:buClr>
                <a:schemeClr val="dk2"/>
              </a:buClr>
              <a:buSzPts val="1400"/>
              <a:buFont typeface="Open Sans"/>
              <a:buChar char="●"/>
            </a:pPr>
            <a:r>
              <a:rPr lang="en">
                <a:solidFill>
                  <a:schemeClr val="dk2"/>
                </a:solidFill>
              </a:rPr>
              <a:t>Final slides with: </a:t>
            </a:r>
            <a:endParaRPr>
              <a:solidFill>
                <a:schemeClr val="dk2"/>
              </a:solidFill>
            </a:endParaRPr>
          </a:p>
          <a:p>
            <a:pPr indent="-317500" lvl="0" marL="914400" rtl="0" algn="l">
              <a:spcBef>
                <a:spcPts val="0"/>
              </a:spcBef>
              <a:spcAft>
                <a:spcPts val="0"/>
              </a:spcAft>
              <a:buClr>
                <a:schemeClr val="dk2"/>
              </a:buClr>
              <a:buSzPts val="1400"/>
              <a:buChar char="●"/>
            </a:pPr>
            <a:r>
              <a:rPr lang="en">
                <a:solidFill>
                  <a:schemeClr val="dk2"/>
                </a:solidFill>
              </a:rPr>
              <a:t>The</a:t>
            </a:r>
            <a:r>
              <a:rPr lang="en">
                <a:solidFill>
                  <a:schemeClr val="dk2"/>
                </a:solidFill>
                <a:uFill>
                  <a:noFill/>
                </a:uFill>
                <a:hlinkClick action="ppaction://hlinksldjump" r:id="rId10">
                  <a:extLst>
                    <a:ext uri="{A12FA001-AC4F-418D-AE19-62706E023703}">
                      <ahyp:hlinkClr val="tx"/>
                    </a:ext>
                  </a:extLst>
                </a:hlinkClick>
              </a:rPr>
              <a:t> </a:t>
            </a:r>
            <a:r>
              <a:rPr b="1" lang="en">
                <a:solidFill>
                  <a:schemeClr val="dk2"/>
                </a:solidFill>
                <a:uFill>
                  <a:noFill/>
                </a:uFill>
                <a:hlinkClick action="ppaction://hlinksldjump" r:id="rId11">
                  <a:extLst>
                    <a:ext uri="{A12FA001-AC4F-418D-AE19-62706E023703}">
                      <ahyp:hlinkClr val="tx"/>
                    </a:ext>
                  </a:extLst>
                </a:hlinkClick>
              </a:rPr>
              <a:t>fonts and colors</a:t>
            </a:r>
            <a:r>
              <a:rPr lang="en">
                <a:solidFill>
                  <a:schemeClr val="dk2"/>
                </a:solidFill>
              </a:rPr>
              <a:t> used in the template.</a:t>
            </a:r>
            <a:endParaRPr>
              <a:solidFill>
                <a:schemeClr val="dk2"/>
              </a:solidFill>
            </a:endParaRPr>
          </a:p>
          <a:p>
            <a:pPr indent="-317500" lvl="0" marL="914400" rtl="0" algn="l">
              <a:spcBef>
                <a:spcPts val="0"/>
              </a:spcBef>
              <a:spcAft>
                <a:spcPts val="0"/>
              </a:spcAft>
              <a:buClr>
                <a:schemeClr val="dk2"/>
              </a:buClr>
              <a:buSzPts val="1400"/>
              <a:buChar char="●"/>
            </a:pPr>
            <a:r>
              <a:rPr lang="en">
                <a:solidFill>
                  <a:schemeClr val="dk2"/>
                </a:solidFill>
              </a:rPr>
              <a:t>A selection of </a:t>
            </a:r>
            <a:r>
              <a:rPr b="1" lang="en">
                <a:solidFill>
                  <a:schemeClr val="dk2"/>
                </a:solidFill>
                <a:uFill>
                  <a:noFill/>
                </a:uFill>
                <a:hlinkClick action="ppaction://hlinksldjump" r:id="rId12">
                  <a:extLst>
                    <a:ext uri="{A12FA001-AC4F-418D-AE19-62706E023703}">
                      <ahyp:hlinkClr val="tx"/>
                    </a:ext>
                  </a:extLst>
                </a:hlinkClick>
              </a:rPr>
              <a:t>illustrations</a:t>
            </a:r>
            <a:r>
              <a:rPr lang="en">
                <a:solidFill>
                  <a:schemeClr val="dk2"/>
                </a:solidFill>
              </a:rPr>
              <a:t>. You can also customize and animate them as you wish with the online editor. Visit </a:t>
            </a:r>
            <a:r>
              <a:rPr b="1" lang="en">
                <a:solidFill>
                  <a:schemeClr val="dk2"/>
                </a:solidFill>
                <a:uFill>
                  <a:noFill/>
                </a:uFill>
                <a:hlinkClick r:id="rId13">
                  <a:extLst>
                    <a:ext uri="{A12FA001-AC4F-418D-AE19-62706E023703}">
                      <ahyp:hlinkClr val="tx"/>
                    </a:ext>
                  </a:extLst>
                </a:hlinkClick>
              </a:rPr>
              <a:t>Stories by Freepik</a:t>
            </a:r>
            <a:r>
              <a:rPr lang="en">
                <a:solidFill>
                  <a:schemeClr val="dk2"/>
                </a:solidFill>
              </a:rPr>
              <a:t> to find more. </a:t>
            </a:r>
            <a:endParaRPr>
              <a:solidFill>
                <a:schemeClr val="dk2"/>
              </a:solidFill>
            </a:endParaRPr>
          </a:p>
          <a:p>
            <a:pPr indent="-317500" lvl="0" marL="914400" rtl="0" algn="l">
              <a:spcBef>
                <a:spcPts val="0"/>
              </a:spcBef>
              <a:spcAft>
                <a:spcPts val="0"/>
              </a:spcAft>
              <a:buClr>
                <a:schemeClr val="dk2"/>
              </a:buClr>
              <a:buSzPts val="1400"/>
              <a:buChar char="●"/>
            </a:pPr>
            <a:r>
              <a:rPr lang="en">
                <a:solidFill>
                  <a:schemeClr val="dk2"/>
                </a:solidFill>
              </a:rPr>
              <a:t>More</a:t>
            </a:r>
            <a:r>
              <a:rPr lang="en">
                <a:solidFill>
                  <a:schemeClr val="dk2"/>
                </a:solidFill>
                <a:uFill>
                  <a:noFill/>
                </a:uFill>
                <a:hlinkClick action="ppaction://hlinksldjump" r:id="rId14">
                  <a:extLst>
                    <a:ext uri="{A12FA001-AC4F-418D-AE19-62706E023703}">
                      <ahyp:hlinkClr val="tx"/>
                    </a:ext>
                  </a:extLst>
                </a:hlinkClick>
              </a:rPr>
              <a:t> </a:t>
            </a:r>
            <a:r>
              <a:rPr b="1" lang="en">
                <a:solidFill>
                  <a:schemeClr val="dk2"/>
                </a:solidFill>
                <a:uFill>
                  <a:noFill/>
                </a:uFill>
                <a:hlinkClick action="ppaction://hlinksldjump" r:id="rId15">
                  <a:extLst>
                    <a:ext uri="{A12FA001-AC4F-418D-AE19-62706E023703}">
                      <ahyp:hlinkClr val="tx"/>
                    </a:ext>
                  </a:extLst>
                </a:hlinkClick>
              </a:rPr>
              <a:t>infographic resources</a:t>
            </a:r>
            <a:r>
              <a:rPr lang="en">
                <a:solidFill>
                  <a:schemeClr val="dk2"/>
                </a:solidFill>
              </a:rPr>
              <a:t>, whose size and color can be edited. </a:t>
            </a:r>
            <a:endParaRPr>
              <a:solidFill>
                <a:schemeClr val="dk2"/>
              </a:solidFill>
            </a:endParaRPr>
          </a:p>
          <a:p>
            <a:pPr indent="-317500" lvl="0" marL="914400" rtl="0" algn="l">
              <a:spcBef>
                <a:spcPts val="0"/>
              </a:spcBef>
              <a:spcAft>
                <a:spcPts val="0"/>
              </a:spcAft>
              <a:buClr>
                <a:schemeClr val="dk2"/>
              </a:buClr>
              <a:buSzPts val="1400"/>
              <a:buChar char="●"/>
            </a:pPr>
            <a:r>
              <a:rPr lang="en">
                <a:solidFill>
                  <a:schemeClr val="dk2"/>
                </a:solidFill>
              </a:rPr>
              <a:t>Sets of </a:t>
            </a:r>
            <a:r>
              <a:rPr b="1" lang="en">
                <a:solidFill>
                  <a:schemeClr val="dk2"/>
                </a:solidFill>
                <a:uFill>
                  <a:noFill/>
                </a:uFill>
                <a:hlinkClick action="ppaction://hlinksldjump" r:id="rId16">
                  <a:extLst>
                    <a:ext uri="{A12FA001-AC4F-418D-AE19-62706E023703}">
                      <ahyp:hlinkClr val="tx"/>
                    </a:ext>
                  </a:extLst>
                </a:hlinkClick>
              </a:rPr>
              <a:t>customizable icons</a:t>
            </a:r>
            <a:r>
              <a:rPr b="1" lang="en">
                <a:solidFill>
                  <a:schemeClr val="dk2"/>
                </a:solidFill>
              </a:rPr>
              <a:t> </a:t>
            </a:r>
            <a:r>
              <a:rPr lang="en">
                <a:solidFill>
                  <a:schemeClr val="dk2"/>
                </a:solidFill>
              </a:rPr>
              <a:t>of the following themes: general, business, avatar, creative process, education, help &amp; support, medical, nature, performing arts, SEO &amp; marketing, and teamwork.</a:t>
            </a:r>
            <a:endParaRPr>
              <a:solidFill>
                <a:schemeClr val="dk2"/>
              </a:solidFill>
            </a:endParaRPr>
          </a:p>
          <a:p>
            <a:pPr indent="0" lvl="0" marL="0" rtl="0" algn="l">
              <a:spcBef>
                <a:spcPts val="0"/>
              </a:spcBef>
              <a:spcAft>
                <a:spcPts val="0"/>
              </a:spcAft>
              <a:buNone/>
            </a:pPr>
            <a:r>
              <a:t/>
            </a:r>
            <a:endParaRPr>
              <a:solidFill>
                <a:schemeClr val="dk2"/>
              </a:solidFill>
            </a:endParaRPr>
          </a:p>
        </p:txBody>
      </p:sp>
      <p:sp>
        <p:nvSpPr>
          <p:cNvPr id="317" name="Google Shape;317;p52"/>
          <p:cNvSpPr txBox="1"/>
          <p:nvPr/>
        </p:nvSpPr>
        <p:spPr>
          <a:xfrm>
            <a:off x="714125" y="4377650"/>
            <a:ext cx="7716600" cy="22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Open Sans"/>
                <a:ea typeface="Open Sans"/>
                <a:cs typeface="Open Sans"/>
                <a:sym typeface="Open Sans"/>
              </a:rPr>
              <a:t>You can delete this slide when you’re done editing the presentation.</a:t>
            </a:r>
            <a:endParaRPr>
              <a:solidFill>
                <a:schemeClr val="dk2"/>
              </a:solidFill>
              <a:latin typeface="Open Sans"/>
              <a:ea typeface="Open Sans"/>
              <a:cs typeface="Open Sans"/>
              <a:sym typeface="Open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321" name="Shape 321"/>
        <p:cNvGrpSpPr/>
        <p:nvPr/>
      </p:nvGrpSpPr>
      <p:grpSpPr>
        <a:xfrm>
          <a:off x="0" y="0"/>
          <a:ext cx="0" cy="0"/>
          <a:chOff x="0" y="0"/>
          <a:chExt cx="0" cy="0"/>
        </a:xfrm>
      </p:grpSpPr>
      <p:sp>
        <p:nvSpPr>
          <p:cNvPr id="322" name="Google Shape;322;p53"/>
          <p:cNvSpPr txBox="1"/>
          <p:nvPr>
            <p:ph idx="22" type="title"/>
          </p:nvPr>
        </p:nvSpPr>
        <p:spPr>
          <a:xfrm>
            <a:off x="714125" y="538575"/>
            <a:ext cx="38580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Agenda</a:t>
            </a:r>
            <a:endParaRPr/>
          </a:p>
        </p:txBody>
      </p:sp>
      <p:sp>
        <p:nvSpPr>
          <p:cNvPr id="323" name="Google Shape;323;p53"/>
          <p:cNvSpPr txBox="1"/>
          <p:nvPr>
            <p:ph idx="1" type="subTitle"/>
          </p:nvPr>
        </p:nvSpPr>
        <p:spPr>
          <a:xfrm>
            <a:off x="740375" y="1731325"/>
            <a:ext cx="18561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About the Patient</a:t>
            </a:r>
            <a:endParaRPr/>
          </a:p>
        </p:txBody>
      </p:sp>
      <p:sp>
        <p:nvSpPr>
          <p:cNvPr id="324" name="Google Shape;324;p53"/>
          <p:cNvSpPr txBox="1"/>
          <p:nvPr>
            <p:ph idx="2" type="subTitle"/>
          </p:nvPr>
        </p:nvSpPr>
        <p:spPr>
          <a:xfrm>
            <a:off x="740375" y="2002525"/>
            <a:ext cx="2442000" cy="50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325" name="Google Shape;325;p53"/>
          <p:cNvSpPr txBox="1"/>
          <p:nvPr>
            <p:ph idx="3" type="subTitle"/>
          </p:nvPr>
        </p:nvSpPr>
        <p:spPr>
          <a:xfrm>
            <a:off x="3352800" y="1731325"/>
            <a:ext cx="18561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326" name="Google Shape;326;p53"/>
          <p:cNvSpPr txBox="1"/>
          <p:nvPr>
            <p:ph idx="4" type="subTitle"/>
          </p:nvPr>
        </p:nvSpPr>
        <p:spPr>
          <a:xfrm>
            <a:off x="3352800" y="2002525"/>
            <a:ext cx="2442000" cy="50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327" name="Google Shape;327;p53"/>
          <p:cNvSpPr txBox="1"/>
          <p:nvPr>
            <p:ph idx="6" type="subTitle"/>
          </p:nvPr>
        </p:nvSpPr>
        <p:spPr>
          <a:xfrm>
            <a:off x="5961625" y="1731325"/>
            <a:ext cx="18561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Diagnosis</a:t>
            </a:r>
            <a:endParaRPr/>
          </a:p>
        </p:txBody>
      </p:sp>
      <p:sp>
        <p:nvSpPr>
          <p:cNvPr id="328" name="Google Shape;328;p53"/>
          <p:cNvSpPr txBox="1"/>
          <p:nvPr>
            <p:ph idx="7" type="subTitle"/>
          </p:nvPr>
        </p:nvSpPr>
        <p:spPr>
          <a:xfrm>
            <a:off x="5961625" y="2002525"/>
            <a:ext cx="24420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329" name="Google Shape;329;p53"/>
          <p:cNvSpPr txBox="1"/>
          <p:nvPr>
            <p:ph idx="8" type="title"/>
          </p:nvPr>
        </p:nvSpPr>
        <p:spPr>
          <a:xfrm>
            <a:off x="5961625" y="1332050"/>
            <a:ext cx="402300" cy="3474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03</a:t>
            </a:r>
            <a:endParaRPr/>
          </a:p>
        </p:txBody>
      </p:sp>
      <p:sp>
        <p:nvSpPr>
          <p:cNvPr id="330" name="Google Shape;330;p53"/>
          <p:cNvSpPr txBox="1"/>
          <p:nvPr>
            <p:ph idx="9" type="subTitle"/>
          </p:nvPr>
        </p:nvSpPr>
        <p:spPr>
          <a:xfrm>
            <a:off x="740375" y="3998700"/>
            <a:ext cx="24420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331" name="Google Shape;331;p53"/>
          <p:cNvSpPr txBox="1"/>
          <p:nvPr>
            <p:ph idx="13" type="subTitle"/>
          </p:nvPr>
        </p:nvSpPr>
        <p:spPr>
          <a:xfrm>
            <a:off x="740375" y="3727500"/>
            <a:ext cx="18561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Treatment</a:t>
            </a:r>
            <a:endParaRPr/>
          </a:p>
        </p:txBody>
      </p:sp>
      <p:sp>
        <p:nvSpPr>
          <p:cNvPr id="332" name="Google Shape;332;p53"/>
          <p:cNvSpPr txBox="1"/>
          <p:nvPr>
            <p:ph idx="14" type="title"/>
          </p:nvPr>
        </p:nvSpPr>
        <p:spPr>
          <a:xfrm>
            <a:off x="740375" y="3355200"/>
            <a:ext cx="402300" cy="3474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04</a:t>
            </a:r>
            <a:endParaRPr/>
          </a:p>
        </p:txBody>
      </p:sp>
      <p:sp>
        <p:nvSpPr>
          <p:cNvPr id="333" name="Google Shape;333;p53"/>
          <p:cNvSpPr txBox="1"/>
          <p:nvPr>
            <p:ph idx="15" type="subTitle"/>
          </p:nvPr>
        </p:nvSpPr>
        <p:spPr>
          <a:xfrm>
            <a:off x="3352800" y="3727500"/>
            <a:ext cx="18561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Monitoring</a:t>
            </a:r>
            <a:endParaRPr/>
          </a:p>
        </p:txBody>
      </p:sp>
      <p:sp>
        <p:nvSpPr>
          <p:cNvPr id="334" name="Google Shape;334;p53"/>
          <p:cNvSpPr txBox="1"/>
          <p:nvPr>
            <p:ph idx="16" type="subTitle"/>
          </p:nvPr>
        </p:nvSpPr>
        <p:spPr>
          <a:xfrm>
            <a:off x="3352800" y="3998700"/>
            <a:ext cx="24420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335" name="Google Shape;335;p53"/>
          <p:cNvSpPr txBox="1"/>
          <p:nvPr>
            <p:ph idx="17" type="title"/>
          </p:nvPr>
        </p:nvSpPr>
        <p:spPr>
          <a:xfrm>
            <a:off x="3352800" y="3355200"/>
            <a:ext cx="402300" cy="3474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05</a:t>
            </a:r>
            <a:endParaRPr/>
          </a:p>
        </p:txBody>
      </p:sp>
      <p:sp>
        <p:nvSpPr>
          <p:cNvPr id="336" name="Google Shape;336;p53"/>
          <p:cNvSpPr txBox="1"/>
          <p:nvPr>
            <p:ph idx="18" type="subTitle"/>
          </p:nvPr>
        </p:nvSpPr>
        <p:spPr>
          <a:xfrm>
            <a:off x="5961625" y="3727500"/>
            <a:ext cx="18561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Case Timeline</a:t>
            </a:r>
            <a:endParaRPr/>
          </a:p>
        </p:txBody>
      </p:sp>
      <p:sp>
        <p:nvSpPr>
          <p:cNvPr id="337" name="Google Shape;337;p53"/>
          <p:cNvSpPr txBox="1"/>
          <p:nvPr>
            <p:ph idx="19" type="subTitle"/>
          </p:nvPr>
        </p:nvSpPr>
        <p:spPr>
          <a:xfrm>
            <a:off x="5961625" y="3998700"/>
            <a:ext cx="24420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338" name="Google Shape;338;p53"/>
          <p:cNvSpPr txBox="1"/>
          <p:nvPr>
            <p:ph idx="20" type="title"/>
          </p:nvPr>
        </p:nvSpPr>
        <p:spPr>
          <a:xfrm>
            <a:off x="5961625" y="3355200"/>
            <a:ext cx="402300" cy="347400"/>
          </a:xfrm>
          <a:prstGeom prst="rect">
            <a:avLst/>
          </a:prstGeom>
        </p:spPr>
        <p:txBody>
          <a:bodyPr anchorCtr="0" anchor="ctr" bIns="91425" lIns="0" spcFirstLastPara="1" rIns="0" wrap="square" tIns="91425">
            <a:noAutofit/>
          </a:bodyPr>
          <a:lstStyle/>
          <a:p>
            <a:pPr indent="0" lvl="0" marL="0" rtl="0" algn="l">
              <a:spcBef>
                <a:spcPts val="0"/>
              </a:spcBef>
              <a:spcAft>
                <a:spcPts val="0"/>
              </a:spcAft>
              <a:buNone/>
            </a:pPr>
            <a:r>
              <a:rPr lang="en"/>
              <a:t>06</a:t>
            </a:r>
            <a:endParaRPr/>
          </a:p>
        </p:txBody>
      </p:sp>
      <p:sp>
        <p:nvSpPr>
          <p:cNvPr id="339" name="Google Shape;339;p53"/>
          <p:cNvSpPr txBox="1"/>
          <p:nvPr>
            <p:ph idx="21" type="title"/>
          </p:nvPr>
        </p:nvSpPr>
        <p:spPr>
          <a:xfrm>
            <a:off x="3352800" y="1332050"/>
            <a:ext cx="402300" cy="3474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02</a:t>
            </a:r>
            <a:endParaRPr/>
          </a:p>
        </p:txBody>
      </p:sp>
      <p:sp>
        <p:nvSpPr>
          <p:cNvPr id="340" name="Google Shape;340;p53"/>
          <p:cNvSpPr txBox="1"/>
          <p:nvPr>
            <p:ph type="title"/>
          </p:nvPr>
        </p:nvSpPr>
        <p:spPr>
          <a:xfrm>
            <a:off x="731525" y="1332050"/>
            <a:ext cx="402300" cy="347400"/>
          </a:xfrm>
          <a:prstGeom prst="rect">
            <a:avLst/>
          </a:prstGeom>
        </p:spPr>
        <p:txBody>
          <a:bodyPr anchorCtr="0" anchor="ctr" bIns="91425" lIns="0" spcFirstLastPara="1" rIns="0" wrap="square" tIns="91425">
            <a:noAutofit/>
          </a:bodyPr>
          <a:lstStyle/>
          <a:p>
            <a:pPr indent="0" lvl="0" marL="0" rtl="0" algn="ctr">
              <a:spcBef>
                <a:spcPts val="0"/>
              </a:spcBef>
              <a:spcAft>
                <a:spcPts val="0"/>
              </a:spcAft>
              <a:buClr>
                <a:schemeClr val="dk1"/>
              </a:buClr>
              <a:buSzPts val="1100"/>
              <a:buFont typeface="Arial"/>
              <a:buNone/>
            </a:pPr>
            <a:r>
              <a:rPr lang="en"/>
              <a:t>01</a:t>
            </a:r>
            <a:endParaRPr/>
          </a:p>
        </p:txBody>
      </p:sp>
      <p:sp>
        <p:nvSpPr>
          <p:cNvPr id="341" name="Google Shape;341;p53"/>
          <p:cNvSpPr txBox="1"/>
          <p:nvPr>
            <p:ph idx="5" type="title"/>
          </p:nvPr>
        </p:nvSpPr>
        <p:spPr>
          <a:xfrm>
            <a:off x="740375" y="1332050"/>
            <a:ext cx="413100" cy="3474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345" name="Shape 345"/>
        <p:cNvGrpSpPr/>
        <p:nvPr/>
      </p:nvGrpSpPr>
      <p:grpSpPr>
        <a:xfrm>
          <a:off x="0" y="0"/>
          <a:ext cx="0" cy="0"/>
          <a:chOff x="0" y="0"/>
          <a:chExt cx="0" cy="0"/>
        </a:xfrm>
      </p:grpSpPr>
      <p:sp>
        <p:nvSpPr>
          <p:cNvPr id="346" name="Google Shape;346;p54"/>
          <p:cNvSpPr/>
          <p:nvPr/>
        </p:nvSpPr>
        <p:spPr>
          <a:xfrm>
            <a:off x="0" y="1263000"/>
            <a:ext cx="9144000" cy="27078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47" name="Google Shape;347;p54"/>
          <p:cNvSpPr txBox="1"/>
          <p:nvPr>
            <p:ph type="title"/>
          </p:nvPr>
        </p:nvSpPr>
        <p:spPr>
          <a:xfrm>
            <a:off x="708625" y="538575"/>
            <a:ext cx="77211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Patient Medical History</a:t>
            </a:r>
            <a:endParaRPr/>
          </a:p>
        </p:txBody>
      </p:sp>
      <p:sp>
        <p:nvSpPr>
          <p:cNvPr id="348" name="Google Shape;348;p54"/>
          <p:cNvSpPr txBox="1"/>
          <p:nvPr>
            <p:ph idx="4294967295" type="subTitle"/>
          </p:nvPr>
        </p:nvSpPr>
        <p:spPr>
          <a:xfrm>
            <a:off x="6169488" y="1428800"/>
            <a:ext cx="23037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Despite being red, Mars is a cold place</a:t>
            </a:r>
            <a:endParaRPr>
              <a:solidFill>
                <a:schemeClr val="lt1"/>
              </a:solidFill>
            </a:endParaRPr>
          </a:p>
        </p:txBody>
      </p:sp>
      <p:sp>
        <p:nvSpPr>
          <p:cNvPr id="349" name="Google Shape;349;p54"/>
          <p:cNvSpPr txBox="1"/>
          <p:nvPr>
            <p:ph idx="4294967295" type="subTitle"/>
          </p:nvPr>
        </p:nvSpPr>
        <p:spPr>
          <a:xfrm>
            <a:off x="670712" y="1263000"/>
            <a:ext cx="2355600" cy="270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lt1"/>
                </a:solidFill>
              </a:rPr>
              <a:t>Age: 32 years</a:t>
            </a:r>
            <a:endParaRPr>
              <a:solidFill>
                <a:schemeClr val="lt1"/>
              </a:solidFill>
            </a:endParaRPr>
          </a:p>
          <a:p>
            <a:pPr indent="0" lvl="0" marL="0" rtl="0" algn="l">
              <a:spcBef>
                <a:spcPts val="0"/>
              </a:spcBef>
              <a:spcAft>
                <a:spcPts val="0"/>
              </a:spcAft>
              <a:buClr>
                <a:schemeClr val="dk1"/>
              </a:buClr>
              <a:buSzPts val="1100"/>
              <a:buFont typeface="Arial"/>
              <a:buNone/>
            </a:pPr>
            <a:r>
              <a:t/>
            </a:r>
            <a:endParaRPr>
              <a:solidFill>
                <a:schemeClr val="lt1"/>
              </a:solidFill>
            </a:endParaRPr>
          </a:p>
          <a:p>
            <a:pPr indent="0" lvl="0" marL="0" rtl="0" algn="l">
              <a:spcBef>
                <a:spcPts val="0"/>
              </a:spcBef>
              <a:spcAft>
                <a:spcPts val="0"/>
              </a:spcAft>
              <a:buClr>
                <a:schemeClr val="dk1"/>
              </a:buClr>
              <a:buSzPts val="1100"/>
              <a:buFont typeface="Arial"/>
              <a:buNone/>
            </a:pPr>
            <a:r>
              <a:rPr lang="en">
                <a:solidFill>
                  <a:schemeClr val="lt1"/>
                </a:solidFill>
              </a:rPr>
              <a:t>Gender: Female</a:t>
            </a:r>
            <a:endParaRPr>
              <a:solidFill>
                <a:schemeClr val="lt1"/>
              </a:solidFill>
            </a:endParaRPr>
          </a:p>
          <a:p>
            <a:pPr indent="0" lvl="0" marL="0" rtl="0" algn="l">
              <a:spcBef>
                <a:spcPts val="0"/>
              </a:spcBef>
              <a:spcAft>
                <a:spcPts val="0"/>
              </a:spcAft>
              <a:buClr>
                <a:schemeClr val="dk1"/>
              </a:buClr>
              <a:buSzPts val="1100"/>
              <a:buFont typeface="Arial"/>
              <a:buNone/>
            </a:pPr>
            <a:r>
              <a:t/>
            </a:r>
            <a:endParaRPr>
              <a:solidFill>
                <a:schemeClr val="lt1"/>
              </a:solidFill>
            </a:endParaRPr>
          </a:p>
          <a:p>
            <a:pPr indent="0" lvl="0" marL="0" rtl="0" algn="l">
              <a:spcBef>
                <a:spcPts val="0"/>
              </a:spcBef>
              <a:spcAft>
                <a:spcPts val="0"/>
              </a:spcAft>
              <a:buClr>
                <a:schemeClr val="dk1"/>
              </a:buClr>
              <a:buSzPts val="1100"/>
              <a:buFont typeface="Arial"/>
              <a:buNone/>
            </a:pPr>
            <a:r>
              <a:rPr lang="en">
                <a:solidFill>
                  <a:schemeClr val="lt1"/>
                </a:solidFill>
              </a:rPr>
              <a:t>Allergies: None</a:t>
            </a:r>
            <a:endParaRPr>
              <a:solidFill>
                <a:schemeClr val="lt1"/>
              </a:solidFill>
            </a:endParaRPr>
          </a:p>
          <a:p>
            <a:pPr indent="0" lvl="0" marL="0" rtl="0" algn="l">
              <a:spcBef>
                <a:spcPts val="0"/>
              </a:spcBef>
              <a:spcAft>
                <a:spcPts val="0"/>
              </a:spcAft>
              <a:buClr>
                <a:schemeClr val="dk1"/>
              </a:buClr>
              <a:buSzPts val="1100"/>
              <a:buFont typeface="Arial"/>
              <a:buNone/>
            </a:pPr>
            <a:r>
              <a:t/>
            </a:r>
            <a:endParaRPr>
              <a:solidFill>
                <a:schemeClr val="lt1"/>
              </a:solidFill>
            </a:endParaRPr>
          </a:p>
          <a:p>
            <a:pPr indent="0" lvl="0" marL="0" rtl="0" algn="l">
              <a:spcBef>
                <a:spcPts val="0"/>
              </a:spcBef>
              <a:spcAft>
                <a:spcPts val="0"/>
              </a:spcAft>
              <a:buNone/>
            </a:pPr>
            <a:r>
              <a:rPr lang="en">
                <a:solidFill>
                  <a:schemeClr val="lt1"/>
                </a:solidFill>
              </a:rPr>
              <a:t>City</a:t>
            </a:r>
            <a:r>
              <a:rPr lang="en">
                <a:solidFill>
                  <a:schemeClr val="lt1"/>
                </a:solidFill>
              </a:rPr>
              <a:t>: NY</a:t>
            </a:r>
            <a:endParaRPr>
              <a:solidFill>
                <a:schemeClr val="lt1"/>
              </a:solidFill>
            </a:endParaRPr>
          </a:p>
          <a:p>
            <a:pPr indent="0" lvl="0" marL="0" rtl="0" algn="l">
              <a:spcBef>
                <a:spcPts val="0"/>
              </a:spcBef>
              <a:spcAft>
                <a:spcPts val="0"/>
              </a:spcAft>
              <a:buNone/>
            </a:pPr>
            <a:r>
              <a:t/>
            </a:r>
            <a:endParaRPr>
              <a:solidFill>
                <a:schemeClr val="lt1"/>
              </a:solidFill>
            </a:endParaRPr>
          </a:p>
          <a:p>
            <a:pPr indent="0" lvl="0" marL="0" rtl="0" algn="l">
              <a:spcBef>
                <a:spcPts val="0"/>
              </a:spcBef>
              <a:spcAft>
                <a:spcPts val="0"/>
              </a:spcAft>
              <a:buNone/>
            </a:pPr>
            <a:r>
              <a:rPr lang="en">
                <a:solidFill>
                  <a:schemeClr val="lt1"/>
                </a:solidFill>
              </a:rPr>
              <a:t>Country: USA</a:t>
            </a:r>
            <a:endParaRPr>
              <a:solidFill>
                <a:schemeClr val="lt1"/>
              </a:solidFill>
            </a:endParaRPr>
          </a:p>
        </p:txBody>
      </p:sp>
      <p:sp>
        <p:nvSpPr>
          <p:cNvPr id="350" name="Google Shape;350;p54"/>
          <p:cNvSpPr txBox="1"/>
          <p:nvPr>
            <p:ph idx="4294967295" type="subTitle"/>
          </p:nvPr>
        </p:nvSpPr>
        <p:spPr>
          <a:xfrm>
            <a:off x="6169588" y="2344375"/>
            <a:ext cx="23037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Venus is the second planet from the Sun</a:t>
            </a:r>
            <a:endParaRPr>
              <a:solidFill>
                <a:schemeClr val="lt1"/>
              </a:solidFill>
            </a:endParaRPr>
          </a:p>
        </p:txBody>
      </p:sp>
      <p:sp>
        <p:nvSpPr>
          <p:cNvPr id="351" name="Google Shape;351;p54"/>
          <p:cNvSpPr txBox="1"/>
          <p:nvPr>
            <p:ph idx="4294967295" type="subTitle"/>
          </p:nvPr>
        </p:nvSpPr>
        <p:spPr>
          <a:xfrm>
            <a:off x="6169586" y="3261250"/>
            <a:ext cx="23037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Mercury is the closest planet to the Sun </a:t>
            </a:r>
            <a:endParaRPr>
              <a:solidFill>
                <a:schemeClr val="lt1"/>
              </a:solidFill>
            </a:endParaRPr>
          </a:p>
        </p:txBody>
      </p:sp>
      <p:sp>
        <p:nvSpPr>
          <p:cNvPr id="352" name="Google Shape;352;p54"/>
          <p:cNvSpPr txBox="1"/>
          <p:nvPr>
            <p:ph idx="4294967295" type="title"/>
          </p:nvPr>
        </p:nvSpPr>
        <p:spPr>
          <a:xfrm>
            <a:off x="5535275" y="1511150"/>
            <a:ext cx="630900" cy="38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500"/>
              <a:t>2018</a:t>
            </a:r>
            <a:endParaRPr sz="1500"/>
          </a:p>
        </p:txBody>
      </p:sp>
      <p:sp>
        <p:nvSpPr>
          <p:cNvPr id="353" name="Google Shape;353;p54"/>
          <p:cNvSpPr txBox="1"/>
          <p:nvPr>
            <p:ph idx="4294967295" type="title"/>
          </p:nvPr>
        </p:nvSpPr>
        <p:spPr>
          <a:xfrm>
            <a:off x="5535275" y="2426725"/>
            <a:ext cx="630900" cy="38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500"/>
              <a:t>2019</a:t>
            </a:r>
            <a:endParaRPr sz="1500"/>
          </a:p>
        </p:txBody>
      </p:sp>
      <p:sp>
        <p:nvSpPr>
          <p:cNvPr id="354" name="Google Shape;354;p54"/>
          <p:cNvSpPr txBox="1"/>
          <p:nvPr>
            <p:ph idx="4294967295" type="title"/>
          </p:nvPr>
        </p:nvSpPr>
        <p:spPr>
          <a:xfrm>
            <a:off x="5535275" y="3343600"/>
            <a:ext cx="630900" cy="38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500"/>
              <a:t>2020</a:t>
            </a:r>
            <a:endParaRPr sz="1500"/>
          </a:p>
        </p:txBody>
      </p:sp>
      <p:pic>
        <p:nvPicPr>
          <p:cNvPr id="355" name="Google Shape;355;p54"/>
          <p:cNvPicPr preferRelativeResize="0"/>
          <p:nvPr/>
        </p:nvPicPr>
        <p:blipFill rotWithShape="1">
          <a:blip r:embed="rId3">
            <a:alphaModFix/>
          </a:blip>
          <a:srcRect b="0" l="28096" r="5245" t="0"/>
          <a:stretch/>
        </p:blipFill>
        <p:spPr>
          <a:xfrm>
            <a:off x="2446862" y="1255900"/>
            <a:ext cx="2716500" cy="2720400"/>
          </a:xfrm>
          <a:prstGeom prst="ellipse">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359" name="Shape 359"/>
        <p:cNvGrpSpPr/>
        <p:nvPr/>
      </p:nvGrpSpPr>
      <p:grpSpPr>
        <a:xfrm>
          <a:off x="0" y="0"/>
          <a:ext cx="0" cy="0"/>
          <a:chOff x="0" y="0"/>
          <a:chExt cx="0" cy="0"/>
        </a:xfrm>
      </p:grpSpPr>
      <p:sp>
        <p:nvSpPr>
          <p:cNvPr id="360" name="Google Shape;360;p55"/>
          <p:cNvSpPr txBox="1"/>
          <p:nvPr>
            <p:ph type="title"/>
          </p:nvPr>
        </p:nvSpPr>
        <p:spPr>
          <a:xfrm>
            <a:off x="714125" y="1873650"/>
            <a:ext cx="3451200" cy="88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361" name="Google Shape;361;p55"/>
          <p:cNvSpPr txBox="1"/>
          <p:nvPr>
            <p:ph idx="1" type="subTitle"/>
          </p:nvPr>
        </p:nvSpPr>
        <p:spPr>
          <a:xfrm>
            <a:off x="714125" y="2634675"/>
            <a:ext cx="3163500" cy="1170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actually the closest planet to the Sun and also the smallest planet in the entire Solar System</a:t>
            </a:r>
            <a:endParaRPr/>
          </a:p>
        </p:txBody>
      </p:sp>
      <p:sp>
        <p:nvSpPr>
          <p:cNvPr id="362" name="Google Shape;362;p55"/>
          <p:cNvSpPr txBox="1"/>
          <p:nvPr>
            <p:ph idx="2" type="title"/>
          </p:nvPr>
        </p:nvSpPr>
        <p:spPr>
          <a:xfrm>
            <a:off x="714125" y="1338225"/>
            <a:ext cx="984900" cy="57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pic>
        <p:nvPicPr>
          <p:cNvPr id="363" name="Google Shape;363;p55"/>
          <p:cNvPicPr preferRelativeResize="0"/>
          <p:nvPr/>
        </p:nvPicPr>
        <p:blipFill rotWithShape="1">
          <a:blip r:embed="rId3">
            <a:alphaModFix/>
          </a:blip>
          <a:srcRect b="0" l="25400" r="4684" t="1058"/>
          <a:stretch/>
        </p:blipFill>
        <p:spPr>
          <a:xfrm flipH="1">
            <a:off x="5301300" y="1201500"/>
            <a:ext cx="3665100" cy="3705300"/>
          </a:xfrm>
          <a:prstGeom prst="ellipse">
            <a:avLst/>
          </a:prstGeom>
          <a:noFill/>
          <a:ln>
            <a:noFill/>
          </a:ln>
        </p:spPr>
      </p:pic>
      <p:sp>
        <p:nvSpPr>
          <p:cNvPr id="364" name="Google Shape;364;p55"/>
          <p:cNvSpPr/>
          <p:nvPr/>
        </p:nvSpPr>
        <p:spPr>
          <a:xfrm>
            <a:off x="7738050" y="-371025"/>
            <a:ext cx="2720400" cy="27285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55"/>
          <p:cNvSpPr/>
          <p:nvPr/>
        </p:nvSpPr>
        <p:spPr>
          <a:xfrm>
            <a:off x="3984450" y="837375"/>
            <a:ext cx="1175100" cy="12018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55"/>
          <p:cNvSpPr/>
          <p:nvPr/>
        </p:nvSpPr>
        <p:spPr>
          <a:xfrm>
            <a:off x="4051125" y="4225500"/>
            <a:ext cx="897600" cy="918000"/>
          </a:xfrm>
          <a:prstGeom prst="ellipse">
            <a:avLst/>
          </a:prstGeom>
          <a:solidFill>
            <a:srgbClr val="7DB0EB">
              <a:alpha val="653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370" name="Shape 370"/>
        <p:cNvGrpSpPr/>
        <p:nvPr/>
      </p:nvGrpSpPr>
      <p:grpSpPr>
        <a:xfrm>
          <a:off x="0" y="0"/>
          <a:ext cx="0" cy="0"/>
          <a:chOff x="0" y="0"/>
          <a:chExt cx="0" cy="0"/>
        </a:xfrm>
      </p:grpSpPr>
      <p:sp>
        <p:nvSpPr>
          <p:cNvPr id="371" name="Google Shape;371;p56"/>
          <p:cNvSpPr txBox="1"/>
          <p:nvPr>
            <p:ph type="title"/>
          </p:nvPr>
        </p:nvSpPr>
        <p:spPr>
          <a:xfrm>
            <a:off x="2255550" y="538572"/>
            <a:ext cx="46329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Identifying the Information</a:t>
            </a:r>
            <a:endParaRPr/>
          </a:p>
        </p:txBody>
      </p:sp>
      <p:sp>
        <p:nvSpPr>
          <p:cNvPr id="372" name="Google Shape;372;p56"/>
          <p:cNvSpPr txBox="1"/>
          <p:nvPr>
            <p:ph idx="1" type="subTitle"/>
          </p:nvPr>
        </p:nvSpPr>
        <p:spPr>
          <a:xfrm>
            <a:off x="915475" y="3087575"/>
            <a:ext cx="2233500" cy="58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a gas giant and the biggest one in the Solar System</a:t>
            </a:r>
            <a:endParaRPr/>
          </a:p>
        </p:txBody>
      </p:sp>
      <p:sp>
        <p:nvSpPr>
          <p:cNvPr id="373" name="Google Shape;373;p56"/>
          <p:cNvSpPr txBox="1"/>
          <p:nvPr>
            <p:ph idx="2" type="subTitle"/>
          </p:nvPr>
        </p:nvSpPr>
        <p:spPr>
          <a:xfrm>
            <a:off x="3455263" y="3087575"/>
            <a:ext cx="2233500" cy="58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a:t>
            </a:r>
            <a:endParaRPr/>
          </a:p>
        </p:txBody>
      </p:sp>
      <p:sp>
        <p:nvSpPr>
          <p:cNvPr id="374" name="Google Shape;374;p56"/>
          <p:cNvSpPr txBox="1"/>
          <p:nvPr>
            <p:ph idx="3" type="subTitle"/>
          </p:nvPr>
        </p:nvSpPr>
        <p:spPr>
          <a:xfrm>
            <a:off x="5995050" y="3087575"/>
            <a:ext cx="2233500" cy="58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 full of iron oxide dust</a:t>
            </a:r>
            <a:endParaRPr/>
          </a:p>
        </p:txBody>
      </p:sp>
      <p:grpSp>
        <p:nvGrpSpPr>
          <p:cNvPr id="375" name="Google Shape;375;p56"/>
          <p:cNvGrpSpPr/>
          <p:nvPr/>
        </p:nvGrpSpPr>
        <p:grpSpPr>
          <a:xfrm>
            <a:off x="1438763" y="1553750"/>
            <a:ext cx="1186900" cy="1186925"/>
            <a:chOff x="1438763" y="1553750"/>
            <a:chExt cx="1186900" cy="1186925"/>
          </a:xfrm>
        </p:grpSpPr>
        <p:sp>
          <p:nvSpPr>
            <p:cNvPr id="376" name="Google Shape;376;p56"/>
            <p:cNvSpPr/>
            <p:nvPr/>
          </p:nvSpPr>
          <p:spPr>
            <a:xfrm>
              <a:off x="1438763" y="1553750"/>
              <a:ext cx="1186900" cy="1186925"/>
            </a:xfrm>
            <a:custGeom>
              <a:rect b="b" l="l" r="r" t="t"/>
              <a:pathLst>
                <a:path extrusionOk="0" h="47477" w="47476">
                  <a:moveTo>
                    <a:pt x="23728" y="1"/>
                  </a:moveTo>
                  <a:cubicBezTo>
                    <a:pt x="10629" y="1"/>
                    <a:pt x="0" y="10630"/>
                    <a:pt x="0" y="23728"/>
                  </a:cubicBezTo>
                  <a:cubicBezTo>
                    <a:pt x="0" y="36847"/>
                    <a:pt x="10629" y="47476"/>
                    <a:pt x="23728" y="47476"/>
                  </a:cubicBezTo>
                  <a:cubicBezTo>
                    <a:pt x="36847" y="47476"/>
                    <a:pt x="47476" y="36847"/>
                    <a:pt x="47476" y="23728"/>
                  </a:cubicBezTo>
                  <a:cubicBezTo>
                    <a:pt x="47476" y="10630"/>
                    <a:pt x="36847" y="1"/>
                    <a:pt x="237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56"/>
            <p:cNvSpPr/>
            <p:nvPr/>
          </p:nvSpPr>
          <p:spPr>
            <a:xfrm>
              <a:off x="1497338" y="2146950"/>
              <a:ext cx="1123625" cy="593200"/>
            </a:xfrm>
            <a:custGeom>
              <a:rect b="b" l="l" r="r" t="t"/>
              <a:pathLst>
                <a:path extrusionOk="0" h="23728" w="44945">
                  <a:moveTo>
                    <a:pt x="1" y="0"/>
                  </a:moveTo>
                  <a:lnTo>
                    <a:pt x="21385" y="23728"/>
                  </a:lnTo>
                  <a:cubicBezTo>
                    <a:pt x="33541" y="23728"/>
                    <a:pt x="43543" y="14626"/>
                    <a:pt x="44945" y="2846"/>
                  </a:cubicBezTo>
                  <a:lnTo>
                    <a:pt x="42664" y="168"/>
                  </a:lnTo>
                  <a:lnTo>
                    <a:pt x="1" y="0"/>
                  </a:lnTo>
                  <a:close/>
                </a:path>
              </a:pathLst>
            </a:custGeom>
            <a:solidFill>
              <a:srgbClr val="6C97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56"/>
            <p:cNvSpPr/>
            <p:nvPr/>
          </p:nvSpPr>
          <p:spPr>
            <a:xfrm>
              <a:off x="1497338" y="1890100"/>
              <a:ext cx="1069750" cy="513775"/>
            </a:xfrm>
            <a:custGeom>
              <a:rect b="b" l="l" r="r" t="t"/>
              <a:pathLst>
                <a:path extrusionOk="0" h="20551" w="42790">
                  <a:moveTo>
                    <a:pt x="21385" y="1"/>
                  </a:moveTo>
                  <a:cubicBezTo>
                    <a:pt x="18706" y="1"/>
                    <a:pt x="16049" y="398"/>
                    <a:pt x="13538" y="1172"/>
                  </a:cubicBezTo>
                  <a:cubicBezTo>
                    <a:pt x="12283" y="1549"/>
                    <a:pt x="11069" y="2009"/>
                    <a:pt x="9919" y="2553"/>
                  </a:cubicBezTo>
                  <a:cubicBezTo>
                    <a:pt x="8768" y="3097"/>
                    <a:pt x="7680" y="3704"/>
                    <a:pt x="6675" y="4332"/>
                  </a:cubicBezTo>
                  <a:cubicBezTo>
                    <a:pt x="5671" y="4980"/>
                    <a:pt x="4771" y="5650"/>
                    <a:pt x="3955" y="6320"/>
                  </a:cubicBezTo>
                  <a:cubicBezTo>
                    <a:pt x="3139" y="6989"/>
                    <a:pt x="2428" y="7617"/>
                    <a:pt x="1842" y="8224"/>
                  </a:cubicBezTo>
                  <a:lnTo>
                    <a:pt x="1424" y="8642"/>
                  </a:lnTo>
                  <a:cubicBezTo>
                    <a:pt x="1298" y="8789"/>
                    <a:pt x="1172" y="8914"/>
                    <a:pt x="1047" y="9040"/>
                  </a:cubicBezTo>
                  <a:cubicBezTo>
                    <a:pt x="838" y="9270"/>
                    <a:pt x="628" y="9500"/>
                    <a:pt x="482" y="9688"/>
                  </a:cubicBezTo>
                  <a:cubicBezTo>
                    <a:pt x="315" y="9856"/>
                    <a:pt x="210" y="10023"/>
                    <a:pt x="126" y="10128"/>
                  </a:cubicBezTo>
                  <a:cubicBezTo>
                    <a:pt x="43" y="10232"/>
                    <a:pt x="1" y="10274"/>
                    <a:pt x="1" y="10274"/>
                  </a:cubicBezTo>
                  <a:cubicBezTo>
                    <a:pt x="1" y="10274"/>
                    <a:pt x="43" y="10337"/>
                    <a:pt x="126" y="10421"/>
                  </a:cubicBezTo>
                  <a:cubicBezTo>
                    <a:pt x="189" y="10525"/>
                    <a:pt x="315" y="10693"/>
                    <a:pt x="482" y="10860"/>
                  </a:cubicBezTo>
                  <a:cubicBezTo>
                    <a:pt x="628" y="11048"/>
                    <a:pt x="817" y="11278"/>
                    <a:pt x="1047" y="11509"/>
                  </a:cubicBezTo>
                  <a:cubicBezTo>
                    <a:pt x="1172" y="11634"/>
                    <a:pt x="1298" y="11760"/>
                    <a:pt x="1424" y="11906"/>
                  </a:cubicBezTo>
                  <a:lnTo>
                    <a:pt x="1842" y="12325"/>
                  </a:lnTo>
                  <a:cubicBezTo>
                    <a:pt x="2428" y="12931"/>
                    <a:pt x="3139" y="13559"/>
                    <a:pt x="3955" y="14229"/>
                  </a:cubicBezTo>
                  <a:cubicBezTo>
                    <a:pt x="4771" y="14898"/>
                    <a:pt x="5692" y="15568"/>
                    <a:pt x="6675" y="16216"/>
                  </a:cubicBezTo>
                  <a:cubicBezTo>
                    <a:pt x="7680" y="16844"/>
                    <a:pt x="8768" y="17451"/>
                    <a:pt x="9919" y="17995"/>
                  </a:cubicBezTo>
                  <a:cubicBezTo>
                    <a:pt x="11069" y="18539"/>
                    <a:pt x="12283" y="18999"/>
                    <a:pt x="13538" y="19397"/>
                  </a:cubicBezTo>
                  <a:cubicBezTo>
                    <a:pt x="16049" y="20150"/>
                    <a:pt x="18727" y="20548"/>
                    <a:pt x="21385" y="20548"/>
                  </a:cubicBezTo>
                  <a:cubicBezTo>
                    <a:pt x="21498" y="20549"/>
                    <a:pt x="21611" y="20550"/>
                    <a:pt x="21724" y="20550"/>
                  </a:cubicBezTo>
                  <a:cubicBezTo>
                    <a:pt x="22950" y="20550"/>
                    <a:pt x="24174" y="20448"/>
                    <a:pt x="25381" y="20276"/>
                  </a:cubicBezTo>
                  <a:cubicBezTo>
                    <a:pt x="26699" y="20087"/>
                    <a:pt x="27997" y="19794"/>
                    <a:pt x="29252" y="19418"/>
                  </a:cubicBezTo>
                  <a:cubicBezTo>
                    <a:pt x="30507" y="19041"/>
                    <a:pt x="31721" y="18560"/>
                    <a:pt x="32872" y="18016"/>
                  </a:cubicBezTo>
                  <a:cubicBezTo>
                    <a:pt x="34002" y="17493"/>
                    <a:pt x="35090" y="16886"/>
                    <a:pt x="36094" y="16237"/>
                  </a:cubicBezTo>
                  <a:cubicBezTo>
                    <a:pt x="37098" y="15589"/>
                    <a:pt x="38019" y="14919"/>
                    <a:pt x="38835" y="14250"/>
                  </a:cubicBezTo>
                  <a:cubicBezTo>
                    <a:pt x="39651" y="13580"/>
                    <a:pt x="40362" y="12931"/>
                    <a:pt x="40948" y="12346"/>
                  </a:cubicBezTo>
                  <a:cubicBezTo>
                    <a:pt x="41095" y="12199"/>
                    <a:pt x="41241" y="12053"/>
                    <a:pt x="41367" y="11927"/>
                  </a:cubicBezTo>
                  <a:cubicBezTo>
                    <a:pt x="41492" y="11781"/>
                    <a:pt x="41618" y="11655"/>
                    <a:pt x="41722" y="11530"/>
                  </a:cubicBezTo>
                  <a:cubicBezTo>
                    <a:pt x="41953" y="11278"/>
                    <a:pt x="42162" y="11048"/>
                    <a:pt x="42308" y="10881"/>
                  </a:cubicBezTo>
                  <a:cubicBezTo>
                    <a:pt x="42455" y="10693"/>
                    <a:pt x="42580" y="10525"/>
                    <a:pt x="42664" y="10421"/>
                  </a:cubicBezTo>
                  <a:cubicBezTo>
                    <a:pt x="42748" y="10316"/>
                    <a:pt x="42790" y="10274"/>
                    <a:pt x="42790" y="10274"/>
                  </a:cubicBezTo>
                  <a:cubicBezTo>
                    <a:pt x="42790" y="10274"/>
                    <a:pt x="42748" y="10211"/>
                    <a:pt x="42664" y="10128"/>
                  </a:cubicBezTo>
                  <a:cubicBezTo>
                    <a:pt x="42580" y="10023"/>
                    <a:pt x="42455" y="9856"/>
                    <a:pt x="42308" y="9667"/>
                  </a:cubicBezTo>
                  <a:cubicBezTo>
                    <a:pt x="42162" y="9479"/>
                    <a:pt x="41953" y="9270"/>
                    <a:pt x="41722" y="9019"/>
                  </a:cubicBezTo>
                  <a:cubicBezTo>
                    <a:pt x="41618" y="8893"/>
                    <a:pt x="41492" y="8768"/>
                    <a:pt x="41367" y="8621"/>
                  </a:cubicBezTo>
                  <a:cubicBezTo>
                    <a:pt x="41241" y="8496"/>
                    <a:pt x="41095" y="8349"/>
                    <a:pt x="40948" y="8203"/>
                  </a:cubicBezTo>
                  <a:cubicBezTo>
                    <a:pt x="40362" y="7617"/>
                    <a:pt x="39651" y="6968"/>
                    <a:pt x="38835" y="6299"/>
                  </a:cubicBezTo>
                  <a:cubicBezTo>
                    <a:pt x="38019" y="5629"/>
                    <a:pt x="37098" y="4960"/>
                    <a:pt x="36094" y="4311"/>
                  </a:cubicBezTo>
                  <a:cubicBezTo>
                    <a:pt x="35090" y="3662"/>
                    <a:pt x="34002" y="3055"/>
                    <a:pt x="32872" y="2532"/>
                  </a:cubicBezTo>
                  <a:cubicBezTo>
                    <a:pt x="31721" y="1988"/>
                    <a:pt x="30507" y="1507"/>
                    <a:pt x="29252" y="1131"/>
                  </a:cubicBezTo>
                  <a:cubicBezTo>
                    <a:pt x="27997" y="754"/>
                    <a:pt x="26699" y="461"/>
                    <a:pt x="25381" y="273"/>
                  </a:cubicBezTo>
                  <a:cubicBezTo>
                    <a:pt x="24063" y="84"/>
                    <a:pt x="22724" y="1"/>
                    <a:pt x="21385" y="1"/>
                  </a:cubicBezTo>
                  <a:close/>
                </a:path>
              </a:pathLst>
            </a:custGeom>
            <a:solidFill>
              <a:srgbClr val="F7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56"/>
            <p:cNvSpPr/>
            <p:nvPr/>
          </p:nvSpPr>
          <p:spPr>
            <a:xfrm>
              <a:off x="1774588" y="1889575"/>
              <a:ext cx="515275" cy="515275"/>
            </a:xfrm>
            <a:custGeom>
              <a:rect b="b" l="l" r="r" t="t"/>
              <a:pathLst>
                <a:path extrusionOk="0" h="20611" w="20611">
                  <a:moveTo>
                    <a:pt x="10295" y="1"/>
                  </a:moveTo>
                  <a:cubicBezTo>
                    <a:pt x="4603" y="1"/>
                    <a:pt x="0" y="4604"/>
                    <a:pt x="0" y="10295"/>
                  </a:cubicBezTo>
                  <a:cubicBezTo>
                    <a:pt x="0" y="15986"/>
                    <a:pt x="4603" y="20610"/>
                    <a:pt x="10295" y="20610"/>
                  </a:cubicBezTo>
                  <a:cubicBezTo>
                    <a:pt x="15986" y="20610"/>
                    <a:pt x="20610" y="15986"/>
                    <a:pt x="20610" y="10295"/>
                  </a:cubicBezTo>
                  <a:cubicBezTo>
                    <a:pt x="20610" y="4604"/>
                    <a:pt x="15986" y="1"/>
                    <a:pt x="10295" y="1"/>
                  </a:cubicBezTo>
                  <a:close/>
                </a:path>
              </a:pathLst>
            </a:custGeom>
            <a:solidFill>
              <a:srgbClr val="ACCC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56"/>
            <p:cNvSpPr/>
            <p:nvPr/>
          </p:nvSpPr>
          <p:spPr>
            <a:xfrm>
              <a:off x="1824788" y="1939800"/>
              <a:ext cx="414850" cy="414825"/>
            </a:xfrm>
            <a:custGeom>
              <a:rect b="b" l="l" r="r" t="t"/>
              <a:pathLst>
                <a:path extrusionOk="0" h="16593" w="16594">
                  <a:moveTo>
                    <a:pt x="8287" y="0"/>
                  </a:moveTo>
                  <a:cubicBezTo>
                    <a:pt x="3704" y="0"/>
                    <a:pt x="1" y="3704"/>
                    <a:pt x="1" y="8286"/>
                  </a:cubicBezTo>
                  <a:cubicBezTo>
                    <a:pt x="1" y="12868"/>
                    <a:pt x="3704" y="16593"/>
                    <a:pt x="8287" y="16593"/>
                  </a:cubicBezTo>
                  <a:cubicBezTo>
                    <a:pt x="12869" y="16593"/>
                    <a:pt x="16593" y="12868"/>
                    <a:pt x="16593" y="8286"/>
                  </a:cubicBezTo>
                  <a:cubicBezTo>
                    <a:pt x="16593" y="3704"/>
                    <a:pt x="12869" y="0"/>
                    <a:pt x="8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56"/>
            <p:cNvSpPr/>
            <p:nvPr/>
          </p:nvSpPr>
          <p:spPr>
            <a:xfrm>
              <a:off x="2045013" y="1985300"/>
              <a:ext cx="141000" cy="136175"/>
            </a:xfrm>
            <a:custGeom>
              <a:rect b="b" l="l" r="r" t="t"/>
              <a:pathLst>
                <a:path extrusionOk="0" h="5447" w="5640">
                  <a:moveTo>
                    <a:pt x="776" y="0"/>
                  </a:moveTo>
                  <a:cubicBezTo>
                    <a:pt x="1" y="0"/>
                    <a:pt x="7" y="1214"/>
                    <a:pt x="796" y="1235"/>
                  </a:cubicBezTo>
                  <a:cubicBezTo>
                    <a:pt x="2805" y="1298"/>
                    <a:pt x="4332" y="2846"/>
                    <a:pt x="4395" y="4834"/>
                  </a:cubicBezTo>
                  <a:cubicBezTo>
                    <a:pt x="4405" y="5242"/>
                    <a:pt x="4719" y="5446"/>
                    <a:pt x="5028" y="5446"/>
                  </a:cubicBezTo>
                  <a:cubicBezTo>
                    <a:pt x="5336" y="5446"/>
                    <a:pt x="5640" y="5242"/>
                    <a:pt x="5629" y="4834"/>
                  </a:cubicBezTo>
                  <a:cubicBezTo>
                    <a:pt x="5566" y="2156"/>
                    <a:pt x="3474" y="84"/>
                    <a:pt x="796" y="1"/>
                  </a:cubicBezTo>
                  <a:cubicBezTo>
                    <a:pt x="789" y="1"/>
                    <a:pt x="783" y="0"/>
                    <a:pt x="776" y="0"/>
                  </a:cubicBezTo>
                  <a:close/>
                </a:path>
              </a:pathLst>
            </a:custGeom>
            <a:solidFill>
              <a:srgbClr val="F7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 name="Google Shape;382;p56"/>
          <p:cNvGrpSpPr/>
          <p:nvPr/>
        </p:nvGrpSpPr>
        <p:grpSpPr>
          <a:xfrm>
            <a:off x="3933813" y="1607975"/>
            <a:ext cx="1276375" cy="1187300"/>
            <a:chOff x="3933813" y="1607975"/>
            <a:chExt cx="1276375" cy="1187300"/>
          </a:xfrm>
        </p:grpSpPr>
        <p:sp>
          <p:nvSpPr>
            <p:cNvPr id="383" name="Google Shape;383;p56"/>
            <p:cNvSpPr/>
            <p:nvPr/>
          </p:nvSpPr>
          <p:spPr>
            <a:xfrm>
              <a:off x="3933813" y="1607975"/>
              <a:ext cx="1276375" cy="1187150"/>
            </a:xfrm>
            <a:custGeom>
              <a:rect b="b" l="l" r="r" t="t"/>
              <a:pathLst>
                <a:path extrusionOk="0" h="47486" w="51055">
                  <a:moveTo>
                    <a:pt x="25504" y="1"/>
                  </a:moveTo>
                  <a:cubicBezTo>
                    <a:pt x="14067" y="1"/>
                    <a:pt x="3978" y="8305"/>
                    <a:pt x="2093" y="19956"/>
                  </a:cubicBezTo>
                  <a:cubicBezTo>
                    <a:pt x="1" y="32907"/>
                    <a:pt x="8810" y="45085"/>
                    <a:pt x="21741" y="47177"/>
                  </a:cubicBezTo>
                  <a:cubicBezTo>
                    <a:pt x="23025" y="47385"/>
                    <a:pt x="24302" y="47485"/>
                    <a:pt x="25563" y="47485"/>
                  </a:cubicBezTo>
                  <a:cubicBezTo>
                    <a:pt x="37009" y="47485"/>
                    <a:pt x="47077" y="39197"/>
                    <a:pt x="48962" y="27530"/>
                  </a:cubicBezTo>
                  <a:cubicBezTo>
                    <a:pt x="51054" y="14599"/>
                    <a:pt x="42267" y="2401"/>
                    <a:pt x="29315" y="308"/>
                  </a:cubicBezTo>
                  <a:cubicBezTo>
                    <a:pt x="28034" y="101"/>
                    <a:pt x="26761" y="1"/>
                    <a:pt x="255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56"/>
            <p:cNvSpPr/>
            <p:nvPr/>
          </p:nvSpPr>
          <p:spPr>
            <a:xfrm>
              <a:off x="4037388" y="2201525"/>
              <a:ext cx="1123625" cy="593750"/>
            </a:xfrm>
            <a:custGeom>
              <a:rect b="b" l="l" r="r" t="t"/>
              <a:pathLst>
                <a:path extrusionOk="0" h="23750" w="44945">
                  <a:moveTo>
                    <a:pt x="1" y="1"/>
                  </a:moveTo>
                  <a:lnTo>
                    <a:pt x="21385" y="23749"/>
                  </a:lnTo>
                  <a:cubicBezTo>
                    <a:pt x="33541" y="23749"/>
                    <a:pt x="43543" y="14626"/>
                    <a:pt x="44945" y="2867"/>
                  </a:cubicBezTo>
                  <a:lnTo>
                    <a:pt x="42664" y="168"/>
                  </a:lnTo>
                  <a:lnTo>
                    <a:pt x="1" y="1"/>
                  </a:lnTo>
                  <a:close/>
                </a:path>
              </a:pathLst>
            </a:custGeom>
            <a:solidFill>
              <a:srgbClr val="6C97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56"/>
            <p:cNvSpPr/>
            <p:nvPr/>
          </p:nvSpPr>
          <p:spPr>
            <a:xfrm>
              <a:off x="4037388" y="1990200"/>
              <a:ext cx="1069750" cy="423200"/>
            </a:xfrm>
            <a:custGeom>
              <a:rect b="b" l="l" r="r" t="t"/>
              <a:pathLst>
                <a:path extrusionOk="0" h="16928" w="42790">
                  <a:moveTo>
                    <a:pt x="21385" y="1"/>
                  </a:moveTo>
                  <a:cubicBezTo>
                    <a:pt x="18706" y="1"/>
                    <a:pt x="16049" y="315"/>
                    <a:pt x="13538" y="963"/>
                  </a:cubicBezTo>
                  <a:cubicBezTo>
                    <a:pt x="12283" y="1277"/>
                    <a:pt x="11069" y="1654"/>
                    <a:pt x="9919" y="2093"/>
                  </a:cubicBezTo>
                  <a:cubicBezTo>
                    <a:pt x="8768" y="2553"/>
                    <a:pt x="7680" y="3035"/>
                    <a:pt x="6675" y="3579"/>
                  </a:cubicBezTo>
                  <a:cubicBezTo>
                    <a:pt x="5671" y="4102"/>
                    <a:pt x="4771" y="4646"/>
                    <a:pt x="3955" y="5211"/>
                  </a:cubicBezTo>
                  <a:cubicBezTo>
                    <a:pt x="3139" y="5755"/>
                    <a:pt x="2428" y="6278"/>
                    <a:pt x="1842" y="6759"/>
                  </a:cubicBezTo>
                  <a:cubicBezTo>
                    <a:pt x="1696" y="6885"/>
                    <a:pt x="1549" y="7010"/>
                    <a:pt x="1424" y="7115"/>
                  </a:cubicBezTo>
                  <a:cubicBezTo>
                    <a:pt x="1298" y="7219"/>
                    <a:pt x="1172" y="7324"/>
                    <a:pt x="1047" y="7429"/>
                  </a:cubicBezTo>
                  <a:cubicBezTo>
                    <a:pt x="838" y="7638"/>
                    <a:pt x="628" y="7826"/>
                    <a:pt x="482" y="7973"/>
                  </a:cubicBezTo>
                  <a:cubicBezTo>
                    <a:pt x="315" y="8119"/>
                    <a:pt x="210" y="8245"/>
                    <a:pt x="126" y="8328"/>
                  </a:cubicBezTo>
                  <a:cubicBezTo>
                    <a:pt x="43" y="8412"/>
                    <a:pt x="1" y="8454"/>
                    <a:pt x="1" y="8454"/>
                  </a:cubicBezTo>
                  <a:cubicBezTo>
                    <a:pt x="1" y="8454"/>
                    <a:pt x="43" y="8496"/>
                    <a:pt x="126" y="8579"/>
                  </a:cubicBezTo>
                  <a:cubicBezTo>
                    <a:pt x="189" y="8663"/>
                    <a:pt x="315" y="8809"/>
                    <a:pt x="482" y="8956"/>
                  </a:cubicBezTo>
                  <a:cubicBezTo>
                    <a:pt x="628" y="9102"/>
                    <a:pt x="817" y="9291"/>
                    <a:pt x="1047" y="9479"/>
                  </a:cubicBezTo>
                  <a:cubicBezTo>
                    <a:pt x="1172" y="9584"/>
                    <a:pt x="1298" y="9688"/>
                    <a:pt x="1424" y="9814"/>
                  </a:cubicBezTo>
                  <a:cubicBezTo>
                    <a:pt x="1549" y="9918"/>
                    <a:pt x="1696" y="10023"/>
                    <a:pt x="1842" y="10149"/>
                  </a:cubicBezTo>
                  <a:cubicBezTo>
                    <a:pt x="2428" y="10651"/>
                    <a:pt x="3139" y="11174"/>
                    <a:pt x="3955" y="11718"/>
                  </a:cubicBezTo>
                  <a:cubicBezTo>
                    <a:pt x="4771" y="12262"/>
                    <a:pt x="5692" y="12827"/>
                    <a:pt x="6675" y="13350"/>
                  </a:cubicBezTo>
                  <a:cubicBezTo>
                    <a:pt x="7680" y="13873"/>
                    <a:pt x="8768" y="14375"/>
                    <a:pt x="9919" y="14815"/>
                  </a:cubicBezTo>
                  <a:cubicBezTo>
                    <a:pt x="11069" y="15275"/>
                    <a:pt x="12283" y="15652"/>
                    <a:pt x="13538" y="15965"/>
                  </a:cubicBezTo>
                  <a:cubicBezTo>
                    <a:pt x="16049" y="16593"/>
                    <a:pt x="18727" y="16928"/>
                    <a:pt x="21385" y="16928"/>
                  </a:cubicBezTo>
                  <a:cubicBezTo>
                    <a:pt x="22724" y="16928"/>
                    <a:pt x="24063" y="16844"/>
                    <a:pt x="25381" y="16698"/>
                  </a:cubicBezTo>
                  <a:cubicBezTo>
                    <a:pt x="26699" y="16530"/>
                    <a:pt x="27997" y="16300"/>
                    <a:pt x="29252" y="15986"/>
                  </a:cubicBezTo>
                  <a:cubicBezTo>
                    <a:pt x="30507" y="15672"/>
                    <a:pt x="31721" y="15296"/>
                    <a:pt x="32872" y="14835"/>
                  </a:cubicBezTo>
                  <a:cubicBezTo>
                    <a:pt x="34002" y="14396"/>
                    <a:pt x="35090" y="13894"/>
                    <a:pt x="36094" y="13371"/>
                  </a:cubicBezTo>
                  <a:cubicBezTo>
                    <a:pt x="37098" y="12848"/>
                    <a:pt x="38019" y="12283"/>
                    <a:pt x="38835" y="11739"/>
                  </a:cubicBezTo>
                  <a:cubicBezTo>
                    <a:pt x="39651" y="11195"/>
                    <a:pt x="40362" y="10651"/>
                    <a:pt x="40948" y="10170"/>
                  </a:cubicBezTo>
                  <a:cubicBezTo>
                    <a:pt x="41095" y="10044"/>
                    <a:pt x="41241" y="9918"/>
                    <a:pt x="41367" y="9814"/>
                  </a:cubicBezTo>
                  <a:cubicBezTo>
                    <a:pt x="41492" y="9709"/>
                    <a:pt x="41618" y="9584"/>
                    <a:pt x="41722" y="9479"/>
                  </a:cubicBezTo>
                  <a:cubicBezTo>
                    <a:pt x="41953" y="9291"/>
                    <a:pt x="42162" y="9102"/>
                    <a:pt x="42308" y="8956"/>
                  </a:cubicBezTo>
                  <a:cubicBezTo>
                    <a:pt x="42455" y="8809"/>
                    <a:pt x="42580" y="8663"/>
                    <a:pt x="42664" y="8579"/>
                  </a:cubicBezTo>
                  <a:cubicBezTo>
                    <a:pt x="42748" y="8496"/>
                    <a:pt x="42790" y="8454"/>
                    <a:pt x="42790" y="8454"/>
                  </a:cubicBezTo>
                  <a:cubicBezTo>
                    <a:pt x="42790" y="8454"/>
                    <a:pt x="42748" y="8412"/>
                    <a:pt x="42664" y="8328"/>
                  </a:cubicBezTo>
                  <a:cubicBezTo>
                    <a:pt x="42580" y="8245"/>
                    <a:pt x="42455" y="8119"/>
                    <a:pt x="42308" y="7973"/>
                  </a:cubicBezTo>
                  <a:cubicBezTo>
                    <a:pt x="42162" y="7805"/>
                    <a:pt x="41953" y="7617"/>
                    <a:pt x="41722" y="7429"/>
                  </a:cubicBezTo>
                  <a:cubicBezTo>
                    <a:pt x="41618" y="7324"/>
                    <a:pt x="41492" y="7219"/>
                    <a:pt x="41367" y="7094"/>
                  </a:cubicBezTo>
                  <a:cubicBezTo>
                    <a:pt x="41241" y="6989"/>
                    <a:pt x="41095" y="6885"/>
                    <a:pt x="40948" y="6759"/>
                  </a:cubicBezTo>
                  <a:cubicBezTo>
                    <a:pt x="40362" y="6257"/>
                    <a:pt x="39651" y="5734"/>
                    <a:pt x="38835" y="5190"/>
                  </a:cubicBezTo>
                  <a:cubicBezTo>
                    <a:pt x="38019" y="4625"/>
                    <a:pt x="37098" y="4081"/>
                    <a:pt x="36094" y="3537"/>
                  </a:cubicBezTo>
                  <a:cubicBezTo>
                    <a:pt x="35090" y="3014"/>
                    <a:pt x="34002" y="2511"/>
                    <a:pt x="32872" y="2072"/>
                  </a:cubicBezTo>
                  <a:cubicBezTo>
                    <a:pt x="31721" y="1633"/>
                    <a:pt x="30507" y="1235"/>
                    <a:pt x="29252" y="942"/>
                  </a:cubicBezTo>
                  <a:cubicBezTo>
                    <a:pt x="27997" y="628"/>
                    <a:pt x="26699" y="377"/>
                    <a:pt x="25381" y="231"/>
                  </a:cubicBezTo>
                  <a:cubicBezTo>
                    <a:pt x="24063" y="63"/>
                    <a:pt x="22724" y="1"/>
                    <a:pt x="21385" y="1"/>
                  </a:cubicBezTo>
                  <a:close/>
                </a:path>
              </a:pathLst>
            </a:custGeom>
            <a:solidFill>
              <a:srgbClr val="F7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56"/>
            <p:cNvSpPr/>
            <p:nvPr/>
          </p:nvSpPr>
          <p:spPr>
            <a:xfrm>
              <a:off x="4355438" y="1990200"/>
              <a:ext cx="423200" cy="423200"/>
            </a:xfrm>
            <a:custGeom>
              <a:rect b="b" l="l" r="r" t="t"/>
              <a:pathLst>
                <a:path extrusionOk="0" h="16928" w="16928">
                  <a:moveTo>
                    <a:pt x="8453" y="1"/>
                  </a:moveTo>
                  <a:cubicBezTo>
                    <a:pt x="3787" y="1"/>
                    <a:pt x="0" y="3788"/>
                    <a:pt x="0" y="8454"/>
                  </a:cubicBezTo>
                  <a:cubicBezTo>
                    <a:pt x="0" y="13141"/>
                    <a:pt x="3787" y="16928"/>
                    <a:pt x="8453" y="16928"/>
                  </a:cubicBezTo>
                  <a:cubicBezTo>
                    <a:pt x="13140" y="16928"/>
                    <a:pt x="16928" y="13141"/>
                    <a:pt x="16928" y="8454"/>
                  </a:cubicBezTo>
                  <a:cubicBezTo>
                    <a:pt x="16928" y="3788"/>
                    <a:pt x="13140" y="1"/>
                    <a:pt x="8453" y="1"/>
                  </a:cubicBezTo>
                  <a:close/>
                </a:path>
              </a:pathLst>
            </a:custGeom>
            <a:solidFill>
              <a:srgbClr val="5C8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56"/>
            <p:cNvSpPr/>
            <p:nvPr/>
          </p:nvSpPr>
          <p:spPr>
            <a:xfrm>
              <a:off x="4491438" y="2126200"/>
              <a:ext cx="151200" cy="150675"/>
            </a:xfrm>
            <a:custGeom>
              <a:rect b="b" l="l" r="r" t="t"/>
              <a:pathLst>
                <a:path extrusionOk="0" h="6027" w="6048">
                  <a:moveTo>
                    <a:pt x="3013" y="1"/>
                  </a:moveTo>
                  <a:cubicBezTo>
                    <a:pt x="1360" y="1"/>
                    <a:pt x="0" y="1361"/>
                    <a:pt x="0" y="3014"/>
                  </a:cubicBezTo>
                  <a:cubicBezTo>
                    <a:pt x="0" y="4688"/>
                    <a:pt x="1360" y="6027"/>
                    <a:pt x="3013" y="6027"/>
                  </a:cubicBezTo>
                  <a:cubicBezTo>
                    <a:pt x="4687" y="6027"/>
                    <a:pt x="6047" y="4688"/>
                    <a:pt x="6047" y="3014"/>
                  </a:cubicBezTo>
                  <a:cubicBezTo>
                    <a:pt x="6047" y="1361"/>
                    <a:pt x="4687" y="1"/>
                    <a:pt x="3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56"/>
            <p:cNvSpPr/>
            <p:nvPr/>
          </p:nvSpPr>
          <p:spPr>
            <a:xfrm>
              <a:off x="4575663" y="2028900"/>
              <a:ext cx="148825" cy="143375"/>
            </a:xfrm>
            <a:custGeom>
              <a:rect b="b" l="l" r="r" t="t"/>
              <a:pathLst>
                <a:path extrusionOk="0" h="5735" w="5953">
                  <a:moveTo>
                    <a:pt x="817" y="1"/>
                  </a:moveTo>
                  <a:cubicBezTo>
                    <a:pt x="0" y="1"/>
                    <a:pt x="7" y="1298"/>
                    <a:pt x="837" y="1319"/>
                  </a:cubicBezTo>
                  <a:cubicBezTo>
                    <a:pt x="2950" y="1361"/>
                    <a:pt x="4582" y="2993"/>
                    <a:pt x="4645" y="5106"/>
                  </a:cubicBezTo>
                  <a:cubicBezTo>
                    <a:pt x="4656" y="5525"/>
                    <a:pt x="4985" y="5734"/>
                    <a:pt x="5310" y="5734"/>
                  </a:cubicBezTo>
                  <a:cubicBezTo>
                    <a:pt x="5634" y="5734"/>
                    <a:pt x="5953" y="5525"/>
                    <a:pt x="5942" y="5106"/>
                  </a:cubicBezTo>
                  <a:cubicBezTo>
                    <a:pt x="5880" y="2282"/>
                    <a:pt x="3683" y="85"/>
                    <a:pt x="837" y="1"/>
                  </a:cubicBezTo>
                  <a:cubicBezTo>
                    <a:pt x="830" y="1"/>
                    <a:pt x="824" y="1"/>
                    <a:pt x="817" y="1"/>
                  </a:cubicBezTo>
                  <a:close/>
                </a:path>
              </a:pathLst>
            </a:custGeom>
            <a:solidFill>
              <a:srgbClr val="F7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 name="Google Shape;389;p56"/>
          <p:cNvGrpSpPr/>
          <p:nvPr/>
        </p:nvGrpSpPr>
        <p:grpSpPr>
          <a:xfrm>
            <a:off x="6518338" y="1608338"/>
            <a:ext cx="1186900" cy="1186925"/>
            <a:chOff x="6518338" y="1608338"/>
            <a:chExt cx="1186900" cy="1186925"/>
          </a:xfrm>
        </p:grpSpPr>
        <p:sp>
          <p:nvSpPr>
            <p:cNvPr id="390" name="Google Shape;390;p56"/>
            <p:cNvSpPr/>
            <p:nvPr/>
          </p:nvSpPr>
          <p:spPr>
            <a:xfrm>
              <a:off x="6518338" y="1608338"/>
              <a:ext cx="1186900" cy="1186925"/>
            </a:xfrm>
            <a:custGeom>
              <a:rect b="b" l="l" r="r" t="t"/>
              <a:pathLst>
                <a:path extrusionOk="0" h="47477" w="47476">
                  <a:moveTo>
                    <a:pt x="23728" y="1"/>
                  </a:moveTo>
                  <a:cubicBezTo>
                    <a:pt x="10629" y="1"/>
                    <a:pt x="0" y="10630"/>
                    <a:pt x="0" y="23728"/>
                  </a:cubicBezTo>
                  <a:cubicBezTo>
                    <a:pt x="0" y="36847"/>
                    <a:pt x="10629" y="47476"/>
                    <a:pt x="23728" y="47476"/>
                  </a:cubicBezTo>
                  <a:cubicBezTo>
                    <a:pt x="36847" y="47476"/>
                    <a:pt x="47476" y="36847"/>
                    <a:pt x="47476" y="23728"/>
                  </a:cubicBezTo>
                  <a:cubicBezTo>
                    <a:pt x="47476" y="10630"/>
                    <a:pt x="36847" y="1"/>
                    <a:pt x="237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56"/>
            <p:cNvSpPr/>
            <p:nvPr/>
          </p:nvSpPr>
          <p:spPr>
            <a:xfrm>
              <a:off x="6576913" y="2201538"/>
              <a:ext cx="1123625" cy="593725"/>
            </a:xfrm>
            <a:custGeom>
              <a:rect b="b" l="l" r="r" t="t"/>
              <a:pathLst>
                <a:path extrusionOk="0" h="23749" w="44945">
                  <a:moveTo>
                    <a:pt x="1" y="0"/>
                  </a:moveTo>
                  <a:lnTo>
                    <a:pt x="21385" y="23748"/>
                  </a:lnTo>
                  <a:cubicBezTo>
                    <a:pt x="33541" y="23748"/>
                    <a:pt x="43543" y="14626"/>
                    <a:pt x="44945" y="2846"/>
                  </a:cubicBezTo>
                  <a:lnTo>
                    <a:pt x="42664" y="167"/>
                  </a:lnTo>
                  <a:lnTo>
                    <a:pt x="1" y="0"/>
                  </a:lnTo>
                  <a:close/>
                </a:path>
              </a:pathLst>
            </a:custGeom>
            <a:solidFill>
              <a:srgbClr val="6C97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56"/>
            <p:cNvSpPr/>
            <p:nvPr/>
          </p:nvSpPr>
          <p:spPr>
            <a:xfrm>
              <a:off x="6576913" y="1882963"/>
              <a:ext cx="1069750" cy="637200"/>
            </a:xfrm>
            <a:custGeom>
              <a:rect b="b" l="l" r="r" t="t"/>
              <a:pathLst>
                <a:path extrusionOk="0" h="25488" w="42790">
                  <a:moveTo>
                    <a:pt x="21385" y="1"/>
                  </a:moveTo>
                  <a:cubicBezTo>
                    <a:pt x="18706" y="1"/>
                    <a:pt x="16049" y="503"/>
                    <a:pt x="13538" y="1444"/>
                  </a:cubicBezTo>
                  <a:cubicBezTo>
                    <a:pt x="12283" y="1925"/>
                    <a:pt x="11069" y="2511"/>
                    <a:pt x="9919" y="3181"/>
                  </a:cubicBezTo>
                  <a:cubicBezTo>
                    <a:pt x="8768" y="3850"/>
                    <a:pt x="7680" y="4604"/>
                    <a:pt x="6675" y="5399"/>
                  </a:cubicBezTo>
                  <a:cubicBezTo>
                    <a:pt x="5671" y="6173"/>
                    <a:pt x="4771" y="7031"/>
                    <a:pt x="3955" y="7847"/>
                  </a:cubicBezTo>
                  <a:cubicBezTo>
                    <a:pt x="3139" y="8663"/>
                    <a:pt x="2428" y="9458"/>
                    <a:pt x="1842" y="10211"/>
                  </a:cubicBezTo>
                  <a:cubicBezTo>
                    <a:pt x="1696" y="10379"/>
                    <a:pt x="1549" y="10546"/>
                    <a:pt x="1424" y="10713"/>
                  </a:cubicBezTo>
                  <a:cubicBezTo>
                    <a:pt x="1298" y="10902"/>
                    <a:pt x="1172" y="11048"/>
                    <a:pt x="1047" y="11216"/>
                  </a:cubicBezTo>
                  <a:cubicBezTo>
                    <a:pt x="838" y="11509"/>
                    <a:pt x="628" y="11781"/>
                    <a:pt x="482" y="12011"/>
                  </a:cubicBezTo>
                  <a:cubicBezTo>
                    <a:pt x="315" y="12241"/>
                    <a:pt x="210" y="12429"/>
                    <a:pt x="126" y="12555"/>
                  </a:cubicBezTo>
                  <a:cubicBezTo>
                    <a:pt x="43" y="12680"/>
                    <a:pt x="1" y="12743"/>
                    <a:pt x="1" y="12743"/>
                  </a:cubicBezTo>
                  <a:cubicBezTo>
                    <a:pt x="1" y="12743"/>
                    <a:pt x="43" y="12806"/>
                    <a:pt x="126" y="12952"/>
                  </a:cubicBezTo>
                  <a:cubicBezTo>
                    <a:pt x="189" y="13057"/>
                    <a:pt x="315" y="13266"/>
                    <a:pt x="482" y="13496"/>
                  </a:cubicBezTo>
                  <a:cubicBezTo>
                    <a:pt x="628" y="13705"/>
                    <a:pt x="817" y="13998"/>
                    <a:pt x="1047" y="14291"/>
                  </a:cubicBezTo>
                  <a:cubicBezTo>
                    <a:pt x="1172" y="14438"/>
                    <a:pt x="1298" y="14605"/>
                    <a:pt x="1424" y="14773"/>
                  </a:cubicBezTo>
                  <a:cubicBezTo>
                    <a:pt x="1549" y="14940"/>
                    <a:pt x="1696" y="15107"/>
                    <a:pt x="1842" y="15296"/>
                  </a:cubicBezTo>
                  <a:cubicBezTo>
                    <a:pt x="2428" y="16028"/>
                    <a:pt x="3139" y="16823"/>
                    <a:pt x="3955" y="17660"/>
                  </a:cubicBezTo>
                  <a:cubicBezTo>
                    <a:pt x="4771" y="18476"/>
                    <a:pt x="5692" y="19313"/>
                    <a:pt x="6675" y="20108"/>
                  </a:cubicBezTo>
                  <a:cubicBezTo>
                    <a:pt x="7680" y="20903"/>
                    <a:pt x="8768" y="21656"/>
                    <a:pt x="9919" y="22326"/>
                  </a:cubicBezTo>
                  <a:cubicBezTo>
                    <a:pt x="11069" y="22996"/>
                    <a:pt x="12283" y="23581"/>
                    <a:pt x="13538" y="24042"/>
                  </a:cubicBezTo>
                  <a:cubicBezTo>
                    <a:pt x="16049" y="25004"/>
                    <a:pt x="18727" y="25485"/>
                    <a:pt x="21385" y="25485"/>
                  </a:cubicBezTo>
                  <a:cubicBezTo>
                    <a:pt x="21481" y="25487"/>
                    <a:pt x="21578" y="25488"/>
                    <a:pt x="21675" y="25488"/>
                  </a:cubicBezTo>
                  <a:cubicBezTo>
                    <a:pt x="22917" y="25488"/>
                    <a:pt x="24158" y="25364"/>
                    <a:pt x="25381" y="25151"/>
                  </a:cubicBezTo>
                  <a:cubicBezTo>
                    <a:pt x="26699" y="24921"/>
                    <a:pt x="27997" y="24544"/>
                    <a:pt x="29252" y="24084"/>
                  </a:cubicBezTo>
                  <a:cubicBezTo>
                    <a:pt x="30507" y="23602"/>
                    <a:pt x="31721" y="23037"/>
                    <a:pt x="32872" y="22347"/>
                  </a:cubicBezTo>
                  <a:cubicBezTo>
                    <a:pt x="34002" y="21698"/>
                    <a:pt x="35090" y="20945"/>
                    <a:pt x="36094" y="20150"/>
                  </a:cubicBezTo>
                  <a:cubicBezTo>
                    <a:pt x="37098" y="19355"/>
                    <a:pt x="38019" y="18518"/>
                    <a:pt x="38835" y="17681"/>
                  </a:cubicBezTo>
                  <a:cubicBezTo>
                    <a:pt x="39651" y="16844"/>
                    <a:pt x="40362" y="16049"/>
                    <a:pt x="40948" y="15317"/>
                  </a:cubicBezTo>
                  <a:cubicBezTo>
                    <a:pt x="41095" y="15128"/>
                    <a:pt x="41241" y="14961"/>
                    <a:pt x="41367" y="14794"/>
                  </a:cubicBezTo>
                  <a:cubicBezTo>
                    <a:pt x="41492" y="14626"/>
                    <a:pt x="41618" y="14459"/>
                    <a:pt x="41722" y="14312"/>
                  </a:cubicBezTo>
                  <a:cubicBezTo>
                    <a:pt x="41953" y="13998"/>
                    <a:pt x="42162" y="13726"/>
                    <a:pt x="42308" y="13496"/>
                  </a:cubicBezTo>
                  <a:cubicBezTo>
                    <a:pt x="42455" y="13266"/>
                    <a:pt x="42580" y="13078"/>
                    <a:pt x="42664" y="12952"/>
                  </a:cubicBezTo>
                  <a:cubicBezTo>
                    <a:pt x="42748" y="12827"/>
                    <a:pt x="42790" y="12743"/>
                    <a:pt x="42790" y="12743"/>
                  </a:cubicBezTo>
                  <a:cubicBezTo>
                    <a:pt x="42790" y="12743"/>
                    <a:pt x="42748" y="12680"/>
                    <a:pt x="42664" y="12555"/>
                  </a:cubicBezTo>
                  <a:cubicBezTo>
                    <a:pt x="42580" y="12429"/>
                    <a:pt x="42455" y="12241"/>
                    <a:pt x="42308" y="12011"/>
                  </a:cubicBezTo>
                  <a:cubicBezTo>
                    <a:pt x="42162" y="11781"/>
                    <a:pt x="41953" y="11509"/>
                    <a:pt x="41722" y="11195"/>
                  </a:cubicBezTo>
                  <a:cubicBezTo>
                    <a:pt x="41618" y="11048"/>
                    <a:pt x="41492" y="10881"/>
                    <a:pt x="41367" y="10713"/>
                  </a:cubicBezTo>
                  <a:cubicBezTo>
                    <a:pt x="41241" y="10546"/>
                    <a:pt x="41095" y="10379"/>
                    <a:pt x="40948" y="10190"/>
                  </a:cubicBezTo>
                  <a:cubicBezTo>
                    <a:pt x="40362" y="9458"/>
                    <a:pt x="39651" y="8642"/>
                    <a:pt x="38835" y="7826"/>
                  </a:cubicBezTo>
                  <a:cubicBezTo>
                    <a:pt x="38019" y="6989"/>
                    <a:pt x="37098" y="6152"/>
                    <a:pt x="36094" y="5357"/>
                  </a:cubicBezTo>
                  <a:cubicBezTo>
                    <a:pt x="35090" y="4562"/>
                    <a:pt x="34002" y="3809"/>
                    <a:pt x="32872" y="3139"/>
                  </a:cubicBezTo>
                  <a:cubicBezTo>
                    <a:pt x="31721" y="2470"/>
                    <a:pt x="30507" y="1884"/>
                    <a:pt x="29252" y="1423"/>
                  </a:cubicBezTo>
                  <a:cubicBezTo>
                    <a:pt x="27997" y="963"/>
                    <a:pt x="26699" y="586"/>
                    <a:pt x="25381" y="356"/>
                  </a:cubicBezTo>
                  <a:cubicBezTo>
                    <a:pt x="24063" y="105"/>
                    <a:pt x="22724" y="1"/>
                    <a:pt x="21385" y="1"/>
                  </a:cubicBezTo>
                  <a:close/>
                </a:path>
              </a:pathLst>
            </a:custGeom>
            <a:solidFill>
              <a:srgbClr val="F7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56"/>
            <p:cNvSpPr/>
            <p:nvPr/>
          </p:nvSpPr>
          <p:spPr>
            <a:xfrm>
              <a:off x="6854163" y="1944163"/>
              <a:ext cx="515275" cy="515275"/>
            </a:xfrm>
            <a:custGeom>
              <a:rect b="b" l="l" r="r" t="t"/>
              <a:pathLst>
                <a:path extrusionOk="0" h="20611" w="20611">
                  <a:moveTo>
                    <a:pt x="10295" y="1"/>
                  </a:moveTo>
                  <a:cubicBezTo>
                    <a:pt x="4603" y="1"/>
                    <a:pt x="0" y="4604"/>
                    <a:pt x="0" y="10295"/>
                  </a:cubicBezTo>
                  <a:cubicBezTo>
                    <a:pt x="0" y="15986"/>
                    <a:pt x="4603" y="20610"/>
                    <a:pt x="10295" y="20610"/>
                  </a:cubicBezTo>
                  <a:cubicBezTo>
                    <a:pt x="15986" y="20610"/>
                    <a:pt x="20610" y="15986"/>
                    <a:pt x="20610" y="10295"/>
                  </a:cubicBezTo>
                  <a:cubicBezTo>
                    <a:pt x="20610" y="4604"/>
                    <a:pt x="15986" y="1"/>
                    <a:pt x="10295" y="1"/>
                  </a:cubicBezTo>
                  <a:close/>
                </a:path>
              </a:pathLst>
            </a:custGeom>
            <a:solidFill>
              <a:srgbClr val="3857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56"/>
            <p:cNvSpPr/>
            <p:nvPr/>
          </p:nvSpPr>
          <p:spPr>
            <a:xfrm>
              <a:off x="7057113" y="2152088"/>
              <a:ext cx="108825" cy="98900"/>
            </a:xfrm>
            <a:custGeom>
              <a:rect b="b" l="l" r="r" t="t"/>
              <a:pathLst>
                <a:path extrusionOk="0" h="3956" w="4353">
                  <a:moveTo>
                    <a:pt x="2164" y="0"/>
                  </a:moveTo>
                  <a:cubicBezTo>
                    <a:pt x="1263" y="0"/>
                    <a:pt x="449" y="623"/>
                    <a:pt x="252" y="1539"/>
                  </a:cubicBezTo>
                  <a:cubicBezTo>
                    <a:pt x="1" y="2606"/>
                    <a:pt x="670" y="3673"/>
                    <a:pt x="1737" y="3903"/>
                  </a:cubicBezTo>
                  <a:cubicBezTo>
                    <a:pt x="1889" y="3939"/>
                    <a:pt x="2041" y="3956"/>
                    <a:pt x="2190" y="3956"/>
                  </a:cubicBezTo>
                  <a:cubicBezTo>
                    <a:pt x="3091" y="3956"/>
                    <a:pt x="3904" y="3333"/>
                    <a:pt x="4102" y="2417"/>
                  </a:cubicBezTo>
                  <a:cubicBezTo>
                    <a:pt x="4353" y="1350"/>
                    <a:pt x="3683" y="304"/>
                    <a:pt x="2616" y="53"/>
                  </a:cubicBezTo>
                  <a:cubicBezTo>
                    <a:pt x="2464" y="17"/>
                    <a:pt x="2313" y="0"/>
                    <a:pt x="21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56"/>
            <p:cNvSpPr/>
            <p:nvPr/>
          </p:nvSpPr>
          <p:spPr>
            <a:xfrm>
              <a:off x="7087988" y="2069188"/>
              <a:ext cx="141500" cy="135750"/>
            </a:xfrm>
            <a:custGeom>
              <a:rect b="b" l="l" r="r" t="t"/>
              <a:pathLst>
                <a:path extrusionOk="0" h="5430" w="5660">
                  <a:moveTo>
                    <a:pt x="796" y="0"/>
                  </a:moveTo>
                  <a:cubicBezTo>
                    <a:pt x="1" y="0"/>
                    <a:pt x="28" y="1214"/>
                    <a:pt x="816" y="1235"/>
                  </a:cubicBezTo>
                  <a:cubicBezTo>
                    <a:pt x="2804" y="1298"/>
                    <a:pt x="4352" y="2825"/>
                    <a:pt x="4394" y="4834"/>
                  </a:cubicBezTo>
                  <a:cubicBezTo>
                    <a:pt x="4415" y="5231"/>
                    <a:pt x="4734" y="5430"/>
                    <a:pt x="5045" y="5430"/>
                  </a:cubicBezTo>
                  <a:cubicBezTo>
                    <a:pt x="5357" y="5430"/>
                    <a:pt x="5660" y="5231"/>
                    <a:pt x="5649" y="4834"/>
                  </a:cubicBezTo>
                  <a:cubicBezTo>
                    <a:pt x="5566" y="2155"/>
                    <a:pt x="3494" y="63"/>
                    <a:pt x="816" y="0"/>
                  </a:cubicBezTo>
                  <a:cubicBezTo>
                    <a:pt x="809" y="0"/>
                    <a:pt x="802" y="0"/>
                    <a:pt x="796" y="0"/>
                  </a:cubicBezTo>
                  <a:close/>
                </a:path>
              </a:pathLst>
            </a:custGeom>
            <a:solidFill>
              <a:srgbClr val="F7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99" name="Shape 399"/>
        <p:cNvGrpSpPr/>
        <p:nvPr/>
      </p:nvGrpSpPr>
      <p:grpSpPr>
        <a:xfrm>
          <a:off x="0" y="0"/>
          <a:ext cx="0" cy="0"/>
          <a:chOff x="0" y="0"/>
          <a:chExt cx="0" cy="0"/>
        </a:xfrm>
      </p:grpSpPr>
      <p:sp>
        <p:nvSpPr>
          <p:cNvPr id="400" name="Google Shape;400;p57"/>
          <p:cNvSpPr/>
          <p:nvPr/>
        </p:nvSpPr>
        <p:spPr>
          <a:xfrm>
            <a:off x="-586800" y="-480525"/>
            <a:ext cx="1577400" cy="15822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57"/>
          <p:cNvSpPr/>
          <p:nvPr/>
        </p:nvSpPr>
        <p:spPr>
          <a:xfrm>
            <a:off x="1113000" y="841900"/>
            <a:ext cx="2058900" cy="2105400"/>
          </a:xfrm>
          <a:prstGeom prst="ellipse">
            <a:avLst/>
          </a:prstGeom>
          <a:solidFill>
            <a:srgbClr val="0B244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57"/>
          <p:cNvSpPr/>
          <p:nvPr/>
        </p:nvSpPr>
        <p:spPr>
          <a:xfrm>
            <a:off x="6500925" y="3438601"/>
            <a:ext cx="1666500" cy="1704900"/>
          </a:xfrm>
          <a:prstGeom prst="ellipse">
            <a:avLst/>
          </a:prstGeom>
          <a:solidFill>
            <a:srgbClr val="B6CFE6">
              <a:alpha val="13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57"/>
          <p:cNvSpPr txBox="1"/>
          <p:nvPr>
            <p:ph type="title"/>
          </p:nvPr>
        </p:nvSpPr>
        <p:spPr>
          <a:xfrm>
            <a:off x="609600" y="3152925"/>
            <a:ext cx="3522000" cy="1452000"/>
          </a:xfrm>
          <a:prstGeom prst="rect">
            <a:avLst/>
          </a:prstGeom>
        </p:spPr>
        <p:txBody>
          <a:bodyPr anchorCtr="0" anchor="t" bIns="91425" lIns="114300" spcFirstLastPara="1" rIns="91425" wrap="square" tIns="91425">
            <a:noAutofit/>
          </a:bodyPr>
          <a:lstStyle/>
          <a:p>
            <a:pPr indent="0" lvl="0" marL="0" rtl="0" algn="l">
              <a:spcBef>
                <a:spcPts val="0"/>
              </a:spcBef>
              <a:spcAft>
                <a:spcPts val="0"/>
              </a:spcAft>
              <a:buClr>
                <a:schemeClr val="dk1"/>
              </a:buClr>
              <a:buSzPts val="1100"/>
              <a:buFont typeface="Arial"/>
              <a:buNone/>
            </a:pPr>
            <a:r>
              <a:rPr lang="en"/>
              <a:t>A Picture Always Reinforces the Concept</a:t>
            </a:r>
            <a:endParaRPr/>
          </a:p>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 name="Shape 407"/>
        <p:cNvGrpSpPr/>
        <p:nvPr/>
      </p:nvGrpSpPr>
      <p:grpSpPr>
        <a:xfrm>
          <a:off x="0" y="0"/>
          <a:ext cx="0" cy="0"/>
          <a:chOff x="0" y="0"/>
          <a:chExt cx="0" cy="0"/>
        </a:xfrm>
      </p:grpSpPr>
      <p:sp>
        <p:nvSpPr>
          <p:cNvPr id="408" name="Google Shape;408;p58"/>
          <p:cNvSpPr/>
          <p:nvPr/>
        </p:nvSpPr>
        <p:spPr>
          <a:xfrm>
            <a:off x="4932200" y="0"/>
            <a:ext cx="5143431" cy="5143539"/>
          </a:xfrm>
          <a:custGeom>
            <a:rect b="b" l="l" r="r" t="t"/>
            <a:pathLst>
              <a:path extrusionOk="0" h="47477" w="47476">
                <a:moveTo>
                  <a:pt x="23728" y="1"/>
                </a:moveTo>
                <a:cubicBezTo>
                  <a:pt x="10629" y="1"/>
                  <a:pt x="0" y="10630"/>
                  <a:pt x="0" y="23728"/>
                </a:cubicBezTo>
                <a:cubicBezTo>
                  <a:pt x="0" y="36847"/>
                  <a:pt x="10629" y="47476"/>
                  <a:pt x="23728" y="47476"/>
                </a:cubicBezTo>
                <a:cubicBezTo>
                  <a:pt x="36847" y="47476"/>
                  <a:pt x="47476" y="36847"/>
                  <a:pt x="47476" y="23728"/>
                </a:cubicBezTo>
                <a:cubicBezTo>
                  <a:pt x="47476" y="10630"/>
                  <a:pt x="36847" y="1"/>
                  <a:pt x="23728" y="1"/>
                </a:cubicBezTo>
                <a:close/>
              </a:path>
            </a:pathLst>
          </a:custGeom>
          <a:solidFill>
            <a:srgbClr val="8FBAEC">
              <a:alpha val="38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58"/>
          <p:cNvSpPr/>
          <p:nvPr/>
        </p:nvSpPr>
        <p:spPr>
          <a:xfrm>
            <a:off x="5186046" y="1299891"/>
            <a:ext cx="4635762" cy="2543720"/>
          </a:xfrm>
          <a:custGeom>
            <a:rect b="b" l="l" r="r" t="t"/>
            <a:pathLst>
              <a:path extrusionOk="0" h="16052" w="42790">
                <a:moveTo>
                  <a:pt x="21810" y="0"/>
                </a:moveTo>
                <a:cubicBezTo>
                  <a:pt x="21675" y="0"/>
                  <a:pt x="21540" y="1"/>
                  <a:pt x="21406" y="3"/>
                </a:cubicBezTo>
                <a:cubicBezTo>
                  <a:pt x="18727" y="3"/>
                  <a:pt x="16049" y="317"/>
                  <a:pt x="13538" y="903"/>
                </a:cubicBezTo>
                <a:cubicBezTo>
                  <a:pt x="12283" y="1217"/>
                  <a:pt x="11069" y="1573"/>
                  <a:pt x="9918" y="1991"/>
                </a:cubicBezTo>
                <a:cubicBezTo>
                  <a:pt x="8768" y="2410"/>
                  <a:pt x="7680" y="2891"/>
                  <a:pt x="6696" y="3393"/>
                </a:cubicBezTo>
                <a:cubicBezTo>
                  <a:pt x="5692" y="3895"/>
                  <a:pt x="4771" y="4418"/>
                  <a:pt x="3955" y="4920"/>
                </a:cubicBezTo>
                <a:cubicBezTo>
                  <a:pt x="3139" y="5444"/>
                  <a:pt x="2428" y="5946"/>
                  <a:pt x="1842" y="6406"/>
                </a:cubicBezTo>
                <a:cubicBezTo>
                  <a:pt x="1695" y="6532"/>
                  <a:pt x="1549" y="6636"/>
                  <a:pt x="1423" y="6741"/>
                </a:cubicBezTo>
                <a:cubicBezTo>
                  <a:pt x="1298" y="6845"/>
                  <a:pt x="1172" y="6950"/>
                  <a:pt x="1068" y="7055"/>
                </a:cubicBezTo>
                <a:cubicBezTo>
                  <a:pt x="838" y="7243"/>
                  <a:pt x="649" y="7410"/>
                  <a:pt x="482" y="7557"/>
                </a:cubicBezTo>
                <a:cubicBezTo>
                  <a:pt x="335" y="7703"/>
                  <a:pt x="210" y="7829"/>
                  <a:pt x="126" y="7892"/>
                </a:cubicBezTo>
                <a:cubicBezTo>
                  <a:pt x="43" y="7975"/>
                  <a:pt x="1" y="8017"/>
                  <a:pt x="1" y="8017"/>
                </a:cubicBezTo>
                <a:cubicBezTo>
                  <a:pt x="1" y="8017"/>
                  <a:pt x="43" y="8059"/>
                  <a:pt x="126" y="8143"/>
                </a:cubicBezTo>
                <a:cubicBezTo>
                  <a:pt x="210" y="8226"/>
                  <a:pt x="335" y="8352"/>
                  <a:pt x="482" y="8498"/>
                </a:cubicBezTo>
                <a:cubicBezTo>
                  <a:pt x="649" y="8645"/>
                  <a:pt x="838" y="8812"/>
                  <a:pt x="1068" y="9001"/>
                </a:cubicBezTo>
                <a:cubicBezTo>
                  <a:pt x="1172" y="9105"/>
                  <a:pt x="1298" y="9189"/>
                  <a:pt x="1423" y="9314"/>
                </a:cubicBezTo>
                <a:cubicBezTo>
                  <a:pt x="1549" y="9419"/>
                  <a:pt x="1695" y="9524"/>
                  <a:pt x="1842" y="9628"/>
                </a:cubicBezTo>
                <a:cubicBezTo>
                  <a:pt x="2428" y="10089"/>
                  <a:pt x="3139" y="10591"/>
                  <a:pt x="3955" y="11114"/>
                </a:cubicBezTo>
                <a:cubicBezTo>
                  <a:pt x="4771" y="11637"/>
                  <a:pt x="5692" y="12160"/>
                  <a:pt x="6696" y="12662"/>
                </a:cubicBezTo>
                <a:cubicBezTo>
                  <a:pt x="7680" y="13164"/>
                  <a:pt x="8768" y="13625"/>
                  <a:pt x="9918" y="14043"/>
                </a:cubicBezTo>
                <a:cubicBezTo>
                  <a:pt x="11069" y="14483"/>
                  <a:pt x="12283" y="14838"/>
                  <a:pt x="13538" y="15131"/>
                </a:cubicBezTo>
                <a:cubicBezTo>
                  <a:pt x="16049" y="15738"/>
                  <a:pt x="18727" y="16052"/>
                  <a:pt x="21406" y="16052"/>
                </a:cubicBezTo>
                <a:cubicBezTo>
                  <a:pt x="22745" y="16052"/>
                  <a:pt x="24084" y="15989"/>
                  <a:pt x="25381" y="15843"/>
                </a:cubicBezTo>
                <a:cubicBezTo>
                  <a:pt x="26699" y="15696"/>
                  <a:pt x="27996" y="15466"/>
                  <a:pt x="29252" y="15152"/>
                </a:cubicBezTo>
                <a:cubicBezTo>
                  <a:pt x="30507" y="14859"/>
                  <a:pt x="31721" y="14503"/>
                  <a:pt x="32872" y="14085"/>
                </a:cubicBezTo>
                <a:cubicBezTo>
                  <a:pt x="34022" y="13667"/>
                  <a:pt x="35110" y="13185"/>
                  <a:pt x="36115" y="12683"/>
                </a:cubicBezTo>
                <a:cubicBezTo>
                  <a:pt x="37098" y="12181"/>
                  <a:pt x="38019" y="11658"/>
                  <a:pt x="38835" y="11135"/>
                </a:cubicBezTo>
                <a:cubicBezTo>
                  <a:pt x="39651" y="10612"/>
                  <a:pt x="40362" y="10110"/>
                  <a:pt x="40948" y="9628"/>
                </a:cubicBezTo>
                <a:cubicBezTo>
                  <a:pt x="41095" y="9524"/>
                  <a:pt x="41241" y="9419"/>
                  <a:pt x="41367" y="9314"/>
                </a:cubicBezTo>
                <a:cubicBezTo>
                  <a:pt x="41492" y="9210"/>
                  <a:pt x="41618" y="9105"/>
                  <a:pt x="41743" y="9001"/>
                </a:cubicBezTo>
                <a:cubicBezTo>
                  <a:pt x="41953" y="8812"/>
                  <a:pt x="42162" y="8645"/>
                  <a:pt x="42308" y="8498"/>
                </a:cubicBezTo>
                <a:cubicBezTo>
                  <a:pt x="42476" y="8352"/>
                  <a:pt x="42580" y="8226"/>
                  <a:pt x="42664" y="8143"/>
                </a:cubicBezTo>
                <a:lnTo>
                  <a:pt x="42789" y="8017"/>
                </a:lnTo>
                <a:cubicBezTo>
                  <a:pt x="42789" y="8017"/>
                  <a:pt x="42748" y="7975"/>
                  <a:pt x="42664" y="7913"/>
                </a:cubicBezTo>
                <a:cubicBezTo>
                  <a:pt x="42580" y="7829"/>
                  <a:pt x="42476" y="7703"/>
                  <a:pt x="42308" y="7557"/>
                </a:cubicBezTo>
                <a:cubicBezTo>
                  <a:pt x="42162" y="7410"/>
                  <a:pt x="41953" y="7243"/>
                  <a:pt x="41743" y="7055"/>
                </a:cubicBezTo>
                <a:cubicBezTo>
                  <a:pt x="41618" y="6950"/>
                  <a:pt x="41492" y="6845"/>
                  <a:pt x="41367" y="6741"/>
                </a:cubicBezTo>
                <a:cubicBezTo>
                  <a:pt x="41241" y="6636"/>
                  <a:pt x="41095" y="6532"/>
                  <a:pt x="40948" y="6406"/>
                </a:cubicBezTo>
                <a:cubicBezTo>
                  <a:pt x="40362" y="5946"/>
                  <a:pt x="39651" y="5444"/>
                  <a:pt x="38835" y="4920"/>
                </a:cubicBezTo>
                <a:cubicBezTo>
                  <a:pt x="38019" y="4397"/>
                  <a:pt x="37098" y="3874"/>
                  <a:pt x="36115" y="3372"/>
                </a:cubicBezTo>
                <a:cubicBezTo>
                  <a:pt x="35110" y="2870"/>
                  <a:pt x="34022" y="2389"/>
                  <a:pt x="32872" y="1970"/>
                </a:cubicBezTo>
                <a:cubicBezTo>
                  <a:pt x="31721" y="1552"/>
                  <a:pt x="30507" y="1175"/>
                  <a:pt x="29252" y="882"/>
                </a:cubicBezTo>
                <a:cubicBezTo>
                  <a:pt x="27996" y="589"/>
                  <a:pt x="26699" y="359"/>
                  <a:pt x="25381" y="213"/>
                </a:cubicBezTo>
                <a:cubicBezTo>
                  <a:pt x="24197" y="81"/>
                  <a:pt x="22997" y="0"/>
                  <a:pt x="21810" y="0"/>
                </a:cubicBezTo>
                <a:close/>
              </a:path>
            </a:pathLst>
          </a:custGeom>
          <a:gradFill>
            <a:gsLst>
              <a:gs pos="0">
                <a:srgbClr val="E7EFF7"/>
              </a:gs>
              <a:gs pos="100000">
                <a:srgbClr val="8BAFD1"/>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58"/>
          <p:cNvSpPr txBox="1"/>
          <p:nvPr>
            <p:ph type="title"/>
          </p:nvPr>
        </p:nvSpPr>
        <p:spPr>
          <a:xfrm>
            <a:off x="713100" y="1702225"/>
            <a:ext cx="3197400" cy="843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411" name="Google Shape;411;p58"/>
          <p:cNvSpPr txBox="1"/>
          <p:nvPr>
            <p:ph idx="1" type="subTitle"/>
          </p:nvPr>
        </p:nvSpPr>
        <p:spPr>
          <a:xfrm>
            <a:off x="713100" y="2619000"/>
            <a:ext cx="2631300" cy="77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a gas giant and the biggest one in the entire Solar System</a:t>
            </a:r>
            <a:endParaRPr/>
          </a:p>
        </p:txBody>
      </p:sp>
      <p:sp>
        <p:nvSpPr>
          <p:cNvPr id="412" name="Google Shape;412;p58"/>
          <p:cNvSpPr/>
          <p:nvPr/>
        </p:nvSpPr>
        <p:spPr>
          <a:xfrm>
            <a:off x="5186033" y="1702232"/>
            <a:ext cx="4635762" cy="1739034"/>
          </a:xfrm>
          <a:custGeom>
            <a:rect b="b" l="l" r="r" t="t"/>
            <a:pathLst>
              <a:path extrusionOk="0" h="16052" w="42790">
                <a:moveTo>
                  <a:pt x="21810" y="0"/>
                </a:moveTo>
                <a:cubicBezTo>
                  <a:pt x="21675" y="0"/>
                  <a:pt x="21540" y="1"/>
                  <a:pt x="21406" y="3"/>
                </a:cubicBezTo>
                <a:cubicBezTo>
                  <a:pt x="18727" y="3"/>
                  <a:pt x="16049" y="317"/>
                  <a:pt x="13538" y="903"/>
                </a:cubicBezTo>
                <a:cubicBezTo>
                  <a:pt x="12283" y="1217"/>
                  <a:pt x="11069" y="1573"/>
                  <a:pt x="9918" y="1991"/>
                </a:cubicBezTo>
                <a:cubicBezTo>
                  <a:pt x="8768" y="2410"/>
                  <a:pt x="7680" y="2891"/>
                  <a:pt x="6696" y="3393"/>
                </a:cubicBezTo>
                <a:cubicBezTo>
                  <a:pt x="5692" y="3895"/>
                  <a:pt x="4771" y="4418"/>
                  <a:pt x="3955" y="4920"/>
                </a:cubicBezTo>
                <a:cubicBezTo>
                  <a:pt x="3139" y="5444"/>
                  <a:pt x="2428" y="5946"/>
                  <a:pt x="1842" y="6406"/>
                </a:cubicBezTo>
                <a:cubicBezTo>
                  <a:pt x="1695" y="6532"/>
                  <a:pt x="1549" y="6636"/>
                  <a:pt x="1423" y="6741"/>
                </a:cubicBezTo>
                <a:cubicBezTo>
                  <a:pt x="1298" y="6845"/>
                  <a:pt x="1172" y="6950"/>
                  <a:pt x="1068" y="7055"/>
                </a:cubicBezTo>
                <a:cubicBezTo>
                  <a:pt x="838" y="7243"/>
                  <a:pt x="649" y="7410"/>
                  <a:pt x="482" y="7557"/>
                </a:cubicBezTo>
                <a:cubicBezTo>
                  <a:pt x="335" y="7703"/>
                  <a:pt x="210" y="7829"/>
                  <a:pt x="126" y="7892"/>
                </a:cubicBezTo>
                <a:cubicBezTo>
                  <a:pt x="43" y="7975"/>
                  <a:pt x="1" y="8017"/>
                  <a:pt x="1" y="8017"/>
                </a:cubicBezTo>
                <a:cubicBezTo>
                  <a:pt x="1" y="8017"/>
                  <a:pt x="43" y="8059"/>
                  <a:pt x="126" y="8143"/>
                </a:cubicBezTo>
                <a:cubicBezTo>
                  <a:pt x="210" y="8226"/>
                  <a:pt x="335" y="8352"/>
                  <a:pt x="482" y="8498"/>
                </a:cubicBezTo>
                <a:cubicBezTo>
                  <a:pt x="649" y="8645"/>
                  <a:pt x="838" y="8812"/>
                  <a:pt x="1068" y="9001"/>
                </a:cubicBezTo>
                <a:cubicBezTo>
                  <a:pt x="1172" y="9105"/>
                  <a:pt x="1298" y="9189"/>
                  <a:pt x="1423" y="9314"/>
                </a:cubicBezTo>
                <a:cubicBezTo>
                  <a:pt x="1549" y="9419"/>
                  <a:pt x="1695" y="9524"/>
                  <a:pt x="1842" y="9628"/>
                </a:cubicBezTo>
                <a:cubicBezTo>
                  <a:pt x="2428" y="10089"/>
                  <a:pt x="3139" y="10591"/>
                  <a:pt x="3955" y="11114"/>
                </a:cubicBezTo>
                <a:cubicBezTo>
                  <a:pt x="4771" y="11637"/>
                  <a:pt x="5692" y="12160"/>
                  <a:pt x="6696" y="12662"/>
                </a:cubicBezTo>
                <a:cubicBezTo>
                  <a:pt x="7680" y="13164"/>
                  <a:pt x="8768" y="13625"/>
                  <a:pt x="9918" y="14043"/>
                </a:cubicBezTo>
                <a:cubicBezTo>
                  <a:pt x="11069" y="14483"/>
                  <a:pt x="12283" y="14838"/>
                  <a:pt x="13538" y="15131"/>
                </a:cubicBezTo>
                <a:cubicBezTo>
                  <a:pt x="16049" y="15738"/>
                  <a:pt x="18727" y="16052"/>
                  <a:pt x="21406" y="16052"/>
                </a:cubicBezTo>
                <a:cubicBezTo>
                  <a:pt x="22745" y="16052"/>
                  <a:pt x="24084" y="15989"/>
                  <a:pt x="25381" y="15843"/>
                </a:cubicBezTo>
                <a:cubicBezTo>
                  <a:pt x="26699" y="15696"/>
                  <a:pt x="27996" y="15466"/>
                  <a:pt x="29252" y="15152"/>
                </a:cubicBezTo>
                <a:cubicBezTo>
                  <a:pt x="30507" y="14859"/>
                  <a:pt x="31721" y="14503"/>
                  <a:pt x="32872" y="14085"/>
                </a:cubicBezTo>
                <a:cubicBezTo>
                  <a:pt x="34022" y="13667"/>
                  <a:pt x="35110" y="13185"/>
                  <a:pt x="36115" y="12683"/>
                </a:cubicBezTo>
                <a:cubicBezTo>
                  <a:pt x="37098" y="12181"/>
                  <a:pt x="38019" y="11658"/>
                  <a:pt x="38835" y="11135"/>
                </a:cubicBezTo>
                <a:cubicBezTo>
                  <a:pt x="39651" y="10612"/>
                  <a:pt x="40362" y="10110"/>
                  <a:pt x="40948" y="9628"/>
                </a:cubicBezTo>
                <a:cubicBezTo>
                  <a:pt x="41095" y="9524"/>
                  <a:pt x="41241" y="9419"/>
                  <a:pt x="41367" y="9314"/>
                </a:cubicBezTo>
                <a:cubicBezTo>
                  <a:pt x="41492" y="9210"/>
                  <a:pt x="41618" y="9105"/>
                  <a:pt x="41743" y="9001"/>
                </a:cubicBezTo>
                <a:cubicBezTo>
                  <a:pt x="41953" y="8812"/>
                  <a:pt x="42162" y="8645"/>
                  <a:pt x="42308" y="8498"/>
                </a:cubicBezTo>
                <a:cubicBezTo>
                  <a:pt x="42476" y="8352"/>
                  <a:pt x="42580" y="8226"/>
                  <a:pt x="42664" y="8143"/>
                </a:cubicBezTo>
                <a:lnTo>
                  <a:pt x="42789" y="8017"/>
                </a:lnTo>
                <a:cubicBezTo>
                  <a:pt x="42789" y="8017"/>
                  <a:pt x="42748" y="7975"/>
                  <a:pt x="42664" y="7913"/>
                </a:cubicBezTo>
                <a:cubicBezTo>
                  <a:pt x="42580" y="7829"/>
                  <a:pt x="42476" y="7703"/>
                  <a:pt x="42308" y="7557"/>
                </a:cubicBezTo>
                <a:cubicBezTo>
                  <a:pt x="42162" y="7410"/>
                  <a:pt x="41953" y="7243"/>
                  <a:pt x="41743" y="7055"/>
                </a:cubicBezTo>
                <a:cubicBezTo>
                  <a:pt x="41618" y="6950"/>
                  <a:pt x="41492" y="6845"/>
                  <a:pt x="41367" y="6741"/>
                </a:cubicBezTo>
                <a:cubicBezTo>
                  <a:pt x="41241" y="6636"/>
                  <a:pt x="41095" y="6532"/>
                  <a:pt x="40948" y="6406"/>
                </a:cubicBezTo>
                <a:cubicBezTo>
                  <a:pt x="40362" y="5946"/>
                  <a:pt x="39651" y="5444"/>
                  <a:pt x="38835" y="4920"/>
                </a:cubicBezTo>
                <a:cubicBezTo>
                  <a:pt x="38019" y="4397"/>
                  <a:pt x="37098" y="3874"/>
                  <a:pt x="36115" y="3372"/>
                </a:cubicBezTo>
                <a:cubicBezTo>
                  <a:pt x="35110" y="2870"/>
                  <a:pt x="34022" y="2389"/>
                  <a:pt x="32872" y="1970"/>
                </a:cubicBezTo>
                <a:cubicBezTo>
                  <a:pt x="31721" y="1552"/>
                  <a:pt x="30507" y="1175"/>
                  <a:pt x="29252" y="882"/>
                </a:cubicBezTo>
                <a:cubicBezTo>
                  <a:pt x="27996" y="589"/>
                  <a:pt x="26699" y="359"/>
                  <a:pt x="25381" y="213"/>
                </a:cubicBezTo>
                <a:cubicBezTo>
                  <a:pt x="24197" y="81"/>
                  <a:pt x="22997" y="0"/>
                  <a:pt x="21810" y="0"/>
                </a:cubicBezTo>
                <a:close/>
              </a:path>
            </a:pathLst>
          </a:custGeom>
          <a:solidFill>
            <a:srgbClr val="F7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58"/>
          <p:cNvSpPr/>
          <p:nvPr/>
        </p:nvSpPr>
        <p:spPr>
          <a:xfrm>
            <a:off x="6693429" y="1835987"/>
            <a:ext cx="1618671" cy="1469382"/>
          </a:xfrm>
          <a:custGeom>
            <a:rect b="b" l="l" r="r" t="t"/>
            <a:pathLst>
              <a:path extrusionOk="0" h="13563" w="14941">
                <a:moveTo>
                  <a:pt x="7467" y="1"/>
                </a:moveTo>
                <a:cubicBezTo>
                  <a:pt x="4395" y="1"/>
                  <a:pt x="1630" y="2103"/>
                  <a:pt x="880" y="5212"/>
                </a:cubicBezTo>
                <a:cubicBezTo>
                  <a:pt x="1" y="8853"/>
                  <a:pt x="2261" y="12514"/>
                  <a:pt x="5901" y="13372"/>
                </a:cubicBezTo>
                <a:cubicBezTo>
                  <a:pt x="6436" y="13501"/>
                  <a:pt x="6971" y="13563"/>
                  <a:pt x="7498" y="13563"/>
                </a:cubicBezTo>
                <a:cubicBezTo>
                  <a:pt x="10558" y="13563"/>
                  <a:pt x="13333" y="11477"/>
                  <a:pt x="14082" y="8371"/>
                </a:cubicBezTo>
                <a:cubicBezTo>
                  <a:pt x="14940" y="4710"/>
                  <a:pt x="12701" y="1069"/>
                  <a:pt x="9061" y="190"/>
                </a:cubicBezTo>
                <a:cubicBezTo>
                  <a:pt x="8526" y="62"/>
                  <a:pt x="7992" y="1"/>
                  <a:pt x="7467" y="1"/>
                </a:cubicBezTo>
                <a:close/>
              </a:path>
            </a:pathLst>
          </a:custGeom>
          <a:gradFill>
            <a:gsLst>
              <a:gs pos="0">
                <a:srgbClr val="6F8BB4"/>
              </a:gs>
              <a:gs pos="100000">
                <a:srgbClr val="3C4C64"/>
              </a:gs>
            </a:gsLst>
            <a:path path="circle">
              <a:fillToRect b="50%" l="50%" r="50%" t="50%"/>
            </a:path>
            <a:tileRect/>
          </a:gra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58"/>
          <p:cNvSpPr/>
          <p:nvPr/>
        </p:nvSpPr>
        <p:spPr>
          <a:xfrm>
            <a:off x="7189227" y="2258888"/>
            <a:ext cx="627075" cy="623578"/>
          </a:xfrm>
          <a:custGeom>
            <a:rect b="b" l="l" r="r" t="t"/>
            <a:pathLst>
              <a:path extrusionOk="0" h="3934" w="3956">
                <a:moveTo>
                  <a:pt x="1968" y="0"/>
                </a:moveTo>
                <a:cubicBezTo>
                  <a:pt x="880" y="0"/>
                  <a:pt x="1" y="879"/>
                  <a:pt x="1" y="1967"/>
                </a:cubicBezTo>
                <a:cubicBezTo>
                  <a:pt x="1" y="3055"/>
                  <a:pt x="880" y="3934"/>
                  <a:pt x="1968" y="3934"/>
                </a:cubicBezTo>
                <a:cubicBezTo>
                  <a:pt x="3077" y="3934"/>
                  <a:pt x="3955" y="3055"/>
                  <a:pt x="3955" y="1967"/>
                </a:cubicBezTo>
                <a:cubicBezTo>
                  <a:pt x="3955" y="879"/>
                  <a:pt x="3077" y="0"/>
                  <a:pt x="1968" y="0"/>
                </a:cubicBezTo>
                <a:close/>
              </a:path>
            </a:pathLst>
          </a:custGeom>
          <a:gradFill>
            <a:gsLst>
              <a:gs pos="0">
                <a:srgbClr val="6F8BB4"/>
              </a:gs>
              <a:gs pos="100000">
                <a:srgbClr val="3C4C64"/>
              </a:gs>
            </a:gsLst>
            <a:path path="circle">
              <a:fillToRect b="50%" l="50%" r="50%" t="50%"/>
            </a:path>
            <a:tileRect/>
          </a:grad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58"/>
          <p:cNvSpPr/>
          <p:nvPr/>
        </p:nvSpPr>
        <p:spPr>
          <a:xfrm>
            <a:off x="7443769" y="1947140"/>
            <a:ext cx="649592" cy="623591"/>
          </a:xfrm>
          <a:custGeom>
            <a:rect b="b" l="l" r="r" t="t"/>
            <a:pathLst>
              <a:path extrusionOk="0" h="5756" w="5996">
                <a:moveTo>
                  <a:pt x="819" y="0"/>
                </a:moveTo>
                <a:cubicBezTo>
                  <a:pt x="1" y="0"/>
                  <a:pt x="14" y="1278"/>
                  <a:pt x="858" y="1298"/>
                </a:cubicBezTo>
                <a:cubicBezTo>
                  <a:pt x="2972" y="1361"/>
                  <a:pt x="4625" y="2993"/>
                  <a:pt x="4667" y="5127"/>
                </a:cubicBezTo>
                <a:cubicBezTo>
                  <a:pt x="4677" y="5546"/>
                  <a:pt x="5012" y="5755"/>
                  <a:pt x="5341" y="5755"/>
                </a:cubicBezTo>
                <a:cubicBezTo>
                  <a:pt x="5671" y="5755"/>
                  <a:pt x="5995" y="5546"/>
                  <a:pt x="5985" y="5127"/>
                </a:cubicBezTo>
                <a:cubicBezTo>
                  <a:pt x="5922" y="2282"/>
                  <a:pt x="3704" y="64"/>
                  <a:pt x="858" y="1"/>
                </a:cubicBezTo>
                <a:cubicBezTo>
                  <a:pt x="845" y="0"/>
                  <a:pt x="832" y="0"/>
                  <a:pt x="8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58"/>
          <p:cNvSpPr/>
          <p:nvPr/>
        </p:nvSpPr>
        <p:spPr>
          <a:xfrm>
            <a:off x="5186026" y="2426250"/>
            <a:ext cx="353251" cy="288746"/>
          </a:xfrm>
          <a:custGeom>
            <a:rect b="b" l="l" r="r" t="t"/>
            <a:pathLst>
              <a:path extrusionOk="0" h="3934" w="3956">
                <a:moveTo>
                  <a:pt x="1968" y="0"/>
                </a:moveTo>
                <a:cubicBezTo>
                  <a:pt x="880" y="0"/>
                  <a:pt x="1" y="879"/>
                  <a:pt x="1" y="1967"/>
                </a:cubicBezTo>
                <a:cubicBezTo>
                  <a:pt x="1" y="3055"/>
                  <a:pt x="880" y="3934"/>
                  <a:pt x="1968" y="3934"/>
                </a:cubicBezTo>
                <a:cubicBezTo>
                  <a:pt x="3077" y="3934"/>
                  <a:pt x="3955" y="3055"/>
                  <a:pt x="3955" y="1967"/>
                </a:cubicBezTo>
                <a:cubicBezTo>
                  <a:pt x="3955" y="879"/>
                  <a:pt x="3077" y="0"/>
                  <a:pt x="19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58"/>
          <p:cNvSpPr/>
          <p:nvPr/>
        </p:nvSpPr>
        <p:spPr>
          <a:xfrm>
            <a:off x="7468750" y="1947150"/>
            <a:ext cx="156302" cy="142775"/>
          </a:xfrm>
          <a:custGeom>
            <a:rect b="b" l="l" r="r" t="t"/>
            <a:pathLst>
              <a:path extrusionOk="0" h="3934" w="3956">
                <a:moveTo>
                  <a:pt x="1968" y="0"/>
                </a:moveTo>
                <a:cubicBezTo>
                  <a:pt x="880" y="0"/>
                  <a:pt x="1" y="879"/>
                  <a:pt x="1" y="1967"/>
                </a:cubicBezTo>
                <a:cubicBezTo>
                  <a:pt x="1" y="3055"/>
                  <a:pt x="880" y="3934"/>
                  <a:pt x="1968" y="3934"/>
                </a:cubicBezTo>
                <a:cubicBezTo>
                  <a:pt x="3077" y="3934"/>
                  <a:pt x="3955" y="3055"/>
                  <a:pt x="3955" y="1967"/>
                </a:cubicBezTo>
                <a:cubicBezTo>
                  <a:pt x="3955" y="879"/>
                  <a:pt x="3077" y="0"/>
                  <a:pt x="196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58"/>
          <p:cNvSpPr/>
          <p:nvPr/>
        </p:nvSpPr>
        <p:spPr>
          <a:xfrm>
            <a:off x="7288473" y="2357578"/>
            <a:ext cx="428583" cy="426200"/>
          </a:xfrm>
          <a:custGeom>
            <a:rect b="b" l="l" r="r" t="t"/>
            <a:pathLst>
              <a:path extrusionOk="0" h="3934" w="3956">
                <a:moveTo>
                  <a:pt x="1968" y="0"/>
                </a:moveTo>
                <a:cubicBezTo>
                  <a:pt x="880" y="0"/>
                  <a:pt x="1" y="879"/>
                  <a:pt x="1" y="1967"/>
                </a:cubicBezTo>
                <a:cubicBezTo>
                  <a:pt x="1" y="3055"/>
                  <a:pt x="880" y="3934"/>
                  <a:pt x="1968" y="3934"/>
                </a:cubicBezTo>
                <a:cubicBezTo>
                  <a:pt x="3077" y="3934"/>
                  <a:pt x="3955" y="3055"/>
                  <a:pt x="3955" y="1967"/>
                </a:cubicBezTo>
                <a:cubicBezTo>
                  <a:pt x="3955" y="879"/>
                  <a:pt x="3077" y="0"/>
                  <a:pt x="1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422" name="Shape 422"/>
        <p:cNvGrpSpPr/>
        <p:nvPr/>
      </p:nvGrpSpPr>
      <p:grpSpPr>
        <a:xfrm>
          <a:off x="0" y="0"/>
          <a:ext cx="0" cy="0"/>
          <a:chOff x="0" y="0"/>
          <a:chExt cx="0" cy="0"/>
        </a:xfrm>
      </p:grpSpPr>
      <p:sp>
        <p:nvSpPr>
          <p:cNvPr id="423" name="Google Shape;423;p59"/>
          <p:cNvSpPr txBox="1"/>
          <p:nvPr>
            <p:ph type="title"/>
          </p:nvPr>
        </p:nvSpPr>
        <p:spPr>
          <a:xfrm>
            <a:off x="714125" y="1566900"/>
            <a:ext cx="3105600" cy="88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24" name="Google Shape;424;p59"/>
          <p:cNvSpPr txBox="1"/>
          <p:nvPr>
            <p:ph idx="1" type="subTitle"/>
          </p:nvPr>
        </p:nvSpPr>
        <p:spPr>
          <a:xfrm>
            <a:off x="713100" y="2405100"/>
            <a:ext cx="2887500" cy="1171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actually the closest planet to the Sun and the smallest one in the Solar System</a:t>
            </a:r>
            <a:endParaRPr/>
          </a:p>
        </p:txBody>
      </p:sp>
      <p:pic>
        <p:nvPicPr>
          <p:cNvPr id="425" name="Google Shape;425;p59"/>
          <p:cNvPicPr preferRelativeResize="0"/>
          <p:nvPr/>
        </p:nvPicPr>
        <p:blipFill rotWithShape="1">
          <a:blip r:embed="rId3">
            <a:alphaModFix/>
          </a:blip>
          <a:srcRect b="0" l="23705" r="18770" t="0"/>
          <a:stretch/>
        </p:blipFill>
        <p:spPr>
          <a:xfrm>
            <a:off x="5314550" y="1160025"/>
            <a:ext cx="3523200" cy="3444900"/>
          </a:xfrm>
          <a:prstGeom prst="ellipse">
            <a:avLst/>
          </a:prstGeom>
          <a:noFill/>
          <a:ln>
            <a:noFill/>
          </a:ln>
        </p:spPr>
      </p:pic>
      <p:sp>
        <p:nvSpPr>
          <p:cNvPr id="426" name="Google Shape;426;p59"/>
          <p:cNvSpPr/>
          <p:nvPr/>
        </p:nvSpPr>
        <p:spPr>
          <a:xfrm>
            <a:off x="7738050" y="-371025"/>
            <a:ext cx="2720400" cy="27285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59"/>
          <p:cNvSpPr/>
          <p:nvPr/>
        </p:nvSpPr>
        <p:spPr>
          <a:xfrm>
            <a:off x="3959528" y="3045499"/>
            <a:ext cx="1987500" cy="2032200"/>
          </a:xfrm>
          <a:prstGeom prst="ellipse">
            <a:avLst/>
          </a:prstGeom>
          <a:solidFill>
            <a:srgbClr val="7DB0EB">
              <a:alpha val="653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431" name="Shape 431"/>
        <p:cNvGrpSpPr/>
        <p:nvPr/>
      </p:nvGrpSpPr>
      <p:grpSpPr>
        <a:xfrm>
          <a:off x="0" y="0"/>
          <a:ext cx="0" cy="0"/>
          <a:chOff x="0" y="0"/>
          <a:chExt cx="0" cy="0"/>
        </a:xfrm>
      </p:grpSpPr>
      <p:sp>
        <p:nvSpPr>
          <p:cNvPr id="432" name="Google Shape;432;p60"/>
          <p:cNvSpPr txBox="1"/>
          <p:nvPr>
            <p:ph type="title"/>
          </p:nvPr>
        </p:nvSpPr>
        <p:spPr>
          <a:xfrm>
            <a:off x="713100" y="1363350"/>
            <a:ext cx="3197400" cy="1182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Review of Systems</a:t>
            </a:r>
            <a:endParaRPr/>
          </a:p>
        </p:txBody>
      </p:sp>
      <p:sp>
        <p:nvSpPr>
          <p:cNvPr id="433" name="Google Shape;433;p60"/>
          <p:cNvSpPr txBox="1"/>
          <p:nvPr>
            <p:ph idx="1" type="subTitle"/>
          </p:nvPr>
        </p:nvSpPr>
        <p:spPr>
          <a:xfrm>
            <a:off x="713100" y="2695200"/>
            <a:ext cx="2631300" cy="77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 </a:t>
            </a:r>
            <a:endParaRPr/>
          </a:p>
        </p:txBody>
      </p:sp>
      <p:sp>
        <p:nvSpPr>
          <p:cNvPr id="434" name="Google Shape;434;p60"/>
          <p:cNvSpPr txBox="1"/>
          <p:nvPr>
            <p:ph idx="2" type="subTitle"/>
          </p:nvPr>
        </p:nvSpPr>
        <p:spPr>
          <a:xfrm>
            <a:off x="5421725" y="1042150"/>
            <a:ext cx="16554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35" name="Google Shape;435;p60"/>
          <p:cNvSpPr txBox="1"/>
          <p:nvPr>
            <p:ph idx="3" type="subTitle"/>
          </p:nvPr>
        </p:nvSpPr>
        <p:spPr>
          <a:xfrm>
            <a:off x="5421725" y="1611050"/>
            <a:ext cx="2122200" cy="57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closest planet to the Sun</a:t>
            </a:r>
            <a:endParaRPr/>
          </a:p>
        </p:txBody>
      </p:sp>
      <p:sp>
        <p:nvSpPr>
          <p:cNvPr id="436" name="Google Shape;436;p60"/>
          <p:cNvSpPr txBox="1"/>
          <p:nvPr>
            <p:ph idx="4" type="subTitle"/>
          </p:nvPr>
        </p:nvSpPr>
        <p:spPr>
          <a:xfrm>
            <a:off x="5421725" y="2295725"/>
            <a:ext cx="2122200" cy="57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smallest planet in the Solar System</a:t>
            </a:r>
            <a:endParaRPr/>
          </a:p>
        </p:txBody>
      </p:sp>
      <p:sp>
        <p:nvSpPr>
          <p:cNvPr id="437" name="Google Shape;437;p60"/>
          <p:cNvSpPr txBox="1"/>
          <p:nvPr>
            <p:ph idx="5" type="subTitle"/>
          </p:nvPr>
        </p:nvSpPr>
        <p:spPr>
          <a:xfrm>
            <a:off x="5421725" y="2983725"/>
            <a:ext cx="2122200" cy="57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only a bit larger than the Moon</a:t>
            </a:r>
            <a:endParaRPr/>
          </a:p>
        </p:txBody>
      </p:sp>
      <p:sp>
        <p:nvSpPr>
          <p:cNvPr id="438" name="Google Shape;438;p60"/>
          <p:cNvSpPr txBox="1"/>
          <p:nvPr>
            <p:ph idx="6" type="subTitle"/>
          </p:nvPr>
        </p:nvSpPr>
        <p:spPr>
          <a:xfrm>
            <a:off x="5421725" y="3671700"/>
            <a:ext cx="2122200" cy="57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 was named after the Roman messenger god</a:t>
            </a:r>
            <a:endParaRPr/>
          </a:p>
        </p:txBody>
      </p:sp>
      <p:sp>
        <p:nvSpPr>
          <p:cNvPr id="439" name="Google Shape;439;p60"/>
          <p:cNvSpPr txBox="1"/>
          <p:nvPr>
            <p:ph idx="7" type="title"/>
          </p:nvPr>
        </p:nvSpPr>
        <p:spPr>
          <a:xfrm>
            <a:off x="4773297" y="1725350"/>
            <a:ext cx="402300" cy="347400"/>
          </a:xfrm>
          <a:prstGeom prst="rect">
            <a:avLst/>
          </a:prstGeom>
          <a:solidFill>
            <a:schemeClr val="lt2"/>
          </a:solidFill>
        </p:spPr>
        <p:txBody>
          <a:bodyPr anchorCtr="0" anchor="ctr" bIns="91425" lIns="0" spcFirstLastPara="1" rIns="0" wrap="square" tIns="91425">
            <a:noAutofit/>
          </a:bodyPr>
          <a:lstStyle/>
          <a:p>
            <a:pPr indent="0" lvl="0" marL="0" rtl="0" algn="ctr">
              <a:spcBef>
                <a:spcPts val="0"/>
              </a:spcBef>
              <a:spcAft>
                <a:spcPts val="0"/>
              </a:spcAft>
              <a:buNone/>
            </a:pPr>
            <a:r>
              <a:rPr lang="en"/>
              <a:t>01</a:t>
            </a:r>
            <a:endParaRPr/>
          </a:p>
        </p:txBody>
      </p:sp>
      <p:sp>
        <p:nvSpPr>
          <p:cNvPr id="440" name="Google Shape;440;p60"/>
          <p:cNvSpPr txBox="1"/>
          <p:nvPr>
            <p:ph idx="8" type="title"/>
          </p:nvPr>
        </p:nvSpPr>
        <p:spPr>
          <a:xfrm>
            <a:off x="4773297" y="2410020"/>
            <a:ext cx="402300" cy="347400"/>
          </a:xfrm>
          <a:prstGeom prst="rect">
            <a:avLst/>
          </a:prstGeom>
          <a:solidFill>
            <a:schemeClr val="lt2"/>
          </a:solidFill>
        </p:spPr>
        <p:txBody>
          <a:bodyPr anchorCtr="0" anchor="ctr" bIns="91425" lIns="0" spcFirstLastPara="1" rIns="0" wrap="square" tIns="91425">
            <a:noAutofit/>
          </a:bodyPr>
          <a:lstStyle/>
          <a:p>
            <a:pPr indent="0" lvl="0" marL="0" rtl="0" algn="ctr">
              <a:spcBef>
                <a:spcPts val="0"/>
              </a:spcBef>
              <a:spcAft>
                <a:spcPts val="0"/>
              </a:spcAft>
              <a:buNone/>
            </a:pPr>
            <a:r>
              <a:rPr lang="en"/>
              <a:t>02</a:t>
            </a:r>
            <a:endParaRPr/>
          </a:p>
        </p:txBody>
      </p:sp>
      <p:sp>
        <p:nvSpPr>
          <p:cNvPr id="441" name="Google Shape;441;p60"/>
          <p:cNvSpPr txBox="1"/>
          <p:nvPr>
            <p:ph idx="9" type="title"/>
          </p:nvPr>
        </p:nvSpPr>
        <p:spPr>
          <a:xfrm>
            <a:off x="4773297" y="3098011"/>
            <a:ext cx="402300" cy="347400"/>
          </a:xfrm>
          <a:prstGeom prst="rect">
            <a:avLst/>
          </a:prstGeom>
          <a:solidFill>
            <a:schemeClr val="lt2"/>
          </a:solidFill>
        </p:spPr>
        <p:txBody>
          <a:bodyPr anchorCtr="0" anchor="ctr" bIns="91425" lIns="0" spcFirstLastPara="1" rIns="0" wrap="square" tIns="91425">
            <a:noAutofit/>
          </a:bodyPr>
          <a:lstStyle/>
          <a:p>
            <a:pPr indent="0" lvl="0" marL="0" rtl="0" algn="ctr">
              <a:spcBef>
                <a:spcPts val="0"/>
              </a:spcBef>
              <a:spcAft>
                <a:spcPts val="0"/>
              </a:spcAft>
              <a:buNone/>
            </a:pPr>
            <a:r>
              <a:rPr lang="en"/>
              <a:t>03</a:t>
            </a:r>
            <a:endParaRPr/>
          </a:p>
        </p:txBody>
      </p:sp>
      <p:sp>
        <p:nvSpPr>
          <p:cNvPr id="442" name="Google Shape;442;p60"/>
          <p:cNvSpPr txBox="1"/>
          <p:nvPr>
            <p:ph idx="13" type="title"/>
          </p:nvPr>
        </p:nvSpPr>
        <p:spPr>
          <a:xfrm>
            <a:off x="4773297" y="3786003"/>
            <a:ext cx="402300" cy="347400"/>
          </a:xfrm>
          <a:prstGeom prst="rect">
            <a:avLst/>
          </a:prstGeom>
          <a:solidFill>
            <a:schemeClr val="lt2"/>
          </a:solidFill>
        </p:spPr>
        <p:txBody>
          <a:bodyPr anchorCtr="0" anchor="ctr" bIns="91425" lIns="0" spcFirstLastPara="1" rIns="0" wrap="square" tIns="91425">
            <a:noAutofit/>
          </a:bodyPr>
          <a:lstStyle/>
          <a:p>
            <a:pPr indent="0" lvl="0" marL="0" rtl="0" algn="ctr">
              <a:spcBef>
                <a:spcPts val="0"/>
              </a:spcBef>
              <a:spcAft>
                <a:spcPts val="0"/>
              </a:spcAft>
              <a:buNone/>
            </a:pPr>
            <a:r>
              <a:rPr lang="en"/>
              <a:t>04</a:t>
            </a:r>
            <a:endParaRPr/>
          </a:p>
        </p:txBody>
      </p:sp>
      <p:grpSp>
        <p:nvGrpSpPr>
          <p:cNvPr id="443" name="Google Shape;443;p60"/>
          <p:cNvGrpSpPr/>
          <p:nvPr/>
        </p:nvGrpSpPr>
        <p:grpSpPr>
          <a:xfrm>
            <a:off x="4654043" y="1008153"/>
            <a:ext cx="640818" cy="415394"/>
            <a:chOff x="-27728850" y="2382950"/>
            <a:chExt cx="297750" cy="193000"/>
          </a:xfrm>
        </p:grpSpPr>
        <p:sp>
          <p:nvSpPr>
            <p:cNvPr id="444" name="Google Shape;444;p60"/>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60"/>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60"/>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450" name="Shape 450"/>
        <p:cNvGrpSpPr/>
        <p:nvPr/>
      </p:nvGrpSpPr>
      <p:grpSpPr>
        <a:xfrm>
          <a:off x="0" y="0"/>
          <a:ext cx="0" cy="0"/>
          <a:chOff x="0" y="0"/>
          <a:chExt cx="0" cy="0"/>
        </a:xfrm>
      </p:grpSpPr>
      <p:sp>
        <p:nvSpPr>
          <p:cNvPr id="451" name="Google Shape;451;p61"/>
          <p:cNvSpPr/>
          <p:nvPr/>
        </p:nvSpPr>
        <p:spPr>
          <a:xfrm>
            <a:off x="0" y="2679182"/>
            <a:ext cx="1175100" cy="12018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52" name="Google Shape;452;p61"/>
          <p:cNvPicPr preferRelativeResize="0"/>
          <p:nvPr/>
        </p:nvPicPr>
        <p:blipFill rotWithShape="1">
          <a:blip r:embed="rId3">
            <a:alphaModFix/>
          </a:blip>
          <a:srcRect b="10" l="16786" r="16040" t="-10"/>
          <a:stretch/>
        </p:blipFill>
        <p:spPr>
          <a:xfrm>
            <a:off x="3369300" y="1376700"/>
            <a:ext cx="2405400" cy="2390100"/>
          </a:xfrm>
          <a:prstGeom prst="ellipse">
            <a:avLst/>
          </a:prstGeom>
          <a:noFill/>
          <a:ln>
            <a:noFill/>
          </a:ln>
        </p:spPr>
      </p:pic>
      <p:sp>
        <p:nvSpPr>
          <p:cNvPr id="453" name="Google Shape;453;p61"/>
          <p:cNvSpPr txBox="1"/>
          <p:nvPr>
            <p:ph type="title"/>
          </p:nvPr>
        </p:nvSpPr>
        <p:spPr>
          <a:xfrm>
            <a:off x="704088" y="539496"/>
            <a:ext cx="35760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Physical Examination</a:t>
            </a:r>
            <a:endParaRPr/>
          </a:p>
        </p:txBody>
      </p:sp>
      <p:sp>
        <p:nvSpPr>
          <p:cNvPr id="454" name="Google Shape;454;p61"/>
          <p:cNvSpPr txBox="1"/>
          <p:nvPr>
            <p:ph idx="3" type="subTitle"/>
          </p:nvPr>
        </p:nvSpPr>
        <p:spPr>
          <a:xfrm>
            <a:off x="1103550" y="3561822"/>
            <a:ext cx="1856100" cy="347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455" name="Google Shape;455;p61"/>
          <p:cNvSpPr txBox="1"/>
          <p:nvPr>
            <p:ph idx="1" type="subTitle"/>
          </p:nvPr>
        </p:nvSpPr>
        <p:spPr>
          <a:xfrm>
            <a:off x="1103550" y="1874778"/>
            <a:ext cx="1856100" cy="347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456" name="Google Shape;456;p61"/>
          <p:cNvSpPr txBox="1"/>
          <p:nvPr>
            <p:ph idx="2" type="subTitle"/>
          </p:nvPr>
        </p:nvSpPr>
        <p:spPr>
          <a:xfrm>
            <a:off x="522750" y="2145672"/>
            <a:ext cx="2436900" cy="502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has a beautiful name, but is terribly hot</a:t>
            </a:r>
            <a:endParaRPr/>
          </a:p>
        </p:txBody>
      </p:sp>
      <p:sp>
        <p:nvSpPr>
          <p:cNvPr id="457" name="Google Shape;457;p61"/>
          <p:cNvSpPr txBox="1"/>
          <p:nvPr>
            <p:ph idx="4" type="subTitle"/>
          </p:nvPr>
        </p:nvSpPr>
        <p:spPr>
          <a:xfrm>
            <a:off x="522750" y="3832722"/>
            <a:ext cx="2436900" cy="502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 is the smallest planet in the Solar System</a:t>
            </a:r>
            <a:endParaRPr/>
          </a:p>
        </p:txBody>
      </p:sp>
      <p:sp>
        <p:nvSpPr>
          <p:cNvPr id="458" name="Google Shape;458;p61"/>
          <p:cNvSpPr txBox="1"/>
          <p:nvPr>
            <p:ph idx="5" type="subTitle"/>
          </p:nvPr>
        </p:nvSpPr>
        <p:spPr>
          <a:xfrm>
            <a:off x="6184450" y="1874778"/>
            <a:ext cx="18561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459" name="Google Shape;459;p61"/>
          <p:cNvSpPr txBox="1"/>
          <p:nvPr>
            <p:ph idx="6" type="subTitle"/>
          </p:nvPr>
        </p:nvSpPr>
        <p:spPr>
          <a:xfrm>
            <a:off x="6184450" y="2145672"/>
            <a:ext cx="24369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460" name="Google Shape;460;p61"/>
          <p:cNvSpPr txBox="1"/>
          <p:nvPr>
            <p:ph idx="7" type="subTitle"/>
          </p:nvPr>
        </p:nvSpPr>
        <p:spPr>
          <a:xfrm>
            <a:off x="6184450" y="3561822"/>
            <a:ext cx="18561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461" name="Google Shape;461;p61"/>
          <p:cNvSpPr txBox="1"/>
          <p:nvPr>
            <p:ph idx="8" type="subTitle"/>
          </p:nvPr>
        </p:nvSpPr>
        <p:spPr>
          <a:xfrm>
            <a:off x="6184450" y="3832722"/>
            <a:ext cx="24369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cxnSp>
        <p:nvCxnSpPr>
          <p:cNvPr id="462" name="Google Shape;462;p61"/>
          <p:cNvCxnSpPr/>
          <p:nvPr/>
        </p:nvCxnSpPr>
        <p:spPr>
          <a:xfrm>
            <a:off x="3048000" y="2133675"/>
            <a:ext cx="961800" cy="0"/>
          </a:xfrm>
          <a:prstGeom prst="straightConnector1">
            <a:avLst/>
          </a:prstGeom>
          <a:noFill/>
          <a:ln cap="flat" cmpd="sng" w="19050">
            <a:solidFill>
              <a:schemeClr val="lt1"/>
            </a:solidFill>
            <a:prstDash val="dot"/>
            <a:round/>
            <a:headEnd len="med" w="med" type="none"/>
            <a:tailEnd len="med" w="med" type="oval"/>
          </a:ln>
        </p:spPr>
      </p:cxnSp>
      <p:cxnSp>
        <p:nvCxnSpPr>
          <p:cNvPr id="463" name="Google Shape;463;p61"/>
          <p:cNvCxnSpPr>
            <a:endCxn id="458" idx="1"/>
          </p:cNvCxnSpPr>
          <p:nvPr/>
        </p:nvCxnSpPr>
        <p:spPr>
          <a:xfrm flipH="1" rot="10800000">
            <a:off x="4619650" y="2048478"/>
            <a:ext cx="1564800" cy="285000"/>
          </a:xfrm>
          <a:prstGeom prst="straightConnector1">
            <a:avLst/>
          </a:prstGeom>
          <a:noFill/>
          <a:ln cap="flat" cmpd="sng" w="19050">
            <a:solidFill>
              <a:schemeClr val="lt1"/>
            </a:solidFill>
            <a:prstDash val="dot"/>
            <a:round/>
            <a:headEnd len="med" w="med" type="oval"/>
            <a:tailEnd len="med" w="med" type="none"/>
          </a:ln>
        </p:spPr>
      </p:cxnSp>
      <p:cxnSp>
        <p:nvCxnSpPr>
          <p:cNvPr id="464" name="Google Shape;464;p61"/>
          <p:cNvCxnSpPr>
            <a:stCxn id="454" idx="3"/>
          </p:cNvCxnSpPr>
          <p:nvPr/>
        </p:nvCxnSpPr>
        <p:spPr>
          <a:xfrm flipH="1" rot="10800000">
            <a:off x="2959650" y="2609922"/>
            <a:ext cx="688500" cy="1125600"/>
          </a:xfrm>
          <a:prstGeom prst="straightConnector1">
            <a:avLst/>
          </a:prstGeom>
          <a:noFill/>
          <a:ln cap="flat" cmpd="sng" w="19050">
            <a:solidFill>
              <a:schemeClr val="lt1"/>
            </a:solidFill>
            <a:prstDash val="dot"/>
            <a:round/>
            <a:headEnd len="med" w="med" type="none"/>
            <a:tailEnd len="med" w="med" type="oval"/>
          </a:ln>
        </p:spPr>
      </p:cxnSp>
      <p:cxnSp>
        <p:nvCxnSpPr>
          <p:cNvPr id="465" name="Google Shape;465;p61"/>
          <p:cNvCxnSpPr>
            <a:endCxn id="460" idx="1"/>
          </p:cNvCxnSpPr>
          <p:nvPr/>
        </p:nvCxnSpPr>
        <p:spPr>
          <a:xfrm>
            <a:off x="4743550" y="2531322"/>
            <a:ext cx="1440900" cy="1204200"/>
          </a:xfrm>
          <a:prstGeom prst="straightConnector1">
            <a:avLst/>
          </a:prstGeom>
          <a:noFill/>
          <a:ln cap="flat" cmpd="sng" w="19050">
            <a:solidFill>
              <a:schemeClr val="lt1"/>
            </a:solidFill>
            <a:prstDash val="dot"/>
            <a:round/>
            <a:headEnd len="med" w="med" type="oval"/>
            <a:tailEnd len="med" w="med" type="none"/>
          </a:ln>
        </p:spPr>
      </p:cxnSp>
      <p:sp>
        <p:nvSpPr>
          <p:cNvPr id="466" name="Google Shape;466;p61"/>
          <p:cNvSpPr/>
          <p:nvPr/>
        </p:nvSpPr>
        <p:spPr>
          <a:xfrm>
            <a:off x="5482000" y="0"/>
            <a:ext cx="897600" cy="918000"/>
          </a:xfrm>
          <a:prstGeom prst="ellipse">
            <a:avLst/>
          </a:prstGeom>
          <a:solidFill>
            <a:srgbClr val="7DB0EB">
              <a:alpha val="653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470" name="Shape 470"/>
        <p:cNvGrpSpPr/>
        <p:nvPr/>
      </p:nvGrpSpPr>
      <p:grpSpPr>
        <a:xfrm>
          <a:off x="0" y="0"/>
          <a:ext cx="0" cy="0"/>
          <a:chOff x="0" y="0"/>
          <a:chExt cx="0" cy="0"/>
        </a:xfrm>
      </p:grpSpPr>
      <p:sp>
        <p:nvSpPr>
          <p:cNvPr id="471" name="Google Shape;471;p62"/>
          <p:cNvSpPr txBox="1"/>
          <p:nvPr>
            <p:ph idx="2" type="title"/>
          </p:nvPr>
        </p:nvSpPr>
        <p:spPr>
          <a:xfrm>
            <a:off x="3247950" y="3076575"/>
            <a:ext cx="2648100" cy="609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t>
            </a:r>
            <a:r>
              <a:rPr lang="en"/>
              <a:t>audience's</a:t>
            </a:r>
            <a:r>
              <a:rPr lang="en"/>
              <a:t> attention</a:t>
            </a:r>
            <a:endParaRPr/>
          </a:p>
        </p:txBody>
      </p:sp>
      <p:sp>
        <p:nvSpPr>
          <p:cNvPr id="472" name="Google Shape;472;p62"/>
          <p:cNvSpPr txBox="1"/>
          <p:nvPr>
            <p:ph type="title"/>
          </p:nvPr>
        </p:nvSpPr>
        <p:spPr>
          <a:xfrm>
            <a:off x="714150" y="1747525"/>
            <a:ext cx="7715700" cy="132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342,500</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476" name="Shape 476"/>
        <p:cNvGrpSpPr/>
        <p:nvPr/>
      </p:nvGrpSpPr>
      <p:grpSpPr>
        <a:xfrm>
          <a:off x="0" y="0"/>
          <a:ext cx="0" cy="0"/>
          <a:chOff x="0" y="0"/>
          <a:chExt cx="0" cy="0"/>
        </a:xfrm>
      </p:grpSpPr>
      <p:sp>
        <p:nvSpPr>
          <p:cNvPr id="477" name="Google Shape;477;p63"/>
          <p:cNvSpPr/>
          <p:nvPr/>
        </p:nvSpPr>
        <p:spPr>
          <a:xfrm>
            <a:off x="3533775" y="1392450"/>
            <a:ext cx="1175100" cy="12018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63"/>
          <p:cNvSpPr txBox="1"/>
          <p:nvPr>
            <p:ph type="title"/>
          </p:nvPr>
        </p:nvSpPr>
        <p:spPr>
          <a:xfrm>
            <a:off x="708625" y="538575"/>
            <a:ext cx="77211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Findings</a:t>
            </a:r>
            <a:endParaRPr/>
          </a:p>
        </p:txBody>
      </p:sp>
      <p:sp>
        <p:nvSpPr>
          <p:cNvPr id="479" name="Google Shape;479;p63"/>
          <p:cNvSpPr/>
          <p:nvPr/>
        </p:nvSpPr>
        <p:spPr>
          <a:xfrm>
            <a:off x="708625" y="1066450"/>
            <a:ext cx="4891200" cy="3024000"/>
          </a:xfrm>
          <a:prstGeom prst="snip1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63"/>
          <p:cNvSpPr txBox="1"/>
          <p:nvPr/>
        </p:nvSpPr>
        <p:spPr>
          <a:xfrm>
            <a:off x="6309575" y="2031807"/>
            <a:ext cx="2278200" cy="502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latin typeface="Open Sans"/>
                <a:ea typeface="Open Sans"/>
                <a:cs typeface="Open Sans"/>
                <a:sym typeface="Open Sans"/>
              </a:rPr>
              <a:t>Venus</a:t>
            </a:r>
            <a:r>
              <a:rPr lang="en">
                <a:solidFill>
                  <a:schemeClr val="lt1"/>
                </a:solidFill>
                <a:latin typeface="Open Sans"/>
                <a:ea typeface="Open Sans"/>
                <a:cs typeface="Open Sans"/>
                <a:sym typeface="Open Sans"/>
              </a:rPr>
              <a:t> has a beautiful name, but is terribly hot </a:t>
            </a:r>
            <a:endParaRPr>
              <a:solidFill>
                <a:schemeClr val="lt1"/>
              </a:solidFill>
              <a:latin typeface="Open Sans"/>
              <a:ea typeface="Open Sans"/>
              <a:cs typeface="Open Sans"/>
              <a:sym typeface="Open Sans"/>
            </a:endParaRPr>
          </a:p>
        </p:txBody>
      </p:sp>
      <p:sp>
        <p:nvSpPr>
          <p:cNvPr id="481" name="Google Shape;481;p63"/>
          <p:cNvSpPr txBox="1"/>
          <p:nvPr/>
        </p:nvSpPr>
        <p:spPr>
          <a:xfrm>
            <a:off x="6309575" y="3111903"/>
            <a:ext cx="2278200" cy="502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latin typeface="Open Sans"/>
                <a:ea typeface="Open Sans"/>
                <a:cs typeface="Open Sans"/>
                <a:sym typeface="Open Sans"/>
              </a:rPr>
              <a:t>Mercury is the closest planet to the Sun </a:t>
            </a:r>
            <a:endParaRPr>
              <a:solidFill>
                <a:schemeClr val="lt1"/>
              </a:solidFill>
              <a:latin typeface="Open Sans"/>
              <a:ea typeface="Open Sans"/>
              <a:cs typeface="Open Sans"/>
              <a:sym typeface="Open Sans"/>
            </a:endParaRPr>
          </a:p>
        </p:txBody>
      </p:sp>
      <p:sp>
        <p:nvSpPr>
          <p:cNvPr id="482" name="Google Shape;482;p63"/>
          <p:cNvSpPr txBox="1"/>
          <p:nvPr/>
        </p:nvSpPr>
        <p:spPr>
          <a:xfrm>
            <a:off x="6309575" y="1760902"/>
            <a:ext cx="1856100" cy="34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lt1"/>
                </a:solidFill>
                <a:latin typeface="Lato"/>
                <a:ea typeface="Lato"/>
                <a:cs typeface="Lato"/>
                <a:sym typeface="Lato"/>
              </a:rPr>
              <a:t>Venus</a:t>
            </a:r>
            <a:endParaRPr b="1" sz="1600">
              <a:solidFill>
                <a:schemeClr val="lt1"/>
              </a:solidFill>
              <a:latin typeface="Lato"/>
              <a:ea typeface="Lato"/>
              <a:cs typeface="Lato"/>
              <a:sym typeface="Lato"/>
            </a:endParaRPr>
          </a:p>
        </p:txBody>
      </p:sp>
      <p:sp>
        <p:nvSpPr>
          <p:cNvPr id="483" name="Google Shape;483;p63"/>
          <p:cNvSpPr txBox="1"/>
          <p:nvPr/>
        </p:nvSpPr>
        <p:spPr>
          <a:xfrm>
            <a:off x="6309575" y="2841010"/>
            <a:ext cx="1856100" cy="34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lt1"/>
                </a:solidFill>
                <a:latin typeface="Lato"/>
                <a:ea typeface="Lato"/>
                <a:cs typeface="Lato"/>
                <a:sym typeface="Lato"/>
              </a:rPr>
              <a:t>Mercury</a:t>
            </a:r>
            <a:endParaRPr b="1" sz="1600">
              <a:solidFill>
                <a:schemeClr val="lt1"/>
              </a:solidFill>
              <a:latin typeface="Lato"/>
              <a:ea typeface="Lato"/>
              <a:cs typeface="Lato"/>
              <a:sym typeface="Lato"/>
            </a:endParaRPr>
          </a:p>
        </p:txBody>
      </p:sp>
      <p:sp>
        <p:nvSpPr>
          <p:cNvPr id="484" name="Google Shape;484;p63"/>
          <p:cNvSpPr/>
          <p:nvPr/>
        </p:nvSpPr>
        <p:spPr>
          <a:xfrm>
            <a:off x="5904563" y="2021452"/>
            <a:ext cx="252600" cy="252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63"/>
          <p:cNvSpPr/>
          <p:nvPr/>
        </p:nvSpPr>
        <p:spPr>
          <a:xfrm>
            <a:off x="5904563" y="3101560"/>
            <a:ext cx="252600" cy="252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63"/>
          <p:cNvSpPr txBox="1"/>
          <p:nvPr/>
        </p:nvSpPr>
        <p:spPr>
          <a:xfrm>
            <a:off x="614400" y="4131250"/>
            <a:ext cx="5081400" cy="502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lt1"/>
                </a:solidFill>
                <a:latin typeface="Open Sans"/>
                <a:ea typeface="Open Sans"/>
                <a:cs typeface="Open Sans"/>
                <a:sym typeface="Open Sans"/>
              </a:rPr>
              <a:t>To modify this graph, click on it, follow the link, change the data and paste the resulting graph here, replacing this one</a:t>
            </a:r>
            <a:endParaRPr>
              <a:solidFill>
                <a:schemeClr val="lt1"/>
              </a:solidFill>
              <a:latin typeface="Open Sans"/>
              <a:ea typeface="Open Sans"/>
              <a:cs typeface="Open Sans"/>
              <a:sym typeface="Open Sans"/>
            </a:endParaRPr>
          </a:p>
        </p:txBody>
      </p:sp>
      <p:sp>
        <p:nvSpPr>
          <p:cNvPr id="487" name="Google Shape;487;p63"/>
          <p:cNvSpPr/>
          <p:nvPr/>
        </p:nvSpPr>
        <p:spPr>
          <a:xfrm>
            <a:off x="5336325" y="319900"/>
            <a:ext cx="1109400" cy="11346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8" name="Google Shape;488;p63" title="Chart">
            <a:hlinkClick r:id="rId3"/>
          </p:cNvPr>
          <p:cNvPicPr preferRelativeResize="0"/>
          <p:nvPr/>
        </p:nvPicPr>
        <p:blipFill>
          <a:blip r:embed="rId4">
            <a:alphaModFix/>
          </a:blip>
          <a:stretch>
            <a:fillRect/>
          </a:stretch>
        </p:blipFill>
        <p:spPr>
          <a:xfrm>
            <a:off x="594325" y="1135600"/>
            <a:ext cx="4778769" cy="295485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492" name="Shape 492"/>
        <p:cNvGrpSpPr/>
        <p:nvPr/>
      </p:nvGrpSpPr>
      <p:grpSpPr>
        <a:xfrm>
          <a:off x="0" y="0"/>
          <a:ext cx="0" cy="0"/>
          <a:chOff x="0" y="0"/>
          <a:chExt cx="0" cy="0"/>
        </a:xfrm>
      </p:grpSpPr>
      <p:sp>
        <p:nvSpPr>
          <p:cNvPr id="493" name="Google Shape;493;p64"/>
          <p:cNvSpPr txBox="1"/>
          <p:nvPr>
            <p:ph type="title"/>
          </p:nvPr>
        </p:nvSpPr>
        <p:spPr>
          <a:xfrm>
            <a:off x="2555700" y="538272"/>
            <a:ext cx="40326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494" name="Google Shape;494;p64"/>
          <p:cNvSpPr txBox="1"/>
          <p:nvPr>
            <p:ph idx="1" type="subTitle"/>
          </p:nvPr>
        </p:nvSpPr>
        <p:spPr>
          <a:xfrm>
            <a:off x="3643950" y="3349694"/>
            <a:ext cx="1856100" cy="34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 Ralph Lee</a:t>
            </a:r>
            <a:endParaRPr/>
          </a:p>
        </p:txBody>
      </p:sp>
      <p:sp>
        <p:nvSpPr>
          <p:cNvPr id="495" name="Google Shape;495;p64"/>
          <p:cNvSpPr txBox="1"/>
          <p:nvPr>
            <p:ph idx="2" type="subTitle"/>
          </p:nvPr>
        </p:nvSpPr>
        <p:spPr>
          <a:xfrm>
            <a:off x="3408900" y="3515830"/>
            <a:ext cx="2326200" cy="913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now a cold place full of iron oxide dust”</a:t>
            </a:r>
            <a:endParaRPr/>
          </a:p>
        </p:txBody>
      </p:sp>
      <p:sp>
        <p:nvSpPr>
          <p:cNvPr id="496" name="Google Shape;496;p64"/>
          <p:cNvSpPr txBox="1"/>
          <p:nvPr>
            <p:ph idx="3" type="subTitle"/>
          </p:nvPr>
        </p:nvSpPr>
        <p:spPr>
          <a:xfrm>
            <a:off x="948150" y="3349694"/>
            <a:ext cx="1856100" cy="34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 Ava Jordan</a:t>
            </a:r>
            <a:endParaRPr/>
          </a:p>
        </p:txBody>
      </p:sp>
      <p:sp>
        <p:nvSpPr>
          <p:cNvPr id="497" name="Google Shape;497;p64"/>
          <p:cNvSpPr txBox="1"/>
          <p:nvPr>
            <p:ph idx="4" type="subTitle"/>
          </p:nvPr>
        </p:nvSpPr>
        <p:spPr>
          <a:xfrm>
            <a:off x="713100" y="3515825"/>
            <a:ext cx="2326200" cy="913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smallest planet in the entire Solar System”</a:t>
            </a:r>
            <a:endParaRPr/>
          </a:p>
        </p:txBody>
      </p:sp>
      <p:sp>
        <p:nvSpPr>
          <p:cNvPr id="498" name="Google Shape;498;p64"/>
          <p:cNvSpPr txBox="1"/>
          <p:nvPr>
            <p:ph idx="5" type="subTitle"/>
          </p:nvPr>
        </p:nvSpPr>
        <p:spPr>
          <a:xfrm>
            <a:off x="6339750" y="3349694"/>
            <a:ext cx="1856100" cy="34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 Melissa Jones</a:t>
            </a:r>
            <a:endParaRPr/>
          </a:p>
        </p:txBody>
      </p:sp>
      <p:sp>
        <p:nvSpPr>
          <p:cNvPr id="499" name="Google Shape;499;p64"/>
          <p:cNvSpPr txBox="1"/>
          <p:nvPr>
            <p:ph idx="6" type="subTitle"/>
          </p:nvPr>
        </p:nvSpPr>
        <p:spPr>
          <a:xfrm>
            <a:off x="6104700" y="3515830"/>
            <a:ext cx="2326200" cy="913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eighth and farthest-known </a:t>
            </a:r>
            <a:r>
              <a:rPr lang="en"/>
              <a:t>planet</a:t>
            </a:r>
            <a:r>
              <a:rPr lang="en"/>
              <a:t> from the Sun”</a:t>
            </a:r>
            <a:endParaRPr/>
          </a:p>
        </p:txBody>
      </p:sp>
      <p:pic>
        <p:nvPicPr>
          <p:cNvPr id="500" name="Google Shape;500;p64"/>
          <p:cNvPicPr preferRelativeResize="0"/>
          <p:nvPr/>
        </p:nvPicPr>
        <p:blipFill rotWithShape="1">
          <a:blip r:embed="rId3">
            <a:alphaModFix/>
          </a:blip>
          <a:srcRect b="53283" l="78753" r="0" t="9259"/>
          <a:stretch/>
        </p:blipFill>
        <p:spPr>
          <a:xfrm>
            <a:off x="6339750" y="1354719"/>
            <a:ext cx="1856100" cy="1856100"/>
          </a:xfrm>
          <a:prstGeom prst="ellipse">
            <a:avLst/>
          </a:prstGeom>
          <a:noFill/>
          <a:ln>
            <a:noFill/>
          </a:ln>
        </p:spPr>
      </p:pic>
      <p:pic>
        <p:nvPicPr>
          <p:cNvPr id="501" name="Google Shape;501;p64"/>
          <p:cNvPicPr preferRelativeResize="0"/>
          <p:nvPr/>
        </p:nvPicPr>
        <p:blipFill rotWithShape="1">
          <a:blip r:embed="rId3">
            <a:alphaModFix/>
          </a:blip>
          <a:srcRect b="50206" l="57847" r="17720" t="5370"/>
          <a:stretch/>
        </p:blipFill>
        <p:spPr>
          <a:xfrm>
            <a:off x="3643950" y="1354719"/>
            <a:ext cx="1856100" cy="1856100"/>
          </a:xfrm>
          <a:prstGeom prst="ellipse">
            <a:avLst/>
          </a:prstGeom>
          <a:noFill/>
          <a:ln>
            <a:noFill/>
          </a:ln>
        </p:spPr>
      </p:pic>
      <p:pic>
        <p:nvPicPr>
          <p:cNvPr id="502" name="Google Shape;502;p64"/>
          <p:cNvPicPr preferRelativeResize="0"/>
          <p:nvPr/>
        </p:nvPicPr>
        <p:blipFill rotWithShape="1">
          <a:blip r:embed="rId3">
            <a:alphaModFix/>
          </a:blip>
          <a:srcRect b="49617" l="38481" r="41216" t="14273"/>
          <a:stretch/>
        </p:blipFill>
        <p:spPr>
          <a:xfrm>
            <a:off x="948150" y="1354719"/>
            <a:ext cx="1856100" cy="1856100"/>
          </a:xfrm>
          <a:prstGeom prst="ellipse">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506" name="Shape 506"/>
        <p:cNvGrpSpPr/>
        <p:nvPr/>
      </p:nvGrpSpPr>
      <p:grpSpPr>
        <a:xfrm>
          <a:off x="0" y="0"/>
          <a:ext cx="0" cy="0"/>
          <a:chOff x="0" y="0"/>
          <a:chExt cx="0" cy="0"/>
        </a:xfrm>
      </p:grpSpPr>
      <p:pic>
        <p:nvPicPr>
          <p:cNvPr id="507" name="Google Shape;507;p65"/>
          <p:cNvPicPr preferRelativeResize="0"/>
          <p:nvPr/>
        </p:nvPicPr>
        <p:blipFill rotWithShape="1">
          <a:blip r:embed="rId3">
            <a:alphaModFix/>
          </a:blip>
          <a:srcRect b="6475" l="6604" r="43282" t="2325"/>
          <a:stretch/>
        </p:blipFill>
        <p:spPr>
          <a:xfrm>
            <a:off x="4746925" y="1195825"/>
            <a:ext cx="3389400" cy="3469800"/>
          </a:xfrm>
          <a:prstGeom prst="ellipse">
            <a:avLst/>
          </a:prstGeom>
          <a:noFill/>
          <a:ln>
            <a:noFill/>
          </a:ln>
        </p:spPr>
      </p:pic>
      <p:sp>
        <p:nvSpPr>
          <p:cNvPr id="508" name="Google Shape;508;p65"/>
          <p:cNvSpPr txBox="1"/>
          <p:nvPr>
            <p:ph type="title"/>
          </p:nvPr>
        </p:nvSpPr>
        <p:spPr>
          <a:xfrm>
            <a:off x="704088" y="539496"/>
            <a:ext cx="31548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Discussion Summary</a:t>
            </a:r>
            <a:endParaRPr/>
          </a:p>
        </p:txBody>
      </p:sp>
      <p:sp>
        <p:nvSpPr>
          <p:cNvPr id="509" name="Google Shape;509;p65"/>
          <p:cNvSpPr txBox="1"/>
          <p:nvPr>
            <p:ph idx="1" type="subTitle"/>
          </p:nvPr>
        </p:nvSpPr>
        <p:spPr>
          <a:xfrm>
            <a:off x="714125" y="1499000"/>
            <a:ext cx="10374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10" name="Google Shape;510;p65"/>
          <p:cNvSpPr txBox="1"/>
          <p:nvPr>
            <p:ph idx="2" type="subTitle"/>
          </p:nvPr>
        </p:nvSpPr>
        <p:spPr>
          <a:xfrm>
            <a:off x="714125" y="1922600"/>
            <a:ext cx="2502300" cy="50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very cold place</a:t>
            </a:r>
            <a:endParaRPr/>
          </a:p>
        </p:txBody>
      </p:sp>
      <p:sp>
        <p:nvSpPr>
          <p:cNvPr id="511" name="Google Shape;511;p65"/>
          <p:cNvSpPr txBox="1"/>
          <p:nvPr>
            <p:ph idx="3" type="subTitle"/>
          </p:nvPr>
        </p:nvSpPr>
        <p:spPr>
          <a:xfrm>
            <a:off x="714125" y="3366441"/>
            <a:ext cx="10374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12" name="Google Shape;512;p65"/>
          <p:cNvSpPr txBox="1"/>
          <p:nvPr>
            <p:ph idx="4" type="subTitle"/>
          </p:nvPr>
        </p:nvSpPr>
        <p:spPr>
          <a:xfrm>
            <a:off x="714125" y="3789748"/>
            <a:ext cx="25023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513" name="Google Shape;513;p65"/>
          <p:cNvSpPr txBox="1"/>
          <p:nvPr>
            <p:ph idx="5" type="title"/>
          </p:nvPr>
        </p:nvSpPr>
        <p:spPr>
          <a:xfrm>
            <a:off x="714125" y="3110041"/>
            <a:ext cx="317100" cy="2739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02</a:t>
            </a:r>
            <a:endParaRPr/>
          </a:p>
        </p:txBody>
      </p:sp>
      <p:sp>
        <p:nvSpPr>
          <p:cNvPr id="514" name="Google Shape;514;p65"/>
          <p:cNvSpPr txBox="1"/>
          <p:nvPr>
            <p:ph idx="6" type="title"/>
          </p:nvPr>
        </p:nvSpPr>
        <p:spPr>
          <a:xfrm>
            <a:off x="714125" y="1242600"/>
            <a:ext cx="317100" cy="2739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01</a:t>
            </a:r>
            <a:endParaRPr/>
          </a:p>
        </p:txBody>
      </p:sp>
      <p:sp>
        <p:nvSpPr>
          <p:cNvPr id="515" name="Google Shape;515;p65"/>
          <p:cNvSpPr/>
          <p:nvPr/>
        </p:nvSpPr>
        <p:spPr>
          <a:xfrm>
            <a:off x="7738050" y="-371025"/>
            <a:ext cx="2720400" cy="27285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65"/>
          <p:cNvSpPr/>
          <p:nvPr/>
        </p:nvSpPr>
        <p:spPr>
          <a:xfrm>
            <a:off x="4937638" y="574900"/>
            <a:ext cx="1109400" cy="11346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65"/>
          <p:cNvSpPr/>
          <p:nvPr/>
        </p:nvSpPr>
        <p:spPr>
          <a:xfrm>
            <a:off x="4505080" y="3789750"/>
            <a:ext cx="948300" cy="969900"/>
          </a:xfrm>
          <a:prstGeom prst="ellipse">
            <a:avLst/>
          </a:prstGeom>
          <a:solidFill>
            <a:srgbClr val="7DB0EB">
              <a:alpha val="653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521" name="Shape 521"/>
        <p:cNvGrpSpPr/>
        <p:nvPr/>
      </p:nvGrpSpPr>
      <p:grpSpPr>
        <a:xfrm>
          <a:off x="0" y="0"/>
          <a:ext cx="0" cy="0"/>
          <a:chOff x="0" y="0"/>
          <a:chExt cx="0" cy="0"/>
        </a:xfrm>
      </p:grpSpPr>
      <p:sp>
        <p:nvSpPr>
          <p:cNvPr id="522" name="Google Shape;522;p66"/>
          <p:cNvSpPr txBox="1"/>
          <p:nvPr>
            <p:ph type="title"/>
          </p:nvPr>
        </p:nvSpPr>
        <p:spPr>
          <a:xfrm>
            <a:off x="708625" y="538575"/>
            <a:ext cx="77211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Comparison</a:t>
            </a:r>
            <a:endParaRPr/>
          </a:p>
        </p:txBody>
      </p:sp>
      <p:sp>
        <p:nvSpPr>
          <p:cNvPr id="523" name="Google Shape;523;p66"/>
          <p:cNvSpPr/>
          <p:nvPr/>
        </p:nvSpPr>
        <p:spPr>
          <a:xfrm>
            <a:off x="3174014" y="1874159"/>
            <a:ext cx="347098" cy="347432"/>
          </a:xfrm>
          <a:custGeom>
            <a:rect b="b" l="l" r="r" t="t"/>
            <a:pathLst>
              <a:path extrusionOk="0" h="28047" w="28020">
                <a:moveTo>
                  <a:pt x="0" y="0"/>
                </a:moveTo>
                <a:lnTo>
                  <a:pt x="0" y="28046"/>
                </a:lnTo>
                <a:lnTo>
                  <a:pt x="28019" y="28046"/>
                </a:lnTo>
                <a:lnTo>
                  <a:pt x="28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66"/>
          <p:cNvSpPr/>
          <p:nvPr/>
        </p:nvSpPr>
        <p:spPr>
          <a:xfrm>
            <a:off x="3275145" y="1975959"/>
            <a:ext cx="144500" cy="144166"/>
          </a:xfrm>
          <a:custGeom>
            <a:rect b="b" l="l" r="r" t="t"/>
            <a:pathLst>
              <a:path extrusionOk="0" h="11638" w="11665">
                <a:moveTo>
                  <a:pt x="1465" y="1"/>
                </a:moveTo>
                <a:lnTo>
                  <a:pt x="1" y="1466"/>
                </a:lnTo>
                <a:lnTo>
                  <a:pt x="4422" y="5833"/>
                </a:lnTo>
                <a:lnTo>
                  <a:pt x="1" y="10200"/>
                </a:lnTo>
                <a:lnTo>
                  <a:pt x="1465" y="11637"/>
                </a:lnTo>
                <a:lnTo>
                  <a:pt x="5832" y="7270"/>
                </a:lnTo>
                <a:lnTo>
                  <a:pt x="10199" y="11637"/>
                </a:lnTo>
                <a:lnTo>
                  <a:pt x="11664" y="10200"/>
                </a:lnTo>
                <a:lnTo>
                  <a:pt x="7243" y="5833"/>
                </a:lnTo>
                <a:lnTo>
                  <a:pt x="11664" y="1466"/>
                </a:lnTo>
                <a:lnTo>
                  <a:pt x="10199" y="1"/>
                </a:lnTo>
                <a:lnTo>
                  <a:pt x="5832" y="4368"/>
                </a:lnTo>
                <a:lnTo>
                  <a:pt x="1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66"/>
          <p:cNvSpPr/>
          <p:nvPr/>
        </p:nvSpPr>
        <p:spPr>
          <a:xfrm>
            <a:off x="3173846" y="2516830"/>
            <a:ext cx="347432" cy="347432"/>
          </a:xfrm>
          <a:custGeom>
            <a:rect b="b" l="l" r="r" t="t"/>
            <a:pathLst>
              <a:path extrusionOk="0" h="28047" w="28047">
                <a:moveTo>
                  <a:pt x="0" y="0"/>
                </a:moveTo>
                <a:lnTo>
                  <a:pt x="0" y="28046"/>
                </a:lnTo>
                <a:lnTo>
                  <a:pt x="28046" y="28046"/>
                </a:lnTo>
                <a:lnTo>
                  <a:pt x="280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66"/>
          <p:cNvSpPr/>
          <p:nvPr/>
        </p:nvSpPr>
        <p:spPr>
          <a:xfrm>
            <a:off x="3265563" y="2630733"/>
            <a:ext cx="163651" cy="119961"/>
          </a:xfrm>
          <a:custGeom>
            <a:rect b="b" l="l" r="r" t="t"/>
            <a:pathLst>
              <a:path extrusionOk="0" h="9684" w="13211">
                <a:moveTo>
                  <a:pt x="11800" y="0"/>
                </a:moveTo>
                <a:lnTo>
                  <a:pt x="4992" y="6836"/>
                </a:lnTo>
                <a:lnTo>
                  <a:pt x="1411" y="3255"/>
                </a:lnTo>
                <a:lnTo>
                  <a:pt x="1" y="4693"/>
                </a:lnTo>
                <a:lnTo>
                  <a:pt x="4992" y="9684"/>
                </a:lnTo>
                <a:lnTo>
                  <a:pt x="13210" y="1438"/>
                </a:lnTo>
                <a:lnTo>
                  <a:pt x="1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66"/>
          <p:cNvSpPr/>
          <p:nvPr/>
        </p:nvSpPr>
        <p:spPr>
          <a:xfrm>
            <a:off x="3174014" y="3159513"/>
            <a:ext cx="347098" cy="347432"/>
          </a:xfrm>
          <a:custGeom>
            <a:rect b="b" l="l" r="r" t="t"/>
            <a:pathLst>
              <a:path extrusionOk="0" h="28047" w="28020">
                <a:moveTo>
                  <a:pt x="0" y="0"/>
                </a:moveTo>
                <a:lnTo>
                  <a:pt x="0" y="28046"/>
                </a:lnTo>
                <a:lnTo>
                  <a:pt x="28019" y="28046"/>
                </a:lnTo>
                <a:lnTo>
                  <a:pt x="28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66"/>
          <p:cNvSpPr/>
          <p:nvPr/>
        </p:nvSpPr>
        <p:spPr>
          <a:xfrm>
            <a:off x="3275145" y="3261314"/>
            <a:ext cx="144500" cy="144166"/>
          </a:xfrm>
          <a:custGeom>
            <a:rect b="b" l="l" r="r" t="t"/>
            <a:pathLst>
              <a:path extrusionOk="0" h="11638" w="11665">
                <a:moveTo>
                  <a:pt x="1465" y="1"/>
                </a:moveTo>
                <a:lnTo>
                  <a:pt x="1" y="1466"/>
                </a:lnTo>
                <a:lnTo>
                  <a:pt x="4422" y="5833"/>
                </a:lnTo>
                <a:lnTo>
                  <a:pt x="1" y="10200"/>
                </a:lnTo>
                <a:lnTo>
                  <a:pt x="1465" y="11637"/>
                </a:lnTo>
                <a:lnTo>
                  <a:pt x="5832" y="7270"/>
                </a:lnTo>
                <a:lnTo>
                  <a:pt x="10199" y="11637"/>
                </a:lnTo>
                <a:lnTo>
                  <a:pt x="11664" y="10200"/>
                </a:lnTo>
                <a:lnTo>
                  <a:pt x="7243" y="5833"/>
                </a:lnTo>
                <a:lnTo>
                  <a:pt x="11664" y="1466"/>
                </a:lnTo>
                <a:lnTo>
                  <a:pt x="10199" y="1"/>
                </a:lnTo>
                <a:lnTo>
                  <a:pt x="5832" y="4368"/>
                </a:lnTo>
                <a:lnTo>
                  <a:pt x="1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66"/>
          <p:cNvSpPr/>
          <p:nvPr/>
        </p:nvSpPr>
        <p:spPr>
          <a:xfrm>
            <a:off x="3173846" y="3802196"/>
            <a:ext cx="347432" cy="347432"/>
          </a:xfrm>
          <a:custGeom>
            <a:rect b="b" l="l" r="r" t="t"/>
            <a:pathLst>
              <a:path extrusionOk="0" h="28047" w="28047">
                <a:moveTo>
                  <a:pt x="0" y="0"/>
                </a:moveTo>
                <a:lnTo>
                  <a:pt x="0" y="28046"/>
                </a:lnTo>
                <a:lnTo>
                  <a:pt x="28046" y="28046"/>
                </a:lnTo>
                <a:lnTo>
                  <a:pt x="280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66"/>
          <p:cNvSpPr/>
          <p:nvPr/>
        </p:nvSpPr>
        <p:spPr>
          <a:xfrm>
            <a:off x="3265563" y="3916099"/>
            <a:ext cx="163651" cy="119961"/>
          </a:xfrm>
          <a:custGeom>
            <a:rect b="b" l="l" r="r" t="t"/>
            <a:pathLst>
              <a:path extrusionOk="0" h="9684" w="13211">
                <a:moveTo>
                  <a:pt x="11800" y="0"/>
                </a:moveTo>
                <a:lnTo>
                  <a:pt x="4992" y="6836"/>
                </a:lnTo>
                <a:lnTo>
                  <a:pt x="1411" y="3255"/>
                </a:lnTo>
                <a:lnTo>
                  <a:pt x="1" y="4693"/>
                </a:lnTo>
                <a:lnTo>
                  <a:pt x="4992" y="9684"/>
                </a:lnTo>
                <a:lnTo>
                  <a:pt x="13210" y="1438"/>
                </a:lnTo>
                <a:lnTo>
                  <a:pt x="1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66"/>
          <p:cNvSpPr/>
          <p:nvPr/>
        </p:nvSpPr>
        <p:spPr>
          <a:xfrm>
            <a:off x="6150039" y="1874159"/>
            <a:ext cx="347098" cy="347432"/>
          </a:xfrm>
          <a:custGeom>
            <a:rect b="b" l="l" r="r" t="t"/>
            <a:pathLst>
              <a:path extrusionOk="0" h="28047" w="28020">
                <a:moveTo>
                  <a:pt x="0" y="0"/>
                </a:moveTo>
                <a:lnTo>
                  <a:pt x="0" y="28046"/>
                </a:lnTo>
                <a:lnTo>
                  <a:pt x="28019" y="28046"/>
                </a:lnTo>
                <a:lnTo>
                  <a:pt x="28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66"/>
          <p:cNvSpPr/>
          <p:nvPr/>
        </p:nvSpPr>
        <p:spPr>
          <a:xfrm>
            <a:off x="6251170" y="1975959"/>
            <a:ext cx="144500" cy="144166"/>
          </a:xfrm>
          <a:custGeom>
            <a:rect b="b" l="l" r="r" t="t"/>
            <a:pathLst>
              <a:path extrusionOk="0" h="11638" w="11665">
                <a:moveTo>
                  <a:pt x="1465" y="1"/>
                </a:moveTo>
                <a:lnTo>
                  <a:pt x="1" y="1466"/>
                </a:lnTo>
                <a:lnTo>
                  <a:pt x="4422" y="5833"/>
                </a:lnTo>
                <a:lnTo>
                  <a:pt x="1" y="10200"/>
                </a:lnTo>
                <a:lnTo>
                  <a:pt x="1465" y="11637"/>
                </a:lnTo>
                <a:lnTo>
                  <a:pt x="5832" y="7270"/>
                </a:lnTo>
                <a:lnTo>
                  <a:pt x="10199" y="11637"/>
                </a:lnTo>
                <a:lnTo>
                  <a:pt x="11664" y="10200"/>
                </a:lnTo>
                <a:lnTo>
                  <a:pt x="7243" y="5833"/>
                </a:lnTo>
                <a:lnTo>
                  <a:pt x="11664" y="1466"/>
                </a:lnTo>
                <a:lnTo>
                  <a:pt x="10199" y="1"/>
                </a:lnTo>
                <a:lnTo>
                  <a:pt x="5832" y="4368"/>
                </a:lnTo>
                <a:lnTo>
                  <a:pt x="1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66"/>
          <p:cNvSpPr/>
          <p:nvPr/>
        </p:nvSpPr>
        <p:spPr>
          <a:xfrm>
            <a:off x="6149930" y="2516842"/>
            <a:ext cx="347432" cy="347432"/>
          </a:xfrm>
          <a:custGeom>
            <a:rect b="b" l="l" r="r" t="t"/>
            <a:pathLst>
              <a:path extrusionOk="0" h="28047" w="28047">
                <a:moveTo>
                  <a:pt x="0" y="0"/>
                </a:moveTo>
                <a:lnTo>
                  <a:pt x="0" y="28046"/>
                </a:lnTo>
                <a:lnTo>
                  <a:pt x="28046" y="28046"/>
                </a:lnTo>
                <a:lnTo>
                  <a:pt x="280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66"/>
          <p:cNvSpPr/>
          <p:nvPr/>
        </p:nvSpPr>
        <p:spPr>
          <a:xfrm>
            <a:off x="6241647" y="2630745"/>
            <a:ext cx="163651" cy="119961"/>
          </a:xfrm>
          <a:custGeom>
            <a:rect b="b" l="l" r="r" t="t"/>
            <a:pathLst>
              <a:path extrusionOk="0" h="9684" w="13211">
                <a:moveTo>
                  <a:pt x="11800" y="0"/>
                </a:moveTo>
                <a:lnTo>
                  <a:pt x="4992" y="6836"/>
                </a:lnTo>
                <a:lnTo>
                  <a:pt x="1411" y="3255"/>
                </a:lnTo>
                <a:lnTo>
                  <a:pt x="1" y="4693"/>
                </a:lnTo>
                <a:lnTo>
                  <a:pt x="4992" y="9684"/>
                </a:lnTo>
                <a:lnTo>
                  <a:pt x="13210" y="1438"/>
                </a:lnTo>
                <a:lnTo>
                  <a:pt x="1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66"/>
          <p:cNvSpPr/>
          <p:nvPr/>
        </p:nvSpPr>
        <p:spPr>
          <a:xfrm>
            <a:off x="6150039" y="3159526"/>
            <a:ext cx="347098" cy="347432"/>
          </a:xfrm>
          <a:custGeom>
            <a:rect b="b" l="l" r="r" t="t"/>
            <a:pathLst>
              <a:path extrusionOk="0" h="28047" w="28020">
                <a:moveTo>
                  <a:pt x="0" y="0"/>
                </a:moveTo>
                <a:lnTo>
                  <a:pt x="0" y="28046"/>
                </a:lnTo>
                <a:lnTo>
                  <a:pt x="28019" y="28046"/>
                </a:lnTo>
                <a:lnTo>
                  <a:pt x="28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66"/>
          <p:cNvSpPr/>
          <p:nvPr/>
        </p:nvSpPr>
        <p:spPr>
          <a:xfrm>
            <a:off x="6251170" y="3261326"/>
            <a:ext cx="144500" cy="144166"/>
          </a:xfrm>
          <a:custGeom>
            <a:rect b="b" l="l" r="r" t="t"/>
            <a:pathLst>
              <a:path extrusionOk="0" h="11638" w="11665">
                <a:moveTo>
                  <a:pt x="1465" y="1"/>
                </a:moveTo>
                <a:lnTo>
                  <a:pt x="1" y="1466"/>
                </a:lnTo>
                <a:lnTo>
                  <a:pt x="4422" y="5833"/>
                </a:lnTo>
                <a:lnTo>
                  <a:pt x="1" y="10200"/>
                </a:lnTo>
                <a:lnTo>
                  <a:pt x="1465" y="11637"/>
                </a:lnTo>
                <a:lnTo>
                  <a:pt x="5832" y="7270"/>
                </a:lnTo>
                <a:lnTo>
                  <a:pt x="10199" y="11637"/>
                </a:lnTo>
                <a:lnTo>
                  <a:pt x="11664" y="10200"/>
                </a:lnTo>
                <a:lnTo>
                  <a:pt x="7243" y="5833"/>
                </a:lnTo>
                <a:lnTo>
                  <a:pt x="11664" y="1466"/>
                </a:lnTo>
                <a:lnTo>
                  <a:pt x="10199" y="1"/>
                </a:lnTo>
                <a:lnTo>
                  <a:pt x="5832" y="4368"/>
                </a:lnTo>
                <a:lnTo>
                  <a:pt x="1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66"/>
          <p:cNvSpPr/>
          <p:nvPr/>
        </p:nvSpPr>
        <p:spPr>
          <a:xfrm>
            <a:off x="6149871" y="3802209"/>
            <a:ext cx="347432" cy="347432"/>
          </a:xfrm>
          <a:custGeom>
            <a:rect b="b" l="l" r="r" t="t"/>
            <a:pathLst>
              <a:path extrusionOk="0" h="28047" w="28047">
                <a:moveTo>
                  <a:pt x="0" y="0"/>
                </a:moveTo>
                <a:lnTo>
                  <a:pt x="0" y="28046"/>
                </a:lnTo>
                <a:lnTo>
                  <a:pt x="28046" y="28046"/>
                </a:lnTo>
                <a:lnTo>
                  <a:pt x="280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66"/>
          <p:cNvSpPr/>
          <p:nvPr/>
        </p:nvSpPr>
        <p:spPr>
          <a:xfrm>
            <a:off x="6241588" y="3916112"/>
            <a:ext cx="163651" cy="119961"/>
          </a:xfrm>
          <a:custGeom>
            <a:rect b="b" l="l" r="r" t="t"/>
            <a:pathLst>
              <a:path extrusionOk="0" h="9684" w="13211">
                <a:moveTo>
                  <a:pt x="11800" y="0"/>
                </a:moveTo>
                <a:lnTo>
                  <a:pt x="4992" y="6836"/>
                </a:lnTo>
                <a:lnTo>
                  <a:pt x="1411" y="3255"/>
                </a:lnTo>
                <a:lnTo>
                  <a:pt x="1" y="4693"/>
                </a:lnTo>
                <a:lnTo>
                  <a:pt x="4992" y="9684"/>
                </a:lnTo>
                <a:lnTo>
                  <a:pt x="13210" y="1438"/>
                </a:lnTo>
                <a:lnTo>
                  <a:pt x="1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66"/>
          <p:cNvSpPr/>
          <p:nvPr/>
        </p:nvSpPr>
        <p:spPr>
          <a:xfrm flipH="1" rot="10800000">
            <a:off x="4624014" y="3802196"/>
            <a:ext cx="347098" cy="347432"/>
          </a:xfrm>
          <a:custGeom>
            <a:rect b="b" l="l" r="r" t="t"/>
            <a:pathLst>
              <a:path extrusionOk="0" h="28047" w="28020">
                <a:moveTo>
                  <a:pt x="0" y="0"/>
                </a:moveTo>
                <a:lnTo>
                  <a:pt x="0" y="28046"/>
                </a:lnTo>
                <a:lnTo>
                  <a:pt x="28019" y="28046"/>
                </a:lnTo>
                <a:lnTo>
                  <a:pt x="28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66"/>
          <p:cNvSpPr/>
          <p:nvPr/>
        </p:nvSpPr>
        <p:spPr>
          <a:xfrm flipH="1" rot="10800000">
            <a:off x="4725145" y="3903662"/>
            <a:ext cx="144500" cy="144166"/>
          </a:xfrm>
          <a:custGeom>
            <a:rect b="b" l="l" r="r" t="t"/>
            <a:pathLst>
              <a:path extrusionOk="0" h="11638" w="11665">
                <a:moveTo>
                  <a:pt x="1465" y="1"/>
                </a:moveTo>
                <a:lnTo>
                  <a:pt x="1" y="1466"/>
                </a:lnTo>
                <a:lnTo>
                  <a:pt x="4422" y="5833"/>
                </a:lnTo>
                <a:lnTo>
                  <a:pt x="1" y="10200"/>
                </a:lnTo>
                <a:lnTo>
                  <a:pt x="1465" y="11637"/>
                </a:lnTo>
                <a:lnTo>
                  <a:pt x="5832" y="7270"/>
                </a:lnTo>
                <a:lnTo>
                  <a:pt x="10199" y="11637"/>
                </a:lnTo>
                <a:lnTo>
                  <a:pt x="11664" y="10200"/>
                </a:lnTo>
                <a:lnTo>
                  <a:pt x="7243" y="5833"/>
                </a:lnTo>
                <a:lnTo>
                  <a:pt x="11664" y="1466"/>
                </a:lnTo>
                <a:lnTo>
                  <a:pt x="10199" y="1"/>
                </a:lnTo>
                <a:lnTo>
                  <a:pt x="5832" y="4368"/>
                </a:lnTo>
                <a:lnTo>
                  <a:pt x="1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66"/>
          <p:cNvSpPr/>
          <p:nvPr/>
        </p:nvSpPr>
        <p:spPr>
          <a:xfrm>
            <a:off x="4623846" y="1874159"/>
            <a:ext cx="347432" cy="347432"/>
          </a:xfrm>
          <a:custGeom>
            <a:rect b="b" l="l" r="r" t="t"/>
            <a:pathLst>
              <a:path extrusionOk="0" h="28047" w="28047">
                <a:moveTo>
                  <a:pt x="0" y="0"/>
                </a:moveTo>
                <a:lnTo>
                  <a:pt x="0" y="28046"/>
                </a:lnTo>
                <a:lnTo>
                  <a:pt x="28046" y="28046"/>
                </a:lnTo>
                <a:lnTo>
                  <a:pt x="280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66"/>
          <p:cNvSpPr/>
          <p:nvPr/>
        </p:nvSpPr>
        <p:spPr>
          <a:xfrm>
            <a:off x="4715563" y="1988062"/>
            <a:ext cx="163651" cy="119961"/>
          </a:xfrm>
          <a:custGeom>
            <a:rect b="b" l="l" r="r" t="t"/>
            <a:pathLst>
              <a:path extrusionOk="0" h="9684" w="13211">
                <a:moveTo>
                  <a:pt x="11800" y="0"/>
                </a:moveTo>
                <a:lnTo>
                  <a:pt x="4992" y="6836"/>
                </a:lnTo>
                <a:lnTo>
                  <a:pt x="1411" y="3255"/>
                </a:lnTo>
                <a:lnTo>
                  <a:pt x="1" y="4693"/>
                </a:lnTo>
                <a:lnTo>
                  <a:pt x="4992" y="9684"/>
                </a:lnTo>
                <a:lnTo>
                  <a:pt x="13210" y="1438"/>
                </a:lnTo>
                <a:lnTo>
                  <a:pt x="1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66"/>
          <p:cNvSpPr/>
          <p:nvPr/>
        </p:nvSpPr>
        <p:spPr>
          <a:xfrm flipH="1" rot="10800000">
            <a:off x="4623955" y="2516842"/>
            <a:ext cx="347098" cy="347432"/>
          </a:xfrm>
          <a:custGeom>
            <a:rect b="b" l="l" r="r" t="t"/>
            <a:pathLst>
              <a:path extrusionOk="0" h="28047" w="28020">
                <a:moveTo>
                  <a:pt x="0" y="0"/>
                </a:moveTo>
                <a:lnTo>
                  <a:pt x="0" y="28046"/>
                </a:lnTo>
                <a:lnTo>
                  <a:pt x="28019" y="28046"/>
                </a:lnTo>
                <a:lnTo>
                  <a:pt x="28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66"/>
          <p:cNvSpPr/>
          <p:nvPr/>
        </p:nvSpPr>
        <p:spPr>
          <a:xfrm flipH="1" rot="10800000">
            <a:off x="4725087" y="2618308"/>
            <a:ext cx="144500" cy="144166"/>
          </a:xfrm>
          <a:custGeom>
            <a:rect b="b" l="l" r="r" t="t"/>
            <a:pathLst>
              <a:path extrusionOk="0" h="11638" w="11665">
                <a:moveTo>
                  <a:pt x="1465" y="1"/>
                </a:moveTo>
                <a:lnTo>
                  <a:pt x="1" y="1466"/>
                </a:lnTo>
                <a:lnTo>
                  <a:pt x="4422" y="5833"/>
                </a:lnTo>
                <a:lnTo>
                  <a:pt x="1" y="10200"/>
                </a:lnTo>
                <a:lnTo>
                  <a:pt x="1465" y="11637"/>
                </a:lnTo>
                <a:lnTo>
                  <a:pt x="5832" y="7270"/>
                </a:lnTo>
                <a:lnTo>
                  <a:pt x="10199" y="11637"/>
                </a:lnTo>
                <a:lnTo>
                  <a:pt x="11664" y="10200"/>
                </a:lnTo>
                <a:lnTo>
                  <a:pt x="7243" y="5833"/>
                </a:lnTo>
                <a:lnTo>
                  <a:pt x="11664" y="1466"/>
                </a:lnTo>
                <a:lnTo>
                  <a:pt x="10199" y="1"/>
                </a:lnTo>
                <a:lnTo>
                  <a:pt x="5832" y="4368"/>
                </a:lnTo>
                <a:lnTo>
                  <a:pt x="1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66"/>
          <p:cNvSpPr/>
          <p:nvPr/>
        </p:nvSpPr>
        <p:spPr>
          <a:xfrm>
            <a:off x="4623846" y="3159526"/>
            <a:ext cx="347432" cy="347432"/>
          </a:xfrm>
          <a:custGeom>
            <a:rect b="b" l="l" r="r" t="t"/>
            <a:pathLst>
              <a:path extrusionOk="0" h="28047" w="28047">
                <a:moveTo>
                  <a:pt x="0" y="0"/>
                </a:moveTo>
                <a:lnTo>
                  <a:pt x="0" y="28046"/>
                </a:lnTo>
                <a:lnTo>
                  <a:pt x="28046" y="28046"/>
                </a:lnTo>
                <a:lnTo>
                  <a:pt x="280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66"/>
          <p:cNvSpPr/>
          <p:nvPr/>
        </p:nvSpPr>
        <p:spPr>
          <a:xfrm>
            <a:off x="4715563" y="3273429"/>
            <a:ext cx="163651" cy="119961"/>
          </a:xfrm>
          <a:custGeom>
            <a:rect b="b" l="l" r="r" t="t"/>
            <a:pathLst>
              <a:path extrusionOk="0" h="9684" w="13211">
                <a:moveTo>
                  <a:pt x="11800" y="0"/>
                </a:moveTo>
                <a:lnTo>
                  <a:pt x="4992" y="6836"/>
                </a:lnTo>
                <a:lnTo>
                  <a:pt x="1411" y="3255"/>
                </a:lnTo>
                <a:lnTo>
                  <a:pt x="1" y="4693"/>
                </a:lnTo>
                <a:lnTo>
                  <a:pt x="4992" y="9684"/>
                </a:lnTo>
                <a:lnTo>
                  <a:pt x="13210" y="1438"/>
                </a:lnTo>
                <a:lnTo>
                  <a:pt x="1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66"/>
          <p:cNvSpPr/>
          <p:nvPr/>
        </p:nvSpPr>
        <p:spPr>
          <a:xfrm flipH="1" rot="10800000">
            <a:off x="7676239" y="3802196"/>
            <a:ext cx="347098" cy="347432"/>
          </a:xfrm>
          <a:custGeom>
            <a:rect b="b" l="l" r="r" t="t"/>
            <a:pathLst>
              <a:path extrusionOk="0" h="28047" w="28020">
                <a:moveTo>
                  <a:pt x="0" y="0"/>
                </a:moveTo>
                <a:lnTo>
                  <a:pt x="0" y="28046"/>
                </a:lnTo>
                <a:lnTo>
                  <a:pt x="28019" y="28046"/>
                </a:lnTo>
                <a:lnTo>
                  <a:pt x="28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66"/>
          <p:cNvSpPr/>
          <p:nvPr/>
        </p:nvSpPr>
        <p:spPr>
          <a:xfrm flipH="1" rot="10800000">
            <a:off x="7777370" y="3903662"/>
            <a:ext cx="144500" cy="144166"/>
          </a:xfrm>
          <a:custGeom>
            <a:rect b="b" l="l" r="r" t="t"/>
            <a:pathLst>
              <a:path extrusionOk="0" h="11638" w="11665">
                <a:moveTo>
                  <a:pt x="1465" y="1"/>
                </a:moveTo>
                <a:lnTo>
                  <a:pt x="1" y="1466"/>
                </a:lnTo>
                <a:lnTo>
                  <a:pt x="4422" y="5833"/>
                </a:lnTo>
                <a:lnTo>
                  <a:pt x="1" y="10200"/>
                </a:lnTo>
                <a:lnTo>
                  <a:pt x="1465" y="11637"/>
                </a:lnTo>
                <a:lnTo>
                  <a:pt x="5832" y="7270"/>
                </a:lnTo>
                <a:lnTo>
                  <a:pt x="10199" y="11637"/>
                </a:lnTo>
                <a:lnTo>
                  <a:pt x="11664" y="10200"/>
                </a:lnTo>
                <a:lnTo>
                  <a:pt x="7243" y="5833"/>
                </a:lnTo>
                <a:lnTo>
                  <a:pt x="11664" y="1466"/>
                </a:lnTo>
                <a:lnTo>
                  <a:pt x="10199" y="1"/>
                </a:lnTo>
                <a:lnTo>
                  <a:pt x="5832" y="4368"/>
                </a:lnTo>
                <a:lnTo>
                  <a:pt x="1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66"/>
          <p:cNvSpPr/>
          <p:nvPr/>
        </p:nvSpPr>
        <p:spPr>
          <a:xfrm>
            <a:off x="7676071" y="1874159"/>
            <a:ext cx="347432" cy="347432"/>
          </a:xfrm>
          <a:custGeom>
            <a:rect b="b" l="l" r="r" t="t"/>
            <a:pathLst>
              <a:path extrusionOk="0" h="28047" w="28047">
                <a:moveTo>
                  <a:pt x="0" y="0"/>
                </a:moveTo>
                <a:lnTo>
                  <a:pt x="0" y="28046"/>
                </a:lnTo>
                <a:lnTo>
                  <a:pt x="28046" y="28046"/>
                </a:lnTo>
                <a:lnTo>
                  <a:pt x="280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66"/>
          <p:cNvSpPr/>
          <p:nvPr/>
        </p:nvSpPr>
        <p:spPr>
          <a:xfrm>
            <a:off x="7767788" y="1988062"/>
            <a:ext cx="163651" cy="119961"/>
          </a:xfrm>
          <a:custGeom>
            <a:rect b="b" l="l" r="r" t="t"/>
            <a:pathLst>
              <a:path extrusionOk="0" h="9684" w="13211">
                <a:moveTo>
                  <a:pt x="11800" y="0"/>
                </a:moveTo>
                <a:lnTo>
                  <a:pt x="4992" y="6836"/>
                </a:lnTo>
                <a:lnTo>
                  <a:pt x="1411" y="3255"/>
                </a:lnTo>
                <a:lnTo>
                  <a:pt x="1" y="4693"/>
                </a:lnTo>
                <a:lnTo>
                  <a:pt x="4992" y="9684"/>
                </a:lnTo>
                <a:lnTo>
                  <a:pt x="13210" y="1438"/>
                </a:lnTo>
                <a:lnTo>
                  <a:pt x="1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66"/>
          <p:cNvSpPr/>
          <p:nvPr/>
        </p:nvSpPr>
        <p:spPr>
          <a:xfrm flipH="1" rot="10800000">
            <a:off x="7676239" y="2516842"/>
            <a:ext cx="347098" cy="347432"/>
          </a:xfrm>
          <a:custGeom>
            <a:rect b="b" l="l" r="r" t="t"/>
            <a:pathLst>
              <a:path extrusionOk="0" h="28047" w="28020">
                <a:moveTo>
                  <a:pt x="0" y="0"/>
                </a:moveTo>
                <a:lnTo>
                  <a:pt x="0" y="28046"/>
                </a:lnTo>
                <a:lnTo>
                  <a:pt x="28019" y="28046"/>
                </a:lnTo>
                <a:lnTo>
                  <a:pt x="28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66"/>
          <p:cNvSpPr/>
          <p:nvPr/>
        </p:nvSpPr>
        <p:spPr>
          <a:xfrm flipH="1" rot="10800000">
            <a:off x="7777370" y="2618308"/>
            <a:ext cx="144500" cy="144166"/>
          </a:xfrm>
          <a:custGeom>
            <a:rect b="b" l="l" r="r" t="t"/>
            <a:pathLst>
              <a:path extrusionOk="0" h="11638" w="11665">
                <a:moveTo>
                  <a:pt x="1465" y="1"/>
                </a:moveTo>
                <a:lnTo>
                  <a:pt x="1" y="1466"/>
                </a:lnTo>
                <a:lnTo>
                  <a:pt x="4422" y="5833"/>
                </a:lnTo>
                <a:lnTo>
                  <a:pt x="1" y="10200"/>
                </a:lnTo>
                <a:lnTo>
                  <a:pt x="1465" y="11637"/>
                </a:lnTo>
                <a:lnTo>
                  <a:pt x="5832" y="7270"/>
                </a:lnTo>
                <a:lnTo>
                  <a:pt x="10199" y="11637"/>
                </a:lnTo>
                <a:lnTo>
                  <a:pt x="11664" y="10200"/>
                </a:lnTo>
                <a:lnTo>
                  <a:pt x="7243" y="5833"/>
                </a:lnTo>
                <a:lnTo>
                  <a:pt x="11664" y="1466"/>
                </a:lnTo>
                <a:lnTo>
                  <a:pt x="10199" y="1"/>
                </a:lnTo>
                <a:lnTo>
                  <a:pt x="5832" y="4368"/>
                </a:lnTo>
                <a:lnTo>
                  <a:pt x="1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66"/>
          <p:cNvSpPr/>
          <p:nvPr/>
        </p:nvSpPr>
        <p:spPr>
          <a:xfrm>
            <a:off x="7676071" y="3159526"/>
            <a:ext cx="347432" cy="347432"/>
          </a:xfrm>
          <a:custGeom>
            <a:rect b="b" l="l" r="r" t="t"/>
            <a:pathLst>
              <a:path extrusionOk="0" h="28047" w="28047">
                <a:moveTo>
                  <a:pt x="0" y="0"/>
                </a:moveTo>
                <a:lnTo>
                  <a:pt x="0" y="28046"/>
                </a:lnTo>
                <a:lnTo>
                  <a:pt x="28046" y="28046"/>
                </a:lnTo>
                <a:lnTo>
                  <a:pt x="280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66"/>
          <p:cNvSpPr/>
          <p:nvPr/>
        </p:nvSpPr>
        <p:spPr>
          <a:xfrm>
            <a:off x="7767788" y="3273429"/>
            <a:ext cx="163651" cy="119961"/>
          </a:xfrm>
          <a:custGeom>
            <a:rect b="b" l="l" r="r" t="t"/>
            <a:pathLst>
              <a:path extrusionOk="0" h="9684" w="13211">
                <a:moveTo>
                  <a:pt x="11800" y="0"/>
                </a:moveTo>
                <a:lnTo>
                  <a:pt x="4992" y="6836"/>
                </a:lnTo>
                <a:lnTo>
                  <a:pt x="1411" y="3255"/>
                </a:lnTo>
                <a:lnTo>
                  <a:pt x="1" y="4693"/>
                </a:lnTo>
                <a:lnTo>
                  <a:pt x="4992" y="9684"/>
                </a:lnTo>
                <a:lnTo>
                  <a:pt x="13210" y="1438"/>
                </a:lnTo>
                <a:lnTo>
                  <a:pt x="1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555" name="Google Shape;555;p66"/>
          <p:cNvGraphicFramePr/>
          <p:nvPr/>
        </p:nvGraphicFramePr>
        <p:xfrm>
          <a:off x="713075" y="1252475"/>
          <a:ext cx="3000000" cy="3000000"/>
        </p:xfrm>
        <a:graphic>
          <a:graphicData uri="http://schemas.openxmlformats.org/drawingml/2006/table">
            <a:tbl>
              <a:tblPr>
                <a:noFill/>
                <a:tableStyleId>{9E735721-626D-49C8-AF50-F418BC21A1D5}</a:tableStyleId>
              </a:tblPr>
              <a:tblGrid>
                <a:gridCol w="2113375"/>
                <a:gridCol w="1184925"/>
                <a:gridCol w="1599800"/>
                <a:gridCol w="1552175"/>
                <a:gridCol w="1267550"/>
              </a:tblGrid>
              <a:tr h="449100">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b="1" lang="en" sz="1600">
                          <a:solidFill>
                            <a:srgbClr val="FFFFFF"/>
                          </a:solidFill>
                          <a:latin typeface="Lato"/>
                          <a:ea typeface="Lato"/>
                          <a:cs typeface="Lato"/>
                          <a:sym typeface="Lato"/>
                        </a:rPr>
                        <a:t>    Jupiter</a:t>
                      </a:r>
                      <a:endParaRPr b="1" sz="1600">
                        <a:solidFill>
                          <a:srgbClr val="FFFFFF"/>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600">
                          <a:solidFill>
                            <a:srgbClr val="FFFFFF"/>
                          </a:solidFill>
                          <a:latin typeface="Lato"/>
                          <a:ea typeface="Lato"/>
                          <a:cs typeface="Lato"/>
                          <a:sym typeface="Lato"/>
                        </a:rPr>
                        <a:t>Mercury</a:t>
                      </a:r>
                      <a:endParaRPr b="1" sz="1600">
                        <a:solidFill>
                          <a:srgbClr val="FFFFFF"/>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rPr b="1" lang="en" sz="1600">
                          <a:solidFill>
                            <a:srgbClr val="FFFFFF"/>
                          </a:solidFill>
                          <a:latin typeface="Lato"/>
                          <a:ea typeface="Lato"/>
                          <a:cs typeface="Lato"/>
                          <a:sym typeface="Lato"/>
                        </a:rPr>
                        <a:t>        Venus</a:t>
                      </a:r>
                      <a:endParaRPr b="1" sz="1600">
                        <a:solidFill>
                          <a:srgbClr val="FFFFFF"/>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b="1" lang="en" sz="1600">
                          <a:solidFill>
                            <a:srgbClr val="FFFFFF"/>
                          </a:solidFill>
                          <a:latin typeface="Lato"/>
                          <a:ea typeface="Lato"/>
                          <a:cs typeface="Lato"/>
                          <a:sym typeface="Lato"/>
                        </a:rPr>
                        <a:t>Mars</a:t>
                      </a:r>
                      <a:endParaRPr b="1" sz="1600">
                        <a:solidFill>
                          <a:srgbClr val="FFFFFF"/>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4"/>
                    </a:solidFill>
                  </a:tcPr>
                </a:tc>
              </a:tr>
              <a:tr h="651350">
                <a:tc>
                  <a:txBody>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It’s the closest planet to the Sun</a:t>
                      </a:r>
                      <a:endParaRPr>
                        <a:solidFill>
                          <a:schemeClr val="dk2"/>
                        </a:solidFill>
                        <a:latin typeface="Open Sans"/>
                        <a:ea typeface="Open Sans"/>
                        <a:cs typeface="Open Sans"/>
                        <a:sym typeface="Open Sa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51350">
                <a:tc>
                  <a:txBody>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It’s the smallest one in the Solar System</a:t>
                      </a:r>
                      <a:endParaRPr>
                        <a:solidFill>
                          <a:schemeClr val="dk2"/>
                        </a:solidFill>
                        <a:latin typeface="Open Sans"/>
                        <a:ea typeface="Open Sans"/>
                        <a:cs typeface="Open Sans"/>
                        <a:sym typeface="Open Sa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51350">
                <a:tc>
                  <a:txBody>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It’s only a bit larger than the Moon</a:t>
                      </a:r>
                      <a:endParaRPr>
                        <a:solidFill>
                          <a:schemeClr val="dk2"/>
                        </a:solidFill>
                        <a:latin typeface="Open Sans"/>
                        <a:ea typeface="Open Sans"/>
                        <a:cs typeface="Open Sans"/>
                        <a:sym typeface="Open Sa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51350">
                <a:tc>
                  <a:txBody>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It was named after the Roman messenger god</a:t>
                      </a:r>
                      <a:endParaRPr>
                        <a:solidFill>
                          <a:schemeClr val="dk2"/>
                        </a:solidFill>
                        <a:latin typeface="Open Sans"/>
                        <a:ea typeface="Open Sans"/>
                        <a:cs typeface="Open Sans"/>
                        <a:sym typeface="Open Sa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559" name="Shape 559"/>
        <p:cNvGrpSpPr/>
        <p:nvPr/>
      </p:nvGrpSpPr>
      <p:grpSpPr>
        <a:xfrm>
          <a:off x="0" y="0"/>
          <a:ext cx="0" cy="0"/>
          <a:chOff x="0" y="0"/>
          <a:chExt cx="0" cy="0"/>
        </a:xfrm>
      </p:grpSpPr>
      <p:sp>
        <p:nvSpPr>
          <p:cNvPr id="560" name="Google Shape;560;p67"/>
          <p:cNvSpPr txBox="1"/>
          <p:nvPr>
            <p:ph type="title"/>
          </p:nvPr>
        </p:nvSpPr>
        <p:spPr>
          <a:xfrm>
            <a:off x="714125" y="1214400"/>
            <a:ext cx="3057900" cy="271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pic>
        <p:nvPicPr>
          <p:cNvPr id="561" name="Google Shape;561;p67"/>
          <p:cNvPicPr preferRelativeResize="0"/>
          <p:nvPr/>
        </p:nvPicPr>
        <p:blipFill rotWithShape="1">
          <a:blip r:embed="rId3">
            <a:alphaModFix/>
          </a:blip>
          <a:srcRect b="0" l="20859" r="25071" t="0"/>
          <a:stretch/>
        </p:blipFill>
        <p:spPr>
          <a:xfrm>
            <a:off x="4000500" y="0"/>
            <a:ext cx="5143500" cy="5143500"/>
          </a:xfrm>
          <a:prstGeom prst="ellipse">
            <a:avLst/>
          </a:prstGeom>
          <a:noFill/>
          <a:ln>
            <a:noFill/>
          </a:ln>
        </p:spPr>
      </p:pic>
      <p:sp>
        <p:nvSpPr>
          <p:cNvPr id="562" name="Google Shape;562;p67"/>
          <p:cNvSpPr/>
          <p:nvPr/>
        </p:nvSpPr>
        <p:spPr>
          <a:xfrm>
            <a:off x="7738050" y="-371025"/>
            <a:ext cx="2720400" cy="27285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67"/>
          <p:cNvSpPr/>
          <p:nvPr/>
        </p:nvSpPr>
        <p:spPr>
          <a:xfrm>
            <a:off x="3504225" y="1981800"/>
            <a:ext cx="1153500" cy="1179900"/>
          </a:xfrm>
          <a:prstGeom prst="ellipse">
            <a:avLst/>
          </a:prstGeom>
          <a:solidFill>
            <a:srgbClr val="7DB0EB">
              <a:alpha val="653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567" name="Shape 567"/>
        <p:cNvGrpSpPr/>
        <p:nvPr/>
      </p:nvGrpSpPr>
      <p:grpSpPr>
        <a:xfrm>
          <a:off x="0" y="0"/>
          <a:ext cx="0" cy="0"/>
          <a:chOff x="0" y="0"/>
          <a:chExt cx="0" cy="0"/>
        </a:xfrm>
      </p:grpSpPr>
      <p:sp>
        <p:nvSpPr>
          <p:cNvPr id="568" name="Google Shape;568;p68"/>
          <p:cNvSpPr txBox="1"/>
          <p:nvPr>
            <p:ph type="title"/>
          </p:nvPr>
        </p:nvSpPr>
        <p:spPr>
          <a:xfrm>
            <a:off x="708625" y="538575"/>
            <a:ext cx="77211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Infographics Make Your Idea Understandable</a:t>
            </a:r>
            <a:endParaRPr>
              <a:solidFill>
                <a:schemeClr val="dk2"/>
              </a:solidFill>
            </a:endParaRPr>
          </a:p>
        </p:txBody>
      </p:sp>
      <p:sp>
        <p:nvSpPr>
          <p:cNvPr id="569" name="Google Shape;569;p68"/>
          <p:cNvSpPr/>
          <p:nvPr/>
        </p:nvSpPr>
        <p:spPr>
          <a:xfrm>
            <a:off x="3105638" y="2255006"/>
            <a:ext cx="2932800" cy="2932800"/>
          </a:xfrm>
          <a:prstGeom prst="arc">
            <a:avLst>
              <a:gd fmla="val 10848792" name="adj1"/>
              <a:gd fmla="val 0" name="adj2"/>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 name="Google Shape;570;p68"/>
          <p:cNvGrpSpPr/>
          <p:nvPr/>
        </p:nvGrpSpPr>
        <p:grpSpPr>
          <a:xfrm>
            <a:off x="3042025" y="2313713"/>
            <a:ext cx="3060025" cy="1161163"/>
            <a:chOff x="3096575" y="2905863"/>
            <a:chExt cx="3060025" cy="1161163"/>
          </a:xfrm>
        </p:grpSpPr>
        <p:sp>
          <p:nvSpPr>
            <p:cNvPr id="571" name="Google Shape;571;p68"/>
            <p:cNvSpPr/>
            <p:nvPr/>
          </p:nvSpPr>
          <p:spPr>
            <a:xfrm>
              <a:off x="3096575" y="3857625"/>
              <a:ext cx="209400" cy="20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68"/>
            <p:cNvSpPr/>
            <p:nvPr/>
          </p:nvSpPr>
          <p:spPr>
            <a:xfrm>
              <a:off x="5947200" y="3857625"/>
              <a:ext cx="209400" cy="20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68"/>
            <p:cNvSpPr/>
            <p:nvPr/>
          </p:nvSpPr>
          <p:spPr>
            <a:xfrm>
              <a:off x="3862950" y="2905863"/>
              <a:ext cx="209400" cy="20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68"/>
            <p:cNvSpPr/>
            <p:nvPr/>
          </p:nvSpPr>
          <p:spPr>
            <a:xfrm>
              <a:off x="5201775" y="2905863"/>
              <a:ext cx="209400" cy="209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 name="Google Shape;575;p68"/>
          <p:cNvSpPr txBox="1"/>
          <p:nvPr/>
        </p:nvSpPr>
        <p:spPr>
          <a:xfrm>
            <a:off x="2038396" y="1729075"/>
            <a:ext cx="1899300" cy="438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Open Sans"/>
                <a:ea typeface="Open Sans"/>
                <a:cs typeface="Open Sans"/>
                <a:sym typeface="Open Sans"/>
              </a:rPr>
              <a:t>Venus is</a:t>
            </a:r>
            <a:r>
              <a:rPr lang="en">
                <a:solidFill>
                  <a:schemeClr val="dk2"/>
                </a:solidFill>
                <a:latin typeface="Open Sans"/>
                <a:ea typeface="Open Sans"/>
                <a:cs typeface="Open Sans"/>
                <a:sym typeface="Open Sans"/>
              </a:rPr>
              <a:t> the second planet from the Sun</a:t>
            </a:r>
            <a:endParaRPr>
              <a:solidFill>
                <a:schemeClr val="dk2"/>
              </a:solidFill>
              <a:latin typeface="Open Sans"/>
              <a:ea typeface="Open Sans"/>
              <a:cs typeface="Open Sans"/>
              <a:sym typeface="Open Sans"/>
            </a:endParaRPr>
          </a:p>
        </p:txBody>
      </p:sp>
      <p:sp>
        <p:nvSpPr>
          <p:cNvPr id="576" name="Google Shape;576;p68"/>
          <p:cNvSpPr txBox="1"/>
          <p:nvPr/>
        </p:nvSpPr>
        <p:spPr>
          <a:xfrm>
            <a:off x="2642546" y="1401100"/>
            <a:ext cx="1295400" cy="301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600">
                <a:solidFill>
                  <a:schemeClr val="dk2"/>
                </a:solidFill>
                <a:latin typeface="Lato"/>
                <a:ea typeface="Lato"/>
                <a:cs typeface="Lato"/>
                <a:sym typeface="Lato"/>
              </a:rPr>
              <a:t>Venus</a:t>
            </a:r>
            <a:endParaRPr b="1" sz="1600">
              <a:solidFill>
                <a:schemeClr val="dk2"/>
              </a:solidFill>
              <a:latin typeface="Lato"/>
              <a:ea typeface="Lato"/>
              <a:cs typeface="Lato"/>
              <a:sym typeface="Lato"/>
            </a:endParaRPr>
          </a:p>
        </p:txBody>
      </p:sp>
      <p:sp>
        <p:nvSpPr>
          <p:cNvPr id="577" name="Google Shape;577;p68"/>
          <p:cNvSpPr txBox="1"/>
          <p:nvPr/>
        </p:nvSpPr>
        <p:spPr>
          <a:xfrm>
            <a:off x="971449" y="3366925"/>
            <a:ext cx="1899300" cy="438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Open Sans"/>
                <a:ea typeface="Open Sans"/>
                <a:cs typeface="Open Sans"/>
                <a:sym typeface="Open Sans"/>
              </a:rPr>
              <a:t>Mercury is the smallest planet</a:t>
            </a:r>
            <a:endParaRPr>
              <a:solidFill>
                <a:schemeClr val="dk2"/>
              </a:solidFill>
              <a:latin typeface="Open Sans"/>
              <a:ea typeface="Open Sans"/>
              <a:cs typeface="Open Sans"/>
              <a:sym typeface="Open Sans"/>
            </a:endParaRPr>
          </a:p>
        </p:txBody>
      </p:sp>
      <p:sp>
        <p:nvSpPr>
          <p:cNvPr id="578" name="Google Shape;578;p68"/>
          <p:cNvSpPr txBox="1"/>
          <p:nvPr/>
        </p:nvSpPr>
        <p:spPr>
          <a:xfrm>
            <a:off x="1575421" y="3016150"/>
            <a:ext cx="1295400" cy="347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600">
                <a:solidFill>
                  <a:schemeClr val="dk2"/>
                </a:solidFill>
                <a:latin typeface="Lato"/>
                <a:ea typeface="Lato"/>
                <a:cs typeface="Lato"/>
                <a:sym typeface="Lato"/>
              </a:rPr>
              <a:t>Mercury</a:t>
            </a:r>
            <a:endParaRPr b="1" sz="1600">
              <a:solidFill>
                <a:schemeClr val="dk2"/>
              </a:solidFill>
              <a:latin typeface="Lato"/>
              <a:ea typeface="Lato"/>
              <a:cs typeface="Lato"/>
              <a:sym typeface="Lato"/>
            </a:endParaRPr>
          </a:p>
        </p:txBody>
      </p:sp>
      <p:sp>
        <p:nvSpPr>
          <p:cNvPr id="579" name="Google Shape;579;p68"/>
          <p:cNvSpPr txBox="1"/>
          <p:nvPr/>
        </p:nvSpPr>
        <p:spPr>
          <a:xfrm>
            <a:off x="5206250" y="1729075"/>
            <a:ext cx="1899300" cy="438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Despite being red, Mars is a cold place </a:t>
            </a:r>
            <a:endParaRPr>
              <a:solidFill>
                <a:schemeClr val="dk2"/>
              </a:solidFill>
              <a:latin typeface="Open Sans"/>
              <a:ea typeface="Open Sans"/>
              <a:cs typeface="Open Sans"/>
              <a:sym typeface="Open Sans"/>
            </a:endParaRPr>
          </a:p>
        </p:txBody>
      </p:sp>
      <p:sp>
        <p:nvSpPr>
          <p:cNvPr id="580" name="Google Shape;580;p68"/>
          <p:cNvSpPr txBox="1"/>
          <p:nvPr/>
        </p:nvSpPr>
        <p:spPr>
          <a:xfrm>
            <a:off x="5206246" y="1378300"/>
            <a:ext cx="1295400" cy="34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dk2"/>
                </a:solidFill>
                <a:latin typeface="Lato"/>
                <a:ea typeface="Lato"/>
                <a:cs typeface="Lato"/>
                <a:sym typeface="Lato"/>
              </a:rPr>
              <a:t>Mars</a:t>
            </a:r>
            <a:endParaRPr b="1" sz="1600">
              <a:solidFill>
                <a:schemeClr val="dk2"/>
              </a:solidFill>
              <a:latin typeface="Lato"/>
              <a:ea typeface="Lato"/>
              <a:cs typeface="Lato"/>
              <a:sym typeface="Lato"/>
            </a:endParaRPr>
          </a:p>
        </p:txBody>
      </p:sp>
      <p:sp>
        <p:nvSpPr>
          <p:cNvPr id="581" name="Google Shape;581;p68"/>
          <p:cNvSpPr txBox="1"/>
          <p:nvPr/>
        </p:nvSpPr>
        <p:spPr>
          <a:xfrm>
            <a:off x="6273274" y="3366925"/>
            <a:ext cx="1899300" cy="438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Jupiter is a gas giant and the biggest one</a:t>
            </a:r>
            <a:endParaRPr>
              <a:solidFill>
                <a:schemeClr val="dk2"/>
              </a:solidFill>
              <a:latin typeface="Open Sans"/>
              <a:ea typeface="Open Sans"/>
              <a:cs typeface="Open Sans"/>
              <a:sym typeface="Open Sans"/>
            </a:endParaRPr>
          </a:p>
        </p:txBody>
      </p:sp>
      <p:sp>
        <p:nvSpPr>
          <p:cNvPr id="582" name="Google Shape;582;p68"/>
          <p:cNvSpPr txBox="1"/>
          <p:nvPr/>
        </p:nvSpPr>
        <p:spPr>
          <a:xfrm>
            <a:off x="6273271" y="3016150"/>
            <a:ext cx="1295400" cy="34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dk2"/>
                </a:solidFill>
                <a:latin typeface="Lato"/>
                <a:ea typeface="Lato"/>
                <a:cs typeface="Lato"/>
                <a:sym typeface="Lato"/>
              </a:rPr>
              <a:t>Jupiter</a:t>
            </a:r>
            <a:endParaRPr b="1" sz="1600">
              <a:solidFill>
                <a:schemeClr val="dk2"/>
              </a:solidFill>
              <a:latin typeface="Lato"/>
              <a:ea typeface="Lato"/>
              <a:cs typeface="Lato"/>
              <a:sym typeface="Lato"/>
            </a:endParaRPr>
          </a:p>
        </p:txBody>
      </p:sp>
      <p:grpSp>
        <p:nvGrpSpPr>
          <p:cNvPr id="583" name="Google Shape;583;p68"/>
          <p:cNvGrpSpPr/>
          <p:nvPr/>
        </p:nvGrpSpPr>
        <p:grpSpPr>
          <a:xfrm>
            <a:off x="3376392" y="2907144"/>
            <a:ext cx="2391215" cy="1598144"/>
            <a:chOff x="490650" y="-1941150"/>
            <a:chExt cx="2223973" cy="1486369"/>
          </a:xfrm>
        </p:grpSpPr>
        <p:sp>
          <p:nvSpPr>
            <p:cNvPr id="584" name="Google Shape;584;p68"/>
            <p:cNvSpPr/>
            <p:nvPr/>
          </p:nvSpPr>
          <p:spPr>
            <a:xfrm>
              <a:off x="1125916" y="-1043236"/>
              <a:ext cx="65891" cy="91958"/>
            </a:xfrm>
            <a:custGeom>
              <a:rect b="b" l="l" r="r" t="t"/>
              <a:pathLst>
                <a:path extrusionOk="0" h="2794" w="2002">
                  <a:moveTo>
                    <a:pt x="699" y="0"/>
                  </a:moveTo>
                  <a:cubicBezTo>
                    <a:pt x="419" y="0"/>
                    <a:pt x="194" y="226"/>
                    <a:pt x="167" y="605"/>
                  </a:cubicBezTo>
                  <a:cubicBezTo>
                    <a:pt x="167" y="605"/>
                    <a:pt x="134" y="805"/>
                    <a:pt x="134" y="805"/>
                  </a:cubicBezTo>
                  <a:cubicBezTo>
                    <a:pt x="134" y="838"/>
                    <a:pt x="134" y="872"/>
                    <a:pt x="134" y="905"/>
                  </a:cubicBezTo>
                  <a:cubicBezTo>
                    <a:pt x="101" y="872"/>
                    <a:pt x="67" y="805"/>
                    <a:pt x="34" y="738"/>
                  </a:cubicBezTo>
                  <a:lnTo>
                    <a:pt x="34" y="738"/>
                  </a:lnTo>
                  <a:cubicBezTo>
                    <a:pt x="1" y="1572"/>
                    <a:pt x="734" y="2306"/>
                    <a:pt x="1402" y="2573"/>
                  </a:cubicBezTo>
                  <a:cubicBezTo>
                    <a:pt x="1480" y="2704"/>
                    <a:pt x="1641" y="2794"/>
                    <a:pt x="1772" y="2794"/>
                  </a:cubicBezTo>
                  <a:cubicBezTo>
                    <a:pt x="1807" y="2794"/>
                    <a:pt x="1840" y="2787"/>
                    <a:pt x="1869" y="2773"/>
                  </a:cubicBezTo>
                  <a:cubicBezTo>
                    <a:pt x="2002" y="2673"/>
                    <a:pt x="2002" y="2473"/>
                    <a:pt x="1902" y="2306"/>
                  </a:cubicBezTo>
                  <a:cubicBezTo>
                    <a:pt x="1869" y="2239"/>
                    <a:pt x="1869" y="2206"/>
                    <a:pt x="1869" y="2139"/>
                  </a:cubicBezTo>
                  <a:cubicBezTo>
                    <a:pt x="1902" y="1772"/>
                    <a:pt x="1835" y="1372"/>
                    <a:pt x="1735" y="1005"/>
                  </a:cubicBezTo>
                  <a:cubicBezTo>
                    <a:pt x="1735" y="1072"/>
                    <a:pt x="1735" y="1172"/>
                    <a:pt x="1735" y="1238"/>
                  </a:cubicBezTo>
                  <a:cubicBezTo>
                    <a:pt x="1735" y="1138"/>
                    <a:pt x="1702" y="1038"/>
                    <a:pt x="1635" y="905"/>
                  </a:cubicBezTo>
                  <a:lnTo>
                    <a:pt x="1602" y="1005"/>
                  </a:lnTo>
                  <a:cubicBezTo>
                    <a:pt x="1568" y="571"/>
                    <a:pt x="1301" y="171"/>
                    <a:pt x="901" y="38"/>
                  </a:cubicBezTo>
                  <a:cubicBezTo>
                    <a:pt x="832" y="13"/>
                    <a:pt x="764" y="0"/>
                    <a:pt x="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68"/>
            <p:cNvSpPr/>
            <p:nvPr/>
          </p:nvSpPr>
          <p:spPr>
            <a:xfrm>
              <a:off x="1098466" y="-1032342"/>
              <a:ext cx="49435" cy="56544"/>
            </a:xfrm>
            <a:custGeom>
              <a:rect b="b" l="l" r="r" t="t"/>
              <a:pathLst>
                <a:path extrusionOk="0" h="1718" w="1502">
                  <a:moveTo>
                    <a:pt x="460" y="0"/>
                  </a:moveTo>
                  <a:cubicBezTo>
                    <a:pt x="374" y="0"/>
                    <a:pt x="287" y="83"/>
                    <a:pt x="201" y="140"/>
                  </a:cubicBezTo>
                  <a:cubicBezTo>
                    <a:pt x="34" y="174"/>
                    <a:pt x="1" y="407"/>
                    <a:pt x="67" y="607"/>
                  </a:cubicBezTo>
                  <a:cubicBezTo>
                    <a:pt x="87" y="653"/>
                    <a:pt x="111" y="696"/>
                    <a:pt x="137" y="733"/>
                  </a:cubicBezTo>
                  <a:lnTo>
                    <a:pt x="137" y="733"/>
                  </a:lnTo>
                  <a:cubicBezTo>
                    <a:pt x="208" y="1014"/>
                    <a:pt x="311" y="1299"/>
                    <a:pt x="368" y="1608"/>
                  </a:cubicBezTo>
                  <a:cubicBezTo>
                    <a:pt x="401" y="1641"/>
                    <a:pt x="434" y="1708"/>
                    <a:pt x="501" y="1708"/>
                  </a:cubicBezTo>
                  <a:cubicBezTo>
                    <a:pt x="507" y="1714"/>
                    <a:pt x="514" y="1717"/>
                    <a:pt x="520" y="1717"/>
                  </a:cubicBezTo>
                  <a:cubicBezTo>
                    <a:pt x="545" y="1717"/>
                    <a:pt x="561" y="1668"/>
                    <a:pt x="534" y="1641"/>
                  </a:cubicBezTo>
                  <a:cubicBezTo>
                    <a:pt x="510" y="1422"/>
                    <a:pt x="503" y="1220"/>
                    <a:pt x="489" y="1010"/>
                  </a:cubicBezTo>
                  <a:lnTo>
                    <a:pt x="489" y="1010"/>
                  </a:lnTo>
                  <a:lnTo>
                    <a:pt x="534" y="1041"/>
                  </a:lnTo>
                  <a:lnTo>
                    <a:pt x="521" y="989"/>
                  </a:lnTo>
                  <a:lnTo>
                    <a:pt x="521" y="989"/>
                  </a:lnTo>
                  <a:cubicBezTo>
                    <a:pt x="510" y="985"/>
                    <a:pt x="498" y="982"/>
                    <a:pt x="486" y="980"/>
                  </a:cubicBezTo>
                  <a:lnTo>
                    <a:pt x="486" y="980"/>
                  </a:lnTo>
                  <a:cubicBezTo>
                    <a:pt x="487" y="990"/>
                    <a:pt x="488" y="1000"/>
                    <a:pt x="489" y="1010"/>
                  </a:cubicBezTo>
                  <a:lnTo>
                    <a:pt x="489" y="1010"/>
                  </a:lnTo>
                  <a:lnTo>
                    <a:pt x="434" y="974"/>
                  </a:lnTo>
                  <a:cubicBezTo>
                    <a:pt x="452" y="974"/>
                    <a:pt x="469" y="976"/>
                    <a:pt x="486" y="980"/>
                  </a:cubicBezTo>
                  <a:lnTo>
                    <a:pt x="486" y="980"/>
                  </a:lnTo>
                  <a:cubicBezTo>
                    <a:pt x="486" y="969"/>
                    <a:pt x="485" y="958"/>
                    <a:pt x="484" y="947"/>
                  </a:cubicBezTo>
                  <a:lnTo>
                    <a:pt x="484" y="947"/>
                  </a:lnTo>
                  <a:cubicBezTo>
                    <a:pt x="495" y="954"/>
                    <a:pt x="506" y="962"/>
                    <a:pt x="517" y="971"/>
                  </a:cubicBezTo>
                  <a:lnTo>
                    <a:pt x="517" y="971"/>
                  </a:lnTo>
                  <a:lnTo>
                    <a:pt x="521" y="989"/>
                  </a:lnTo>
                  <a:lnTo>
                    <a:pt x="521" y="989"/>
                  </a:lnTo>
                  <a:cubicBezTo>
                    <a:pt x="535" y="994"/>
                    <a:pt x="549" y="1000"/>
                    <a:pt x="562" y="1006"/>
                  </a:cubicBezTo>
                  <a:lnTo>
                    <a:pt x="562" y="1006"/>
                  </a:lnTo>
                  <a:cubicBezTo>
                    <a:pt x="745" y="1157"/>
                    <a:pt x="907" y="1357"/>
                    <a:pt x="1068" y="1541"/>
                  </a:cubicBezTo>
                  <a:lnTo>
                    <a:pt x="1168" y="1641"/>
                  </a:lnTo>
                  <a:cubicBezTo>
                    <a:pt x="1235" y="1675"/>
                    <a:pt x="1302" y="1675"/>
                    <a:pt x="1335" y="1675"/>
                  </a:cubicBezTo>
                  <a:cubicBezTo>
                    <a:pt x="1468" y="1641"/>
                    <a:pt x="1502" y="1475"/>
                    <a:pt x="1435" y="1341"/>
                  </a:cubicBezTo>
                  <a:lnTo>
                    <a:pt x="1368" y="1174"/>
                  </a:lnTo>
                  <a:cubicBezTo>
                    <a:pt x="1302" y="941"/>
                    <a:pt x="1201" y="641"/>
                    <a:pt x="1068" y="440"/>
                  </a:cubicBezTo>
                  <a:cubicBezTo>
                    <a:pt x="935" y="207"/>
                    <a:pt x="734" y="40"/>
                    <a:pt x="501" y="7"/>
                  </a:cubicBezTo>
                  <a:cubicBezTo>
                    <a:pt x="487" y="2"/>
                    <a:pt x="474" y="0"/>
                    <a:pt x="4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68"/>
            <p:cNvSpPr/>
            <p:nvPr/>
          </p:nvSpPr>
          <p:spPr>
            <a:xfrm>
              <a:off x="1094089" y="-1021151"/>
              <a:ext cx="3324" cy="8129"/>
            </a:xfrm>
            <a:custGeom>
              <a:rect b="b" l="l" r="r" t="t"/>
              <a:pathLst>
                <a:path extrusionOk="0" h="247" w="101">
                  <a:moveTo>
                    <a:pt x="34" y="0"/>
                  </a:moveTo>
                  <a:cubicBezTo>
                    <a:pt x="0" y="34"/>
                    <a:pt x="0" y="100"/>
                    <a:pt x="0" y="134"/>
                  </a:cubicBezTo>
                  <a:cubicBezTo>
                    <a:pt x="0" y="209"/>
                    <a:pt x="19" y="246"/>
                    <a:pt x="56" y="246"/>
                  </a:cubicBezTo>
                  <a:cubicBezTo>
                    <a:pt x="69" y="246"/>
                    <a:pt x="84" y="242"/>
                    <a:pt x="100" y="234"/>
                  </a:cubicBezTo>
                  <a:cubicBezTo>
                    <a:pt x="100" y="167"/>
                    <a:pt x="100" y="100"/>
                    <a:pt x="67" y="34"/>
                  </a:cubicBezTo>
                  <a:cubicBezTo>
                    <a:pt x="34" y="34"/>
                    <a:pt x="34" y="34"/>
                    <a:pt x="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68"/>
            <p:cNvSpPr/>
            <p:nvPr/>
          </p:nvSpPr>
          <p:spPr>
            <a:xfrm>
              <a:off x="1094089" y="-1022237"/>
              <a:ext cx="1119" cy="1119"/>
            </a:xfrm>
            <a:custGeom>
              <a:rect b="b" l="l" r="r" t="t"/>
              <a:pathLst>
                <a:path extrusionOk="0" h="34" w="34">
                  <a:moveTo>
                    <a:pt x="34" y="0"/>
                  </a:moveTo>
                  <a:cubicBezTo>
                    <a:pt x="34" y="0"/>
                    <a:pt x="34" y="33"/>
                    <a:pt x="0" y="33"/>
                  </a:cubicBezTo>
                  <a:lnTo>
                    <a:pt x="34" y="33"/>
                  </a:lnTo>
                  <a:cubicBezTo>
                    <a:pt x="34" y="33"/>
                    <a:pt x="34" y="0"/>
                    <a:pt x="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68"/>
            <p:cNvSpPr/>
            <p:nvPr/>
          </p:nvSpPr>
          <p:spPr>
            <a:xfrm>
              <a:off x="1495899" y="-724732"/>
              <a:ext cx="112034" cy="40055"/>
            </a:xfrm>
            <a:custGeom>
              <a:rect b="b" l="l" r="r" t="t"/>
              <a:pathLst>
                <a:path extrusionOk="0" h="1217" w="3404">
                  <a:moveTo>
                    <a:pt x="1" y="1"/>
                  </a:moveTo>
                  <a:cubicBezTo>
                    <a:pt x="1" y="34"/>
                    <a:pt x="1" y="68"/>
                    <a:pt x="34" y="68"/>
                  </a:cubicBezTo>
                  <a:cubicBezTo>
                    <a:pt x="1102" y="535"/>
                    <a:pt x="2202" y="902"/>
                    <a:pt x="3337" y="1202"/>
                  </a:cubicBezTo>
                  <a:cubicBezTo>
                    <a:pt x="3348" y="1213"/>
                    <a:pt x="3359" y="1217"/>
                    <a:pt x="3369" y="1217"/>
                  </a:cubicBezTo>
                  <a:cubicBezTo>
                    <a:pt x="3388" y="1217"/>
                    <a:pt x="3403" y="1202"/>
                    <a:pt x="3403" y="1202"/>
                  </a:cubicBezTo>
                  <a:cubicBezTo>
                    <a:pt x="3403" y="1168"/>
                    <a:pt x="3403" y="1135"/>
                    <a:pt x="3370" y="1135"/>
                  </a:cubicBezTo>
                  <a:cubicBezTo>
                    <a:pt x="2236" y="835"/>
                    <a:pt x="1135" y="468"/>
                    <a:pt x="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68"/>
            <p:cNvSpPr/>
            <p:nvPr/>
          </p:nvSpPr>
          <p:spPr>
            <a:xfrm>
              <a:off x="1769279" y="-588568"/>
              <a:ext cx="4443" cy="3028"/>
            </a:xfrm>
            <a:custGeom>
              <a:rect b="b" l="l" r="r" t="t"/>
              <a:pathLst>
                <a:path extrusionOk="0" h="92" w="135">
                  <a:moveTo>
                    <a:pt x="34" y="0"/>
                  </a:moveTo>
                  <a:cubicBezTo>
                    <a:pt x="1" y="34"/>
                    <a:pt x="1" y="67"/>
                    <a:pt x="1" y="67"/>
                  </a:cubicBezTo>
                  <a:cubicBezTo>
                    <a:pt x="17" y="84"/>
                    <a:pt x="43" y="92"/>
                    <a:pt x="68" y="92"/>
                  </a:cubicBezTo>
                  <a:cubicBezTo>
                    <a:pt x="93" y="92"/>
                    <a:pt x="118" y="84"/>
                    <a:pt x="134" y="67"/>
                  </a:cubicBezTo>
                  <a:cubicBezTo>
                    <a:pt x="134" y="67"/>
                    <a:pt x="134" y="34"/>
                    <a:pt x="134" y="34"/>
                  </a:cubicBezTo>
                  <a:cubicBezTo>
                    <a:pt x="101" y="0"/>
                    <a:pt x="34" y="0"/>
                    <a:pt x="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68"/>
            <p:cNvSpPr/>
            <p:nvPr/>
          </p:nvSpPr>
          <p:spPr>
            <a:xfrm>
              <a:off x="2013071" y="-1826117"/>
              <a:ext cx="351407" cy="284924"/>
            </a:xfrm>
            <a:custGeom>
              <a:rect b="b" l="l" r="r" t="t"/>
              <a:pathLst>
                <a:path extrusionOk="0" h="8657" w="10677">
                  <a:moveTo>
                    <a:pt x="257" y="0"/>
                  </a:moveTo>
                  <a:cubicBezTo>
                    <a:pt x="119" y="0"/>
                    <a:pt x="1" y="168"/>
                    <a:pt x="133" y="273"/>
                  </a:cubicBezTo>
                  <a:cubicBezTo>
                    <a:pt x="3535" y="3075"/>
                    <a:pt x="6971" y="5811"/>
                    <a:pt x="10373" y="8613"/>
                  </a:cubicBezTo>
                  <a:cubicBezTo>
                    <a:pt x="10404" y="8643"/>
                    <a:pt x="10438" y="8656"/>
                    <a:pt x="10470" y="8656"/>
                  </a:cubicBezTo>
                  <a:cubicBezTo>
                    <a:pt x="10581" y="8656"/>
                    <a:pt x="10676" y="8508"/>
                    <a:pt x="10573" y="8379"/>
                  </a:cubicBezTo>
                  <a:cubicBezTo>
                    <a:pt x="7738" y="5077"/>
                    <a:pt x="3768" y="2742"/>
                    <a:pt x="366" y="40"/>
                  </a:cubicBezTo>
                  <a:cubicBezTo>
                    <a:pt x="331" y="12"/>
                    <a:pt x="293" y="0"/>
                    <a:pt x="2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68"/>
            <p:cNvSpPr/>
            <p:nvPr/>
          </p:nvSpPr>
          <p:spPr>
            <a:xfrm>
              <a:off x="2164243" y="-1782968"/>
              <a:ext cx="259680" cy="263892"/>
            </a:xfrm>
            <a:custGeom>
              <a:rect b="b" l="l" r="r" t="t"/>
              <a:pathLst>
                <a:path extrusionOk="0" h="8018" w="7890">
                  <a:moveTo>
                    <a:pt x="354" y="1"/>
                  </a:moveTo>
                  <a:cubicBezTo>
                    <a:pt x="179" y="1"/>
                    <a:pt x="0" y="174"/>
                    <a:pt x="143" y="363"/>
                  </a:cubicBezTo>
                  <a:cubicBezTo>
                    <a:pt x="1144" y="1764"/>
                    <a:pt x="2378" y="2932"/>
                    <a:pt x="3679" y="4066"/>
                  </a:cubicBezTo>
                  <a:cubicBezTo>
                    <a:pt x="5080" y="5300"/>
                    <a:pt x="6347" y="6601"/>
                    <a:pt x="7615" y="7969"/>
                  </a:cubicBezTo>
                  <a:cubicBezTo>
                    <a:pt x="7641" y="8004"/>
                    <a:pt x="7674" y="8018"/>
                    <a:pt x="7706" y="8018"/>
                  </a:cubicBezTo>
                  <a:cubicBezTo>
                    <a:pt x="7799" y="8018"/>
                    <a:pt x="7889" y="7901"/>
                    <a:pt x="7815" y="7802"/>
                  </a:cubicBezTo>
                  <a:cubicBezTo>
                    <a:pt x="6214" y="4633"/>
                    <a:pt x="2578" y="2965"/>
                    <a:pt x="543" y="97"/>
                  </a:cubicBezTo>
                  <a:cubicBezTo>
                    <a:pt x="495" y="29"/>
                    <a:pt x="425" y="1"/>
                    <a:pt x="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68"/>
            <p:cNvSpPr/>
            <p:nvPr/>
          </p:nvSpPr>
          <p:spPr>
            <a:xfrm>
              <a:off x="2205681" y="-1796067"/>
              <a:ext cx="324813" cy="355027"/>
            </a:xfrm>
            <a:custGeom>
              <a:rect b="b" l="l" r="r" t="t"/>
              <a:pathLst>
                <a:path extrusionOk="0" h="10787" w="9869">
                  <a:moveTo>
                    <a:pt x="336" y="1"/>
                  </a:moveTo>
                  <a:cubicBezTo>
                    <a:pt x="152" y="1"/>
                    <a:pt x="1" y="252"/>
                    <a:pt x="151" y="428"/>
                  </a:cubicBezTo>
                  <a:cubicBezTo>
                    <a:pt x="3187" y="3964"/>
                    <a:pt x="6689" y="6999"/>
                    <a:pt x="9491" y="10702"/>
                  </a:cubicBezTo>
                  <a:cubicBezTo>
                    <a:pt x="9538" y="10760"/>
                    <a:pt x="9602" y="10786"/>
                    <a:pt x="9661" y="10786"/>
                  </a:cubicBezTo>
                  <a:cubicBezTo>
                    <a:pt x="9771" y="10786"/>
                    <a:pt x="9868" y="10698"/>
                    <a:pt x="9825" y="10568"/>
                  </a:cubicBezTo>
                  <a:cubicBezTo>
                    <a:pt x="9258" y="8734"/>
                    <a:pt x="7623" y="7333"/>
                    <a:pt x="6322" y="5965"/>
                  </a:cubicBezTo>
                  <a:cubicBezTo>
                    <a:pt x="4421" y="3997"/>
                    <a:pt x="2320" y="2129"/>
                    <a:pt x="518" y="94"/>
                  </a:cubicBezTo>
                  <a:cubicBezTo>
                    <a:pt x="460" y="28"/>
                    <a:pt x="397" y="1"/>
                    <a:pt x="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68"/>
            <p:cNvSpPr/>
            <p:nvPr/>
          </p:nvSpPr>
          <p:spPr>
            <a:xfrm>
              <a:off x="2311828" y="-1799523"/>
              <a:ext cx="290157" cy="379020"/>
            </a:xfrm>
            <a:custGeom>
              <a:rect b="b" l="l" r="r" t="t"/>
              <a:pathLst>
                <a:path extrusionOk="0" h="11516" w="8816">
                  <a:moveTo>
                    <a:pt x="387" y="1"/>
                  </a:moveTo>
                  <a:cubicBezTo>
                    <a:pt x="189" y="1"/>
                    <a:pt x="1" y="192"/>
                    <a:pt x="162" y="399"/>
                  </a:cubicBezTo>
                  <a:cubicBezTo>
                    <a:pt x="2897" y="4135"/>
                    <a:pt x="5899" y="7671"/>
                    <a:pt x="8601" y="11474"/>
                  </a:cubicBezTo>
                  <a:cubicBezTo>
                    <a:pt x="8621" y="11503"/>
                    <a:pt x="8649" y="11515"/>
                    <a:pt x="8677" y="11515"/>
                  </a:cubicBezTo>
                  <a:cubicBezTo>
                    <a:pt x="8746" y="11515"/>
                    <a:pt x="8815" y="11445"/>
                    <a:pt x="8768" y="11374"/>
                  </a:cubicBezTo>
                  <a:cubicBezTo>
                    <a:pt x="6667" y="7204"/>
                    <a:pt x="3364" y="3835"/>
                    <a:pt x="629" y="133"/>
                  </a:cubicBezTo>
                  <a:cubicBezTo>
                    <a:pt x="567" y="40"/>
                    <a:pt x="476"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68"/>
            <p:cNvSpPr/>
            <p:nvPr/>
          </p:nvSpPr>
          <p:spPr>
            <a:xfrm>
              <a:off x="2407771" y="-1789616"/>
              <a:ext cx="228511" cy="351143"/>
            </a:xfrm>
            <a:custGeom>
              <a:rect b="b" l="l" r="r" t="t"/>
              <a:pathLst>
                <a:path extrusionOk="0" h="10669" w="6943">
                  <a:moveTo>
                    <a:pt x="354" y="0"/>
                  </a:moveTo>
                  <a:cubicBezTo>
                    <a:pt x="172" y="0"/>
                    <a:pt x="1" y="191"/>
                    <a:pt x="116" y="399"/>
                  </a:cubicBezTo>
                  <a:cubicBezTo>
                    <a:pt x="2217" y="3868"/>
                    <a:pt x="4786" y="6970"/>
                    <a:pt x="6687" y="10606"/>
                  </a:cubicBezTo>
                  <a:cubicBezTo>
                    <a:pt x="6709" y="10650"/>
                    <a:pt x="6746" y="10669"/>
                    <a:pt x="6785" y="10669"/>
                  </a:cubicBezTo>
                  <a:cubicBezTo>
                    <a:pt x="6861" y="10669"/>
                    <a:pt x="6943" y="10595"/>
                    <a:pt x="6921" y="10506"/>
                  </a:cubicBezTo>
                  <a:cubicBezTo>
                    <a:pt x="5953" y="6536"/>
                    <a:pt x="2651" y="3534"/>
                    <a:pt x="583" y="132"/>
                  </a:cubicBezTo>
                  <a:cubicBezTo>
                    <a:pt x="521" y="39"/>
                    <a:pt x="436" y="0"/>
                    <a:pt x="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68"/>
            <p:cNvSpPr/>
            <p:nvPr/>
          </p:nvSpPr>
          <p:spPr>
            <a:xfrm>
              <a:off x="2558483" y="-1707958"/>
              <a:ext cx="86593" cy="180130"/>
            </a:xfrm>
            <a:custGeom>
              <a:rect b="b" l="l" r="r" t="t"/>
              <a:pathLst>
                <a:path extrusionOk="0" h="5473" w="2631">
                  <a:moveTo>
                    <a:pt x="205" y="1"/>
                  </a:moveTo>
                  <a:cubicBezTo>
                    <a:pt x="102" y="1"/>
                    <a:pt x="0" y="81"/>
                    <a:pt x="40" y="219"/>
                  </a:cubicBezTo>
                  <a:cubicBezTo>
                    <a:pt x="607" y="2054"/>
                    <a:pt x="1474" y="3789"/>
                    <a:pt x="2442" y="5423"/>
                  </a:cubicBezTo>
                  <a:cubicBezTo>
                    <a:pt x="2453" y="5458"/>
                    <a:pt x="2481" y="5473"/>
                    <a:pt x="2511" y="5473"/>
                  </a:cubicBezTo>
                  <a:cubicBezTo>
                    <a:pt x="2567" y="5473"/>
                    <a:pt x="2630" y="5422"/>
                    <a:pt x="2608" y="5356"/>
                  </a:cubicBezTo>
                  <a:cubicBezTo>
                    <a:pt x="1941" y="3588"/>
                    <a:pt x="941" y="1954"/>
                    <a:pt x="374" y="119"/>
                  </a:cubicBezTo>
                  <a:cubicBezTo>
                    <a:pt x="346" y="38"/>
                    <a:pt x="275" y="1"/>
                    <a:pt x="2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68"/>
            <p:cNvSpPr/>
            <p:nvPr/>
          </p:nvSpPr>
          <p:spPr>
            <a:xfrm>
              <a:off x="2648896" y="-1573802"/>
              <a:ext cx="65726" cy="112265"/>
            </a:xfrm>
            <a:custGeom>
              <a:rect b="b" l="l" r="r" t="t"/>
              <a:pathLst>
                <a:path extrusionOk="0" h="3411" w="1997">
                  <a:moveTo>
                    <a:pt x="425" y="1"/>
                  </a:moveTo>
                  <a:cubicBezTo>
                    <a:pt x="206" y="1"/>
                    <a:pt x="0" y="216"/>
                    <a:pt x="162" y="446"/>
                  </a:cubicBezTo>
                  <a:cubicBezTo>
                    <a:pt x="462" y="947"/>
                    <a:pt x="729" y="1447"/>
                    <a:pt x="929" y="1947"/>
                  </a:cubicBezTo>
                  <a:cubicBezTo>
                    <a:pt x="1129" y="2448"/>
                    <a:pt x="1262" y="2982"/>
                    <a:pt x="1629" y="3348"/>
                  </a:cubicBezTo>
                  <a:cubicBezTo>
                    <a:pt x="1672" y="3392"/>
                    <a:pt x="1719" y="3410"/>
                    <a:pt x="1763" y="3410"/>
                  </a:cubicBezTo>
                  <a:cubicBezTo>
                    <a:pt x="1857" y="3410"/>
                    <a:pt x="1940" y="3328"/>
                    <a:pt x="1963" y="3215"/>
                  </a:cubicBezTo>
                  <a:cubicBezTo>
                    <a:pt x="1996" y="2715"/>
                    <a:pt x="1729" y="2181"/>
                    <a:pt x="1529" y="1714"/>
                  </a:cubicBezTo>
                  <a:cubicBezTo>
                    <a:pt x="1296" y="1147"/>
                    <a:pt x="1029" y="647"/>
                    <a:pt x="695" y="146"/>
                  </a:cubicBezTo>
                  <a:cubicBezTo>
                    <a:pt x="623" y="43"/>
                    <a:pt x="523"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68"/>
            <p:cNvSpPr/>
            <p:nvPr/>
          </p:nvSpPr>
          <p:spPr>
            <a:xfrm>
              <a:off x="2002604" y="-1823912"/>
              <a:ext cx="232922" cy="258001"/>
            </a:xfrm>
            <a:custGeom>
              <a:rect b="b" l="l" r="r" t="t"/>
              <a:pathLst>
                <a:path extrusionOk="0" h="7839" w="7077">
                  <a:moveTo>
                    <a:pt x="375" y="0"/>
                  </a:moveTo>
                  <a:cubicBezTo>
                    <a:pt x="188" y="0"/>
                    <a:pt x="0" y="281"/>
                    <a:pt x="150" y="507"/>
                  </a:cubicBezTo>
                  <a:cubicBezTo>
                    <a:pt x="2085" y="2975"/>
                    <a:pt x="4120" y="6111"/>
                    <a:pt x="6822" y="7812"/>
                  </a:cubicBezTo>
                  <a:cubicBezTo>
                    <a:pt x="6853" y="7831"/>
                    <a:pt x="6882" y="7839"/>
                    <a:pt x="6908" y="7839"/>
                  </a:cubicBezTo>
                  <a:cubicBezTo>
                    <a:pt x="7020" y="7839"/>
                    <a:pt x="7076" y="7687"/>
                    <a:pt x="7022" y="7578"/>
                  </a:cubicBezTo>
                  <a:cubicBezTo>
                    <a:pt x="6055" y="6378"/>
                    <a:pt x="4887" y="5310"/>
                    <a:pt x="3853" y="4143"/>
                  </a:cubicBezTo>
                  <a:cubicBezTo>
                    <a:pt x="2685" y="2842"/>
                    <a:pt x="1618" y="1474"/>
                    <a:pt x="551" y="106"/>
                  </a:cubicBezTo>
                  <a:cubicBezTo>
                    <a:pt x="501" y="31"/>
                    <a:pt x="43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68"/>
            <p:cNvSpPr/>
            <p:nvPr/>
          </p:nvSpPr>
          <p:spPr>
            <a:xfrm>
              <a:off x="1934835" y="-1845931"/>
              <a:ext cx="248687" cy="271495"/>
            </a:xfrm>
            <a:custGeom>
              <a:rect b="b" l="l" r="r" t="t"/>
              <a:pathLst>
                <a:path extrusionOk="0" h="8249" w="7556">
                  <a:moveTo>
                    <a:pt x="402" y="0"/>
                  </a:moveTo>
                  <a:cubicBezTo>
                    <a:pt x="196" y="0"/>
                    <a:pt x="1" y="268"/>
                    <a:pt x="208" y="475"/>
                  </a:cubicBezTo>
                  <a:cubicBezTo>
                    <a:pt x="1375" y="1743"/>
                    <a:pt x="2510" y="3077"/>
                    <a:pt x="3677" y="4378"/>
                  </a:cubicBezTo>
                  <a:cubicBezTo>
                    <a:pt x="4778" y="5679"/>
                    <a:pt x="5845" y="7147"/>
                    <a:pt x="7213" y="8214"/>
                  </a:cubicBezTo>
                  <a:cubicBezTo>
                    <a:pt x="7245" y="8238"/>
                    <a:pt x="7282" y="8248"/>
                    <a:pt x="7320" y="8248"/>
                  </a:cubicBezTo>
                  <a:cubicBezTo>
                    <a:pt x="7439" y="8248"/>
                    <a:pt x="7556" y="8141"/>
                    <a:pt x="7480" y="8014"/>
                  </a:cubicBezTo>
                  <a:cubicBezTo>
                    <a:pt x="6612" y="6746"/>
                    <a:pt x="5445" y="5612"/>
                    <a:pt x="4444" y="4445"/>
                  </a:cubicBezTo>
                  <a:cubicBezTo>
                    <a:pt x="3177" y="2977"/>
                    <a:pt x="1909" y="1509"/>
                    <a:pt x="575" y="75"/>
                  </a:cubicBezTo>
                  <a:cubicBezTo>
                    <a:pt x="523" y="23"/>
                    <a:pt x="462"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68"/>
            <p:cNvSpPr/>
            <p:nvPr/>
          </p:nvSpPr>
          <p:spPr>
            <a:xfrm>
              <a:off x="1874175" y="-1825755"/>
              <a:ext cx="293053" cy="277419"/>
            </a:xfrm>
            <a:custGeom>
              <a:rect b="b" l="l" r="r" t="t"/>
              <a:pathLst>
                <a:path extrusionOk="0" h="8429" w="8904">
                  <a:moveTo>
                    <a:pt x="371" y="1"/>
                  </a:moveTo>
                  <a:cubicBezTo>
                    <a:pt x="185" y="1"/>
                    <a:pt x="0" y="239"/>
                    <a:pt x="183" y="396"/>
                  </a:cubicBezTo>
                  <a:cubicBezTo>
                    <a:pt x="2952" y="2998"/>
                    <a:pt x="5420" y="6467"/>
                    <a:pt x="8656" y="8402"/>
                  </a:cubicBezTo>
                  <a:cubicBezTo>
                    <a:pt x="8681" y="8421"/>
                    <a:pt x="8707" y="8429"/>
                    <a:pt x="8730" y="8429"/>
                  </a:cubicBezTo>
                  <a:cubicBezTo>
                    <a:pt x="8831" y="8429"/>
                    <a:pt x="8903" y="8282"/>
                    <a:pt x="8822" y="8201"/>
                  </a:cubicBezTo>
                  <a:cubicBezTo>
                    <a:pt x="7655" y="6767"/>
                    <a:pt x="6221" y="5566"/>
                    <a:pt x="4886" y="4265"/>
                  </a:cubicBezTo>
                  <a:cubicBezTo>
                    <a:pt x="3452" y="2864"/>
                    <a:pt x="2018" y="1430"/>
                    <a:pt x="516" y="62"/>
                  </a:cubicBezTo>
                  <a:cubicBezTo>
                    <a:pt x="473" y="19"/>
                    <a:pt x="422"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68"/>
            <p:cNvSpPr/>
            <p:nvPr/>
          </p:nvSpPr>
          <p:spPr>
            <a:xfrm>
              <a:off x="1816774" y="-1861137"/>
              <a:ext cx="265966" cy="243552"/>
            </a:xfrm>
            <a:custGeom>
              <a:rect b="b" l="l" r="r" t="t"/>
              <a:pathLst>
                <a:path extrusionOk="0" h="7400" w="8081">
                  <a:moveTo>
                    <a:pt x="315" y="0"/>
                  </a:moveTo>
                  <a:cubicBezTo>
                    <a:pt x="162" y="0"/>
                    <a:pt x="0" y="153"/>
                    <a:pt x="92" y="337"/>
                  </a:cubicBezTo>
                  <a:cubicBezTo>
                    <a:pt x="726" y="1538"/>
                    <a:pt x="1727" y="2338"/>
                    <a:pt x="2794" y="3139"/>
                  </a:cubicBezTo>
                  <a:cubicBezTo>
                    <a:pt x="4529" y="4473"/>
                    <a:pt x="6030" y="6074"/>
                    <a:pt x="7798" y="7375"/>
                  </a:cubicBezTo>
                  <a:cubicBezTo>
                    <a:pt x="7820" y="7392"/>
                    <a:pt x="7844" y="7400"/>
                    <a:pt x="7867" y="7400"/>
                  </a:cubicBezTo>
                  <a:cubicBezTo>
                    <a:pt x="7980" y="7400"/>
                    <a:pt x="8081" y="7225"/>
                    <a:pt x="7998" y="7142"/>
                  </a:cubicBezTo>
                  <a:cubicBezTo>
                    <a:pt x="6697" y="5774"/>
                    <a:pt x="5229" y="4506"/>
                    <a:pt x="3762" y="3306"/>
                  </a:cubicBezTo>
                  <a:cubicBezTo>
                    <a:pt x="2561" y="2338"/>
                    <a:pt x="1226" y="1538"/>
                    <a:pt x="493" y="103"/>
                  </a:cubicBezTo>
                  <a:cubicBezTo>
                    <a:pt x="451" y="31"/>
                    <a:pt x="384" y="0"/>
                    <a:pt x="3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68"/>
            <p:cNvSpPr/>
            <p:nvPr/>
          </p:nvSpPr>
          <p:spPr>
            <a:xfrm>
              <a:off x="1759274" y="-1867720"/>
              <a:ext cx="192867" cy="202840"/>
            </a:xfrm>
            <a:custGeom>
              <a:rect b="b" l="l" r="r" t="t"/>
              <a:pathLst>
                <a:path extrusionOk="0" h="6163" w="5860">
                  <a:moveTo>
                    <a:pt x="221" y="1"/>
                  </a:moveTo>
                  <a:cubicBezTo>
                    <a:pt x="113" y="1"/>
                    <a:pt x="1" y="119"/>
                    <a:pt x="71" y="237"/>
                  </a:cubicBezTo>
                  <a:cubicBezTo>
                    <a:pt x="1472" y="2672"/>
                    <a:pt x="3741" y="4206"/>
                    <a:pt x="5709" y="6141"/>
                  </a:cubicBezTo>
                  <a:cubicBezTo>
                    <a:pt x="5724" y="6156"/>
                    <a:pt x="5741" y="6163"/>
                    <a:pt x="5758" y="6163"/>
                  </a:cubicBezTo>
                  <a:cubicBezTo>
                    <a:pt x="5813" y="6163"/>
                    <a:pt x="5860" y="6092"/>
                    <a:pt x="5809" y="6041"/>
                  </a:cubicBezTo>
                  <a:cubicBezTo>
                    <a:pt x="4007" y="4006"/>
                    <a:pt x="1706" y="2471"/>
                    <a:pt x="338" y="70"/>
                  </a:cubicBezTo>
                  <a:cubicBezTo>
                    <a:pt x="309" y="21"/>
                    <a:pt x="265" y="1"/>
                    <a:pt x="2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68"/>
            <p:cNvSpPr/>
            <p:nvPr/>
          </p:nvSpPr>
          <p:spPr>
            <a:xfrm>
              <a:off x="1639863" y="-1888291"/>
              <a:ext cx="337123" cy="267414"/>
            </a:xfrm>
            <a:custGeom>
              <a:rect b="b" l="l" r="r" t="t"/>
              <a:pathLst>
                <a:path extrusionOk="0" h="8125" w="10243">
                  <a:moveTo>
                    <a:pt x="356" y="1"/>
                  </a:moveTo>
                  <a:cubicBezTo>
                    <a:pt x="142" y="1"/>
                    <a:pt x="0" y="318"/>
                    <a:pt x="230" y="461"/>
                  </a:cubicBezTo>
                  <a:cubicBezTo>
                    <a:pt x="3766" y="2496"/>
                    <a:pt x="6168" y="6399"/>
                    <a:pt x="9870" y="8100"/>
                  </a:cubicBezTo>
                  <a:cubicBezTo>
                    <a:pt x="9898" y="8117"/>
                    <a:pt x="9928" y="8124"/>
                    <a:pt x="9958" y="8124"/>
                  </a:cubicBezTo>
                  <a:cubicBezTo>
                    <a:pt x="10104" y="8124"/>
                    <a:pt x="10243" y="7944"/>
                    <a:pt x="10104" y="7833"/>
                  </a:cubicBezTo>
                  <a:cubicBezTo>
                    <a:pt x="8569" y="6466"/>
                    <a:pt x="6935" y="5231"/>
                    <a:pt x="5434" y="3830"/>
                  </a:cubicBezTo>
                  <a:cubicBezTo>
                    <a:pt x="3899" y="2429"/>
                    <a:pt x="2298" y="1062"/>
                    <a:pt x="464" y="28"/>
                  </a:cubicBezTo>
                  <a:cubicBezTo>
                    <a:pt x="427" y="9"/>
                    <a:pt x="390" y="1"/>
                    <a:pt x="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68"/>
            <p:cNvSpPr/>
            <p:nvPr/>
          </p:nvSpPr>
          <p:spPr>
            <a:xfrm>
              <a:off x="1575253" y="-1900798"/>
              <a:ext cx="323102" cy="282916"/>
            </a:xfrm>
            <a:custGeom>
              <a:rect b="b" l="l" r="r" t="t"/>
              <a:pathLst>
                <a:path extrusionOk="0" h="8596" w="9817">
                  <a:moveTo>
                    <a:pt x="279" y="1"/>
                  </a:moveTo>
                  <a:cubicBezTo>
                    <a:pt x="134" y="1"/>
                    <a:pt x="0" y="169"/>
                    <a:pt x="158" y="274"/>
                  </a:cubicBezTo>
                  <a:cubicBezTo>
                    <a:pt x="1760" y="1642"/>
                    <a:pt x="3361" y="2976"/>
                    <a:pt x="4995" y="4344"/>
                  </a:cubicBezTo>
                  <a:cubicBezTo>
                    <a:pt x="6596" y="5678"/>
                    <a:pt x="7931" y="7313"/>
                    <a:pt x="9598" y="8580"/>
                  </a:cubicBezTo>
                  <a:cubicBezTo>
                    <a:pt x="9614" y="8591"/>
                    <a:pt x="9631" y="8595"/>
                    <a:pt x="9648" y="8595"/>
                  </a:cubicBezTo>
                  <a:cubicBezTo>
                    <a:pt x="9735" y="8595"/>
                    <a:pt x="9816" y="8464"/>
                    <a:pt x="9732" y="8380"/>
                  </a:cubicBezTo>
                  <a:cubicBezTo>
                    <a:pt x="6997" y="5244"/>
                    <a:pt x="3628" y="2676"/>
                    <a:pt x="392" y="41"/>
                  </a:cubicBezTo>
                  <a:cubicBezTo>
                    <a:pt x="357" y="13"/>
                    <a:pt x="317" y="1"/>
                    <a:pt x="2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68"/>
            <p:cNvSpPr/>
            <p:nvPr/>
          </p:nvSpPr>
          <p:spPr>
            <a:xfrm>
              <a:off x="1446660" y="-1941150"/>
              <a:ext cx="459327" cy="318066"/>
            </a:xfrm>
            <a:custGeom>
              <a:rect b="b" l="l" r="r" t="t"/>
              <a:pathLst>
                <a:path extrusionOk="0" h="9664" w="13956">
                  <a:moveTo>
                    <a:pt x="316" y="0"/>
                  </a:moveTo>
                  <a:cubicBezTo>
                    <a:pt x="149" y="0"/>
                    <a:pt x="1" y="220"/>
                    <a:pt x="129" y="399"/>
                  </a:cubicBezTo>
                  <a:cubicBezTo>
                    <a:pt x="1864" y="2334"/>
                    <a:pt x="4165" y="3535"/>
                    <a:pt x="6367" y="4836"/>
                  </a:cubicBezTo>
                  <a:cubicBezTo>
                    <a:pt x="8902" y="6337"/>
                    <a:pt x="11271" y="8038"/>
                    <a:pt x="13706" y="9639"/>
                  </a:cubicBezTo>
                  <a:cubicBezTo>
                    <a:pt x="13734" y="9656"/>
                    <a:pt x="13760" y="9664"/>
                    <a:pt x="13784" y="9664"/>
                  </a:cubicBezTo>
                  <a:cubicBezTo>
                    <a:pt x="13901" y="9664"/>
                    <a:pt x="13955" y="9489"/>
                    <a:pt x="13872" y="9406"/>
                  </a:cubicBezTo>
                  <a:cubicBezTo>
                    <a:pt x="10437" y="5103"/>
                    <a:pt x="4199" y="4069"/>
                    <a:pt x="463" y="66"/>
                  </a:cubicBezTo>
                  <a:cubicBezTo>
                    <a:pt x="417" y="20"/>
                    <a:pt x="365" y="0"/>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68"/>
            <p:cNvSpPr/>
            <p:nvPr/>
          </p:nvSpPr>
          <p:spPr>
            <a:xfrm>
              <a:off x="1425990" y="-1906690"/>
              <a:ext cx="415027" cy="253591"/>
            </a:xfrm>
            <a:custGeom>
              <a:rect b="b" l="l" r="r" t="t"/>
              <a:pathLst>
                <a:path extrusionOk="0" h="7705" w="12610">
                  <a:moveTo>
                    <a:pt x="287" y="0"/>
                  </a:moveTo>
                  <a:cubicBezTo>
                    <a:pt x="129" y="0"/>
                    <a:pt x="1" y="197"/>
                    <a:pt x="157" y="353"/>
                  </a:cubicBezTo>
                  <a:cubicBezTo>
                    <a:pt x="1658" y="1687"/>
                    <a:pt x="3392" y="2688"/>
                    <a:pt x="5194" y="3655"/>
                  </a:cubicBezTo>
                  <a:cubicBezTo>
                    <a:pt x="7595" y="4990"/>
                    <a:pt x="9764" y="6624"/>
                    <a:pt x="12299" y="7692"/>
                  </a:cubicBezTo>
                  <a:cubicBezTo>
                    <a:pt x="12326" y="7701"/>
                    <a:pt x="12352" y="7705"/>
                    <a:pt x="12377" y="7705"/>
                  </a:cubicBezTo>
                  <a:cubicBezTo>
                    <a:pt x="12530" y="7705"/>
                    <a:pt x="12610" y="7540"/>
                    <a:pt x="12466" y="7425"/>
                  </a:cubicBezTo>
                  <a:cubicBezTo>
                    <a:pt x="8596" y="4790"/>
                    <a:pt x="4026" y="3055"/>
                    <a:pt x="424" y="53"/>
                  </a:cubicBezTo>
                  <a:cubicBezTo>
                    <a:pt x="380" y="16"/>
                    <a:pt x="332" y="0"/>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68"/>
            <p:cNvSpPr/>
            <p:nvPr/>
          </p:nvSpPr>
          <p:spPr>
            <a:xfrm>
              <a:off x="750174" y="-1871867"/>
              <a:ext cx="294633" cy="200404"/>
            </a:xfrm>
            <a:custGeom>
              <a:rect b="b" l="l" r="r" t="t"/>
              <a:pathLst>
                <a:path extrusionOk="0" h="6089" w="8952">
                  <a:moveTo>
                    <a:pt x="8650" y="0"/>
                  </a:moveTo>
                  <a:cubicBezTo>
                    <a:pt x="8617" y="0"/>
                    <a:pt x="8583" y="9"/>
                    <a:pt x="8548" y="29"/>
                  </a:cubicBezTo>
                  <a:cubicBezTo>
                    <a:pt x="5546" y="1497"/>
                    <a:pt x="2644" y="3531"/>
                    <a:pt x="142" y="5766"/>
                  </a:cubicBezTo>
                  <a:cubicBezTo>
                    <a:pt x="0" y="5880"/>
                    <a:pt x="123" y="6089"/>
                    <a:pt x="285" y="6089"/>
                  </a:cubicBezTo>
                  <a:cubicBezTo>
                    <a:pt x="314" y="6089"/>
                    <a:pt x="345" y="6082"/>
                    <a:pt x="375" y="6067"/>
                  </a:cubicBezTo>
                  <a:cubicBezTo>
                    <a:pt x="3277" y="4332"/>
                    <a:pt x="5746" y="1964"/>
                    <a:pt x="8781" y="363"/>
                  </a:cubicBezTo>
                  <a:cubicBezTo>
                    <a:pt x="8951" y="278"/>
                    <a:pt x="8833" y="0"/>
                    <a:pt x="8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68"/>
            <p:cNvSpPr/>
            <p:nvPr/>
          </p:nvSpPr>
          <p:spPr>
            <a:xfrm>
              <a:off x="731413" y="-1916465"/>
              <a:ext cx="396530" cy="223114"/>
            </a:xfrm>
            <a:custGeom>
              <a:rect b="b" l="l" r="r" t="t"/>
              <a:pathLst>
                <a:path extrusionOk="0" h="6779" w="12048">
                  <a:moveTo>
                    <a:pt x="11530" y="0"/>
                  </a:moveTo>
                  <a:cubicBezTo>
                    <a:pt x="11495" y="0"/>
                    <a:pt x="11458" y="5"/>
                    <a:pt x="11419" y="16"/>
                  </a:cubicBezTo>
                  <a:cubicBezTo>
                    <a:pt x="7383" y="1284"/>
                    <a:pt x="3147" y="3485"/>
                    <a:pt x="111" y="6488"/>
                  </a:cubicBezTo>
                  <a:cubicBezTo>
                    <a:pt x="0" y="6599"/>
                    <a:pt x="97" y="6779"/>
                    <a:pt x="229" y="6779"/>
                  </a:cubicBezTo>
                  <a:cubicBezTo>
                    <a:pt x="255" y="6779"/>
                    <a:pt x="283" y="6771"/>
                    <a:pt x="312" y="6754"/>
                  </a:cubicBezTo>
                  <a:cubicBezTo>
                    <a:pt x="4014" y="4419"/>
                    <a:pt x="7350" y="1984"/>
                    <a:pt x="11620" y="750"/>
                  </a:cubicBezTo>
                  <a:cubicBezTo>
                    <a:pt x="12048" y="628"/>
                    <a:pt x="11915" y="0"/>
                    <a:pt x="11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68"/>
            <p:cNvSpPr/>
            <p:nvPr/>
          </p:nvSpPr>
          <p:spPr>
            <a:xfrm>
              <a:off x="559933" y="-1760455"/>
              <a:ext cx="270014" cy="222291"/>
            </a:xfrm>
            <a:custGeom>
              <a:rect b="b" l="l" r="r" t="t"/>
              <a:pathLst>
                <a:path extrusionOk="0" h="6754" w="8204">
                  <a:moveTo>
                    <a:pt x="7759" y="0"/>
                  </a:moveTo>
                  <a:cubicBezTo>
                    <a:pt x="7706" y="0"/>
                    <a:pt x="7649" y="14"/>
                    <a:pt x="7590" y="46"/>
                  </a:cubicBezTo>
                  <a:cubicBezTo>
                    <a:pt x="4821" y="1648"/>
                    <a:pt x="1619" y="3682"/>
                    <a:pt x="51" y="6584"/>
                  </a:cubicBezTo>
                  <a:cubicBezTo>
                    <a:pt x="1" y="6659"/>
                    <a:pt x="82" y="6753"/>
                    <a:pt x="168" y="6753"/>
                  </a:cubicBezTo>
                  <a:cubicBezTo>
                    <a:pt x="197" y="6753"/>
                    <a:pt x="226" y="6743"/>
                    <a:pt x="251" y="6718"/>
                  </a:cubicBezTo>
                  <a:cubicBezTo>
                    <a:pt x="2653" y="4416"/>
                    <a:pt x="4988" y="2281"/>
                    <a:pt x="7923" y="580"/>
                  </a:cubicBezTo>
                  <a:cubicBezTo>
                    <a:pt x="8203" y="384"/>
                    <a:pt x="8037" y="0"/>
                    <a:pt x="7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68"/>
            <p:cNvSpPr/>
            <p:nvPr/>
          </p:nvSpPr>
          <p:spPr>
            <a:xfrm>
              <a:off x="579681" y="-1751107"/>
              <a:ext cx="266262" cy="200207"/>
            </a:xfrm>
            <a:custGeom>
              <a:rect b="b" l="l" r="r" t="t"/>
              <a:pathLst>
                <a:path extrusionOk="0" h="6083" w="8090">
                  <a:moveTo>
                    <a:pt x="7760" y="1"/>
                  </a:moveTo>
                  <a:cubicBezTo>
                    <a:pt x="7726" y="1"/>
                    <a:pt x="7692" y="9"/>
                    <a:pt x="7657" y="29"/>
                  </a:cubicBezTo>
                  <a:cubicBezTo>
                    <a:pt x="6323" y="897"/>
                    <a:pt x="4988" y="1664"/>
                    <a:pt x="3754" y="2664"/>
                  </a:cubicBezTo>
                  <a:cubicBezTo>
                    <a:pt x="2486" y="3699"/>
                    <a:pt x="1352" y="4799"/>
                    <a:pt x="85" y="5867"/>
                  </a:cubicBezTo>
                  <a:cubicBezTo>
                    <a:pt x="1" y="5951"/>
                    <a:pt x="82" y="6082"/>
                    <a:pt x="189" y="6082"/>
                  </a:cubicBezTo>
                  <a:cubicBezTo>
                    <a:pt x="209" y="6082"/>
                    <a:pt x="230" y="6078"/>
                    <a:pt x="252" y="6067"/>
                  </a:cubicBezTo>
                  <a:cubicBezTo>
                    <a:pt x="1552" y="5366"/>
                    <a:pt x="2486" y="4232"/>
                    <a:pt x="3687" y="3398"/>
                  </a:cubicBezTo>
                  <a:cubicBezTo>
                    <a:pt x="5088" y="2431"/>
                    <a:pt x="6456" y="1397"/>
                    <a:pt x="7890" y="430"/>
                  </a:cubicBezTo>
                  <a:cubicBezTo>
                    <a:pt x="8089" y="288"/>
                    <a:pt x="7949" y="1"/>
                    <a:pt x="7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68"/>
            <p:cNvSpPr/>
            <p:nvPr/>
          </p:nvSpPr>
          <p:spPr>
            <a:xfrm>
              <a:off x="619507" y="-1718753"/>
              <a:ext cx="234765" cy="150970"/>
            </a:xfrm>
            <a:custGeom>
              <a:rect b="b" l="l" r="r" t="t"/>
              <a:pathLst>
                <a:path extrusionOk="0" h="4587" w="7133">
                  <a:moveTo>
                    <a:pt x="6735" y="1"/>
                  </a:moveTo>
                  <a:cubicBezTo>
                    <a:pt x="6686" y="1"/>
                    <a:pt x="6634" y="15"/>
                    <a:pt x="6580" y="47"/>
                  </a:cubicBezTo>
                  <a:cubicBezTo>
                    <a:pt x="4479" y="1348"/>
                    <a:pt x="1677" y="2282"/>
                    <a:pt x="109" y="4250"/>
                  </a:cubicBezTo>
                  <a:cubicBezTo>
                    <a:pt x="1" y="4385"/>
                    <a:pt x="90" y="4586"/>
                    <a:pt x="217" y="4586"/>
                  </a:cubicBezTo>
                  <a:cubicBezTo>
                    <a:pt x="246" y="4586"/>
                    <a:pt x="278" y="4575"/>
                    <a:pt x="309" y="4550"/>
                  </a:cubicBezTo>
                  <a:cubicBezTo>
                    <a:pt x="1410" y="3883"/>
                    <a:pt x="2444" y="3082"/>
                    <a:pt x="3545" y="2449"/>
                  </a:cubicBezTo>
                  <a:cubicBezTo>
                    <a:pt x="4679" y="1815"/>
                    <a:pt x="5813" y="1248"/>
                    <a:pt x="6880" y="547"/>
                  </a:cubicBezTo>
                  <a:cubicBezTo>
                    <a:pt x="7132" y="379"/>
                    <a:pt x="6985" y="1"/>
                    <a:pt x="6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68"/>
            <p:cNvSpPr/>
            <p:nvPr/>
          </p:nvSpPr>
          <p:spPr>
            <a:xfrm>
              <a:off x="845492" y="-1818218"/>
              <a:ext cx="330935" cy="115622"/>
            </a:xfrm>
            <a:custGeom>
              <a:rect b="b" l="l" r="r" t="t"/>
              <a:pathLst>
                <a:path extrusionOk="0" h="3513" w="10055">
                  <a:moveTo>
                    <a:pt x="9621" y="0"/>
                  </a:moveTo>
                  <a:cubicBezTo>
                    <a:pt x="6386" y="134"/>
                    <a:pt x="2816" y="1234"/>
                    <a:pt x="181" y="3136"/>
                  </a:cubicBezTo>
                  <a:cubicBezTo>
                    <a:pt x="1" y="3256"/>
                    <a:pt x="64" y="3512"/>
                    <a:pt x="250" y="3512"/>
                  </a:cubicBezTo>
                  <a:cubicBezTo>
                    <a:pt x="270" y="3512"/>
                    <a:pt x="292" y="3509"/>
                    <a:pt x="315" y="3503"/>
                  </a:cubicBezTo>
                  <a:cubicBezTo>
                    <a:pt x="3517" y="2735"/>
                    <a:pt x="6252" y="934"/>
                    <a:pt x="9621" y="667"/>
                  </a:cubicBezTo>
                  <a:cubicBezTo>
                    <a:pt x="10022" y="634"/>
                    <a:pt x="10055" y="0"/>
                    <a:pt x="9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68"/>
            <p:cNvSpPr/>
            <p:nvPr/>
          </p:nvSpPr>
          <p:spPr>
            <a:xfrm>
              <a:off x="789276" y="-1743932"/>
              <a:ext cx="379547" cy="81952"/>
            </a:xfrm>
            <a:custGeom>
              <a:rect b="b" l="l" r="r" t="t"/>
              <a:pathLst>
                <a:path extrusionOk="0" h="2490" w="11532">
                  <a:moveTo>
                    <a:pt x="11046" y="1"/>
                  </a:moveTo>
                  <a:cubicBezTo>
                    <a:pt x="11020" y="1"/>
                    <a:pt x="10992" y="4"/>
                    <a:pt x="10962" y="11"/>
                  </a:cubicBezTo>
                  <a:cubicBezTo>
                    <a:pt x="10038" y="200"/>
                    <a:pt x="8910" y="214"/>
                    <a:pt x="7720" y="214"/>
                  </a:cubicBezTo>
                  <a:cubicBezTo>
                    <a:pt x="7509" y="214"/>
                    <a:pt x="7297" y="214"/>
                    <a:pt x="7083" y="214"/>
                  </a:cubicBezTo>
                  <a:cubicBezTo>
                    <a:pt x="4449" y="214"/>
                    <a:pt x="1638" y="281"/>
                    <a:pt x="121" y="2080"/>
                  </a:cubicBezTo>
                  <a:cubicBezTo>
                    <a:pt x="1" y="2230"/>
                    <a:pt x="98" y="2489"/>
                    <a:pt x="290" y="2489"/>
                  </a:cubicBezTo>
                  <a:cubicBezTo>
                    <a:pt x="310" y="2489"/>
                    <a:pt x="332" y="2486"/>
                    <a:pt x="355" y="2480"/>
                  </a:cubicBezTo>
                  <a:cubicBezTo>
                    <a:pt x="2356" y="1913"/>
                    <a:pt x="4057" y="1412"/>
                    <a:pt x="6126" y="1246"/>
                  </a:cubicBezTo>
                  <a:cubicBezTo>
                    <a:pt x="7793" y="1112"/>
                    <a:pt x="9495" y="979"/>
                    <a:pt x="11129" y="645"/>
                  </a:cubicBezTo>
                  <a:cubicBezTo>
                    <a:pt x="11531" y="552"/>
                    <a:pt x="11388" y="1"/>
                    <a:pt x="110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68"/>
            <p:cNvSpPr/>
            <p:nvPr/>
          </p:nvSpPr>
          <p:spPr>
            <a:xfrm>
              <a:off x="886930" y="-1796462"/>
              <a:ext cx="343310" cy="80471"/>
            </a:xfrm>
            <a:custGeom>
              <a:rect b="b" l="l" r="r" t="t"/>
              <a:pathLst>
                <a:path extrusionOk="0" h="2445" w="10431">
                  <a:moveTo>
                    <a:pt x="9371" y="0"/>
                  </a:moveTo>
                  <a:cubicBezTo>
                    <a:pt x="6257" y="0"/>
                    <a:pt x="2853" y="511"/>
                    <a:pt x="156" y="2141"/>
                  </a:cubicBezTo>
                  <a:cubicBezTo>
                    <a:pt x="1" y="2235"/>
                    <a:pt x="107" y="2445"/>
                    <a:pt x="257" y="2445"/>
                  </a:cubicBezTo>
                  <a:cubicBezTo>
                    <a:pt x="268" y="2445"/>
                    <a:pt x="279" y="2443"/>
                    <a:pt x="290" y="2441"/>
                  </a:cubicBezTo>
                  <a:cubicBezTo>
                    <a:pt x="3592" y="1874"/>
                    <a:pt x="6594" y="673"/>
                    <a:pt x="9963" y="673"/>
                  </a:cubicBezTo>
                  <a:cubicBezTo>
                    <a:pt x="10430" y="673"/>
                    <a:pt x="10430" y="6"/>
                    <a:pt x="9963" y="6"/>
                  </a:cubicBezTo>
                  <a:cubicBezTo>
                    <a:pt x="9767" y="2"/>
                    <a:pt x="9570" y="0"/>
                    <a:pt x="9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68"/>
            <p:cNvSpPr/>
            <p:nvPr/>
          </p:nvSpPr>
          <p:spPr>
            <a:xfrm>
              <a:off x="880644" y="-1842804"/>
              <a:ext cx="321061" cy="87481"/>
            </a:xfrm>
            <a:custGeom>
              <a:rect b="b" l="l" r="r" t="t"/>
              <a:pathLst>
                <a:path extrusionOk="0" h="2658" w="9755">
                  <a:moveTo>
                    <a:pt x="8594" y="1"/>
                  </a:moveTo>
                  <a:cubicBezTo>
                    <a:pt x="5659" y="1"/>
                    <a:pt x="2597" y="538"/>
                    <a:pt x="181" y="2282"/>
                  </a:cubicBezTo>
                  <a:cubicBezTo>
                    <a:pt x="0" y="2402"/>
                    <a:pt x="64" y="2658"/>
                    <a:pt x="274" y="2658"/>
                  </a:cubicBezTo>
                  <a:cubicBezTo>
                    <a:pt x="297" y="2658"/>
                    <a:pt x="321" y="2655"/>
                    <a:pt x="347" y="2648"/>
                  </a:cubicBezTo>
                  <a:cubicBezTo>
                    <a:pt x="3450" y="1781"/>
                    <a:pt x="6052" y="547"/>
                    <a:pt x="9387" y="547"/>
                  </a:cubicBezTo>
                  <a:cubicBezTo>
                    <a:pt x="9754" y="547"/>
                    <a:pt x="9754" y="13"/>
                    <a:pt x="9387" y="13"/>
                  </a:cubicBezTo>
                  <a:cubicBezTo>
                    <a:pt x="9124" y="5"/>
                    <a:pt x="8860" y="1"/>
                    <a:pt x="8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68"/>
            <p:cNvSpPr/>
            <p:nvPr/>
          </p:nvSpPr>
          <p:spPr>
            <a:xfrm>
              <a:off x="890353" y="-1871110"/>
              <a:ext cx="300787" cy="101568"/>
            </a:xfrm>
            <a:custGeom>
              <a:rect b="b" l="l" r="r" t="t"/>
              <a:pathLst>
                <a:path extrusionOk="0" h="3086" w="9139">
                  <a:moveTo>
                    <a:pt x="8689" y="0"/>
                  </a:moveTo>
                  <a:cubicBezTo>
                    <a:pt x="8669" y="0"/>
                    <a:pt x="8647" y="2"/>
                    <a:pt x="8625" y="6"/>
                  </a:cubicBezTo>
                  <a:cubicBezTo>
                    <a:pt x="5790" y="706"/>
                    <a:pt x="2588" y="1073"/>
                    <a:pt x="119" y="2775"/>
                  </a:cubicBezTo>
                  <a:cubicBezTo>
                    <a:pt x="0" y="2864"/>
                    <a:pt x="40" y="3085"/>
                    <a:pt x="192" y="3085"/>
                  </a:cubicBezTo>
                  <a:cubicBezTo>
                    <a:pt x="211" y="3085"/>
                    <a:pt x="231" y="3082"/>
                    <a:pt x="253" y="3075"/>
                  </a:cubicBezTo>
                  <a:cubicBezTo>
                    <a:pt x="3088" y="2074"/>
                    <a:pt x="5890" y="1340"/>
                    <a:pt x="8792" y="606"/>
                  </a:cubicBezTo>
                  <a:cubicBezTo>
                    <a:pt x="9139" y="512"/>
                    <a:pt x="9039" y="0"/>
                    <a:pt x="8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68"/>
            <p:cNvSpPr/>
            <p:nvPr/>
          </p:nvSpPr>
          <p:spPr>
            <a:xfrm>
              <a:off x="1031487" y="-1906097"/>
              <a:ext cx="365625" cy="49270"/>
            </a:xfrm>
            <a:custGeom>
              <a:rect b="b" l="l" r="r" t="t"/>
              <a:pathLst>
                <a:path extrusionOk="0" h="1497" w="11109">
                  <a:moveTo>
                    <a:pt x="5060" y="0"/>
                  </a:moveTo>
                  <a:cubicBezTo>
                    <a:pt x="3494" y="0"/>
                    <a:pt x="1724" y="517"/>
                    <a:pt x="268" y="1002"/>
                  </a:cubicBezTo>
                  <a:cubicBezTo>
                    <a:pt x="1" y="1102"/>
                    <a:pt x="68" y="1436"/>
                    <a:pt x="334" y="1469"/>
                  </a:cubicBezTo>
                  <a:cubicBezTo>
                    <a:pt x="521" y="1488"/>
                    <a:pt x="707" y="1497"/>
                    <a:pt x="893" y="1497"/>
                  </a:cubicBezTo>
                  <a:cubicBezTo>
                    <a:pt x="2335" y="1497"/>
                    <a:pt x="3757" y="979"/>
                    <a:pt x="5205" y="802"/>
                  </a:cubicBezTo>
                  <a:cubicBezTo>
                    <a:pt x="5619" y="757"/>
                    <a:pt x="6038" y="739"/>
                    <a:pt x="6460" y="739"/>
                  </a:cubicBezTo>
                  <a:cubicBezTo>
                    <a:pt x="7907" y="739"/>
                    <a:pt x="9388" y="951"/>
                    <a:pt x="10809" y="1002"/>
                  </a:cubicBezTo>
                  <a:cubicBezTo>
                    <a:pt x="11109" y="1002"/>
                    <a:pt x="11109" y="535"/>
                    <a:pt x="10809" y="502"/>
                  </a:cubicBezTo>
                  <a:cubicBezTo>
                    <a:pt x="8941" y="402"/>
                    <a:pt x="7106" y="2"/>
                    <a:pt x="5205" y="2"/>
                  </a:cubicBezTo>
                  <a:cubicBezTo>
                    <a:pt x="5157" y="1"/>
                    <a:pt x="5109" y="0"/>
                    <a:pt x="5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68"/>
            <p:cNvSpPr/>
            <p:nvPr/>
          </p:nvSpPr>
          <p:spPr>
            <a:xfrm>
              <a:off x="1018717" y="-1925022"/>
              <a:ext cx="394884" cy="65200"/>
            </a:xfrm>
            <a:custGeom>
              <a:rect b="b" l="l" r="r" t="t"/>
              <a:pathLst>
                <a:path extrusionOk="0" h="1981" w="11998">
                  <a:moveTo>
                    <a:pt x="9501" y="1"/>
                  </a:moveTo>
                  <a:cubicBezTo>
                    <a:pt x="6331" y="1"/>
                    <a:pt x="3007" y="316"/>
                    <a:pt x="189" y="1644"/>
                  </a:cubicBezTo>
                  <a:cubicBezTo>
                    <a:pt x="0" y="1738"/>
                    <a:pt x="137" y="1980"/>
                    <a:pt x="321" y="1980"/>
                  </a:cubicBezTo>
                  <a:cubicBezTo>
                    <a:pt x="332" y="1980"/>
                    <a:pt x="344" y="1979"/>
                    <a:pt x="355" y="1978"/>
                  </a:cubicBezTo>
                  <a:cubicBezTo>
                    <a:pt x="4087" y="1421"/>
                    <a:pt x="7626" y="576"/>
                    <a:pt x="11444" y="576"/>
                  </a:cubicBezTo>
                  <a:cubicBezTo>
                    <a:pt x="11517" y="576"/>
                    <a:pt x="11590" y="576"/>
                    <a:pt x="11664" y="577"/>
                  </a:cubicBezTo>
                  <a:cubicBezTo>
                    <a:pt x="11997" y="577"/>
                    <a:pt x="11997" y="43"/>
                    <a:pt x="11664" y="43"/>
                  </a:cubicBezTo>
                  <a:cubicBezTo>
                    <a:pt x="10956" y="18"/>
                    <a:pt x="10233" y="1"/>
                    <a:pt x="9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68"/>
            <p:cNvSpPr/>
            <p:nvPr/>
          </p:nvSpPr>
          <p:spPr>
            <a:xfrm>
              <a:off x="1055646" y="-1778722"/>
              <a:ext cx="144947" cy="24191"/>
            </a:xfrm>
            <a:custGeom>
              <a:rect b="b" l="l" r="r" t="t"/>
              <a:pathLst>
                <a:path extrusionOk="0" h="735" w="4404">
                  <a:moveTo>
                    <a:pt x="334" y="34"/>
                  </a:moveTo>
                  <a:cubicBezTo>
                    <a:pt x="1" y="34"/>
                    <a:pt x="1" y="501"/>
                    <a:pt x="334" y="501"/>
                  </a:cubicBezTo>
                  <a:cubicBezTo>
                    <a:pt x="1602" y="535"/>
                    <a:pt x="2936" y="735"/>
                    <a:pt x="4204" y="735"/>
                  </a:cubicBezTo>
                  <a:cubicBezTo>
                    <a:pt x="4370" y="735"/>
                    <a:pt x="4404" y="535"/>
                    <a:pt x="4237" y="468"/>
                  </a:cubicBezTo>
                  <a:cubicBezTo>
                    <a:pt x="3070" y="1"/>
                    <a:pt x="1568" y="101"/>
                    <a:pt x="334" y="3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68"/>
            <p:cNvSpPr/>
            <p:nvPr/>
          </p:nvSpPr>
          <p:spPr>
            <a:xfrm>
              <a:off x="1012035" y="-1788629"/>
              <a:ext cx="340809" cy="82479"/>
            </a:xfrm>
            <a:custGeom>
              <a:rect b="b" l="l" r="r" t="t"/>
              <a:pathLst>
                <a:path extrusionOk="0" h="2506" w="10355">
                  <a:moveTo>
                    <a:pt x="396" y="0"/>
                  </a:moveTo>
                  <a:cubicBezTo>
                    <a:pt x="55" y="0"/>
                    <a:pt x="0" y="571"/>
                    <a:pt x="325" y="636"/>
                  </a:cubicBezTo>
                  <a:cubicBezTo>
                    <a:pt x="3494" y="1336"/>
                    <a:pt x="6763" y="2037"/>
                    <a:pt x="9965" y="2504"/>
                  </a:cubicBezTo>
                  <a:cubicBezTo>
                    <a:pt x="9976" y="2505"/>
                    <a:pt x="9987" y="2506"/>
                    <a:pt x="9998" y="2506"/>
                  </a:cubicBezTo>
                  <a:cubicBezTo>
                    <a:pt x="10214" y="2506"/>
                    <a:pt x="10354" y="2197"/>
                    <a:pt x="10132" y="2070"/>
                  </a:cubicBezTo>
                  <a:cubicBezTo>
                    <a:pt x="7363" y="469"/>
                    <a:pt x="3561" y="335"/>
                    <a:pt x="425" y="2"/>
                  </a:cubicBezTo>
                  <a:cubicBezTo>
                    <a:pt x="415" y="1"/>
                    <a:pt x="40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68"/>
            <p:cNvSpPr/>
            <p:nvPr/>
          </p:nvSpPr>
          <p:spPr>
            <a:xfrm>
              <a:off x="1065520" y="-1814927"/>
              <a:ext cx="320239" cy="123060"/>
            </a:xfrm>
            <a:custGeom>
              <a:rect b="b" l="l" r="r" t="t"/>
              <a:pathLst>
                <a:path extrusionOk="0" h="3739" w="9730">
                  <a:moveTo>
                    <a:pt x="468" y="0"/>
                  </a:moveTo>
                  <a:cubicBezTo>
                    <a:pt x="1" y="0"/>
                    <a:pt x="1" y="701"/>
                    <a:pt x="468" y="734"/>
                  </a:cubicBezTo>
                  <a:cubicBezTo>
                    <a:pt x="3770" y="801"/>
                    <a:pt x="6239" y="3036"/>
                    <a:pt x="9341" y="3736"/>
                  </a:cubicBezTo>
                  <a:cubicBezTo>
                    <a:pt x="9353" y="3738"/>
                    <a:pt x="9365" y="3739"/>
                    <a:pt x="9377" y="3739"/>
                  </a:cubicBezTo>
                  <a:cubicBezTo>
                    <a:pt x="9591" y="3739"/>
                    <a:pt x="9729" y="3462"/>
                    <a:pt x="9508" y="3336"/>
                  </a:cubicBezTo>
                  <a:cubicBezTo>
                    <a:pt x="6872" y="1668"/>
                    <a:pt x="3637" y="0"/>
                    <a:pt x="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68"/>
            <p:cNvSpPr/>
            <p:nvPr/>
          </p:nvSpPr>
          <p:spPr>
            <a:xfrm>
              <a:off x="1072135" y="-1863277"/>
              <a:ext cx="385998" cy="159593"/>
            </a:xfrm>
            <a:custGeom>
              <a:rect b="b" l="l" r="r" t="t"/>
              <a:pathLst>
                <a:path extrusionOk="0" h="4849" w="11728">
                  <a:moveTo>
                    <a:pt x="608" y="1"/>
                  </a:moveTo>
                  <a:cubicBezTo>
                    <a:pt x="573" y="1"/>
                    <a:pt x="537" y="1"/>
                    <a:pt x="500" y="1"/>
                  </a:cubicBezTo>
                  <a:cubicBezTo>
                    <a:pt x="0" y="1"/>
                    <a:pt x="0" y="769"/>
                    <a:pt x="500" y="802"/>
                  </a:cubicBezTo>
                  <a:cubicBezTo>
                    <a:pt x="2535" y="802"/>
                    <a:pt x="4236" y="1903"/>
                    <a:pt x="6104" y="2637"/>
                  </a:cubicBezTo>
                  <a:cubicBezTo>
                    <a:pt x="7872" y="3371"/>
                    <a:pt x="9640" y="4171"/>
                    <a:pt x="11408" y="4838"/>
                  </a:cubicBezTo>
                  <a:cubicBezTo>
                    <a:pt x="11430" y="4845"/>
                    <a:pt x="11451" y="4849"/>
                    <a:pt x="11471" y="4849"/>
                  </a:cubicBezTo>
                  <a:cubicBezTo>
                    <a:pt x="11634" y="4849"/>
                    <a:pt x="11727" y="4624"/>
                    <a:pt x="11608" y="4505"/>
                  </a:cubicBezTo>
                  <a:cubicBezTo>
                    <a:pt x="10241" y="2937"/>
                    <a:pt x="7772" y="2403"/>
                    <a:pt x="5938" y="1603"/>
                  </a:cubicBezTo>
                  <a:cubicBezTo>
                    <a:pt x="4202" y="882"/>
                    <a:pt x="2562" y="1"/>
                    <a:pt x="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68"/>
            <p:cNvSpPr/>
            <p:nvPr/>
          </p:nvSpPr>
          <p:spPr>
            <a:xfrm>
              <a:off x="1134704" y="-1887435"/>
              <a:ext cx="378198" cy="199647"/>
            </a:xfrm>
            <a:custGeom>
              <a:rect b="b" l="l" r="r" t="t"/>
              <a:pathLst>
                <a:path extrusionOk="0" h="6066" w="11491">
                  <a:moveTo>
                    <a:pt x="438" y="1"/>
                  </a:moveTo>
                  <a:cubicBezTo>
                    <a:pt x="1" y="1"/>
                    <a:pt x="10" y="735"/>
                    <a:pt x="467" y="735"/>
                  </a:cubicBezTo>
                  <a:cubicBezTo>
                    <a:pt x="2402" y="735"/>
                    <a:pt x="4103" y="2337"/>
                    <a:pt x="5738" y="3171"/>
                  </a:cubicBezTo>
                  <a:cubicBezTo>
                    <a:pt x="7572" y="4105"/>
                    <a:pt x="9307" y="5039"/>
                    <a:pt x="11075" y="6039"/>
                  </a:cubicBezTo>
                  <a:cubicBezTo>
                    <a:pt x="11112" y="6058"/>
                    <a:pt x="11150" y="6066"/>
                    <a:pt x="11186" y="6066"/>
                  </a:cubicBezTo>
                  <a:cubicBezTo>
                    <a:pt x="11350" y="6066"/>
                    <a:pt x="11490" y="5902"/>
                    <a:pt x="11409" y="5739"/>
                  </a:cubicBezTo>
                  <a:cubicBezTo>
                    <a:pt x="10241" y="3871"/>
                    <a:pt x="7673" y="3171"/>
                    <a:pt x="5805" y="2237"/>
                  </a:cubicBezTo>
                  <a:cubicBezTo>
                    <a:pt x="4070" y="1369"/>
                    <a:pt x="2536" y="35"/>
                    <a:pt x="467" y="2"/>
                  </a:cubicBezTo>
                  <a:cubicBezTo>
                    <a:pt x="457" y="1"/>
                    <a:pt x="448" y="1"/>
                    <a:pt x="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68"/>
            <p:cNvSpPr/>
            <p:nvPr/>
          </p:nvSpPr>
          <p:spPr>
            <a:xfrm>
              <a:off x="1220082" y="-1902147"/>
              <a:ext cx="366053" cy="215379"/>
            </a:xfrm>
            <a:custGeom>
              <a:rect b="b" l="l" r="r" t="t"/>
              <a:pathLst>
                <a:path extrusionOk="0" h="6544" w="11122">
                  <a:moveTo>
                    <a:pt x="367" y="1"/>
                  </a:moveTo>
                  <a:cubicBezTo>
                    <a:pt x="141" y="1"/>
                    <a:pt x="0" y="391"/>
                    <a:pt x="242" y="482"/>
                  </a:cubicBezTo>
                  <a:cubicBezTo>
                    <a:pt x="1976" y="1249"/>
                    <a:pt x="3644" y="2116"/>
                    <a:pt x="5312" y="3050"/>
                  </a:cubicBezTo>
                  <a:cubicBezTo>
                    <a:pt x="7180" y="4085"/>
                    <a:pt x="8881" y="5519"/>
                    <a:pt x="10783" y="6520"/>
                  </a:cubicBezTo>
                  <a:cubicBezTo>
                    <a:pt x="10810" y="6536"/>
                    <a:pt x="10839" y="6544"/>
                    <a:pt x="10867" y="6544"/>
                  </a:cubicBezTo>
                  <a:cubicBezTo>
                    <a:pt x="11006" y="6544"/>
                    <a:pt x="11122" y="6358"/>
                    <a:pt x="10983" y="6219"/>
                  </a:cubicBezTo>
                  <a:cubicBezTo>
                    <a:pt x="8348" y="3284"/>
                    <a:pt x="4011" y="1516"/>
                    <a:pt x="442" y="15"/>
                  </a:cubicBezTo>
                  <a:cubicBezTo>
                    <a:pt x="416" y="5"/>
                    <a:pt x="391" y="1"/>
                    <a:pt x="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68"/>
            <p:cNvSpPr/>
            <p:nvPr/>
          </p:nvSpPr>
          <p:spPr>
            <a:xfrm>
              <a:off x="1259743" y="-1915247"/>
              <a:ext cx="398373" cy="243750"/>
            </a:xfrm>
            <a:custGeom>
              <a:rect b="b" l="l" r="r" t="t"/>
              <a:pathLst>
                <a:path extrusionOk="0" h="7406" w="12104">
                  <a:moveTo>
                    <a:pt x="394" y="1"/>
                  </a:moveTo>
                  <a:cubicBezTo>
                    <a:pt x="114" y="1"/>
                    <a:pt x="0" y="488"/>
                    <a:pt x="338" y="580"/>
                  </a:cubicBezTo>
                  <a:cubicBezTo>
                    <a:pt x="2372" y="1280"/>
                    <a:pt x="4407" y="2047"/>
                    <a:pt x="6375" y="2981"/>
                  </a:cubicBezTo>
                  <a:cubicBezTo>
                    <a:pt x="8677" y="4082"/>
                    <a:pt x="10045" y="5583"/>
                    <a:pt x="11779" y="7351"/>
                  </a:cubicBezTo>
                  <a:cubicBezTo>
                    <a:pt x="11817" y="7389"/>
                    <a:pt x="11861" y="7406"/>
                    <a:pt x="11903" y="7406"/>
                  </a:cubicBezTo>
                  <a:cubicBezTo>
                    <a:pt x="12008" y="7406"/>
                    <a:pt x="12103" y="7304"/>
                    <a:pt x="12079" y="7184"/>
                  </a:cubicBezTo>
                  <a:cubicBezTo>
                    <a:pt x="11712" y="5183"/>
                    <a:pt x="9344" y="3782"/>
                    <a:pt x="7710" y="2881"/>
                  </a:cubicBezTo>
                  <a:cubicBezTo>
                    <a:pt x="5475" y="1580"/>
                    <a:pt x="2940" y="813"/>
                    <a:pt x="471" y="13"/>
                  </a:cubicBezTo>
                  <a:cubicBezTo>
                    <a:pt x="444" y="5"/>
                    <a:pt x="418" y="1"/>
                    <a:pt x="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68"/>
            <p:cNvSpPr/>
            <p:nvPr/>
          </p:nvSpPr>
          <p:spPr>
            <a:xfrm>
              <a:off x="1408579" y="-1903365"/>
              <a:ext cx="352262" cy="243256"/>
            </a:xfrm>
            <a:custGeom>
              <a:rect b="b" l="l" r="r" t="t"/>
              <a:pathLst>
                <a:path extrusionOk="0" h="7391" w="10703">
                  <a:moveTo>
                    <a:pt x="406" y="0"/>
                  </a:moveTo>
                  <a:cubicBezTo>
                    <a:pt x="185" y="0"/>
                    <a:pt x="0" y="321"/>
                    <a:pt x="219" y="486"/>
                  </a:cubicBezTo>
                  <a:cubicBezTo>
                    <a:pt x="3421" y="2987"/>
                    <a:pt x="7024" y="5022"/>
                    <a:pt x="10359" y="7357"/>
                  </a:cubicBezTo>
                  <a:cubicBezTo>
                    <a:pt x="10394" y="7381"/>
                    <a:pt x="10428" y="7391"/>
                    <a:pt x="10460" y="7391"/>
                  </a:cubicBezTo>
                  <a:cubicBezTo>
                    <a:pt x="10609" y="7391"/>
                    <a:pt x="10703" y="7167"/>
                    <a:pt x="10593" y="7057"/>
                  </a:cubicBezTo>
                  <a:cubicBezTo>
                    <a:pt x="7891" y="4021"/>
                    <a:pt x="3721" y="2520"/>
                    <a:pt x="552" y="52"/>
                  </a:cubicBezTo>
                  <a:cubicBezTo>
                    <a:pt x="504" y="16"/>
                    <a:pt x="454" y="0"/>
                    <a:pt x="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68"/>
            <p:cNvSpPr/>
            <p:nvPr/>
          </p:nvSpPr>
          <p:spPr>
            <a:xfrm>
              <a:off x="1453572" y="-1902707"/>
              <a:ext cx="427270" cy="286405"/>
            </a:xfrm>
            <a:custGeom>
              <a:rect b="b" l="l" r="r" t="t"/>
              <a:pathLst>
                <a:path extrusionOk="0" h="8702" w="12982">
                  <a:moveTo>
                    <a:pt x="479" y="0"/>
                  </a:moveTo>
                  <a:cubicBezTo>
                    <a:pt x="185" y="0"/>
                    <a:pt x="1" y="425"/>
                    <a:pt x="320" y="599"/>
                  </a:cubicBezTo>
                  <a:cubicBezTo>
                    <a:pt x="4689" y="2901"/>
                    <a:pt x="8592" y="5903"/>
                    <a:pt x="12662" y="8671"/>
                  </a:cubicBezTo>
                  <a:cubicBezTo>
                    <a:pt x="12690" y="8693"/>
                    <a:pt x="12722" y="8702"/>
                    <a:pt x="12753" y="8702"/>
                  </a:cubicBezTo>
                  <a:cubicBezTo>
                    <a:pt x="12868" y="8702"/>
                    <a:pt x="12981" y="8576"/>
                    <a:pt x="12929" y="8471"/>
                  </a:cubicBezTo>
                  <a:cubicBezTo>
                    <a:pt x="12328" y="6737"/>
                    <a:pt x="10227" y="5769"/>
                    <a:pt x="8792" y="4802"/>
                  </a:cubicBezTo>
                  <a:cubicBezTo>
                    <a:pt x="6190" y="3067"/>
                    <a:pt x="3455" y="1433"/>
                    <a:pt x="620" y="32"/>
                  </a:cubicBezTo>
                  <a:cubicBezTo>
                    <a:pt x="571" y="10"/>
                    <a:pt x="524" y="0"/>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68"/>
            <p:cNvSpPr/>
            <p:nvPr/>
          </p:nvSpPr>
          <p:spPr>
            <a:xfrm>
              <a:off x="1583646" y="-1885230"/>
              <a:ext cx="432339" cy="259252"/>
            </a:xfrm>
            <a:custGeom>
              <a:rect b="b" l="l" r="r" t="t"/>
              <a:pathLst>
                <a:path extrusionOk="0" h="7877" w="13136">
                  <a:moveTo>
                    <a:pt x="401" y="0"/>
                  </a:moveTo>
                  <a:cubicBezTo>
                    <a:pt x="184" y="0"/>
                    <a:pt x="0" y="306"/>
                    <a:pt x="204" y="535"/>
                  </a:cubicBezTo>
                  <a:cubicBezTo>
                    <a:pt x="1705" y="2203"/>
                    <a:pt x="3773" y="3237"/>
                    <a:pt x="5741" y="4304"/>
                  </a:cubicBezTo>
                  <a:cubicBezTo>
                    <a:pt x="8076" y="5539"/>
                    <a:pt x="10311" y="7073"/>
                    <a:pt x="12879" y="7874"/>
                  </a:cubicBezTo>
                  <a:cubicBezTo>
                    <a:pt x="12890" y="7876"/>
                    <a:pt x="12901" y="7877"/>
                    <a:pt x="12911" y="7877"/>
                  </a:cubicBezTo>
                  <a:cubicBezTo>
                    <a:pt x="13058" y="7877"/>
                    <a:pt x="13135" y="7667"/>
                    <a:pt x="12979" y="7573"/>
                  </a:cubicBezTo>
                  <a:cubicBezTo>
                    <a:pt x="9143" y="4871"/>
                    <a:pt x="3840" y="3604"/>
                    <a:pt x="604" y="101"/>
                  </a:cubicBezTo>
                  <a:cubicBezTo>
                    <a:pt x="540" y="30"/>
                    <a:pt x="469" y="0"/>
                    <a:pt x="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68"/>
            <p:cNvSpPr/>
            <p:nvPr/>
          </p:nvSpPr>
          <p:spPr>
            <a:xfrm>
              <a:off x="1705953" y="-1812919"/>
              <a:ext cx="60065" cy="26560"/>
            </a:xfrm>
            <a:custGeom>
              <a:rect b="b" l="l" r="r" t="t"/>
              <a:pathLst>
                <a:path extrusionOk="0" h="807" w="1825">
                  <a:moveTo>
                    <a:pt x="102" y="1"/>
                  </a:moveTo>
                  <a:cubicBezTo>
                    <a:pt x="44" y="1"/>
                    <a:pt x="1" y="113"/>
                    <a:pt x="90" y="173"/>
                  </a:cubicBezTo>
                  <a:cubicBezTo>
                    <a:pt x="657" y="339"/>
                    <a:pt x="1191" y="606"/>
                    <a:pt x="1725" y="806"/>
                  </a:cubicBezTo>
                  <a:cubicBezTo>
                    <a:pt x="1791" y="806"/>
                    <a:pt x="1825" y="706"/>
                    <a:pt x="1758" y="706"/>
                  </a:cubicBezTo>
                  <a:cubicBezTo>
                    <a:pt x="1224" y="473"/>
                    <a:pt x="691" y="206"/>
                    <a:pt x="124" y="6"/>
                  </a:cubicBezTo>
                  <a:cubicBezTo>
                    <a:pt x="116" y="2"/>
                    <a:pt x="109" y="1"/>
                    <a:pt x="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68"/>
            <p:cNvSpPr/>
            <p:nvPr/>
          </p:nvSpPr>
          <p:spPr>
            <a:xfrm>
              <a:off x="1553135" y="-1924496"/>
              <a:ext cx="379777" cy="228939"/>
            </a:xfrm>
            <a:custGeom>
              <a:rect b="b" l="l" r="r" t="t"/>
              <a:pathLst>
                <a:path extrusionOk="0" h="6956" w="11539">
                  <a:moveTo>
                    <a:pt x="355" y="0"/>
                  </a:moveTo>
                  <a:cubicBezTo>
                    <a:pt x="141" y="0"/>
                    <a:pt x="0" y="317"/>
                    <a:pt x="230" y="460"/>
                  </a:cubicBezTo>
                  <a:cubicBezTo>
                    <a:pt x="3899" y="2429"/>
                    <a:pt x="7302" y="5297"/>
                    <a:pt x="11138" y="6932"/>
                  </a:cubicBezTo>
                  <a:cubicBezTo>
                    <a:pt x="11171" y="6948"/>
                    <a:pt x="11205" y="6956"/>
                    <a:pt x="11237" y="6956"/>
                  </a:cubicBezTo>
                  <a:cubicBezTo>
                    <a:pt x="11403" y="6956"/>
                    <a:pt x="11538" y="6765"/>
                    <a:pt x="11371" y="6598"/>
                  </a:cubicBezTo>
                  <a:cubicBezTo>
                    <a:pt x="8369" y="3796"/>
                    <a:pt x="4133" y="1861"/>
                    <a:pt x="463" y="27"/>
                  </a:cubicBezTo>
                  <a:cubicBezTo>
                    <a:pt x="426" y="8"/>
                    <a:pt x="390"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68"/>
            <p:cNvSpPr/>
            <p:nvPr/>
          </p:nvSpPr>
          <p:spPr>
            <a:xfrm>
              <a:off x="1526706" y="-1911396"/>
              <a:ext cx="397583" cy="242203"/>
            </a:xfrm>
            <a:custGeom>
              <a:rect b="b" l="l" r="r" t="t"/>
              <a:pathLst>
                <a:path extrusionOk="0" h="7359" w="12080">
                  <a:moveTo>
                    <a:pt x="319" y="0"/>
                  </a:moveTo>
                  <a:cubicBezTo>
                    <a:pt x="116" y="0"/>
                    <a:pt x="0" y="287"/>
                    <a:pt x="199" y="429"/>
                  </a:cubicBezTo>
                  <a:cubicBezTo>
                    <a:pt x="3935" y="2798"/>
                    <a:pt x="7804" y="5266"/>
                    <a:pt x="11707" y="7334"/>
                  </a:cubicBezTo>
                  <a:cubicBezTo>
                    <a:pt x="11741" y="7351"/>
                    <a:pt x="11774" y="7358"/>
                    <a:pt x="11806" y="7358"/>
                  </a:cubicBezTo>
                  <a:cubicBezTo>
                    <a:pt x="11964" y="7358"/>
                    <a:pt x="12080" y="7173"/>
                    <a:pt x="11941" y="7034"/>
                  </a:cubicBezTo>
                  <a:cubicBezTo>
                    <a:pt x="8672" y="4065"/>
                    <a:pt x="4202" y="2297"/>
                    <a:pt x="433" y="29"/>
                  </a:cubicBezTo>
                  <a:cubicBezTo>
                    <a:pt x="393" y="9"/>
                    <a:pt x="35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68"/>
            <p:cNvSpPr/>
            <p:nvPr/>
          </p:nvSpPr>
          <p:spPr>
            <a:xfrm>
              <a:off x="1747787" y="-1846557"/>
              <a:ext cx="302104" cy="257343"/>
            </a:xfrm>
            <a:custGeom>
              <a:rect b="b" l="l" r="r" t="t"/>
              <a:pathLst>
                <a:path extrusionOk="0" h="7819" w="9179">
                  <a:moveTo>
                    <a:pt x="522" y="1"/>
                  </a:moveTo>
                  <a:cubicBezTo>
                    <a:pt x="243" y="1"/>
                    <a:pt x="0" y="352"/>
                    <a:pt x="287" y="561"/>
                  </a:cubicBezTo>
                  <a:cubicBezTo>
                    <a:pt x="1688" y="1762"/>
                    <a:pt x="3156" y="2863"/>
                    <a:pt x="4590" y="3997"/>
                  </a:cubicBezTo>
                  <a:cubicBezTo>
                    <a:pt x="6058" y="5164"/>
                    <a:pt x="7259" y="6765"/>
                    <a:pt x="8793" y="7766"/>
                  </a:cubicBezTo>
                  <a:cubicBezTo>
                    <a:pt x="8844" y="7803"/>
                    <a:pt x="8893" y="7818"/>
                    <a:pt x="8936" y="7818"/>
                  </a:cubicBezTo>
                  <a:cubicBezTo>
                    <a:pt x="9089" y="7818"/>
                    <a:pt x="9179" y="7622"/>
                    <a:pt x="9127" y="7466"/>
                  </a:cubicBezTo>
                  <a:cubicBezTo>
                    <a:pt x="8459" y="5965"/>
                    <a:pt x="6858" y="4797"/>
                    <a:pt x="5591" y="3797"/>
                  </a:cubicBezTo>
                  <a:cubicBezTo>
                    <a:pt x="4023" y="2529"/>
                    <a:pt x="2322" y="1361"/>
                    <a:pt x="754" y="94"/>
                  </a:cubicBezTo>
                  <a:cubicBezTo>
                    <a:pt x="681" y="28"/>
                    <a:pt x="600"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68"/>
            <p:cNvSpPr/>
            <p:nvPr/>
          </p:nvSpPr>
          <p:spPr>
            <a:xfrm>
              <a:off x="1767469" y="-1836024"/>
              <a:ext cx="377473" cy="283508"/>
            </a:xfrm>
            <a:custGeom>
              <a:rect b="b" l="l" r="r" t="t"/>
              <a:pathLst>
                <a:path extrusionOk="0" h="8614" w="11469">
                  <a:moveTo>
                    <a:pt x="328" y="1"/>
                  </a:moveTo>
                  <a:cubicBezTo>
                    <a:pt x="125" y="1"/>
                    <a:pt x="0" y="302"/>
                    <a:pt x="223" y="441"/>
                  </a:cubicBezTo>
                  <a:cubicBezTo>
                    <a:pt x="2024" y="1642"/>
                    <a:pt x="3825" y="2909"/>
                    <a:pt x="5560" y="4210"/>
                  </a:cubicBezTo>
                  <a:cubicBezTo>
                    <a:pt x="7428" y="5578"/>
                    <a:pt x="8996" y="7446"/>
                    <a:pt x="11064" y="8580"/>
                  </a:cubicBezTo>
                  <a:cubicBezTo>
                    <a:pt x="11104" y="8603"/>
                    <a:pt x="11143" y="8613"/>
                    <a:pt x="11180" y="8613"/>
                  </a:cubicBezTo>
                  <a:cubicBezTo>
                    <a:pt x="11355" y="8613"/>
                    <a:pt x="11469" y="8379"/>
                    <a:pt x="11331" y="8213"/>
                  </a:cubicBezTo>
                  <a:cubicBezTo>
                    <a:pt x="8395" y="4744"/>
                    <a:pt x="4225" y="2409"/>
                    <a:pt x="456" y="41"/>
                  </a:cubicBezTo>
                  <a:cubicBezTo>
                    <a:pt x="412" y="13"/>
                    <a:pt x="368" y="1"/>
                    <a:pt x="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68"/>
            <p:cNvSpPr/>
            <p:nvPr/>
          </p:nvSpPr>
          <p:spPr>
            <a:xfrm>
              <a:off x="1922032" y="-1788892"/>
              <a:ext cx="316585" cy="245823"/>
            </a:xfrm>
            <a:custGeom>
              <a:rect b="b" l="l" r="r" t="t"/>
              <a:pathLst>
                <a:path extrusionOk="0" h="7469" w="9619">
                  <a:moveTo>
                    <a:pt x="491" y="0"/>
                  </a:moveTo>
                  <a:cubicBezTo>
                    <a:pt x="191" y="0"/>
                    <a:pt x="1" y="491"/>
                    <a:pt x="330" y="710"/>
                  </a:cubicBezTo>
                  <a:cubicBezTo>
                    <a:pt x="1764" y="1778"/>
                    <a:pt x="3299" y="2745"/>
                    <a:pt x="4800" y="3746"/>
                  </a:cubicBezTo>
                  <a:cubicBezTo>
                    <a:pt x="6401" y="4847"/>
                    <a:pt x="7669" y="6214"/>
                    <a:pt x="9170" y="7415"/>
                  </a:cubicBezTo>
                  <a:cubicBezTo>
                    <a:pt x="9215" y="7452"/>
                    <a:pt x="9271" y="7468"/>
                    <a:pt x="9326" y="7468"/>
                  </a:cubicBezTo>
                  <a:cubicBezTo>
                    <a:pt x="9473" y="7468"/>
                    <a:pt x="9618" y="7351"/>
                    <a:pt x="9570" y="7182"/>
                  </a:cubicBezTo>
                  <a:cubicBezTo>
                    <a:pt x="9036" y="5580"/>
                    <a:pt x="7435" y="4513"/>
                    <a:pt x="6101" y="3579"/>
                  </a:cubicBezTo>
                  <a:cubicBezTo>
                    <a:pt x="4366" y="2311"/>
                    <a:pt x="2465" y="1311"/>
                    <a:pt x="697" y="76"/>
                  </a:cubicBezTo>
                  <a:cubicBezTo>
                    <a:pt x="626" y="23"/>
                    <a:pt x="556" y="0"/>
                    <a:pt x="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68"/>
            <p:cNvSpPr/>
            <p:nvPr/>
          </p:nvSpPr>
          <p:spPr>
            <a:xfrm>
              <a:off x="2058755" y="-1762956"/>
              <a:ext cx="276037" cy="196553"/>
            </a:xfrm>
            <a:custGeom>
              <a:rect b="b" l="l" r="r" t="t"/>
              <a:pathLst>
                <a:path extrusionOk="0" h="5972" w="8387">
                  <a:moveTo>
                    <a:pt x="439" y="0"/>
                  </a:moveTo>
                  <a:cubicBezTo>
                    <a:pt x="164" y="0"/>
                    <a:pt x="0" y="428"/>
                    <a:pt x="279" y="623"/>
                  </a:cubicBezTo>
                  <a:cubicBezTo>
                    <a:pt x="2814" y="2424"/>
                    <a:pt x="5449" y="4125"/>
                    <a:pt x="7951" y="5927"/>
                  </a:cubicBezTo>
                  <a:cubicBezTo>
                    <a:pt x="7995" y="5958"/>
                    <a:pt x="8040" y="5972"/>
                    <a:pt x="8081" y="5972"/>
                  </a:cubicBezTo>
                  <a:cubicBezTo>
                    <a:pt x="8259" y="5972"/>
                    <a:pt x="8387" y="5722"/>
                    <a:pt x="8251" y="5560"/>
                  </a:cubicBezTo>
                  <a:cubicBezTo>
                    <a:pt x="6250" y="3125"/>
                    <a:pt x="3148" y="1824"/>
                    <a:pt x="613" y="56"/>
                  </a:cubicBezTo>
                  <a:cubicBezTo>
                    <a:pt x="552" y="17"/>
                    <a:pt x="493" y="0"/>
                    <a:pt x="4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68"/>
            <p:cNvSpPr/>
            <p:nvPr/>
          </p:nvSpPr>
          <p:spPr>
            <a:xfrm>
              <a:off x="2070406" y="-1768716"/>
              <a:ext cx="242861" cy="215182"/>
            </a:xfrm>
            <a:custGeom>
              <a:rect b="b" l="l" r="r" t="t"/>
              <a:pathLst>
                <a:path extrusionOk="0" h="6538" w="7379">
                  <a:moveTo>
                    <a:pt x="518" y="0"/>
                  </a:moveTo>
                  <a:cubicBezTo>
                    <a:pt x="241" y="0"/>
                    <a:pt x="1" y="332"/>
                    <a:pt x="259" y="564"/>
                  </a:cubicBezTo>
                  <a:cubicBezTo>
                    <a:pt x="1393" y="1565"/>
                    <a:pt x="2560" y="2532"/>
                    <a:pt x="3694" y="3500"/>
                  </a:cubicBezTo>
                  <a:cubicBezTo>
                    <a:pt x="4795" y="4467"/>
                    <a:pt x="5762" y="5701"/>
                    <a:pt x="6997" y="6502"/>
                  </a:cubicBezTo>
                  <a:cubicBezTo>
                    <a:pt x="7034" y="6527"/>
                    <a:pt x="7072" y="6538"/>
                    <a:pt x="7107" y="6538"/>
                  </a:cubicBezTo>
                  <a:cubicBezTo>
                    <a:pt x="7261" y="6538"/>
                    <a:pt x="7378" y="6331"/>
                    <a:pt x="7297" y="6168"/>
                  </a:cubicBezTo>
                  <a:cubicBezTo>
                    <a:pt x="6730" y="4967"/>
                    <a:pt x="5562" y="4100"/>
                    <a:pt x="4595" y="3266"/>
                  </a:cubicBezTo>
                  <a:cubicBezTo>
                    <a:pt x="3327" y="2165"/>
                    <a:pt x="2026" y="1165"/>
                    <a:pt x="759" y="97"/>
                  </a:cubicBezTo>
                  <a:cubicBezTo>
                    <a:pt x="683" y="29"/>
                    <a:pt x="599" y="0"/>
                    <a:pt x="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68"/>
            <p:cNvSpPr/>
            <p:nvPr/>
          </p:nvSpPr>
          <p:spPr>
            <a:xfrm>
              <a:off x="2079721" y="-1723328"/>
              <a:ext cx="187338" cy="168315"/>
            </a:xfrm>
            <a:custGeom>
              <a:rect b="b" l="l" r="r" t="t"/>
              <a:pathLst>
                <a:path extrusionOk="0" h="5114" w="5692">
                  <a:moveTo>
                    <a:pt x="590" y="0"/>
                  </a:moveTo>
                  <a:cubicBezTo>
                    <a:pt x="268" y="0"/>
                    <a:pt x="0" y="403"/>
                    <a:pt x="309" y="686"/>
                  </a:cubicBezTo>
                  <a:cubicBezTo>
                    <a:pt x="1143" y="1487"/>
                    <a:pt x="2044" y="2254"/>
                    <a:pt x="2911" y="3021"/>
                  </a:cubicBezTo>
                  <a:cubicBezTo>
                    <a:pt x="3678" y="3722"/>
                    <a:pt x="4379" y="4556"/>
                    <a:pt x="5246" y="5089"/>
                  </a:cubicBezTo>
                  <a:cubicBezTo>
                    <a:pt x="5284" y="5106"/>
                    <a:pt x="5322" y="5113"/>
                    <a:pt x="5359" y="5113"/>
                  </a:cubicBezTo>
                  <a:cubicBezTo>
                    <a:pt x="5546" y="5113"/>
                    <a:pt x="5691" y="4918"/>
                    <a:pt x="5580" y="4723"/>
                  </a:cubicBezTo>
                  <a:cubicBezTo>
                    <a:pt x="5113" y="3822"/>
                    <a:pt x="4212" y="3155"/>
                    <a:pt x="3478" y="2454"/>
                  </a:cubicBezTo>
                  <a:cubicBezTo>
                    <a:pt x="2611" y="1687"/>
                    <a:pt x="1710" y="886"/>
                    <a:pt x="876" y="119"/>
                  </a:cubicBezTo>
                  <a:cubicBezTo>
                    <a:pt x="785" y="36"/>
                    <a:pt x="685" y="0"/>
                    <a:pt x="5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68"/>
            <p:cNvSpPr/>
            <p:nvPr/>
          </p:nvSpPr>
          <p:spPr>
            <a:xfrm>
              <a:off x="2173426" y="-1786720"/>
              <a:ext cx="286964" cy="263629"/>
            </a:xfrm>
            <a:custGeom>
              <a:rect b="b" l="l" r="r" t="t"/>
              <a:pathLst>
                <a:path extrusionOk="0" h="8010" w="8719">
                  <a:moveTo>
                    <a:pt x="502" y="1"/>
                  </a:moveTo>
                  <a:cubicBezTo>
                    <a:pt x="242" y="1"/>
                    <a:pt x="0" y="355"/>
                    <a:pt x="231" y="611"/>
                  </a:cubicBezTo>
                  <a:cubicBezTo>
                    <a:pt x="1432" y="2012"/>
                    <a:pt x="2966" y="3013"/>
                    <a:pt x="4367" y="4147"/>
                  </a:cubicBezTo>
                  <a:cubicBezTo>
                    <a:pt x="5801" y="5314"/>
                    <a:pt x="6802" y="7049"/>
                    <a:pt x="8370" y="7983"/>
                  </a:cubicBezTo>
                  <a:cubicBezTo>
                    <a:pt x="8401" y="8001"/>
                    <a:pt x="8433" y="8010"/>
                    <a:pt x="8464" y="8010"/>
                  </a:cubicBezTo>
                  <a:cubicBezTo>
                    <a:pt x="8601" y="8010"/>
                    <a:pt x="8718" y="7852"/>
                    <a:pt x="8637" y="7716"/>
                  </a:cubicBezTo>
                  <a:cubicBezTo>
                    <a:pt x="7669" y="6315"/>
                    <a:pt x="6535" y="5047"/>
                    <a:pt x="5301" y="3947"/>
                  </a:cubicBezTo>
                  <a:cubicBezTo>
                    <a:pt x="3833" y="2579"/>
                    <a:pt x="2065" y="1612"/>
                    <a:pt x="731" y="111"/>
                  </a:cubicBezTo>
                  <a:cubicBezTo>
                    <a:pt x="661" y="33"/>
                    <a:pt x="581" y="1"/>
                    <a:pt x="5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68"/>
            <p:cNvSpPr/>
            <p:nvPr/>
          </p:nvSpPr>
          <p:spPr>
            <a:xfrm>
              <a:off x="2265946" y="-1756735"/>
              <a:ext cx="208698" cy="214162"/>
            </a:xfrm>
            <a:custGeom>
              <a:rect b="b" l="l" r="r" t="t"/>
              <a:pathLst>
                <a:path extrusionOk="0" h="6507" w="6341">
                  <a:moveTo>
                    <a:pt x="522" y="0"/>
                  </a:moveTo>
                  <a:cubicBezTo>
                    <a:pt x="259" y="0"/>
                    <a:pt x="0" y="275"/>
                    <a:pt x="188" y="534"/>
                  </a:cubicBezTo>
                  <a:cubicBezTo>
                    <a:pt x="922" y="1601"/>
                    <a:pt x="1956" y="2302"/>
                    <a:pt x="2924" y="3102"/>
                  </a:cubicBezTo>
                  <a:cubicBezTo>
                    <a:pt x="4024" y="4036"/>
                    <a:pt x="4958" y="5337"/>
                    <a:pt x="5926" y="6438"/>
                  </a:cubicBezTo>
                  <a:cubicBezTo>
                    <a:pt x="5964" y="6486"/>
                    <a:pt x="6016" y="6506"/>
                    <a:pt x="6069" y="6506"/>
                  </a:cubicBezTo>
                  <a:cubicBezTo>
                    <a:pt x="6201" y="6506"/>
                    <a:pt x="6340" y="6381"/>
                    <a:pt x="6293" y="6238"/>
                  </a:cubicBezTo>
                  <a:cubicBezTo>
                    <a:pt x="5859" y="5137"/>
                    <a:pt x="4958" y="4303"/>
                    <a:pt x="4225" y="3403"/>
                  </a:cubicBezTo>
                  <a:cubicBezTo>
                    <a:pt x="3191" y="2168"/>
                    <a:pt x="1723" y="1468"/>
                    <a:pt x="822" y="167"/>
                  </a:cubicBezTo>
                  <a:cubicBezTo>
                    <a:pt x="743" y="49"/>
                    <a:pt x="632" y="0"/>
                    <a:pt x="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68"/>
            <p:cNvSpPr/>
            <p:nvPr/>
          </p:nvSpPr>
          <p:spPr>
            <a:xfrm>
              <a:off x="1428261" y="-1815552"/>
              <a:ext cx="39692" cy="39824"/>
            </a:xfrm>
            <a:custGeom>
              <a:rect b="b" l="l" r="r" t="t"/>
              <a:pathLst>
                <a:path extrusionOk="0" h="1210" w="1206">
                  <a:moveTo>
                    <a:pt x="144" y="1"/>
                  </a:moveTo>
                  <a:cubicBezTo>
                    <a:pt x="78" y="1"/>
                    <a:pt x="0" y="99"/>
                    <a:pt x="54" y="153"/>
                  </a:cubicBezTo>
                  <a:cubicBezTo>
                    <a:pt x="421" y="520"/>
                    <a:pt x="755" y="853"/>
                    <a:pt x="1089" y="1187"/>
                  </a:cubicBezTo>
                  <a:cubicBezTo>
                    <a:pt x="1105" y="1203"/>
                    <a:pt x="1121" y="1209"/>
                    <a:pt x="1135" y="1209"/>
                  </a:cubicBezTo>
                  <a:cubicBezTo>
                    <a:pt x="1180" y="1209"/>
                    <a:pt x="1206" y="1145"/>
                    <a:pt x="1155" y="1120"/>
                  </a:cubicBezTo>
                  <a:cubicBezTo>
                    <a:pt x="855" y="753"/>
                    <a:pt x="521" y="386"/>
                    <a:pt x="188" y="19"/>
                  </a:cubicBezTo>
                  <a:cubicBezTo>
                    <a:pt x="175" y="6"/>
                    <a:pt x="16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68"/>
            <p:cNvSpPr/>
            <p:nvPr/>
          </p:nvSpPr>
          <p:spPr>
            <a:xfrm>
              <a:off x="1294599" y="-1906755"/>
              <a:ext cx="280941" cy="187667"/>
            </a:xfrm>
            <a:custGeom>
              <a:rect b="b" l="l" r="r" t="t"/>
              <a:pathLst>
                <a:path extrusionOk="0" h="5702" w="8536">
                  <a:moveTo>
                    <a:pt x="386" y="0"/>
                  </a:moveTo>
                  <a:cubicBezTo>
                    <a:pt x="175" y="0"/>
                    <a:pt x="0" y="284"/>
                    <a:pt x="179" y="489"/>
                  </a:cubicBezTo>
                  <a:cubicBezTo>
                    <a:pt x="1147" y="1623"/>
                    <a:pt x="2381" y="2523"/>
                    <a:pt x="3648" y="3324"/>
                  </a:cubicBezTo>
                  <a:cubicBezTo>
                    <a:pt x="5049" y="4158"/>
                    <a:pt x="6584" y="5225"/>
                    <a:pt x="8152" y="5692"/>
                  </a:cubicBezTo>
                  <a:cubicBezTo>
                    <a:pt x="8174" y="5699"/>
                    <a:pt x="8197" y="5702"/>
                    <a:pt x="8218" y="5702"/>
                  </a:cubicBezTo>
                  <a:cubicBezTo>
                    <a:pt x="8414" y="5702"/>
                    <a:pt x="8536" y="5442"/>
                    <a:pt x="8385" y="5292"/>
                  </a:cubicBezTo>
                  <a:cubicBezTo>
                    <a:pt x="7485" y="4325"/>
                    <a:pt x="6050" y="3758"/>
                    <a:pt x="4883" y="3090"/>
                  </a:cubicBezTo>
                  <a:cubicBezTo>
                    <a:pt x="3348" y="2256"/>
                    <a:pt x="1780" y="1389"/>
                    <a:pt x="580" y="88"/>
                  </a:cubicBezTo>
                  <a:cubicBezTo>
                    <a:pt x="518" y="26"/>
                    <a:pt x="45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68"/>
            <p:cNvSpPr/>
            <p:nvPr/>
          </p:nvSpPr>
          <p:spPr>
            <a:xfrm>
              <a:off x="1415754" y="-1928018"/>
              <a:ext cx="435432" cy="91595"/>
            </a:xfrm>
            <a:custGeom>
              <a:rect b="b" l="l" r="r" t="t"/>
              <a:pathLst>
                <a:path extrusionOk="0" h="2783" w="13230">
                  <a:moveTo>
                    <a:pt x="1" y="0"/>
                  </a:moveTo>
                  <a:lnTo>
                    <a:pt x="1" y="0"/>
                  </a:lnTo>
                  <a:cubicBezTo>
                    <a:pt x="4237" y="1468"/>
                    <a:pt x="8807" y="1268"/>
                    <a:pt x="13043" y="2769"/>
                  </a:cubicBezTo>
                  <a:cubicBezTo>
                    <a:pt x="13062" y="2778"/>
                    <a:pt x="13080" y="2783"/>
                    <a:pt x="13096" y="2783"/>
                  </a:cubicBezTo>
                  <a:cubicBezTo>
                    <a:pt x="13192" y="2783"/>
                    <a:pt x="13229" y="2631"/>
                    <a:pt x="13144" y="2602"/>
                  </a:cubicBezTo>
                  <a:cubicBezTo>
                    <a:pt x="9074" y="334"/>
                    <a:pt x="4304" y="133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68"/>
            <p:cNvSpPr/>
            <p:nvPr/>
          </p:nvSpPr>
          <p:spPr>
            <a:xfrm>
              <a:off x="1277418" y="-1912647"/>
              <a:ext cx="651503" cy="94722"/>
            </a:xfrm>
            <a:custGeom>
              <a:rect b="b" l="l" r="r" t="t"/>
              <a:pathLst>
                <a:path extrusionOk="0" h="2878" w="19795">
                  <a:moveTo>
                    <a:pt x="268" y="234"/>
                  </a:moveTo>
                  <a:cubicBezTo>
                    <a:pt x="1" y="234"/>
                    <a:pt x="1" y="634"/>
                    <a:pt x="268" y="668"/>
                  </a:cubicBezTo>
                  <a:cubicBezTo>
                    <a:pt x="3370" y="801"/>
                    <a:pt x="6472" y="901"/>
                    <a:pt x="9541" y="1168"/>
                  </a:cubicBezTo>
                  <a:cubicBezTo>
                    <a:pt x="12943" y="1468"/>
                    <a:pt x="16146" y="2235"/>
                    <a:pt x="19481" y="2869"/>
                  </a:cubicBezTo>
                  <a:cubicBezTo>
                    <a:pt x="19502" y="2875"/>
                    <a:pt x="19522" y="2878"/>
                    <a:pt x="19541" y="2878"/>
                  </a:cubicBezTo>
                  <a:cubicBezTo>
                    <a:pt x="19730" y="2878"/>
                    <a:pt x="19794" y="2593"/>
                    <a:pt x="19581" y="2502"/>
                  </a:cubicBezTo>
                  <a:cubicBezTo>
                    <a:pt x="13611" y="0"/>
                    <a:pt x="6606" y="334"/>
                    <a:pt x="268" y="23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68"/>
            <p:cNvSpPr/>
            <p:nvPr/>
          </p:nvSpPr>
          <p:spPr>
            <a:xfrm>
              <a:off x="1415030" y="-1906525"/>
              <a:ext cx="702287" cy="143268"/>
            </a:xfrm>
            <a:custGeom>
              <a:rect b="b" l="l" r="r" t="t"/>
              <a:pathLst>
                <a:path extrusionOk="0" h="4353" w="21338">
                  <a:moveTo>
                    <a:pt x="1799" y="0"/>
                  </a:moveTo>
                  <a:cubicBezTo>
                    <a:pt x="1159" y="0"/>
                    <a:pt x="600" y="113"/>
                    <a:pt x="223" y="415"/>
                  </a:cubicBezTo>
                  <a:cubicBezTo>
                    <a:pt x="1" y="588"/>
                    <a:pt x="199" y="870"/>
                    <a:pt x="411" y="870"/>
                  </a:cubicBezTo>
                  <a:cubicBezTo>
                    <a:pt x="486" y="870"/>
                    <a:pt x="563" y="835"/>
                    <a:pt x="623" y="748"/>
                  </a:cubicBezTo>
                  <a:cubicBezTo>
                    <a:pt x="759" y="558"/>
                    <a:pt x="1083" y="481"/>
                    <a:pt x="1520" y="481"/>
                  </a:cubicBezTo>
                  <a:cubicBezTo>
                    <a:pt x="3229" y="481"/>
                    <a:pt x="6678" y="1650"/>
                    <a:pt x="7528" y="1782"/>
                  </a:cubicBezTo>
                  <a:cubicBezTo>
                    <a:pt x="12065" y="2450"/>
                    <a:pt x="16501" y="3817"/>
                    <a:pt x="21038" y="4351"/>
                  </a:cubicBezTo>
                  <a:cubicBezTo>
                    <a:pt x="21050" y="4352"/>
                    <a:pt x="21061" y="4353"/>
                    <a:pt x="21072" y="4353"/>
                  </a:cubicBezTo>
                  <a:cubicBezTo>
                    <a:pt x="21338" y="4353"/>
                    <a:pt x="21329" y="3980"/>
                    <a:pt x="21105" y="3884"/>
                  </a:cubicBezTo>
                  <a:cubicBezTo>
                    <a:pt x="16635" y="2049"/>
                    <a:pt x="11331" y="1782"/>
                    <a:pt x="6594" y="915"/>
                  </a:cubicBezTo>
                  <a:cubicBezTo>
                    <a:pt x="5565" y="724"/>
                    <a:pt x="3421" y="0"/>
                    <a:pt x="17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68"/>
            <p:cNvSpPr/>
            <p:nvPr/>
          </p:nvSpPr>
          <p:spPr>
            <a:xfrm>
              <a:off x="665882" y="-1702362"/>
              <a:ext cx="205374" cy="52133"/>
            </a:xfrm>
            <a:custGeom>
              <a:rect b="b" l="l" r="r" t="t"/>
              <a:pathLst>
                <a:path extrusionOk="0" h="1584" w="6240">
                  <a:moveTo>
                    <a:pt x="5898" y="0"/>
                  </a:moveTo>
                  <a:cubicBezTo>
                    <a:pt x="5869" y="0"/>
                    <a:pt x="5838" y="5"/>
                    <a:pt x="5805" y="16"/>
                  </a:cubicBezTo>
                  <a:cubicBezTo>
                    <a:pt x="4004" y="817"/>
                    <a:pt x="2002" y="883"/>
                    <a:pt x="101" y="1384"/>
                  </a:cubicBezTo>
                  <a:cubicBezTo>
                    <a:pt x="1" y="1384"/>
                    <a:pt x="1" y="1584"/>
                    <a:pt x="134" y="1584"/>
                  </a:cubicBezTo>
                  <a:cubicBezTo>
                    <a:pt x="2069" y="1384"/>
                    <a:pt x="4137" y="1183"/>
                    <a:pt x="5972" y="416"/>
                  </a:cubicBezTo>
                  <a:cubicBezTo>
                    <a:pt x="6239" y="327"/>
                    <a:pt x="6136" y="0"/>
                    <a:pt x="5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68"/>
            <p:cNvSpPr/>
            <p:nvPr/>
          </p:nvSpPr>
          <p:spPr>
            <a:xfrm>
              <a:off x="560822" y="-1682285"/>
              <a:ext cx="376256" cy="96960"/>
            </a:xfrm>
            <a:custGeom>
              <a:rect b="b" l="l" r="r" t="t"/>
              <a:pathLst>
                <a:path extrusionOk="0" h="2946" w="11432">
                  <a:moveTo>
                    <a:pt x="10063" y="0"/>
                  </a:moveTo>
                  <a:cubicBezTo>
                    <a:pt x="8741" y="0"/>
                    <a:pt x="7478" y="300"/>
                    <a:pt x="6195" y="640"/>
                  </a:cubicBezTo>
                  <a:cubicBezTo>
                    <a:pt x="4127" y="1207"/>
                    <a:pt x="1959" y="1507"/>
                    <a:pt x="124" y="2708"/>
                  </a:cubicBezTo>
                  <a:cubicBezTo>
                    <a:pt x="1" y="2770"/>
                    <a:pt x="48" y="2946"/>
                    <a:pt x="188" y="2946"/>
                  </a:cubicBezTo>
                  <a:cubicBezTo>
                    <a:pt x="199" y="2946"/>
                    <a:pt x="211" y="2944"/>
                    <a:pt x="224" y="2942"/>
                  </a:cubicBezTo>
                  <a:cubicBezTo>
                    <a:pt x="3593" y="2338"/>
                    <a:pt x="7143" y="493"/>
                    <a:pt x="10616" y="493"/>
                  </a:cubicBezTo>
                  <a:cubicBezTo>
                    <a:pt x="10788" y="493"/>
                    <a:pt x="10960" y="497"/>
                    <a:pt x="11132" y="507"/>
                  </a:cubicBezTo>
                  <a:cubicBezTo>
                    <a:pt x="11143" y="508"/>
                    <a:pt x="11154" y="509"/>
                    <a:pt x="11164" y="509"/>
                  </a:cubicBezTo>
                  <a:cubicBezTo>
                    <a:pt x="11432" y="509"/>
                    <a:pt x="11422" y="105"/>
                    <a:pt x="11165" y="73"/>
                  </a:cubicBezTo>
                  <a:cubicBezTo>
                    <a:pt x="10792" y="23"/>
                    <a:pt x="10426" y="0"/>
                    <a:pt x="10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68"/>
            <p:cNvSpPr/>
            <p:nvPr/>
          </p:nvSpPr>
          <p:spPr>
            <a:xfrm>
              <a:off x="565068" y="-1640913"/>
              <a:ext cx="284035" cy="118189"/>
            </a:xfrm>
            <a:custGeom>
              <a:rect b="b" l="l" r="r" t="t"/>
              <a:pathLst>
                <a:path extrusionOk="0" h="3591" w="8630">
                  <a:moveTo>
                    <a:pt x="8111" y="1"/>
                  </a:moveTo>
                  <a:cubicBezTo>
                    <a:pt x="8076" y="1"/>
                    <a:pt x="8039" y="6"/>
                    <a:pt x="8001" y="17"/>
                  </a:cubicBezTo>
                  <a:cubicBezTo>
                    <a:pt x="5499" y="717"/>
                    <a:pt x="1730" y="1051"/>
                    <a:pt x="62" y="3353"/>
                  </a:cubicBezTo>
                  <a:cubicBezTo>
                    <a:pt x="1" y="3444"/>
                    <a:pt x="106" y="3591"/>
                    <a:pt x="201" y="3591"/>
                  </a:cubicBezTo>
                  <a:cubicBezTo>
                    <a:pt x="211" y="3591"/>
                    <a:pt x="220" y="3589"/>
                    <a:pt x="229" y="3586"/>
                  </a:cubicBezTo>
                  <a:cubicBezTo>
                    <a:pt x="1529" y="3019"/>
                    <a:pt x="2764" y="2352"/>
                    <a:pt x="4098" y="1885"/>
                  </a:cubicBezTo>
                  <a:cubicBezTo>
                    <a:pt x="5466" y="1451"/>
                    <a:pt x="6833" y="1151"/>
                    <a:pt x="8201" y="751"/>
                  </a:cubicBezTo>
                  <a:cubicBezTo>
                    <a:pt x="8629" y="628"/>
                    <a:pt x="8496" y="1"/>
                    <a:pt x="8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68"/>
            <p:cNvSpPr/>
            <p:nvPr/>
          </p:nvSpPr>
          <p:spPr>
            <a:xfrm>
              <a:off x="513788" y="-1589601"/>
              <a:ext cx="251517" cy="119933"/>
            </a:xfrm>
            <a:custGeom>
              <a:rect b="b" l="l" r="r" t="t"/>
              <a:pathLst>
                <a:path extrusionOk="0" h="3644" w="7642">
                  <a:moveTo>
                    <a:pt x="7185" y="0"/>
                  </a:moveTo>
                  <a:cubicBezTo>
                    <a:pt x="7145" y="0"/>
                    <a:pt x="7103" y="8"/>
                    <a:pt x="7057" y="26"/>
                  </a:cubicBezTo>
                  <a:cubicBezTo>
                    <a:pt x="5022" y="826"/>
                    <a:pt x="1186" y="1193"/>
                    <a:pt x="85" y="3361"/>
                  </a:cubicBezTo>
                  <a:cubicBezTo>
                    <a:pt x="1" y="3502"/>
                    <a:pt x="131" y="3643"/>
                    <a:pt x="274" y="3643"/>
                  </a:cubicBezTo>
                  <a:cubicBezTo>
                    <a:pt x="300" y="3643"/>
                    <a:pt x="326" y="3639"/>
                    <a:pt x="352" y="3628"/>
                  </a:cubicBezTo>
                  <a:cubicBezTo>
                    <a:pt x="1520" y="3061"/>
                    <a:pt x="2520" y="2327"/>
                    <a:pt x="3788" y="1894"/>
                  </a:cubicBezTo>
                  <a:cubicBezTo>
                    <a:pt x="4922" y="1493"/>
                    <a:pt x="6090" y="1193"/>
                    <a:pt x="7224" y="726"/>
                  </a:cubicBezTo>
                  <a:cubicBezTo>
                    <a:pt x="7642" y="577"/>
                    <a:pt x="7525" y="0"/>
                    <a:pt x="71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68"/>
            <p:cNvSpPr/>
            <p:nvPr/>
          </p:nvSpPr>
          <p:spPr>
            <a:xfrm>
              <a:off x="490650" y="-1524103"/>
              <a:ext cx="148534" cy="90773"/>
            </a:xfrm>
            <a:custGeom>
              <a:rect b="b" l="l" r="r" t="t"/>
              <a:pathLst>
                <a:path extrusionOk="0" h="2758" w="4513">
                  <a:moveTo>
                    <a:pt x="4286" y="1"/>
                  </a:moveTo>
                  <a:cubicBezTo>
                    <a:pt x="4277" y="1"/>
                    <a:pt x="4267" y="2"/>
                    <a:pt x="4257" y="4"/>
                  </a:cubicBezTo>
                  <a:cubicBezTo>
                    <a:pt x="2690" y="237"/>
                    <a:pt x="1055" y="1405"/>
                    <a:pt x="54" y="2606"/>
                  </a:cubicBezTo>
                  <a:cubicBezTo>
                    <a:pt x="0" y="2660"/>
                    <a:pt x="34" y="2757"/>
                    <a:pt x="102" y="2757"/>
                  </a:cubicBezTo>
                  <a:cubicBezTo>
                    <a:pt x="118" y="2757"/>
                    <a:pt x="135" y="2752"/>
                    <a:pt x="155" y="2739"/>
                  </a:cubicBezTo>
                  <a:cubicBezTo>
                    <a:pt x="1455" y="1772"/>
                    <a:pt x="2656" y="538"/>
                    <a:pt x="4324" y="271"/>
                  </a:cubicBezTo>
                  <a:cubicBezTo>
                    <a:pt x="4513" y="239"/>
                    <a:pt x="4435" y="1"/>
                    <a:pt x="4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68"/>
            <p:cNvSpPr/>
            <p:nvPr/>
          </p:nvSpPr>
          <p:spPr>
            <a:xfrm>
              <a:off x="495258" y="-1502413"/>
              <a:ext cx="149916" cy="103839"/>
            </a:xfrm>
            <a:custGeom>
              <a:rect b="b" l="l" r="r" t="t"/>
              <a:pathLst>
                <a:path extrusionOk="0" h="3155" w="4555">
                  <a:moveTo>
                    <a:pt x="4135" y="0"/>
                  </a:moveTo>
                  <a:cubicBezTo>
                    <a:pt x="4109" y="0"/>
                    <a:pt x="4080" y="4"/>
                    <a:pt x="4051" y="12"/>
                  </a:cubicBezTo>
                  <a:cubicBezTo>
                    <a:pt x="2483" y="446"/>
                    <a:pt x="815" y="1480"/>
                    <a:pt x="48" y="2981"/>
                  </a:cubicBezTo>
                  <a:cubicBezTo>
                    <a:pt x="0" y="3076"/>
                    <a:pt x="55" y="3155"/>
                    <a:pt x="127" y="3155"/>
                  </a:cubicBezTo>
                  <a:cubicBezTo>
                    <a:pt x="155" y="3155"/>
                    <a:pt x="186" y="3143"/>
                    <a:pt x="215" y="3114"/>
                  </a:cubicBezTo>
                  <a:cubicBezTo>
                    <a:pt x="1382" y="2013"/>
                    <a:pt x="2650" y="979"/>
                    <a:pt x="4218" y="579"/>
                  </a:cubicBezTo>
                  <a:cubicBezTo>
                    <a:pt x="4555" y="487"/>
                    <a:pt x="4441" y="0"/>
                    <a:pt x="4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68"/>
            <p:cNvSpPr/>
            <p:nvPr/>
          </p:nvSpPr>
          <p:spPr>
            <a:xfrm>
              <a:off x="2047696" y="-1789386"/>
              <a:ext cx="320930" cy="229499"/>
            </a:xfrm>
            <a:custGeom>
              <a:rect b="b" l="l" r="r" t="t"/>
              <a:pathLst>
                <a:path extrusionOk="0" h="6973" w="9751">
                  <a:moveTo>
                    <a:pt x="383" y="0"/>
                  </a:moveTo>
                  <a:cubicBezTo>
                    <a:pt x="139" y="0"/>
                    <a:pt x="0" y="393"/>
                    <a:pt x="248" y="558"/>
                  </a:cubicBezTo>
                  <a:cubicBezTo>
                    <a:pt x="1482" y="1526"/>
                    <a:pt x="3050" y="2126"/>
                    <a:pt x="4384" y="2927"/>
                  </a:cubicBezTo>
                  <a:cubicBezTo>
                    <a:pt x="6252" y="3994"/>
                    <a:pt x="7620" y="5629"/>
                    <a:pt x="9288" y="6930"/>
                  </a:cubicBezTo>
                  <a:cubicBezTo>
                    <a:pt x="9325" y="6960"/>
                    <a:pt x="9371" y="6973"/>
                    <a:pt x="9418" y="6973"/>
                  </a:cubicBezTo>
                  <a:cubicBezTo>
                    <a:pt x="9580" y="6973"/>
                    <a:pt x="9751" y="6818"/>
                    <a:pt x="9621" y="6663"/>
                  </a:cubicBezTo>
                  <a:cubicBezTo>
                    <a:pt x="8621" y="5195"/>
                    <a:pt x="7253" y="4028"/>
                    <a:pt x="5819" y="2960"/>
                  </a:cubicBezTo>
                  <a:cubicBezTo>
                    <a:pt x="4184" y="1759"/>
                    <a:pt x="2183" y="1226"/>
                    <a:pt x="548" y="58"/>
                  </a:cubicBezTo>
                  <a:cubicBezTo>
                    <a:pt x="490" y="17"/>
                    <a:pt x="434" y="0"/>
                    <a:pt x="3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68"/>
            <p:cNvSpPr/>
            <p:nvPr/>
          </p:nvSpPr>
          <p:spPr>
            <a:xfrm>
              <a:off x="2077088" y="-1807521"/>
              <a:ext cx="202807" cy="189181"/>
            </a:xfrm>
            <a:custGeom>
              <a:rect b="b" l="l" r="r" t="t"/>
              <a:pathLst>
                <a:path extrusionOk="0" h="5748" w="6162">
                  <a:moveTo>
                    <a:pt x="371" y="1"/>
                  </a:moveTo>
                  <a:cubicBezTo>
                    <a:pt x="187" y="1"/>
                    <a:pt x="0" y="268"/>
                    <a:pt x="156" y="476"/>
                  </a:cubicBezTo>
                  <a:cubicBezTo>
                    <a:pt x="1790" y="2377"/>
                    <a:pt x="3858" y="4112"/>
                    <a:pt x="5826" y="5713"/>
                  </a:cubicBezTo>
                  <a:cubicBezTo>
                    <a:pt x="5858" y="5737"/>
                    <a:pt x="5896" y="5747"/>
                    <a:pt x="5933" y="5747"/>
                  </a:cubicBezTo>
                  <a:cubicBezTo>
                    <a:pt x="6050" y="5747"/>
                    <a:pt x="6161" y="5640"/>
                    <a:pt x="6060" y="5513"/>
                  </a:cubicBezTo>
                  <a:cubicBezTo>
                    <a:pt x="4525" y="3444"/>
                    <a:pt x="2190" y="2043"/>
                    <a:pt x="523" y="75"/>
                  </a:cubicBezTo>
                  <a:cubicBezTo>
                    <a:pt x="478" y="23"/>
                    <a:pt x="425"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68"/>
            <p:cNvSpPr/>
            <p:nvPr/>
          </p:nvSpPr>
          <p:spPr>
            <a:xfrm>
              <a:off x="2130309" y="-1806073"/>
              <a:ext cx="137508" cy="132835"/>
            </a:xfrm>
            <a:custGeom>
              <a:rect b="b" l="l" r="r" t="t"/>
              <a:pathLst>
                <a:path extrusionOk="0" h="4036" w="4178">
                  <a:moveTo>
                    <a:pt x="390" y="1"/>
                  </a:moveTo>
                  <a:cubicBezTo>
                    <a:pt x="199" y="1"/>
                    <a:pt x="1" y="200"/>
                    <a:pt x="140" y="432"/>
                  </a:cubicBezTo>
                  <a:cubicBezTo>
                    <a:pt x="974" y="1933"/>
                    <a:pt x="2508" y="2933"/>
                    <a:pt x="3842" y="4001"/>
                  </a:cubicBezTo>
                  <a:cubicBezTo>
                    <a:pt x="3874" y="4025"/>
                    <a:pt x="3912" y="4035"/>
                    <a:pt x="3949" y="4035"/>
                  </a:cubicBezTo>
                  <a:cubicBezTo>
                    <a:pt x="4066" y="4035"/>
                    <a:pt x="4177" y="3928"/>
                    <a:pt x="4076" y="3801"/>
                  </a:cubicBezTo>
                  <a:cubicBezTo>
                    <a:pt x="3075" y="2433"/>
                    <a:pt x="1474" y="1633"/>
                    <a:pt x="607" y="131"/>
                  </a:cubicBezTo>
                  <a:cubicBezTo>
                    <a:pt x="556" y="40"/>
                    <a:pt x="473" y="1"/>
                    <a:pt x="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68"/>
            <p:cNvSpPr/>
            <p:nvPr/>
          </p:nvSpPr>
          <p:spPr>
            <a:xfrm>
              <a:off x="2513654" y="-1589271"/>
              <a:ext cx="27482" cy="35677"/>
            </a:xfrm>
            <a:custGeom>
              <a:rect b="b" l="l" r="r" t="t"/>
              <a:pathLst>
                <a:path extrusionOk="0" h="1084" w="835">
                  <a:moveTo>
                    <a:pt x="26" y="1"/>
                  </a:moveTo>
                  <a:cubicBezTo>
                    <a:pt x="16" y="1"/>
                    <a:pt x="1" y="16"/>
                    <a:pt x="1" y="16"/>
                  </a:cubicBezTo>
                  <a:cubicBezTo>
                    <a:pt x="335" y="349"/>
                    <a:pt x="601" y="683"/>
                    <a:pt x="802" y="1083"/>
                  </a:cubicBezTo>
                  <a:cubicBezTo>
                    <a:pt x="802" y="1083"/>
                    <a:pt x="835" y="1083"/>
                    <a:pt x="835" y="1050"/>
                  </a:cubicBezTo>
                  <a:cubicBezTo>
                    <a:pt x="635" y="650"/>
                    <a:pt x="335" y="316"/>
                    <a:pt x="34" y="16"/>
                  </a:cubicBezTo>
                  <a:cubicBezTo>
                    <a:pt x="34" y="5"/>
                    <a:pt x="31" y="1"/>
                    <a:pt x="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68"/>
            <p:cNvSpPr/>
            <p:nvPr/>
          </p:nvSpPr>
          <p:spPr>
            <a:xfrm>
              <a:off x="2476528" y="-1724842"/>
              <a:ext cx="184277" cy="340447"/>
            </a:xfrm>
            <a:custGeom>
              <a:rect b="b" l="l" r="r" t="t"/>
              <a:pathLst>
                <a:path extrusionOk="0" h="10344" w="5599">
                  <a:moveTo>
                    <a:pt x="257" y="1"/>
                  </a:moveTo>
                  <a:cubicBezTo>
                    <a:pt x="127" y="1"/>
                    <a:pt x="0" y="102"/>
                    <a:pt x="62" y="265"/>
                  </a:cubicBezTo>
                  <a:cubicBezTo>
                    <a:pt x="1296" y="3868"/>
                    <a:pt x="4098" y="6637"/>
                    <a:pt x="5365" y="10272"/>
                  </a:cubicBezTo>
                  <a:cubicBezTo>
                    <a:pt x="5381" y="10319"/>
                    <a:pt x="5432" y="10344"/>
                    <a:pt x="5483" y="10344"/>
                  </a:cubicBezTo>
                  <a:cubicBezTo>
                    <a:pt x="5541" y="10344"/>
                    <a:pt x="5599" y="10311"/>
                    <a:pt x="5599" y="10239"/>
                  </a:cubicBezTo>
                  <a:cubicBezTo>
                    <a:pt x="5565" y="6370"/>
                    <a:pt x="1729" y="3601"/>
                    <a:pt x="462" y="132"/>
                  </a:cubicBezTo>
                  <a:cubicBezTo>
                    <a:pt x="423" y="41"/>
                    <a:pt x="339" y="1"/>
                    <a:pt x="2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68"/>
            <p:cNvSpPr/>
            <p:nvPr/>
          </p:nvSpPr>
          <p:spPr>
            <a:xfrm>
              <a:off x="2578856" y="-1630677"/>
              <a:ext cx="89654" cy="184475"/>
            </a:xfrm>
            <a:custGeom>
              <a:rect b="b" l="l" r="r" t="t"/>
              <a:pathLst>
                <a:path extrusionOk="0" h="5605" w="2724">
                  <a:moveTo>
                    <a:pt x="140" y="0"/>
                  </a:moveTo>
                  <a:cubicBezTo>
                    <a:pt x="69" y="0"/>
                    <a:pt x="1" y="57"/>
                    <a:pt x="21" y="140"/>
                  </a:cubicBezTo>
                  <a:cubicBezTo>
                    <a:pt x="789" y="1974"/>
                    <a:pt x="1522" y="3876"/>
                    <a:pt x="2590" y="5577"/>
                  </a:cubicBezTo>
                  <a:cubicBezTo>
                    <a:pt x="2600" y="5596"/>
                    <a:pt x="2615" y="5604"/>
                    <a:pt x="2632" y="5604"/>
                  </a:cubicBezTo>
                  <a:cubicBezTo>
                    <a:pt x="2673" y="5604"/>
                    <a:pt x="2723" y="5557"/>
                    <a:pt x="2723" y="5510"/>
                  </a:cubicBezTo>
                  <a:cubicBezTo>
                    <a:pt x="1956" y="3675"/>
                    <a:pt x="989" y="1908"/>
                    <a:pt x="255" y="73"/>
                  </a:cubicBezTo>
                  <a:cubicBezTo>
                    <a:pt x="229" y="22"/>
                    <a:pt x="184" y="0"/>
                    <a:pt x="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68"/>
            <p:cNvSpPr/>
            <p:nvPr/>
          </p:nvSpPr>
          <p:spPr>
            <a:xfrm>
              <a:off x="2638002" y="-1517981"/>
              <a:ext cx="51376" cy="94196"/>
            </a:xfrm>
            <a:custGeom>
              <a:rect b="b" l="l" r="r" t="t"/>
              <a:pathLst>
                <a:path extrusionOk="0" h="2862" w="1561">
                  <a:moveTo>
                    <a:pt x="303" y="0"/>
                  </a:moveTo>
                  <a:cubicBezTo>
                    <a:pt x="161" y="0"/>
                    <a:pt x="1" y="168"/>
                    <a:pt x="92" y="352"/>
                  </a:cubicBezTo>
                  <a:cubicBezTo>
                    <a:pt x="493" y="1185"/>
                    <a:pt x="926" y="1986"/>
                    <a:pt x="1327" y="2787"/>
                  </a:cubicBezTo>
                  <a:cubicBezTo>
                    <a:pt x="1353" y="2840"/>
                    <a:pt x="1396" y="2861"/>
                    <a:pt x="1438" y="2861"/>
                  </a:cubicBezTo>
                  <a:cubicBezTo>
                    <a:pt x="1500" y="2861"/>
                    <a:pt x="1560" y="2813"/>
                    <a:pt x="1560" y="2753"/>
                  </a:cubicBezTo>
                  <a:cubicBezTo>
                    <a:pt x="1527" y="1786"/>
                    <a:pt x="860" y="952"/>
                    <a:pt x="459" y="118"/>
                  </a:cubicBezTo>
                  <a:cubicBezTo>
                    <a:pt x="428" y="35"/>
                    <a:pt x="368" y="0"/>
                    <a:pt x="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68"/>
            <p:cNvSpPr/>
            <p:nvPr/>
          </p:nvSpPr>
          <p:spPr>
            <a:xfrm>
              <a:off x="2632802" y="-1679060"/>
              <a:ext cx="72638" cy="187470"/>
            </a:xfrm>
            <a:custGeom>
              <a:rect b="b" l="l" r="r" t="t"/>
              <a:pathLst>
                <a:path extrusionOk="0" h="5696" w="2207">
                  <a:moveTo>
                    <a:pt x="188" y="0"/>
                  </a:moveTo>
                  <a:cubicBezTo>
                    <a:pt x="92" y="0"/>
                    <a:pt x="0" y="58"/>
                    <a:pt x="17" y="175"/>
                  </a:cubicBezTo>
                  <a:cubicBezTo>
                    <a:pt x="50" y="2110"/>
                    <a:pt x="1084" y="3978"/>
                    <a:pt x="1985" y="5646"/>
                  </a:cubicBezTo>
                  <a:cubicBezTo>
                    <a:pt x="2008" y="5681"/>
                    <a:pt x="2044" y="5695"/>
                    <a:pt x="2079" y="5695"/>
                  </a:cubicBezTo>
                  <a:cubicBezTo>
                    <a:pt x="2144" y="5695"/>
                    <a:pt x="2207" y="5644"/>
                    <a:pt x="2185" y="5579"/>
                  </a:cubicBezTo>
                  <a:cubicBezTo>
                    <a:pt x="1485" y="3811"/>
                    <a:pt x="384" y="2110"/>
                    <a:pt x="384" y="175"/>
                  </a:cubicBezTo>
                  <a:cubicBezTo>
                    <a:pt x="384" y="58"/>
                    <a:pt x="284" y="0"/>
                    <a:pt x="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68"/>
            <p:cNvSpPr/>
            <p:nvPr/>
          </p:nvSpPr>
          <p:spPr>
            <a:xfrm>
              <a:off x="2219703" y="-1619651"/>
              <a:ext cx="148863" cy="104629"/>
            </a:xfrm>
            <a:custGeom>
              <a:rect b="b" l="l" r="r" t="t"/>
              <a:pathLst>
                <a:path extrusionOk="0" h="3179" w="4523">
                  <a:moveTo>
                    <a:pt x="358" y="1"/>
                  </a:moveTo>
                  <a:cubicBezTo>
                    <a:pt x="132" y="1"/>
                    <a:pt x="1" y="331"/>
                    <a:pt x="226" y="472"/>
                  </a:cubicBezTo>
                  <a:cubicBezTo>
                    <a:pt x="1593" y="1339"/>
                    <a:pt x="2828" y="2573"/>
                    <a:pt x="4329" y="3174"/>
                  </a:cubicBezTo>
                  <a:cubicBezTo>
                    <a:pt x="4341" y="3177"/>
                    <a:pt x="4352" y="3178"/>
                    <a:pt x="4363" y="3178"/>
                  </a:cubicBezTo>
                  <a:cubicBezTo>
                    <a:pt x="4473" y="3178"/>
                    <a:pt x="4523" y="3034"/>
                    <a:pt x="4462" y="2974"/>
                  </a:cubicBezTo>
                  <a:cubicBezTo>
                    <a:pt x="3261" y="1873"/>
                    <a:pt x="1860" y="905"/>
                    <a:pt x="493" y="38"/>
                  </a:cubicBezTo>
                  <a:cubicBezTo>
                    <a:pt x="446" y="12"/>
                    <a:pt x="400" y="1"/>
                    <a:pt x="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68"/>
            <p:cNvSpPr/>
            <p:nvPr/>
          </p:nvSpPr>
          <p:spPr>
            <a:xfrm>
              <a:off x="2322887" y="-1586770"/>
              <a:ext cx="128227" cy="108907"/>
            </a:xfrm>
            <a:custGeom>
              <a:rect b="b" l="l" r="r" t="t"/>
              <a:pathLst>
                <a:path extrusionOk="0" h="3309" w="3896">
                  <a:moveTo>
                    <a:pt x="282" y="0"/>
                  </a:moveTo>
                  <a:cubicBezTo>
                    <a:pt x="136" y="0"/>
                    <a:pt x="1" y="174"/>
                    <a:pt x="160" y="307"/>
                  </a:cubicBezTo>
                  <a:cubicBezTo>
                    <a:pt x="727" y="807"/>
                    <a:pt x="1194" y="1407"/>
                    <a:pt x="1727" y="1975"/>
                  </a:cubicBezTo>
                  <a:cubicBezTo>
                    <a:pt x="2228" y="2475"/>
                    <a:pt x="2895" y="3175"/>
                    <a:pt x="3629" y="3309"/>
                  </a:cubicBezTo>
                  <a:cubicBezTo>
                    <a:pt x="3762" y="3309"/>
                    <a:pt x="3896" y="3175"/>
                    <a:pt x="3762" y="3042"/>
                  </a:cubicBezTo>
                  <a:cubicBezTo>
                    <a:pt x="3262" y="2542"/>
                    <a:pt x="2595" y="2175"/>
                    <a:pt x="2028" y="1641"/>
                  </a:cubicBezTo>
                  <a:cubicBezTo>
                    <a:pt x="1494" y="1107"/>
                    <a:pt x="994" y="540"/>
                    <a:pt x="393" y="40"/>
                  </a:cubicBezTo>
                  <a:cubicBezTo>
                    <a:pt x="359" y="12"/>
                    <a:pt x="320" y="0"/>
                    <a:pt x="2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68"/>
            <p:cNvSpPr/>
            <p:nvPr/>
          </p:nvSpPr>
          <p:spPr>
            <a:xfrm>
              <a:off x="2339903" y="-1608361"/>
              <a:ext cx="137838" cy="138693"/>
            </a:xfrm>
            <a:custGeom>
              <a:rect b="b" l="l" r="r" t="t"/>
              <a:pathLst>
                <a:path extrusionOk="0" h="4214" w="4188">
                  <a:moveTo>
                    <a:pt x="398" y="1"/>
                  </a:moveTo>
                  <a:cubicBezTo>
                    <a:pt x="181" y="1"/>
                    <a:pt x="0" y="246"/>
                    <a:pt x="210" y="429"/>
                  </a:cubicBezTo>
                  <a:cubicBezTo>
                    <a:pt x="877" y="929"/>
                    <a:pt x="1477" y="1530"/>
                    <a:pt x="2044" y="2164"/>
                  </a:cubicBezTo>
                  <a:cubicBezTo>
                    <a:pt x="2645" y="2831"/>
                    <a:pt x="3145" y="3598"/>
                    <a:pt x="3846" y="4165"/>
                  </a:cubicBezTo>
                  <a:cubicBezTo>
                    <a:pt x="3888" y="4199"/>
                    <a:pt x="3933" y="4213"/>
                    <a:pt x="3974" y="4213"/>
                  </a:cubicBezTo>
                  <a:cubicBezTo>
                    <a:pt x="4095" y="4213"/>
                    <a:pt x="4187" y="4089"/>
                    <a:pt x="4112" y="3965"/>
                  </a:cubicBezTo>
                  <a:cubicBezTo>
                    <a:pt x="3746" y="3231"/>
                    <a:pt x="3145" y="2597"/>
                    <a:pt x="2611" y="1963"/>
                  </a:cubicBezTo>
                  <a:cubicBezTo>
                    <a:pt x="1978" y="1263"/>
                    <a:pt x="1310" y="629"/>
                    <a:pt x="577" y="62"/>
                  </a:cubicBezTo>
                  <a:cubicBezTo>
                    <a:pt x="519" y="19"/>
                    <a:pt x="457"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68"/>
            <p:cNvSpPr/>
            <p:nvPr/>
          </p:nvSpPr>
          <p:spPr>
            <a:xfrm>
              <a:off x="1491521" y="-1199542"/>
              <a:ext cx="659863" cy="560105"/>
            </a:xfrm>
            <a:custGeom>
              <a:rect b="b" l="l" r="r" t="t"/>
              <a:pathLst>
                <a:path extrusionOk="0" h="17018" w="20049">
                  <a:moveTo>
                    <a:pt x="6238" y="2218"/>
                  </a:moveTo>
                  <a:cubicBezTo>
                    <a:pt x="6205" y="2251"/>
                    <a:pt x="6172" y="2285"/>
                    <a:pt x="6138" y="2318"/>
                  </a:cubicBezTo>
                  <a:cubicBezTo>
                    <a:pt x="6138" y="2285"/>
                    <a:pt x="6172" y="2251"/>
                    <a:pt x="6205" y="2218"/>
                  </a:cubicBezTo>
                  <a:close/>
                  <a:moveTo>
                    <a:pt x="11064" y="0"/>
                  </a:moveTo>
                  <a:cubicBezTo>
                    <a:pt x="9963" y="0"/>
                    <a:pt x="8847" y="192"/>
                    <a:pt x="7773" y="550"/>
                  </a:cubicBezTo>
                  <a:cubicBezTo>
                    <a:pt x="2436" y="2385"/>
                    <a:pt x="0" y="9690"/>
                    <a:pt x="4504" y="14160"/>
                  </a:cubicBezTo>
                  <a:cubicBezTo>
                    <a:pt x="6337" y="16032"/>
                    <a:pt x="8958" y="17018"/>
                    <a:pt x="11508" y="17018"/>
                  </a:cubicBezTo>
                  <a:cubicBezTo>
                    <a:pt x="13412" y="17018"/>
                    <a:pt x="15277" y="16468"/>
                    <a:pt x="16746" y="15328"/>
                  </a:cubicBezTo>
                  <a:cubicBezTo>
                    <a:pt x="18547" y="13893"/>
                    <a:pt x="19915" y="12059"/>
                    <a:pt x="19981" y="9690"/>
                  </a:cubicBezTo>
                  <a:cubicBezTo>
                    <a:pt x="20048" y="7155"/>
                    <a:pt x="18914" y="4653"/>
                    <a:pt x="17213" y="2718"/>
                  </a:cubicBezTo>
                  <a:cubicBezTo>
                    <a:pt x="15570" y="828"/>
                    <a:pt x="13349" y="0"/>
                    <a:pt x="110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68"/>
            <p:cNvSpPr/>
            <p:nvPr/>
          </p:nvSpPr>
          <p:spPr>
            <a:xfrm>
              <a:off x="907041" y="-1074866"/>
              <a:ext cx="342586" cy="119176"/>
            </a:xfrm>
            <a:custGeom>
              <a:rect b="b" l="l" r="r" t="t"/>
              <a:pathLst>
                <a:path extrusionOk="0" h="3621" w="10409">
                  <a:moveTo>
                    <a:pt x="175" y="0"/>
                  </a:moveTo>
                  <a:cubicBezTo>
                    <a:pt x="86" y="0"/>
                    <a:pt x="1" y="120"/>
                    <a:pt x="79" y="198"/>
                  </a:cubicBezTo>
                  <a:cubicBezTo>
                    <a:pt x="1961" y="2178"/>
                    <a:pt x="4613" y="3620"/>
                    <a:pt x="7313" y="3620"/>
                  </a:cubicBezTo>
                  <a:cubicBezTo>
                    <a:pt x="8298" y="3620"/>
                    <a:pt x="9290" y="3428"/>
                    <a:pt x="10253" y="3000"/>
                  </a:cubicBezTo>
                  <a:cubicBezTo>
                    <a:pt x="10409" y="2938"/>
                    <a:pt x="10332" y="2730"/>
                    <a:pt x="10185" y="2730"/>
                  </a:cubicBezTo>
                  <a:cubicBezTo>
                    <a:pt x="10175" y="2730"/>
                    <a:pt x="10164" y="2731"/>
                    <a:pt x="10153" y="2733"/>
                  </a:cubicBezTo>
                  <a:cubicBezTo>
                    <a:pt x="9329" y="2874"/>
                    <a:pt x="8519" y="2948"/>
                    <a:pt x="7728" y="2948"/>
                  </a:cubicBezTo>
                  <a:cubicBezTo>
                    <a:pt x="4965" y="2948"/>
                    <a:pt x="2424" y="2054"/>
                    <a:pt x="246" y="31"/>
                  </a:cubicBezTo>
                  <a:cubicBezTo>
                    <a:pt x="224" y="10"/>
                    <a:pt x="199" y="0"/>
                    <a:pt x="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68"/>
            <p:cNvSpPr/>
            <p:nvPr/>
          </p:nvSpPr>
          <p:spPr>
            <a:xfrm>
              <a:off x="938177" y="-1130885"/>
              <a:ext cx="418976" cy="169565"/>
            </a:xfrm>
            <a:custGeom>
              <a:rect b="b" l="l" r="r" t="t"/>
              <a:pathLst>
                <a:path extrusionOk="0" h="5152" w="12730">
                  <a:moveTo>
                    <a:pt x="221" y="1"/>
                  </a:moveTo>
                  <a:cubicBezTo>
                    <a:pt x="114" y="1"/>
                    <a:pt x="0" y="69"/>
                    <a:pt x="0" y="199"/>
                  </a:cubicBezTo>
                  <a:cubicBezTo>
                    <a:pt x="317" y="3128"/>
                    <a:pt x="4414" y="5152"/>
                    <a:pt x="7943" y="5152"/>
                  </a:cubicBezTo>
                  <a:cubicBezTo>
                    <a:pt x="10001" y="5152"/>
                    <a:pt x="11865" y="4464"/>
                    <a:pt x="12676" y="2867"/>
                  </a:cubicBezTo>
                  <a:cubicBezTo>
                    <a:pt x="12729" y="2735"/>
                    <a:pt x="12635" y="2561"/>
                    <a:pt x="12511" y="2561"/>
                  </a:cubicBezTo>
                  <a:cubicBezTo>
                    <a:pt x="12478" y="2561"/>
                    <a:pt x="12444" y="2573"/>
                    <a:pt x="12409" y="2601"/>
                  </a:cubicBezTo>
                  <a:cubicBezTo>
                    <a:pt x="10997" y="3683"/>
                    <a:pt x="9601" y="4102"/>
                    <a:pt x="8046" y="4102"/>
                  </a:cubicBezTo>
                  <a:cubicBezTo>
                    <a:pt x="7397" y="4102"/>
                    <a:pt x="6721" y="4029"/>
                    <a:pt x="6005" y="3901"/>
                  </a:cubicBezTo>
                  <a:cubicBezTo>
                    <a:pt x="3903" y="3535"/>
                    <a:pt x="834" y="2534"/>
                    <a:pt x="401" y="132"/>
                  </a:cubicBezTo>
                  <a:cubicBezTo>
                    <a:pt x="386" y="44"/>
                    <a:pt x="306" y="1"/>
                    <a:pt x="2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68"/>
            <p:cNvSpPr/>
            <p:nvPr/>
          </p:nvSpPr>
          <p:spPr>
            <a:xfrm>
              <a:off x="1001470" y="-1094614"/>
              <a:ext cx="302532" cy="100745"/>
            </a:xfrm>
            <a:custGeom>
              <a:rect b="b" l="l" r="r" t="t"/>
              <a:pathLst>
                <a:path extrusionOk="0" h="3061" w="9192">
                  <a:moveTo>
                    <a:pt x="192" y="0"/>
                  </a:moveTo>
                  <a:cubicBezTo>
                    <a:pt x="87" y="0"/>
                    <a:pt x="0" y="126"/>
                    <a:pt x="79" y="231"/>
                  </a:cubicBezTo>
                  <a:cubicBezTo>
                    <a:pt x="1434" y="1631"/>
                    <a:pt x="3900" y="3060"/>
                    <a:pt x="6105" y="3060"/>
                  </a:cubicBezTo>
                  <a:cubicBezTo>
                    <a:pt x="7210" y="3060"/>
                    <a:pt x="8250" y="2701"/>
                    <a:pt x="9052" y="1799"/>
                  </a:cubicBezTo>
                  <a:cubicBezTo>
                    <a:pt x="9191" y="1632"/>
                    <a:pt x="9075" y="1441"/>
                    <a:pt x="8916" y="1441"/>
                  </a:cubicBezTo>
                  <a:cubicBezTo>
                    <a:pt x="8884" y="1441"/>
                    <a:pt x="8851" y="1449"/>
                    <a:pt x="8818" y="1465"/>
                  </a:cubicBezTo>
                  <a:cubicBezTo>
                    <a:pt x="7728" y="1992"/>
                    <a:pt x="6615" y="2249"/>
                    <a:pt x="5522" y="2249"/>
                  </a:cubicBezTo>
                  <a:cubicBezTo>
                    <a:pt x="3641" y="2249"/>
                    <a:pt x="1820" y="1487"/>
                    <a:pt x="279" y="31"/>
                  </a:cubicBezTo>
                  <a:cubicBezTo>
                    <a:pt x="251" y="10"/>
                    <a:pt x="221" y="0"/>
                    <a:pt x="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68"/>
            <p:cNvSpPr/>
            <p:nvPr/>
          </p:nvSpPr>
          <p:spPr>
            <a:xfrm>
              <a:off x="1065454" y="-1162416"/>
              <a:ext cx="342191" cy="93307"/>
            </a:xfrm>
            <a:custGeom>
              <a:rect b="b" l="l" r="r" t="t"/>
              <a:pathLst>
                <a:path extrusionOk="0" h="2835" w="10397">
                  <a:moveTo>
                    <a:pt x="248" y="1"/>
                  </a:moveTo>
                  <a:cubicBezTo>
                    <a:pt x="94" y="1"/>
                    <a:pt x="0" y="205"/>
                    <a:pt x="170" y="290"/>
                  </a:cubicBezTo>
                  <a:cubicBezTo>
                    <a:pt x="1858" y="1453"/>
                    <a:pt x="4731" y="2835"/>
                    <a:pt x="7233" y="2835"/>
                  </a:cubicBezTo>
                  <a:cubicBezTo>
                    <a:pt x="8390" y="2835"/>
                    <a:pt x="9467" y="2539"/>
                    <a:pt x="10310" y="1791"/>
                  </a:cubicBezTo>
                  <a:cubicBezTo>
                    <a:pt x="10396" y="1704"/>
                    <a:pt x="10334" y="1544"/>
                    <a:pt x="10230" y="1544"/>
                  </a:cubicBezTo>
                  <a:cubicBezTo>
                    <a:pt x="10213" y="1544"/>
                    <a:pt x="10195" y="1548"/>
                    <a:pt x="10177" y="1557"/>
                  </a:cubicBezTo>
                  <a:cubicBezTo>
                    <a:pt x="9227" y="1867"/>
                    <a:pt x="8245" y="2006"/>
                    <a:pt x="7259" y="2006"/>
                  </a:cubicBezTo>
                  <a:cubicBezTo>
                    <a:pt x="4853" y="2006"/>
                    <a:pt x="2419" y="1182"/>
                    <a:pt x="336" y="23"/>
                  </a:cubicBezTo>
                  <a:cubicBezTo>
                    <a:pt x="306" y="7"/>
                    <a:pt x="276" y="1"/>
                    <a:pt x="2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68"/>
            <p:cNvSpPr/>
            <p:nvPr/>
          </p:nvSpPr>
          <p:spPr>
            <a:xfrm>
              <a:off x="1045442" y="-1102711"/>
              <a:ext cx="277847" cy="59868"/>
            </a:xfrm>
            <a:custGeom>
              <a:rect b="b" l="l" r="r" t="t"/>
              <a:pathLst>
                <a:path extrusionOk="0" h="1819" w="8442">
                  <a:moveTo>
                    <a:pt x="319" y="0"/>
                  </a:moveTo>
                  <a:cubicBezTo>
                    <a:pt x="142" y="0"/>
                    <a:pt x="0" y="253"/>
                    <a:pt x="211" y="344"/>
                  </a:cubicBezTo>
                  <a:cubicBezTo>
                    <a:pt x="1825" y="1162"/>
                    <a:pt x="3689" y="1819"/>
                    <a:pt x="5529" y="1819"/>
                  </a:cubicBezTo>
                  <a:cubicBezTo>
                    <a:pt x="6465" y="1819"/>
                    <a:pt x="7395" y="1649"/>
                    <a:pt x="8283" y="1244"/>
                  </a:cubicBezTo>
                  <a:cubicBezTo>
                    <a:pt x="8442" y="1181"/>
                    <a:pt x="8389" y="875"/>
                    <a:pt x="8210" y="875"/>
                  </a:cubicBezTo>
                  <a:cubicBezTo>
                    <a:pt x="8202" y="875"/>
                    <a:pt x="8192" y="876"/>
                    <a:pt x="8183" y="877"/>
                  </a:cubicBezTo>
                  <a:cubicBezTo>
                    <a:pt x="7212" y="970"/>
                    <a:pt x="6293" y="1038"/>
                    <a:pt x="5397" y="1038"/>
                  </a:cubicBezTo>
                  <a:cubicBezTo>
                    <a:pt x="3708" y="1038"/>
                    <a:pt x="2099" y="795"/>
                    <a:pt x="377" y="10"/>
                  </a:cubicBezTo>
                  <a:cubicBezTo>
                    <a:pt x="358" y="3"/>
                    <a:pt x="338"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68"/>
            <p:cNvSpPr/>
            <p:nvPr/>
          </p:nvSpPr>
          <p:spPr>
            <a:xfrm>
              <a:off x="1135790" y="-1235550"/>
              <a:ext cx="343277" cy="121118"/>
            </a:xfrm>
            <a:custGeom>
              <a:rect b="b" l="l" r="r" t="t"/>
              <a:pathLst>
                <a:path extrusionOk="0" h="3680" w="10430">
                  <a:moveTo>
                    <a:pt x="318" y="0"/>
                  </a:moveTo>
                  <a:cubicBezTo>
                    <a:pt x="255" y="0"/>
                    <a:pt x="186" y="52"/>
                    <a:pt x="168" y="143"/>
                  </a:cubicBezTo>
                  <a:cubicBezTo>
                    <a:pt x="1" y="1411"/>
                    <a:pt x="1869" y="2178"/>
                    <a:pt x="2803" y="2545"/>
                  </a:cubicBezTo>
                  <a:cubicBezTo>
                    <a:pt x="4318" y="3118"/>
                    <a:pt x="5847" y="3679"/>
                    <a:pt x="7365" y="3679"/>
                  </a:cubicBezTo>
                  <a:cubicBezTo>
                    <a:pt x="8319" y="3679"/>
                    <a:pt x="9268" y="3458"/>
                    <a:pt x="10208" y="2878"/>
                  </a:cubicBezTo>
                  <a:cubicBezTo>
                    <a:pt x="10429" y="2752"/>
                    <a:pt x="10291" y="2476"/>
                    <a:pt x="10077" y="2476"/>
                  </a:cubicBezTo>
                  <a:cubicBezTo>
                    <a:pt x="10065" y="2476"/>
                    <a:pt x="10053" y="2476"/>
                    <a:pt x="10041" y="2478"/>
                  </a:cubicBezTo>
                  <a:cubicBezTo>
                    <a:pt x="8977" y="2701"/>
                    <a:pt x="8019" y="2854"/>
                    <a:pt x="7062" y="2854"/>
                  </a:cubicBezTo>
                  <a:cubicBezTo>
                    <a:pt x="6159" y="2854"/>
                    <a:pt x="5258" y="2718"/>
                    <a:pt x="4270" y="2378"/>
                  </a:cubicBezTo>
                  <a:cubicBezTo>
                    <a:pt x="3103" y="2011"/>
                    <a:pt x="768" y="1477"/>
                    <a:pt x="434" y="110"/>
                  </a:cubicBezTo>
                  <a:cubicBezTo>
                    <a:pt x="419" y="35"/>
                    <a:pt x="370" y="0"/>
                    <a:pt x="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68"/>
            <p:cNvSpPr/>
            <p:nvPr/>
          </p:nvSpPr>
          <p:spPr>
            <a:xfrm>
              <a:off x="1272843" y="-1255660"/>
              <a:ext cx="292263" cy="105912"/>
            </a:xfrm>
            <a:custGeom>
              <a:rect b="b" l="l" r="r" t="t"/>
              <a:pathLst>
                <a:path extrusionOk="0" h="3218" w="8880">
                  <a:moveTo>
                    <a:pt x="259" y="0"/>
                  </a:moveTo>
                  <a:cubicBezTo>
                    <a:pt x="100" y="0"/>
                    <a:pt x="1" y="234"/>
                    <a:pt x="173" y="321"/>
                  </a:cubicBezTo>
                  <a:cubicBezTo>
                    <a:pt x="2314" y="1640"/>
                    <a:pt x="4944" y="3217"/>
                    <a:pt x="7587" y="3217"/>
                  </a:cubicBezTo>
                  <a:cubicBezTo>
                    <a:pt x="7952" y="3217"/>
                    <a:pt x="8316" y="3187"/>
                    <a:pt x="8679" y="3123"/>
                  </a:cubicBezTo>
                  <a:cubicBezTo>
                    <a:pt x="8879" y="3089"/>
                    <a:pt x="8879" y="2756"/>
                    <a:pt x="8679" y="2722"/>
                  </a:cubicBezTo>
                  <a:cubicBezTo>
                    <a:pt x="7445" y="2389"/>
                    <a:pt x="6177" y="2255"/>
                    <a:pt x="4910" y="1888"/>
                  </a:cubicBezTo>
                  <a:cubicBezTo>
                    <a:pt x="3342" y="1421"/>
                    <a:pt x="1841" y="687"/>
                    <a:pt x="340" y="20"/>
                  </a:cubicBezTo>
                  <a:cubicBezTo>
                    <a:pt x="312" y="6"/>
                    <a:pt x="285" y="0"/>
                    <a:pt x="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68"/>
            <p:cNvSpPr/>
            <p:nvPr/>
          </p:nvSpPr>
          <p:spPr>
            <a:xfrm>
              <a:off x="1107649" y="-1417298"/>
              <a:ext cx="771436" cy="378033"/>
            </a:xfrm>
            <a:custGeom>
              <a:rect b="b" l="l" r="r" t="t"/>
              <a:pathLst>
                <a:path extrusionOk="0" h="11486" w="23439">
                  <a:moveTo>
                    <a:pt x="20262" y="1"/>
                  </a:moveTo>
                  <a:cubicBezTo>
                    <a:pt x="16757" y="1"/>
                    <a:pt x="12916" y="1078"/>
                    <a:pt x="9996" y="2396"/>
                  </a:cubicBezTo>
                  <a:cubicBezTo>
                    <a:pt x="5626" y="4364"/>
                    <a:pt x="2524" y="7300"/>
                    <a:pt x="22" y="11369"/>
                  </a:cubicBezTo>
                  <a:cubicBezTo>
                    <a:pt x="0" y="11434"/>
                    <a:pt x="49" y="11485"/>
                    <a:pt x="104" y="11485"/>
                  </a:cubicBezTo>
                  <a:cubicBezTo>
                    <a:pt x="134" y="11485"/>
                    <a:pt x="165" y="11471"/>
                    <a:pt x="189" y="11436"/>
                  </a:cubicBezTo>
                  <a:cubicBezTo>
                    <a:pt x="2724" y="7600"/>
                    <a:pt x="6660" y="4798"/>
                    <a:pt x="10896" y="3097"/>
                  </a:cubicBezTo>
                  <a:cubicBezTo>
                    <a:pt x="12731" y="2363"/>
                    <a:pt x="14666" y="1896"/>
                    <a:pt x="16567" y="1562"/>
                  </a:cubicBezTo>
                  <a:cubicBezTo>
                    <a:pt x="18769" y="1162"/>
                    <a:pt x="21037" y="1229"/>
                    <a:pt x="23205" y="762"/>
                  </a:cubicBezTo>
                  <a:cubicBezTo>
                    <a:pt x="23439" y="695"/>
                    <a:pt x="23439" y="328"/>
                    <a:pt x="23205" y="295"/>
                  </a:cubicBezTo>
                  <a:cubicBezTo>
                    <a:pt x="22273" y="92"/>
                    <a:pt x="21282" y="1"/>
                    <a:pt x="20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68"/>
            <p:cNvSpPr/>
            <p:nvPr/>
          </p:nvSpPr>
          <p:spPr>
            <a:xfrm>
              <a:off x="1827471" y="-1414369"/>
              <a:ext cx="458076" cy="174667"/>
            </a:xfrm>
            <a:custGeom>
              <a:rect b="b" l="l" r="r" t="t"/>
              <a:pathLst>
                <a:path extrusionOk="0" h="5307" w="13918">
                  <a:moveTo>
                    <a:pt x="1431" y="1"/>
                  </a:moveTo>
                  <a:cubicBezTo>
                    <a:pt x="1026" y="1"/>
                    <a:pt x="627" y="14"/>
                    <a:pt x="234" y="39"/>
                  </a:cubicBezTo>
                  <a:cubicBezTo>
                    <a:pt x="1" y="72"/>
                    <a:pt x="1" y="372"/>
                    <a:pt x="234" y="372"/>
                  </a:cubicBezTo>
                  <a:cubicBezTo>
                    <a:pt x="2603" y="639"/>
                    <a:pt x="4938" y="1040"/>
                    <a:pt x="7239" y="1807"/>
                  </a:cubicBezTo>
                  <a:cubicBezTo>
                    <a:pt x="9541" y="2607"/>
                    <a:pt x="11442" y="3942"/>
                    <a:pt x="13477" y="5276"/>
                  </a:cubicBezTo>
                  <a:cubicBezTo>
                    <a:pt x="13520" y="5297"/>
                    <a:pt x="13560" y="5307"/>
                    <a:pt x="13598" y="5307"/>
                  </a:cubicBezTo>
                  <a:cubicBezTo>
                    <a:pt x="13798" y="5307"/>
                    <a:pt x="13917" y="5044"/>
                    <a:pt x="13777" y="4876"/>
                  </a:cubicBezTo>
                  <a:cubicBezTo>
                    <a:pt x="10875" y="1515"/>
                    <a:pt x="5845" y="1"/>
                    <a:pt x="14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68"/>
            <p:cNvSpPr/>
            <p:nvPr/>
          </p:nvSpPr>
          <p:spPr>
            <a:xfrm>
              <a:off x="2103320" y="-1352492"/>
              <a:ext cx="398208" cy="348807"/>
            </a:xfrm>
            <a:custGeom>
              <a:rect b="b" l="l" r="r" t="t"/>
              <a:pathLst>
                <a:path extrusionOk="0" h="10598" w="12099">
                  <a:moveTo>
                    <a:pt x="383" y="0"/>
                  </a:moveTo>
                  <a:cubicBezTo>
                    <a:pt x="163" y="0"/>
                    <a:pt x="1" y="317"/>
                    <a:pt x="259" y="461"/>
                  </a:cubicBezTo>
                  <a:cubicBezTo>
                    <a:pt x="4729" y="3096"/>
                    <a:pt x="8198" y="6798"/>
                    <a:pt x="11734" y="10534"/>
                  </a:cubicBezTo>
                  <a:cubicBezTo>
                    <a:pt x="11770" y="10579"/>
                    <a:pt x="11814" y="10597"/>
                    <a:pt x="11859" y="10597"/>
                  </a:cubicBezTo>
                  <a:cubicBezTo>
                    <a:pt x="11981" y="10597"/>
                    <a:pt x="12099" y="10457"/>
                    <a:pt x="12001" y="10334"/>
                  </a:cubicBezTo>
                  <a:cubicBezTo>
                    <a:pt x="9232" y="5964"/>
                    <a:pt x="5029" y="2495"/>
                    <a:pt x="493" y="27"/>
                  </a:cubicBezTo>
                  <a:cubicBezTo>
                    <a:pt x="456" y="8"/>
                    <a:pt x="419" y="0"/>
                    <a:pt x="3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68"/>
            <p:cNvSpPr/>
            <p:nvPr/>
          </p:nvSpPr>
          <p:spPr>
            <a:xfrm>
              <a:off x="2175565" y="-1356013"/>
              <a:ext cx="235522" cy="192867"/>
            </a:xfrm>
            <a:custGeom>
              <a:rect b="b" l="l" r="r" t="t"/>
              <a:pathLst>
                <a:path extrusionOk="0" h="5860" w="7156">
                  <a:moveTo>
                    <a:pt x="232" y="0"/>
                  </a:moveTo>
                  <a:cubicBezTo>
                    <a:pt x="85" y="0"/>
                    <a:pt x="1" y="224"/>
                    <a:pt x="166" y="334"/>
                  </a:cubicBezTo>
                  <a:cubicBezTo>
                    <a:pt x="2601" y="1902"/>
                    <a:pt x="4969" y="3703"/>
                    <a:pt x="6971" y="5838"/>
                  </a:cubicBezTo>
                  <a:cubicBezTo>
                    <a:pt x="6986" y="5853"/>
                    <a:pt x="7004" y="5860"/>
                    <a:pt x="7023" y="5860"/>
                  </a:cubicBezTo>
                  <a:cubicBezTo>
                    <a:pt x="7087" y="5860"/>
                    <a:pt x="7156" y="5782"/>
                    <a:pt x="7104" y="5705"/>
                  </a:cubicBezTo>
                  <a:cubicBezTo>
                    <a:pt x="5269" y="3370"/>
                    <a:pt x="2834" y="1602"/>
                    <a:pt x="333" y="34"/>
                  </a:cubicBezTo>
                  <a:cubicBezTo>
                    <a:pt x="297" y="10"/>
                    <a:pt x="263" y="0"/>
                    <a:pt x="2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68"/>
            <p:cNvSpPr/>
            <p:nvPr/>
          </p:nvSpPr>
          <p:spPr>
            <a:xfrm>
              <a:off x="1319119" y="-1356803"/>
              <a:ext cx="198923" cy="150608"/>
            </a:xfrm>
            <a:custGeom>
              <a:rect b="b" l="l" r="r" t="t"/>
              <a:pathLst>
                <a:path extrusionOk="0" h="4576" w="6044">
                  <a:moveTo>
                    <a:pt x="213" y="0"/>
                  </a:moveTo>
                  <a:cubicBezTo>
                    <a:pt x="91" y="0"/>
                    <a:pt x="0" y="165"/>
                    <a:pt x="101" y="291"/>
                  </a:cubicBezTo>
                  <a:cubicBezTo>
                    <a:pt x="1536" y="2193"/>
                    <a:pt x="3304" y="3894"/>
                    <a:pt x="5639" y="4561"/>
                  </a:cubicBezTo>
                  <a:cubicBezTo>
                    <a:pt x="5671" y="4571"/>
                    <a:pt x="5701" y="4575"/>
                    <a:pt x="5728" y="4575"/>
                  </a:cubicBezTo>
                  <a:cubicBezTo>
                    <a:pt x="5988" y="4575"/>
                    <a:pt x="6044" y="4185"/>
                    <a:pt x="5772" y="4094"/>
                  </a:cubicBezTo>
                  <a:cubicBezTo>
                    <a:pt x="3537" y="3394"/>
                    <a:pt x="2003" y="1626"/>
                    <a:pt x="335" y="58"/>
                  </a:cubicBezTo>
                  <a:cubicBezTo>
                    <a:pt x="294" y="17"/>
                    <a:pt x="252" y="0"/>
                    <a:pt x="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68"/>
            <p:cNvSpPr/>
            <p:nvPr/>
          </p:nvSpPr>
          <p:spPr>
            <a:xfrm>
              <a:off x="1344002" y="-1463443"/>
              <a:ext cx="235324" cy="263201"/>
            </a:xfrm>
            <a:custGeom>
              <a:rect b="b" l="l" r="r" t="t"/>
              <a:pathLst>
                <a:path extrusionOk="0" h="7997" w="7150">
                  <a:moveTo>
                    <a:pt x="189" y="0"/>
                  </a:moveTo>
                  <a:cubicBezTo>
                    <a:pt x="93" y="0"/>
                    <a:pt x="1" y="83"/>
                    <a:pt x="46" y="196"/>
                  </a:cubicBezTo>
                  <a:cubicBezTo>
                    <a:pt x="646" y="1763"/>
                    <a:pt x="1680" y="3131"/>
                    <a:pt x="2748" y="4432"/>
                  </a:cubicBezTo>
                  <a:cubicBezTo>
                    <a:pt x="3815" y="5766"/>
                    <a:pt x="5116" y="7267"/>
                    <a:pt x="6717" y="7968"/>
                  </a:cubicBezTo>
                  <a:cubicBezTo>
                    <a:pt x="6757" y="7988"/>
                    <a:pt x="6796" y="7997"/>
                    <a:pt x="6832" y="7997"/>
                  </a:cubicBezTo>
                  <a:cubicBezTo>
                    <a:pt x="7034" y="7997"/>
                    <a:pt x="7149" y="7714"/>
                    <a:pt x="6951" y="7601"/>
                  </a:cubicBezTo>
                  <a:cubicBezTo>
                    <a:pt x="5550" y="6900"/>
                    <a:pt x="4516" y="5599"/>
                    <a:pt x="3515" y="4465"/>
                  </a:cubicBezTo>
                  <a:cubicBezTo>
                    <a:pt x="2314" y="3064"/>
                    <a:pt x="1280" y="1630"/>
                    <a:pt x="313" y="62"/>
                  </a:cubicBezTo>
                  <a:cubicBezTo>
                    <a:pt x="280" y="19"/>
                    <a:pt x="234" y="0"/>
                    <a:pt x="1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68"/>
            <p:cNvSpPr/>
            <p:nvPr/>
          </p:nvSpPr>
          <p:spPr>
            <a:xfrm>
              <a:off x="1260698" y="-1365986"/>
              <a:ext cx="324155" cy="179966"/>
            </a:xfrm>
            <a:custGeom>
              <a:rect b="b" l="l" r="r" t="t"/>
              <a:pathLst>
                <a:path extrusionOk="0" h="5468" w="9849">
                  <a:moveTo>
                    <a:pt x="326" y="1"/>
                  </a:moveTo>
                  <a:cubicBezTo>
                    <a:pt x="156" y="1"/>
                    <a:pt x="0" y="207"/>
                    <a:pt x="109" y="370"/>
                  </a:cubicBezTo>
                  <a:cubicBezTo>
                    <a:pt x="2083" y="3316"/>
                    <a:pt x="5324" y="5467"/>
                    <a:pt x="8891" y="5467"/>
                  </a:cubicBezTo>
                  <a:cubicBezTo>
                    <a:pt x="9120" y="5467"/>
                    <a:pt x="9350" y="5459"/>
                    <a:pt x="9582" y="5440"/>
                  </a:cubicBezTo>
                  <a:cubicBezTo>
                    <a:pt x="9782" y="5407"/>
                    <a:pt x="9849" y="5107"/>
                    <a:pt x="9615" y="5074"/>
                  </a:cubicBezTo>
                  <a:cubicBezTo>
                    <a:pt x="7781" y="4773"/>
                    <a:pt x="6079" y="4306"/>
                    <a:pt x="4478" y="3272"/>
                  </a:cubicBezTo>
                  <a:cubicBezTo>
                    <a:pt x="3011" y="2338"/>
                    <a:pt x="1843" y="1037"/>
                    <a:pt x="442" y="37"/>
                  </a:cubicBezTo>
                  <a:cubicBezTo>
                    <a:pt x="405" y="12"/>
                    <a:pt x="365" y="1"/>
                    <a:pt x="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68"/>
            <p:cNvSpPr/>
            <p:nvPr/>
          </p:nvSpPr>
          <p:spPr>
            <a:xfrm>
              <a:off x="1121275" y="-1331723"/>
              <a:ext cx="370266" cy="172264"/>
            </a:xfrm>
            <a:custGeom>
              <a:rect b="b" l="l" r="r" t="t"/>
              <a:pathLst>
                <a:path extrusionOk="0" h="5234" w="11250">
                  <a:moveTo>
                    <a:pt x="238" y="1"/>
                  </a:moveTo>
                  <a:cubicBezTo>
                    <a:pt x="109" y="1"/>
                    <a:pt x="1" y="149"/>
                    <a:pt x="75" y="297"/>
                  </a:cubicBezTo>
                  <a:cubicBezTo>
                    <a:pt x="2310" y="4033"/>
                    <a:pt x="6880" y="5200"/>
                    <a:pt x="10949" y="5233"/>
                  </a:cubicBezTo>
                  <a:cubicBezTo>
                    <a:pt x="11249" y="5233"/>
                    <a:pt x="11249" y="4766"/>
                    <a:pt x="10949" y="4766"/>
                  </a:cubicBezTo>
                  <a:cubicBezTo>
                    <a:pt x="6613" y="4566"/>
                    <a:pt x="3411" y="3065"/>
                    <a:pt x="375" y="63"/>
                  </a:cubicBezTo>
                  <a:cubicBezTo>
                    <a:pt x="331" y="19"/>
                    <a:pt x="283" y="1"/>
                    <a:pt x="2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68"/>
            <p:cNvSpPr/>
            <p:nvPr/>
          </p:nvSpPr>
          <p:spPr>
            <a:xfrm>
              <a:off x="1488987" y="-1335475"/>
              <a:ext cx="199351" cy="170026"/>
            </a:xfrm>
            <a:custGeom>
              <a:rect b="b" l="l" r="r" t="t"/>
              <a:pathLst>
                <a:path extrusionOk="0" h="5166" w="6057">
                  <a:moveTo>
                    <a:pt x="258" y="0"/>
                  </a:moveTo>
                  <a:cubicBezTo>
                    <a:pt x="121" y="0"/>
                    <a:pt x="0" y="148"/>
                    <a:pt x="77" y="277"/>
                  </a:cubicBezTo>
                  <a:cubicBezTo>
                    <a:pt x="1378" y="2512"/>
                    <a:pt x="3447" y="3913"/>
                    <a:pt x="5648" y="5147"/>
                  </a:cubicBezTo>
                  <a:cubicBezTo>
                    <a:pt x="5678" y="5160"/>
                    <a:pt x="5707" y="5166"/>
                    <a:pt x="5735" y="5166"/>
                  </a:cubicBezTo>
                  <a:cubicBezTo>
                    <a:pt x="5926" y="5166"/>
                    <a:pt x="6056" y="4897"/>
                    <a:pt x="5882" y="4780"/>
                  </a:cubicBezTo>
                  <a:cubicBezTo>
                    <a:pt x="3813" y="3446"/>
                    <a:pt x="2046" y="1812"/>
                    <a:pt x="378" y="44"/>
                  </a:cubicBezTo>
                  <a:cubicBezTo>
                    <a:pt x="340" y="13"/>
                    <a:pt x="298" y="0"/>
                    <a:pt x="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68"/>
            <p:cNvSpPr/>
            <p:nvPr/>
          </p:nvSpPr>
          <p:spPr>
            <a:xfrm>
              <a:off x="1514923" y="-1428818"/>
              <a:ext cx="207184" cy="231507"/>
            </a:xfrm>
            <a:custGeom>
              <a:rect b="b" l="l" r="r" t="t"/>
              <a:pathLst>
                <a:path extrusionOk="0" h="7034" w="6295">
                  <a:moveTo>
                    <a:pt x="212" y="1"/>
                  </a:moveTo>
                  <a:cubicBezTo>
                    <a:pt x="115" y="1"/>
                    <a:pt x="1" y="98"/>
                    <a:pt x="23" y="211"/>
                  </a:cubicBezTo>
                  <a:cubicBezTo>
                    <a:pt x="603" y="2722"/>
                    <a:pt x="2548" y="7033"/>
                    <a:pt x="5651" y="7033"/>
                  </a:cubicBezTo>
                  <a:cubicBezTo>
                    <a:pt x="5764" y="7033"/>
                    <a:pt x="5878" y="7028"/>
                    <a:pt x="5994" y="7016"/>
                  </a:cubicBezTo>
                  <a:cubicBezTo>
                    <a:pt x="6294" y="6983"/>
                    <a:pt x="6294" y="6516"/>
                    <a:pt x="5994" y="6516"/>
                  </a:cubicBezTo>
                  <a:cubicBezTo>
                    <a:pt x="5928" y="6520"/>
                    <a:pt x="5863" y="6522"/>
                    <a:pt x="5799" y="6522"/>
                  </a:cubicBezTo>
                  <a:cubicBezTo>
                    <a:pt x="2919" y="6522"/>
                    <a:pt x="1302" y="2231"/>
                    <a:pt x="324" y="78"/>
                  </a:cubicBezTo>
                  <a:cubicBezTo>
                    <a:pt x="302" y="23"/>
                    <a:pt x="259" y="1"/>
                    <a:pt x="2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68"/>
            <p:cNvSpPr/>
            <p:nvPr/>
          </p:nvSpPr>
          <p:spPr>
            <a:xfrm>
              <a:off x="1610866" y="-1381225"/>
              <a:ext cx="131782" cy="183158"/>
            </a:xfrm>
            <a:custGeom>
              <a:rect b="b" l="l" r="r" t="t"/>
              <a:pathLst>
                <a:path extrusionOk="0" h="5565" w="4004">
                  <a:moveTo>
                    <a:pt x="224" y="0"/>
                  </a:moveTo>
                  <a:cubicBezTo>
                    <a:pt x="113" y="0"/>
                    <a:pt x="0" y="102"/>
                    <a:pt x="44" y="233"/>
                  </a:cubicBezTo>
                  <a:cubicBezTo>
                    <a:pt x="544" y="2301"/>
                    <a:pt x="2045" y="4035"/>
                    <a:pt x="3513" y="5503"/>
                  </a:cubicBezTo>
                  <a:cubicBezTo>
                    <a:pt x="3564" y="5547"/>
                    <a:pt x="3617" y="5565"/>
                    <a:pt x="3668" y="5565"/>
                  </a:cubicBezTo>
                  <a:cubicBezTo>
                    <a:pt x="3853" y="5565"/>
                    <a:pt x="4003" y="5326"/>
                    <a:pt x="3846" y="5170"/>
                  </a:cubicBezTo>
                  <a:cubicBezTo>
                    <a:pt x="2312" y="3669"/>
                    <a:pt x="1278" y="2034"/>
                    <a:pt x="377" y="99"/>
                  </a:cubicBezTo>
                  <a:cubicBezTo>
                    <a:pt x="342" y="30"/>
                    <a:pt x="283" y="0"/>
                    <a:pt x="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68"/>
            <p:cNvSpPr/>
            <p:nvPr/>
          </p:nvSpPr>
          <p:spPr>
            <a:xfrm>
              <a:off x="1742948" y="-1385635"/>
              <a:ext cx="58354" cy="187173"/>
            </a:xfrm>
            <a:custGeom>
              <a:rect b="b" l="l" r="r" t="t"/>
              <a:pathLst>
                <a:path extrusionOk="0" h="5687" w="1773">
                  <a:moveTo>
                    <a:pt x="351" y="1"/>
                  </a:moveTo>
                  <a:cubicBezTo>
                    <a:pt x="279" y="1"/>
                    <a:pt x="200" y="56"/>
                    <a:pt x="200" y="133"/>
                  </a:cubicBezTo>
                  <a:cubicBezTo>
                    <a:pt x="0" y="1935"/>
                    <a:pt x="567" y="4003"/>
                    <a:pt x="1368" y="5604"/>
                  </a:cubicBezTo>
                  <a:cubicBezTo>
                    <a:pt x="1397" y="5662"/>
                    <a:pt x="1447" y="5687"/>
                    <a:pt x="1499" y="5687"/>
                  </a:cubicBezTo>
                  <a:cubicBezTo>
                    <a:pt x="1626" y="5687"/>
                    <a:pt x="1772" y="5545"/>
                    <a:pt x="1701" y="5404"/>
                  </a:cubicBezTo>
                  <a:cubicBezTo>
                    <a:pt x="834" y="3669"/>
                    <a:pt x="834" y="1968"/>
                    <a:pt x="467" y="100"/>
                  </a:cubicBezTo>
                  <a:cubicBezTo>
                    <a:pt x="453" y="30"/>
                    <a:pt x="4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68"/>
            <p:cNvSpPr/>
            <p:nvPr/>
          </p:nvSpPr>
          <p:spPr>
            <a:xfrm>
              <a:off x="1736366" y="-1445538"/>
              <a:ext cx="105386" cy="246712"/>
            </a:xfrm>
            <a:custGeom>
              <a:rect b="b" l="l" r="r" t="t"/>
              <a:pathLst>
                <a:path extrusionOk="0" h="7496" w="3202">
                  <a:moveTo>
                    <a:pt x="285" y="0"/>
                  </a:moveTo>
                  <a:cubicBezTo>
                    <a:pt x="230" y="0"/>
                    <a:pt x="167" y="44"/>
                    <a:pt x="167" y="119"/>
                  </a:cubicBezTo>
                  <a:cubicBezTo>
                    <a:pt x="0" y="2821"/>
                    <a:pt x="1068" y="5456"/>
                    <a:pt x="2835" y="7424"/>
                  </a:cubicBezTo>
                  <a:cubicBezTo>
                    <a:pt x="2878" y="7475"/>
                    <a:pt x="2924" y="7495"/>
                    <a:pt x="2968" y="7495"/>
                  </a:cubicBezTo>
                  <a:cubicBezTo>
                    <a:pt x="3097" y="7495"/>
                    <a:pt x="3202" y="7315"/>
                    <a:pt x="3102" y="7190"/>
                  </a:cubicBezTo>
                  <a:cubicBezTo>
                    <a:pt x="1234" y="5089"/>
                    <a:pt x="767" y="2787"/>
                    <a:pt x="367" y="85"/>
                  </a:cubicBezTo>
                  <a:cubicBezTo>
                    <a:pt x="367" y="27"/>
                    <a:pt x="329"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68"/>
            <p:cNvSpPr/>
            <p:nvPr/>
          </p:nvSpPr>
          <p:spPr>
            <a:xfrm>
              <a:off x="1868086" y="-1397221"/>
              <a:ext cx="42688" cy="213043"/>
            </a:xfrm>
            <a:custGeom>
              <a:rect b="b" l="l" r="r" t="t"/>
              <a:pathLst>
                <a:path extrusionOk="0" h="6473" w="1297">
                  <a:moveTo>
                    <a:pt x="855" y="0"/>
                  </a:moveTo>
                  <a:cubicBezTo>
                    <a:pt x="803" y="0"/>
                    <a:pt x="749" y="26"/>
                    <a:pt x="735" y="85"/>
                  </a:cubicBezTo>
                  <a:cubicBezTo>
                    <a:pt x="168" y="2053"/>
                    <a:pt x="1" y="4488"/>
                    <a:pt x="902" y="6389"/>
                  </a:cubicBezTo>
                  <a:cubicBezTo>
                    <a:pt x="931" y="6448"/>
                    <a:pt x="980" y="6472"/>
                    <a:pt x="1032" y="6472"/>
                  </a:cubicBezTo>
                  <a:cubicBezTo>
                    <a:pt x="1157" y="6472"/>
                    <a:pt x="1296" y="6331"/>
                    <a:pt x="1202" y="6189"/>
                  </a:cubicBezTo>
                  <a:cubicBezTo>
                    <a:pt x="301" y="4255"/>
                    <a:pt x="802" y="2120"/>
                    <a:pt x="968" y="118"/>
                  </a:cubicBezTo>
                  <a:cubicBezTo>
                    <a:pt x="987" y="43"/>
                    <a:pt x="922" y="0"/>
                    <a:pt x="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68"/>
            <p:cNvSpPr/>
            <p:nvPr/>
          </p:nvSpPr>
          <p:spPr>
            <a:xfrm>
              <a:off x="1944939" y="-1404890"/>
              <a:ext cx="41503" cy="228643"/>
            </a:xfrm>
            <a:custGeom>
              <a:rect b="b" l="l" r="r" t="t"/>
              <a:pathLst>
                <a:path extrusionOk="0" h="6947" w="1261">
                  <a:moveTo>
                    <a:pt x="1019" y="0"/>
                  </a:moveTo>
                  <a:cubicBezTo>
                    <a:pt x="945" y="0"/>
                    <a:pt x="865" y="41"/>
                    <a:pt x="835" y="118"/>
                  </a:cubicBezTo>
                  <a:cubicBezTo>
                    <a:pt x="1" y="2186"/>
                    <a:pt x="134" y="4721"/>
                    <a:pt x="802" y="6789"/>
                  </a:cubicBezTo>
                  <a:cubicBezTo>
                    <a:pt x="829" y="6899"/>
                    <a:pt x="918" y="6946"/>
                    <a:pt x="1006" y="6946"/>
                  </a:cubicBezTo>
                  <a:cubicBezTo>
                    <a:pt x="1134" y="6946"/>
                    <a:pt x="1261" y="6847"/>
                    <a:pt x="1202" y="6689"/>
                  </a:cubicBezTo>
                  <a:cubicBezTo>
                    <a:pt x="535" y="4454"/>
                    <a:pt x="902" y="2419"/>
                    <a:pt x="1168" y="185"/>
                  </a:cubicBezTo>
                  <a:cubicBezTo>
                    <a:pt x="1187" y="58"/>
                    <a:pt x="1107" y="0"/>
                    <a:pt x="10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68"/>
            <p:cNvSpPr/>
            <p:nvPr/>
          </p:nvSpPr>
          <p:spPr>
            <a:xfrm>
              <a:off x="2033642" y="-1307137"/>
              <a:ext cx="66878" cy="163345"/>
            </a:xfrm>
            <a:custGeom>
              <a:rect b="b" l="l" r="r" t="t"/>
              <a:pathLst>
                <a:path extrusionOk="0" h="4963" w="2032">
                  <a:moveTo>
                    <a:pt x="1912" y="0"/>
                  </a:moveTo>
                  <a:cubicBezTo>
                    <a:pt x="1882" y="0"/>
                    <a:pt x="1854" y="15"/>
                    <a:pt x="1843" y="50"/>
                  </a:cubicBezTo>
                  <a:cubicBezTo>
                    <a:pt x="1142" y="1584"/>
                    <a:pt x="575" y="3185"/>
                    <a:pt x="41" y="4753"/>
                  </a:cubicBezTo>
                  <a:cubicBezTo>
                    <a:pt x="0" y="4877"/>
                    <a:pt x="99" y="4962"/>
                    <a:pt x="196" y="4962"/>
                  </a:cubicBezTo>
                  <a:cubicBezTo>
                    <a:pt x="256" y="4962"/>
                    <a:pt x="316" y="4930"/>
                    <a:pt x="341" y="4853"/>
                  </a:cubicBezTo>
                  <a:cubicBezTo>
                    <a:pt x="909" y="3286"/>
                    <a:pt x="1576" y="1751"/>
                    <a:pt x="2009" y="117"/>
                  </a:cubicBezTo>
                  <a:cubicBezTo>
                    <a:pt x="2031" y="51"/>
                    <a:pt x="1968" y="0"/>
                    <a:pt x="19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68"/>
            <p:cNvSpPr/>
            <p:nvPr/>
          </p:nvSpPr>
          <p:spPr>
            <a:xfrm>
              <a:off x="2079787" y="-1255792"/>
              <a:ext cx="66121" cy="127832"/>
            </a:xfrm>
            <a:custGeom>
              <a:rect b="b" l="l" r="r" t="t"/>
              <a:pathLst>
                <a:path extrusionOk="0" h="3884" w="2009">
                  <a:moveTo>
                    <a:pt x="1774" y="1"/>
                  </a:moveTo>
                  <a:cubicBezTo>
                    <a:pt x="1722" y="1"/>
                    <a:pt x="1673" y="27"/>
                    <a:pt x="1641" y="91"/>
                  </a:cubicBezTo>
                  <a:cubicBezTo>
                    <a:pt x="1041" y="1192"/>
                    <a:pt x="374" y="2393"/>
                    <a:pt x="40" y="3627"/>
                  </a:cubicBezTo>
                  <a:cubicBezTo>
                    <a:pt x="1" y="3785"/>
                    <a:pt x="124" y="3884"/>
                    <a:pt x="253" y="3884"/>
                  </a:cubicBezTo>
                  <a:cubicBezTo>
                    <a:pt x="342" y="3884"/>
                    <a:pt x="433" y="3836"/>
                    <a:pt x="474" y="3727"/>
                  </a:cubicBezTo>
                  <a:cubicBezTo>
                    <a:pt x="908" y="2559"/>
                    <a:pt x="1808" y="1492"/>
                    <a:pt x="2008" y="258"/>
                  </a:cubicBezTo>
                  <a:cubicBezTo>
                    <a:pt x="2008" y="122"/>
                    <a:pt x="1885" y="1"/>
                    <a:pt x="1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68"/>
            <p:cNvSpPr/>
            <p:nvPr/>
          </p:nvSpPr>
          <p:spPr>
            <a:xfrm>
              <a:off x="2128960" y="-1251974"/>
              <a:ext cx="68096" cy="136751"/>
            </a:xfrm>
            <a:custGeom>
              <a:rect b="b" l="l" r="r" t="t"/>
              <a:pathLst>
                <a:path extrusionOk="0" h="4155" w="2069">
                  <a:moveTo>
                    <a:pt x="1957" y="0"/>
                  </a:moveTo>
                  <a:cubicBezTo>
                    <a:pt x="1918" y="0"/>
                    <a:pt x="1875" y="22"/>
                    <a:pt x="1849" y="75"/>
                  </a:cubicBezTo>
                  <a:cubicBezTo>
                    <a:pt x="1415" y="1176"/>
                    <a:pt x="1448" y="3311"/>
                    <a:pt x="181" y="3811"/>
                  </a:cubicBezTo>
                  <a:cubicBezTo>
                    <a:pt x="0" y="3901"/>
                    <a:pt x="64" y="4154"/>
                    <a:pt x="225" y="4154"/>
                  </a:cubicBezTo>
                  <a:cubicBezTo>
                    <a:pt x="242" y="4154"/>
                    <a:pt x="261" y="4151"/>
                    <a:pt x="281" y="4145"/>
                  </a:cubicBezTo>
                  <a:cubicBezTo>
                    <a:pt x="1715" y="3578"/>
                    <a:pt x="1849" y="1409"/>
                    <a:pt x="2049" y="108"/>
                  </a:cubicBezTo>
                  <a:cubicBezTo>
                    <a:pt x="2069" y="48"/>
                    <a:pt x="2017" y="0"/>
                    <a:pt x="19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68"/>
            <p:cNvSpPr/>
            <p:nvPr/>
          </p:nvSpPr>
          <p:spPr>
            <a:xfrm>
              <a:off x="2195149" y="-1184139"/>
              <a:ext cx="86527" cy="96664"/>
            </a:xfrm>
            <a:custGeom>
              <a:rect b="b" l="l" r="r" t="t"/>
              <a:pathLst>
                <a:path extrusionOk="0" h="2937" w="2629">
                  <a:moveTo>
                    <a:pt x="2495" y="1"/>
                  </a:moveTo>
                  <a:cubicBezTo>
                    <a:pt x="2462" y="1"/>
                    <a:pt x="2428" y="16"/>
                    <a:pt x="2406" y="49"/>
                  </a:cubicBezTo>
                  <a:cubicBezTo>
                    <a:pt x="1939" y="1050"/>
                    <a:pt x="1239" y="2117"/>
                    <a:pt x="205" y="2584"/>
                  </a:cubicBezTo>
                  <a:cubicBezTo>
                    <a:pt x="1" y="2671"/>
                    <a:pt x="127" y="2936"/>
                    <a:pt x="318" y="2936"/>
                  </a:cubicBezTo>
                  <a:cubicBezTo>
                    <a:pt x="345" y="2936"/>
                    <a:pt x="375" y="2930"/>
                    <a:pt x="405" y="2918"/>
                  </a:cubicBezTo>
                  <a:cubicBezTo>
                    <a:pt x="1572" y="2451"/>
                    <a:pt x="2273" y="1283"/>
                    <a:pt x="2606" y="149"/>
                  </a:cubicBezTo>
                  <a:cubicBezTo>
                    <a:pt x="2628" y="60"/>
                    <a:pt x="2562" y="1"/>
                    <a:pt x="2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68"/>
            <p:cNvSpPr/>
            <p:nvPr/>
          </p:nvSpPr>
          <p:spPr>
            <a:xfrm>
              <a:off x="2251826" y="-1046396"/>
              <a:ext cx="237727" cy="27548"/>
            </a:xfrm>
            <a:custGeom>
              <a:rect b="b" l="l" r="r" t="t"/>
              <a:pathLst>
                <a:path extrusionOk="0" h="837" w="7223">
                  <a:moveTo>
                    <a:pt x="7055" y="0"/>
                  </a:moveTo>
                  <a:cubicBezTo>
                    <a:pt x="5540" y="110"/>
                    <a:pt x="4097" y="393"/>
                    <a:pt x="2622" y="393"/>
                  </a:cubicBezTo>
                  <a:cubicBezTo>
                    <a:pt x="1856" y="393"/>
                    <a:pt x="1082" y="317"/>
                    <a:pt x="284" y="100"/>
                  </a:cubicBezTo>
                  <a:cubicBezTo>
                    <a:pt x="267" y="95"/>
                    <a:pt x="251" y="92"/>
                    <a:pt x="236" y="92"/>
                  </a:cubicBezTo>
                  <a:cubicBezTo>
                    <a:pt x="69" y="92"/>
                    <a:pt x="0" y="406"/>
                    <a:pt x="184" y="467"/>
                  </a:cubicBezTo>
                  <a:cubicBezTo>
                    <a:pt x="1137" y="716"/>
                    <a:pt x="2173" y="837"/>
                    <a:pt x="3217" y="837"/>
                  </a:cubicBezTo>
                  <a:cubicBezTo>
                    <a:pt x="4549" y="837"/>
                    <a:pt x="5892" y="641"/>
                    <a:pt x="7089" y="267"/>
                  </a:cubicBezTo>
                  <a:cubicBezTo>
                    <a:pt x="7222" y="234"/>
                    <a:pt x="7222" y="0"/>
                    <a:pt x="70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68"/>
            <p:cNvSpPr/>
            <p:nvPr/>
          </p:nvSpPr>
          <p:spPr>
            <a:xfrm>
              <a:off x="1227981" y="-1220541"/>
              <a:ext cx="600620" cy="277913"/>
            </a:xfrm>
            <a:custGeom>
              <a:rect b="b" l="l" r="r" t="t"/>
              <a:pathLst>
                <a:path extrusionOk="0" h="8444" w="18249">
                  <a:moveTo>
                    <a:pt x="16063" y="1"/>
                  </a:moveTo>
                  <a:cubicBezTo>
                    <a:pt x="13359" y="1"/>
                    <a:pt x="10463" y="912"/>
                    <a:pt x="8074" y="1889"/>
                  </a:cubicBezTo>
                  <a:cubicBezTo>
                    <a:pt x="4905" y="3190"/>
                    <a:pt x="2670" y="5558"/>
                    <a:pt x="235" y="7893"/>
                  </a:cubicBezTo>
                  <a:cubicBezTo>
                    <a:pt x="1" y="8128"/>
                    <a:pt x="214" y="8443"/>
                    <a:pt x="477" y="8443"/>
                  </a:cubicBezTo>
                  <a:cubicBezTo>
                    <a:pt x="551" y="8443"/>
                    <a:pt x="629" y="8419"/>
                    <a:pt x="702" y="8360"/>
                  </a:cubicBezTo>
                  <a:cubicBezTo>
                    <a:pt x="3271" y="6125"/>
                    <a:pt x="5839" y="4057"/>
                    <a:pt x="9042" y="2789"/>
                  </a:cubicBezTo>
                  <a:cubicBezTo>
                    <a:pt x="11910" y="1655"/>
                    <a:pt x="14979" y="1655"/>
                    <a:pt x="17881" y="821"/>
                  </a:cubicBezTo>
                  <a:cubicBezTo>
                    <a:pt x="18181" y="721"/>
                    <a:pt x="18248" y="188"/>
                    <a:pt x="17881" y="154"/>
                  </a:cubicBezTo>
                  <a:cubicBezTo>
                    <a:pt x="17291" y="49"/>
                    <a:pt x="16682" y="1"/>
                    <a:pt x="16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68"/>
            <p:cNvSpPr/>
            <p:nvPr/>
          </p:nvSpPr>
          <p:spPr>
            <a:xfrm>
              <a:off x="1639731" y="-1209614"/>
              <a:ext cx="563758" cy="125067"/>
            </a:xfrm>
            <a:custGeom>
              <a:rect b="b" l="l" r="r" t="t"/>
              <a:pathLst>
                <a:path extrusionOk="0" h="3800" w="17129">
                  <a:moveTo>
                    <a:pt x="3471" y="1"/>
                  </a:moveTo>
                  <a:cubicBezTo>
                    <a:pt x="2427" y="1"/>
                    <a:pt x="1380" y="25"/>
                    <a:pt x="334" y="56"/>
                  </a:cubicBezTo>
                  <a:cubicBezTo>
                    <a:pt x="1" y="56"/>
                    <a:pt x="1" y="523"/>
                    <a:pt x="334" y="556"/>
                  </a:cubicBezTo>
                  <a:cubicBezTo>
                    <a:pt x="3270" y="689"/>
                    <a:pt x="6272" y="623"/>
                    <a:pt x="9174" y="1190"/>
                  </a:cubicBezTo>
                  <a:cubicBezTo>
                    <a:pt x="11809" y="1757"/>
                    <a:pt x="14144" y="3058"/>
                    <a:pt x="16713" y="3792"/>
                  </a:cubicBezTo>
                  <a:cubicBezTo>
                    <a:pt x="16735" y="3797"/>
                    <a:pt x="16757" y="3799"/>
                    <a:pt x="16778" y="3799"/>
                  </a:cubicBezTo>
                  <a:cubicBezTo>
                    <a:pt x="17031" y="3799"/>
                    <a:pt x="17129" y="3445"/>
                    <a:pt x="16913" y="3291"/>
                  </a:cubicBezTo>
                  <a:cubicBezTo>
                    <a:pt x="12816" y="506"/>
                    <a:pt x="8183" y="1"/>
                    <a:pt x="34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68"/>
            <p:cNvSpPr/>
            <p:nvPr/>
          </p:nvSpPr>
          <p:spPr>
            <a:xfrm>
              <a:off x="2014585" y="-1179695"/>
              <a:ext cx="402750" cy="291539"/>
            </a:xfrm>
            <a:custGeom>
              <a:rect b="b" l="l" r="r" t="t"/>
              <a:pathLst>
                <a:path extrusionOk="0" h="8858" w="12237">
                  <a:moveTo>
                    <a:pt x="103" y="1"/>
                  </a:moveTo>
                  <a:cubicBezTo>
                    <a:pt x="13" y="1"/>
                    <a:pt x="0" y="157"/>
                    <a:pt x="87" y="214"/>
                  </a:cubicBezTo>
                  <a:cubicBezTo>
                    <a:pt x="2488" y="1181"/>
                    <a:pt x="4189" y="2716"/>
                    <a:pt x="6324" y="4050"/>
                  </a:cubicBezTo>
                  <a:cubicBezTo>
                    <a:pt x="8459" y="5384"/>
                    <a:pt x="10160" y="6919"/>
                    <a:pt x="11828" y="8787"/>
                  </a:cubicBezTo>
                  <a:cubicBezTo>
                    <a:pt x="11870" y="8837"/>
                    <a:pt x="11918" y="8858"/>
                    <a:pt x="11965" y="8858"/>
                  </a:cubicBezTo>
                  <a:cubicBezTo>
                    <a:pt x="12106" y="8858"/>
                    <a:pt x="12237" y="8670"/>
                    <a:pt x="12162" y="8520"/>
                  </a:cubicBezTo>
                  <a:cubicBezTo>
                    <a:pt x="11128" y="6452"/>
                    <a:pt x="9060" y="5151"/>
                    <a:pt x="7158" y="3983"/>
                  </a:cubicBezTo>
                  <a:cubicBezTo>
                    <a:pt x="4823" y="2582"/>
                    <a:pt x="2722" y="1015"/>
                    <a:pt x="153" y="14"/>
                  </a:cubicBezTo>
                  <a:cubicBezTo>
                    <a:pt x="135" y="5"/>
                    <a:pt x="118"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68"/>
            <p:cNvSpPr/>
            <p:nvPr/>
          </p:nvSpPr>
          <p:spPr>
            <a:xfrm>
              <a:off x="2063922" y="-1148592"/>
              <a:ext cx="392811" cy="289235"/>
            </a:xfrm>
            <a:custGeom>
              <a:rect b="b" l="l" r="r" t="t"/>
              <a:pathLst>
                <a:path extrusionOk="0" h="8788" w="11935">
                  <a:moveTo>
                    <a:pt x="355" y="1"/>
                  </a:moveTo>
                  <a:cubicBezTo>
                    <a:pt x="111" y="1"/>
                    <a:pt x="0" y="339"/>
                    <a:pt x="255" y="403"/>
                  </a:cubicBezTo>
                  <a:cubicBezTo>
                    <a:pt x="2457" y="937"/>
                    <a:pt x="4125" y="2672"/>
                    <a:pt x="5826" y="4006"/>
                  </a:cubicBezTo>
                  <a:cubicBezTo>
                    <a:pt x="7761" y="5507"/>
                    <a:pt x="9462" y="7208"/>
                    <a:pt x="11330" y="8709"/>
                  </a:cubicBezTo>
                  <a:cubicBezTo>
                    <a:pt x="11401" y="8764"/>
                    <a:pt x="11475" y="8788"/>
                    <a:pt x="11544" y="8788"/>
                  </a:cubicBezTo>
                  <a:cubicBezTo>
                    <a:pt x="11768" y="8788"/>
                    <a:pt x="11934" y="8539"/>
                    <a:pt x="11730" y="8309"/>
                  </a:cubicBezTo>
                  <a:cubicBezTo>
                    <a:pt x="10162" y="6474"/>
                    <a:pt x="8194" y="4906"/>
                    <a:pt x="6293" y="3439"/>
                  </a:cubicBezTo>
                  <a:cubicBezTo>
                    <a:pt x="4492" y="2071"/>
                    <a:pt x="2657" y="403"/>
                    <a:pt x="389" y="3"/>
                  </a:cubicBezTo>
                  <a:cubicBezTo>
                    <a:pt x="377" y="2"/>
                    <a:pt x="366" y="1"/>
                    <a:pt x="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68"/>
            <p:cNvSpPr/>
            <p:nvPr/>
          </p:nvSpPr>
          <p:spPr>
            <a:xfrm>
              <a:off x="2144199" y="-1118279"/>
              <a:ext cx="265439" cy="234897"/>
            </a:xfrm>
            <a:custGeom>
              <a:rect b="b" l="l" r="r" t="t"/>
              <a:pathLst>
                <a:path extrusionOk="0" h="7137" w="8065">
                  <a:moveTo>
                    <a:pt x="189" y="1"/>
                  </a:moveTo>
                  <a:cubicBezTo>
                    <a:pt x="81" y="1"/>
                    <a:pt x="1" y="132"/>
                    <a:pt x="85" y="216"/>
                  </a:cubicBezTo>
                  <a:cubicBezTo>
                    <a:pt x="2787" y="2418"/>
                    <a:pt x="5255" y="4653"/>
                    <a:pt x="7723" y="7088"/>
                  </a:cubicBezTo>
                  <a:cubicBezTo>
                    <a:pt x="7757" y="7122"/>
                    <a:pt x="7798" y="7136"/>
                    <a:pt x="7838" y="7136"/>
                  </a:cubicBezTo>
                  <a:cubicBezTo>
                    <a:pt x="7954" y="7136"/>
                    <a:pt x="8065" y="7012"/>
                    <a:pt x="7990" y="6888"/>
                  </a:cubicBezTo>
                  <a:cubicBezTo>
                    <a:pt x="6389" y="3885"/>
                    <a:pt x="3120" y="1650"/>
                    <a:pt x="251" y="16"/>
                  </a:cubicBezTo>
                  <a:cubicBezTo>
                    <a:pt x="230" y="5"/>
                    <a:pt x="209" y="1"/>
                    <a:pt x="1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68"/>
            <p:cNvSpPr/>
            <p:nvPr/>
          </p:nvSpPr>
          <p:spPr>
            <a:xfrm>
              <a:off x="2417612" y="-884428"/>
              <a:ext cx="156466" cy="150970"/>
            </a:xfrm>
            <a:custGeom>
              <a:rect b="b" l="l" r="r" t="t"/>
              <a:pathLst>
                <a:path extrusionOk="0" h="4587" w="4754">
                  <a:moveTo>
                    <a:pt x="387" y="0"/>
                  </a:moveTo>
                  <a:cubicBezTo>
                    <a:pt x="192" y="0"/>
                    <a:pt x="1" y="184"/>
                    <a:pt x="117" y="416"/>
                  </a:cubicBezTo>
                  <a:cubicBezTo>
                    <a:pt x="584" y="1217"/>
                    <a:pt x="1451" y="1384"/>
                    <a:pt x="2218" y="1784"/>
                  </a:cubicBezTo>
                  <a:cubicBezTo>
                    <a:pt x="3319" y="2418"/>
                    <a:pt x="3586" y="3619"/>
                    <a:pt x="4320" y="4553"/>
                  </a:cubicBezTo>
                  <a:cubicBezTo>
                    <a:pt x="4342" y="4575"/>
                    <a:pt x="4379" y="4586"/>
                    <a:pt x="4419" y="4586"/>
                  </a:cubicBezTo>
                  <a:cubicBezTo>
                    <a:pt x="4498" y="4586"/>
                    <a:pt x="4587" y="4542"/>
                    <a:pt x="4587" y="4453"/>
                  </a:cubicBezTo>
                  <a:cubicBezTo>
                    <a:pt x="4754" y="3452"/>
                    <a:pt x="3986" y="2485"/>
                    <a:pt x="3319" y="1817"/>
                  </a:cubicBezTo>
                  <a:cubicBezTo>
                    <a:pt x="2986" y="1484"/>
                    <a:pt x="2619" y="1217"/>
                    <a:pt x="2218" y="1017"/>
                  </a:cubicBezTo>
                  <a:cubicBezTo>
                    <a:pt x="1651" y="750"/>
                    <a:pt x="984" y="650"/>
                    <a:pt x="617" y="116"/>
                  </a:cubicBezTo>
                  <a:cubicBezTo>
                    <a:pt x="557" y="35"/>
                    <a:pt x="47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68"/>
            <p:cNvSpPr/>
            <p:nvPr/>
          </p:nvSpPr>
          <p:spPr>
            <a:xfrm>
              <a:off x="1235354" y="-1113934"/>
              <a:ext cx="216992" cy="195336"/>
            </a:xfrm>
            <a:custGeom>
              <a:rect b="b" l="l" r="r" t="t"/>
              <a:pathLst>
                <a:path extrusionOk="0" h="5935" w="6593">
                  <a:moveTo>
                    <a:pt x="6336" y="0"/>
                  </a:moveTo>
                  <a:cubicBezTo>
                    <a:pt x="6309" y="0"/>
                    <a:pt x="6280" y="6"/>
                    <a:pt x="6249" y="17"/>
                  </a:cubicBezTo>
                  <a:cubicBezTo>
                    <a:pt x="3747" y="785"/>
                    <a:pt x="879" y="3120"/>
                    <a:pt x="45" y="5655"/>
                  </a:cubicBezTo>
                  <a:cubicBezTo>
                    <a:pt x="1" y="5809"/>
                    <a:pt x="146" y="5934"/>
                    <a:pt x="288" y="5934"/>
                  </a:cubicBezTo>
                  <a:cubicBezTo>
                    <a:pt x="361" y="5934"/>
                    <a:pt x="433" y="5901"/>
                    <a:pt x="478" y="5822"/>
                  </a:cubicBezTo>
                  <a:cubicBezTo>
                    <a:pt x="1579" y="3253"/>
                    <a:pt x="4281" y="1985"/>
                    <a:pt x="6416" y="418"/>
                  </a:cubicBezTo>
                  <a:cubicBezTo>
                    <a:pt x="6592" y="300"/>
                    <a:pt x="6535" y="0"/>
                    <a:pt x="63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68"/>
            <p:cNvSpPr/>
            <p:nvPr/>
          </p:nvSpPr>
          <p:spPr>
            <a:xfrm>
              <a:off x="1101066" y="-861257"/>
              <a:ext cx="125561" cy="27087"/>
            </a:xfrm>
            <a:custGeom>
              <a:rect b="b" l="l" r="r" t="t"/>
              <a:pathLst>
                <a:path extrusionOk="0" h="823" w="3815">
                  <a:moveTo>
                    <a:pt x="2475" y="1"/>
                  </a:moveTo>
                  <a:cubicBezTo>
                    <a:pt x="1628" y="1"/>
                    <a:pt x="817" y="205"/>
                    <a:pt x="55" y="713"/>
                  </a:cubicBezTo>
                  <a:cubicBezTo>
                    <a:pt x="1" y="768"/>
                    <a:pt x="35" y="822"/>
                    <a:pt x="86" y="822"/>
                  </a:cubicBezTo>
                  <a:cubicBezTo>
                    <a:pt x="97" y="822"/>
                    <a:pt x="109" y="819"/>
                    <a:pt x="122" y="813"/>
                  </a:cubicBezTo>
                  <a:cubicBezTo>
                    <a:pt x="872" y="495"/>
                    <a:pt x="1668" y="378"/>
                    <a:pt x="2469" y="378"/>
                  </a:cubicBezTo>
                  <a:cubicBezTo>
                    <a:pt x="2843" y="378"/>
                    <a:pt x="3219" y="404"/>
                    <a:pt x="3591" y="446"/>
                  </a:cubicBezTo>
                  <a:cubicBezTo>
                    <a:pt x="3599" y="448"/>
                    <a:pt x="3607" y="449"/>
                    <a:pt x="3614" y="449"/>
                  </a:cubicBezTo>
                  <a:cubicBezTo>
                    <a:pt x="3763" y="449"/>
                    <a:pt x="3815" y="144"/>
                    <a:pt x="3624" y="113"/>
                  </a:cubicBezTo>
                  <a:cubicBezTo>
                    <a:pt x="3235" y="41"/>
                    <a:pt x="2851" y="1"/>
                    <a:pt x="2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68"/>
            <p:cNvSpPr/>
            <p:nvPr/>
          </p:nvSpPr>
          <p:spPr>
            <a:xfrm>
              <a:off x="1070819" y="-833873"/>
              <a:ext cx="201161" cy="75073"/>
            </a:xfrm>
            <a:custGeom>
              <a:rect b="b" l="l" r="r" t="t"/>
              <a:pathLst>
                <a:path extrusionOk="0" h="2281" w="6112">
                  <a:moveTo>
                    <a:pt x="4882" y="0"/>
                  </a:moveTo>
                  <a:cubicBezTo>
                    <a:pt x="3147" y="0"/>
                    <a:pt x="1528" y="889"/>
                    <a:pt x="140" y="1916"/>
                  </a:cubicBezTo>
                  <a:cubicBezTo>
                    <a:pt x="0" y="2028"/>
                    <a:pt x="95" y="2280"/>
                    <a:pt x="247" y="2280"/>
                  </a:cubicBezTo>
                  <a:cubicBezTo>
                    <a:pt x="276" y="2280"/>
                    <a:pt x="308" y="2271"/>
                    <a:pt x="340" y="2249"/>
                  </a:cubicBezTo>
                  <a:cubicBezTo>
                    <a:pt x="1174" y="1682"/>
                    <a:pt x="2041" y="1282"/>
                    <a:pt x="2975" y="982"/>
                  </a:cubicBezTo>
                  <a:cubicBezTo>
                    <a:pt x="3943" y="682"/>
                    <a:pt x="4944" y="682"/>
                    <a:pt x="5944" y="448"/>
                  </a:cubicBezTo>
                  <a:cubicBezTo>
                    <a:pt x="6111" y="415"/>
                    <a:pt x="6111" y="148"/>
                    <a:pt x="5944" y="115"/>
                  </a:cubicBezTo>
                  <a:cubicBezTo>
                    <a:pt x="5586" y="36"/>
                    <a:pt x="5232" y="0"/>
                    <a:pt x="48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68"/>
            <p:cNvSpPr/>
            <p:nvPr/>
          </p:nvSpPr>
          <p:spPr>
            <a:xfrm>
              <a:off x="1108176" y="-821399"/>
              <a:ext cx="192341" cy="83104"/>
            </a:xfrm>
            <a:custGeom>
              <a:rect b="b" l="l" r="r" t="t"/>
              <a:pathLst>
                <a:path extrusionOk="0" h="2525" w="5844">
                  <a:moveTo>
                    <a:pt x="5524" y="0"/>
                  </a:moveTo>
                  <a:cubicBezTo>
                    <a:pt x="4480" y="0"/>
                    <a:pt x="3495" y="320"/>
                    <a:pt x="2541" y="670"/>
                  </a:cubicBezTo>
                  <a:cubicBezTo>
                    <a:pt x="1674" y="1003"/>
                    <a:pt x="973" y="1737"/>
                    <a:pt x="173" y="2171"/>
                  </a:cubicBezTo>
                  <a:cubicBezTo>
                    <a:pt x="0" y="2286"/>
                    <a:pt x="100" y="2524"/>
                    <a:pt x="280" y="2524"/>
                  </a:cubicBezTo>
                  <a:cubicBezTo>
                    <a:pt x="309" y="2524"/>
                    <a:pt x="340" y="2518"/>
                    <a:pt x="373" y="2504"/>
                  </a:cubicBezTo>
                  <a:cubicBezTo>
                    <a:pt x="1273" y="2037"/>
                    <a:pt x="2107" y="1370"/>
                    <a:pt x="3041" y="1003"/>
                  </a:cubicBezTo>
                  <a:cubicBezTo>
                    <a:pt x="3942" y="703"/>
                    <a:pt x="4876" y="603"/>
                    <a:pt x="5743" y="236"/>
                  </a:cubicBezTo>
                  <a:cubicBezTo>
                    <a:pt x="5843" y="169"/>
                    <a:pt x="5777" y="2"/>
                    <a:pt x="5677" y="2"/>
                  </a:cubicBezTo>
                  <a:cubicBezTo>
                    <a:pt x="5625" y="1"/>
                    <a:pt x="5574" y="0"/>
                    <a:pt x="55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68"/>
            <p:cNvSpPr/>
            <p:nvPr/>
          </p:nvSpPr>
          <p:spPr>
            <a:xfrm>
              <a:off x="1148363" y="-794113"/>
              <a:ext cx="168611" cy="96499"/>
            </a:xfrm>
            <a:custGeom>
              <a:rect b="b" l="l" r="r" t="t"/>
              <a:pathLst>
                <a:path extrusionOk="0" h="2932" w="5123">
                  <a:moveTo>
                    <a:pt x="4500" y="1"/>
                  </a:moveTo>
                  <a:cubicBezTo>
                    <a:pt x="2779" y="1"/>
                    <a:pt x="1064" y="1642"/>
                    <a:pt x="52" y="2776"/>
                  </a:cubicBezTo>
                  <a:cubicBezTo>
                    <a:pt x="1" y="2854"/>
                    <a:pt x="69" y="2931"/>
                    <a:pt x="134" y="2931"/>
                  </a:cubicBezTo>
                  <a:cubicBezTo>
                    <a:pt x="152" y="2931"/>
                    <a:pt x="171" y="2924"/>
                    <a:pt x="186" y="2909"/>
                  </a:cubicBezTo>
                  <a:cubicBezTo>
                    <a:pt x="786" y="2276"/>
                    <a:pt x="1553" y="1809"/>
                    <a:pt x="2287" y="1375"/>
                  </a:cubicBezTo>
                  <a:cubicBezTo>
                    <a:pt x="3155" y="908"/>
                    <a:pt x="4055" y="708"/>
                    <a:pt x="4956" y="374"/>
                  </a:cubicBezTo>
                  <a:cubicBezTo>
                    <a:pt x="5089" y="308"/>
                    <a:pt x="5123" y="74"/>
                    <a:pt x="4956" y="41"/>
                  </a:cubicBezTo>
                  <a:cubicBezTo>
                    <a:pt x="4804" y="14"/>
                    <a:pt x="4652" y="1"/>
                    <a:pt x="45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68"/>
            <p:cNvSpPr/>
            <p:nvPr/>
          </p:nvSpPr>
          <p:spPr>
            <a:xfrm>
              <a:off x="1185391" y="-775781"/>
              <a:ext cx="210640" cy="112561"/>
            </a:xfrm>
            <a:custGeom>
              <a:rect b="b" l="l" r="r" t="t"/>
              <a:pathLst>
                <a:path extrusionOk="0" h="3420" w="6400">
                  <a:moveTo>
                    <a:pt x="5355" y="0"/>
                  </a:moveTo>
                  <a:cubicBezTo>
                    <a:pt x="3345" y="0"/>
                    <a:pt x="1381" y="1747"/>
                    <a:pt x="128" y="3086"/>
                  </a:cubicBezTo>
                  <a:cubicBezTo>
                    <a:pt x="1" y="3214"/>
                    <a:pt x="146" y="3420"/>
                    <a:pt x="297" y="3420"/>
                  </a:cubicBezTo>
                  <a:cubicBezTo>
                    <a:pt x="343" y="3420"/>
                    <a:pt x="389" y="3400"/>
                    <a:pt x="428" y="3353"/>
                  </a:cubicBezTo>
                  <a:cubicBezTo>
                    <a:pt x="1930" y="1585"/>
                    <a:pt x="4131" y="1185"/>
                    <a:pt x="6233" y="484"/>
                  </a:cubicBezTo>
                  <a:cubicBezTo>
                    <a:pt x="6399" y="418"/>
                    <a:pt x="6399" y="151"/>
                    <a:pt x="6233" y="118"/>
                  </a:cubicBezTo>
                  <a:cubicBezTo>
                    <a:pt x="5940" y="37"/>
                    <a:pt x="5647" y="0"/>
                    <a:pt x="5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68"/>
            <p:cNvSpPr/>
            <p:nvPr/>
          </p:nvSpPr>
          <p:spPr>
            <a:xfrm>
              <a:off x="1253621" y="-733553"/>
              <a:ext cx="144618" cy="68557"/>
            </a:xfrm>
            <a:custGeom>
              <a:rect b="b" l="l" r="r" t="t"/>
              <a:pathLst>
                <a:path extrusionOk="0" h="2083" w="4394">
                  <a:moveTo>
                    <a:pt x="3818" y="1"/>
                  </a:moveTo>
                  <a:cubicBezTo>
                    <a:pt x="2495" y="1"/>
                    <a:pt x="1181" y="889"/>
                    <a:pt x="190" y="1670"/>
                  </a:cubicBezTo>
                  <a:cubicBezTo>
                    <a:pt x="1" y="1832"/>
                    <a:pt x="184" y="2082"/>
                    <a:pt x="385" y="2082"/>
                  </a:cubicBezTo>
                  <a:cubicBezTo>
                    <a:pt x="432" y="2082"/>
                    <a:pt x="479" y="2068"/>
                    <a:pt x="524" y="2037"/>
                  </a:cubicBezTo>
                  <a:cubicBezTo>
                    <a:pt x="1057" y="1603"/>
                    <a:pt x="1591" y="1270"/>
                    <a:pt x="2192" y="969"/>
                  </a:cubicBezTo>
                  <a:cubicBezTo>
                    <a:pt x="2859" y="636"/>
                    <a:pt x="3593" y="502"/>
                    <a:pt x="4260" y="269"/>
                  </a:cubicBezTo>
                  <a:cubicBezTo>
                    <a:pt x="4393" y="236"/>
                    <a:pt x="4393" y="35"/>
                    <a:pt x="4260" y="35"/>
                  </a:cubicBezTo>
                  <a:cubicBezTo>
                    <a:pt x="4113" y="12"/>
                    <a:pt x="3965" y="1"/>
                    <a:pt x="3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68"/>
            <p:cNvSpPr/>
            <p:nvPr/>
          </p:nvSpPr>
          <p:spPr>
            <a:xfrm>
              <a:off x="1314511" y="-719630"/>
              <a:ext cx="132012" cy="79582"/>
            </a:xfrm>
            <a:custGeom>
              <a:rect b="b" l="l" r="r" t="t"/>
              <a:pathLst>
                <a:path extrusionOk="0" h="2418" w="4011">
                  <a:moveTo>
                    <a:pt x="3618" y="0"/>
                  </a:moveTo>
                  <a:cubicBezTo>
                    <a:pt x="2231" y="0"/>
                    <a:pt x="1184" y="1419"/>
                    <a:pt x="108" y="2148"/>
                  </a:cubicBezTo>
                  <a:cubicBezTo>
                    <a:pt x="0" y="2228"/>
                    <a:pt x="66" y="2418"/>
                    <a:pt x="184" y="2418"/>
                  </a:cubicBezTo>
                  <a:cubicBezTo>
                    <a:pt x="212" y="2418"/>
                    <a:pt x="243" y="2407"/>
                    <a:pt x="275" y="2381"/>
                  </a:cubicBezTo>
                  <a:cubicBezTo>
                    <a:pt x="1476" y="1614"/>
                    <a:pt x="2510" y="747"/>
                    <a:pt x="3877" y="246"/>
                  </a:cubicBezTo>
                  <a:cubicBezTo>
                    <a:pt x="4011" y="213"/>
                    <a:pt x="3977" y="46"/>
                    <a:pt x="3844" y="13"/>
                  </a:cubicBezTo>
                  <a:cubicBezTo>
                    <a:pt x="3768" y="4"/>
                    <a:pt x="3692" y="0"/>
                    <a:pt x="3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68"/>
            <p:cNvSpPr/>
            <p:nvPr/>
          </p:nvSpPr>
          <p:spPr>
            <a:xfrm>
              <a:off x="1350091" y="-706070"/>
              <a:ext cx="139253" cy="100251"/>
            </a:xfrm>
            <a:custGeom>
              <a:rect b="b" l="l" r="r" t="t"/>
              <a:pathLst>
                <a:path extrusionOk="0" h="3046" w="4231">
                  <a:moveTo>
                    <a:pt x="4031" y="1"/>
                  </a:moveTo>
                  <a:cubicBezTo>
                    <a:pt x="2396" y="168"/>
                    <a:pt x="995" y="1736"/>
                    <a:pt x="28" y="2936"/>
                  </a:cubicBezTo>
                  <a:cubicBezTo>
                    <a:pt x="1" y="2991"/>
                    <a:pt x="40" y="3045"/>
                    <a:pt x="92" y="3045"/>
                  </a:cubicBezTo>
                  <a:cubicBezTo>
                    <a:pt x="103" y="3045"/>
                    <a:pt x="116" y="3043"/>
                    <a:pt x="128" y="3036"/>
                  </a:cubicBezTo>
                  <a:cubicBezTo>
                    <a:pt x="695" y="2403"/>
                    <a:pt x="1362" y="1902"/>
                    <a:pt x="2063" y="1435"/>
                  </a:cubicBezTo>
                  <a:cubicBezTo>
                    <a:pt x="2730" y="1002"/>
                    <a:pt x="3497" y="735"/>
                    <a:pt x="4131" y="268"/>
                  </a:cubicBezTo>
                  <a:cubicBezTo>
                    <a:pt x="4231" y="168"/>
                    <a:pt x="4164" y="1"/>
                    <a:pt x="40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68"/>
            <p:cNvSpPr/>
            <p:nvPr/>
          </p:nvSpPr>
          <p:spPr>
            <a:xfrm>
              <a:off x="1344891" y="-661176"/>
              <a:ext cx="165056" cy="168446"/>
            </a:xfrm>
            <a:custGeom>
              <a:rect b="b" l="l" r="r" t="t"/>
              <a:pathLst>
                <a:path extrusionOk="0" h="5118" w="5015">
                  <a:moveTo>
                    <a:pt x="4884" y="1"/>
                  </a:moveTo>
                  <a:cubicBezTo>
                    <a:pt x="4875" y="1"/>
                    <a:pt x="4866" y="2"/>
                    <a:pt x="4856" y="5"/>
                  </a:cubicBezTo>
                  <a:cubicBezTo>
                    <a:pt x="2521" y="205"/>
                    <a:pt x="453" y="2773"/>
                    <a:pt x="19" y="4975"/>
                  </a:cubicBezTo>
                  <a:cubicBezTo>
                    <a:pt x="1" y="5066"/>
                    <a:pt x="83" y="5118"/>
                    <a:pt x="155" y="5118"/>
                  </a:cubicBezTo>
                  <a:cubicBezTo>
                    <a:pt x="215" y="5118"/>
                    <a:pt x="267" y="5083"/>
                    <a:pt x="252" y="5008"/>
                  </a:cubicBezTo>
                  <a:cubicBezTo>
                    <a:pt x="186" y="3941"/>
                    <a:pt x="1387" y="2907"/>
                    <a:pt x="2120" y="2206"/>
                  </a:cubicBezTo>
                  <a:cubicBezTo>
                    <a:pt x="2988" y="1406"/>
                    <a:pt x="3888" y="805"/>
                    <a:pt x="4922" y="238"/>
                  </a:cubicBezTo>
                  <a:cubicBezTo>
                    <a:pt x="5015" y="176"/>
                    <a:pt x="4993"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68"/>
            <p:cNvSpPr/>
            <p:nvPr/>
          </p:nvSpPr>
          <p:spPr>
            <a:xfrm>
              <a:off x="1499519" y="-638432"/>
              <a:ext cx="83170" cy="78233"/>
            </a:xfrm>
            <a:custGeom>
              <a:rect b="b" l="l" r="r" t="t"/>
              <a:pathLst>
                <a:path extrusionOk="0" h="2377" w="2527">
                  <a:moveTo>
                    <a:pt x="2500" y="0"/>
                  </a:moveTo>
                  <a:cubicBezTo>
                    <a:pt x="2496" y="0"/>
                    <a:pt x="2493" y="4"/>
                    <a:pt x="2493" y="14"/>
                  </a:cubicBezTo>
                  <a:cubicBezTo>
                    <a:pt x="1592" y="681"/>
                    <a:pt x="558" y="1282"/>
                    <a:pt x="24" y="2282"/>
                  </a:cubicBezTo>
                  <a:cubicBezTo>
                    <a:pt x="1" y="2330"/>
                    <a:pt x="44" y="2377"/>
                    <a:pt x="83" y="2377"/>
                  </a:cubicBezTo>
                  <a:cubicBezTo>
                    <a:pt x="99" y="2377"/>
                    <a:pt x="115" y="2369"/>
                    <a:pt x="124" y="2349"/>
                  </a:cubicBezTo>
                  <a:cubicBezTo>
                    <a:pt x="625" y="1348"/>
                    <a:pt x="1659" y="748"/>
                    <a:pt x="2526" y="47"/>
                  </a:cubicBezTo>
                  <a:cubicBezTo>
                    <a:pt x="2526" y="24"/>
                    <a:pt x="2509" y="0"/>
                    <a:pt x="2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68"/>
            <p:cNvSpPr/>
            <p:nvPr/>
          </p:nvSpPr>
          <p:spPr>
            <a:xfrm>
              <a:off x="1546750" y="-643468"/>
              <a:ext cx="102884" cy="93175"/>
            </a:xfrm>
            <a:custGeom>
              <a:rect b="b" l="l" r="r" t="t"/>
              <a:pathLst>
                <a:path extrusionOk="0" h="2831" w="3126">
                  <a:moveTo>
                    <a:pt x="3059" y="0"/>
                  </a:moveTo>
                  <a:cubicBezTo>
                    <a:pt x="1925" y="667"/>
                    <a:pt x="557" y="1535"/>
                    <a:pt x="24" y="2769"/>
                  </a:cubicBezTo>
                  <a:cubicBezTo>
                    <a:pt x="1" y="2792"/>
                    <a:pt x="25" y="2831"/>
                    <a:pt x="54" y="2831"/>
                  </a:cubicBezTo>
                  <a:cubicBezTo>
                    <a:pt x="66" y="2831"/>
                    <a:pt x="80" y="2823"/>
                    <a:pt x="90" y="2802"/>
                  </a:cubicBezTo>
                  <a:cubicBezTo>
                    <a:pt x="657" y="1568"/>
                    <a:pt x="2025" y="868"/>
                    <a:pt x="3093" y="67"/>
                  </a:cubicBezTo>
                  <a:cubicBezTo>
                    <a:pt x="3126" y="34"/>
                    <a:pt x="3093" y="0"/>
                    <a:pt x="30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68"/>
            <p:cNvSpPr/>
            <p:nvPr/>
          </p:nvSpPr>
          <p:spPr>
            <a:xfrm>
              <a:off x="1581540" y="-599726"/>
              <a:ext cx="108381" cy="144585"/>
            </a:xfrm>
            <a:custGeom>
              <a:rect b="b" l="l" r="r" t="t"/>
              <a:pathLst>
                <a:path extrusionOk="0" h="4393" w="3293">
                  <a:moveTo>
                    <a:pt x="3135" y="0"/>
                  </a:moveTo>
                  <a:cubicBezTo>
                    <a:pt x="3125" y="0"/>
                    <a:pt x="3114" y="2"/>
                    <a:pt x="3103" y="6"/>
                  </a:cubicBezTo>
                  <a:cubicBezTo>
                    <a:pt x="1535" y="606"/>
                    <a:pt x="34" y="2507"/>
                    <a:pt x="1" y="4242"/>
                  </a:cubicBezTo>
                  <a:cubicBezTo>
                    <a:pt x="1" y="4342"/>
                    <a:pt x="84" y="4392"/>
                    <a:pt x="168" y="4392"/>
                  </a:cubicBezTo>
                  <a:cubicBezTo>
                    <a:pt x="251" y="4392"/>
                    <a:pt x="334" y="4342"/>
                    <a:pt x="334" y="4242"/>
                  </a:cubicBezTo>
                  <a:cubicBezTo>
                    <a:pt x="368" y="2341"/>
                    <a:pt x="2036" y="1340"/>
                    <a:pt x="3203" y="172"/>
                  </a:cubicBezTo>
                  <a:cubicBezTo>
                    <a:pt x="3292" y="113"/>
                    <a:pt x="3222" y="0"/>
                    <a:pt x="3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68"/>
            <p:cNvSpPr/>
            <p:nvPr/>
          </p:nvSpPr>
          <p:spPr>
            <a:xfrm>
              <a:off x="1637296" y="-630731"/>
              <a:ext cx="143795" cy="175950"/>
            </a:xfrm>
            <a:custGeom>
              <a:rect b="b" l="l" r="r" t="t"/>
              <a:pathLst>
                <a:path extrusionOk="0" h="5346" w="4369">
                  <a:moveTo>
                    <a:pt x="4229" y="0"/>
                  </a:moveTo>
                  <a:cubicBezTo>
                    <a:pt x="4213" y="0"/>
                    <a:pt x="4196" y="4"/>
                    <a:pt x="4178" y="14"/>
                  </a:cubicBezTo>
                  <a:cubicBezTo>
                    <a:pt x="2210" y="848"/>
                    <a:pt x="608" y="3149"/>
                    <a:pt x="41" y="5151"/>
                  </a:cubicBezTo>
                  <a:cubicBezTo>
                    <a:pt x="1" y="5273"/>
                    <a:pt x="97" y="5345"/>
                    <a:pt x="193" y="5345"/>
                  </a:cubicBezTo>
                  <a:cubicBezTo>
                    <a:pt x="254" y="5345"/>
                    <a:pt x="316" y="5316"/>
                    <a:pt x="342" y="5251"/>
                  </a:cubicBezTo>
                  <a:cubicBezTo>
                    <a:pt x="708" y="4117"/>
                    <a:pt x="1409" y="3183"/>
                    <a:pt x="2176" y="2315"/>
                  </a:cubicBezTo>
                  <a:cubicBezTo>
                    <a:pt x="2843" y="1581"/>
                    <a:pt x="3677" y="1014"/>
                    <a:pt x="4311" y="247"/>
                  </a:cubicBezTo>
                  <a:cubicBezTo>
                    <a:pt x="4369" y="161"/>
                    <a:pt x="4327" y="0"/>
                    <a:pt x="4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68"/>
            <p:cNvSpPr/>
            <p:nvPr/>
          </p:nvSpPr>
          <p:spPr>
            <a:xfrm>
              <a:off x="1760031" y="-607955"/>
              <a:ext cx="65858" cy="80669"/>
            </a:xfrm>
            <a:custGeom>
              <a:rect b="b" l="l" r="r" t="t"/>
              <a:pathLst>
                <a:path extrusionOk="0" h="2451" w="2001">
                  <a:moveTo>
                    <a:pt x="1899" y="0"/>
                  </a:moveTo>
                  <a:cubicBezTo>
                    <a:pt x="1882" y="0"/>
                    <a:pt x="1865" y="7"/>
                    <a:pt x="1850" y="22"/>
                  </a:cubicBezTo>
                  <a:cubicBezTo>
                    <a:pt x="1116" y="689"/>
                    <a:pt x="549" y="1490"/>
                    <a:pt x="48" y="2324"/>
                  </a:cubicBezTo>
                  <a:cubicBezTo>
                    <a:pt x="0" y="2396"/>
                    <a:pt x="56" y="2451"/>
                    <a:pt x="116" y="2451"/>
                  </a:cubicBezTo>
                  <a:cubicBezTo>
                    <a:pt x="139" y="2451"/>
                    <a:pt x="163" y="2442"/>
                    <a:pt x="182" y="2424"/>
                  </a:cubicBezTo>
                  <a:cubicBezTo>
                    <a:pt x="715" y="1623"/>
                    <a:pt x="1316" y="856"/>
                    <a:pt x="1950" y="122"/>
                  </a:cubicBezTo>
                  <a:cubicBezTo>
                    <a:pt x="2001" y="71"/>
                    <a:pt x="1954" y="0"/>
                    <a:pt x="1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68"/>
            <p:cNvSpPr/>
            <p:nvPr/>
          </p:nvSpPr>
          <p:spPr>
            <a:xfrm>
              <a:off x="1803312" y="-584421"/>
              <a:ext cx="67504" cy="108414"/>
            </a:xfrm>
            <a:custGeom>
              <a:rect b="b" l="l" r="r" t="t"/>
              <a:pathLst>
                <a:path extrusionOk="0" h="3294" w="2051">
                  <a:moveTo>
                    <a:pt x="1843" y="0"/>
                  </a:moveTo>
                  <a:cubicBezTo>
                    <a:pt x="1803" y="0"/>
                    <a:pt x="1764" y="13"/>
                    <a:pt x="1735" y="41"/>
                  </a:cubicBezTo>
                  <a:cubicBezTo>
                    <a:pt x="902" y="808"/>
                    <a:pt x="1" y="1876"/>
                    <a:pt x="1" y="3043"/>
                  </a:cubicBezTo>
                  <a:cubicBezTo>
                    <a:pt x="1" y="3210"/>
                    <a:pt x="118" y="3293"/>
                    <a:pt x="234" y="3293"/>
                  </a:cubicBezTo>
                  <a:cubicBezTo>
                    <a:pt x="351" y="3293"/>
                    <a:pt x="468" y="3210"/>
                    <a:pt x="468" y="3043"/>
                  </a:cubicBezTo>
                  <a:cubicBezTo>
                    <a:pt x="501" y="1809"/>
                    <a:pt x="1602" y="1242"/>
                    <a:pt x="2002" y="174"/>
                  </a:cubicBezTo>
                  <a:cubicBezTo>
                    <a:pt x="2050" y="79"/>
                    <a:pt x="1944" y="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68"/>
            <p:cNvSpPr/>
            <p:nvPr/>
          </p:nvSpPr>
          <p:spPr>
            <a:xfrm>
              <a:off x="1875064" y="-572803"/>
              <a:ext cx="55392" cy="117136"/>
            </a:xfrm>
            <a:custGeom>
              <a:rect b="b" l="l" r="r" t="t"/>
              <a:pathLst>
                <a:path extrusionOk="0" h="3559" w="1683">
                  <a:moveTo>
                    <a:pt x="1525" y="0"/>
                  </a:moveTo>
                  <a:cubicBezTo>
                    <a:pt x="1502" y="0"/>
                    <a:pt x="1479" y="7"/>
                    <a:pt x="1457" y="22"/>
                  </a:cubicBezTo>
                  <a:cubicBezTo>
                    <a:pt x="556" y="889"/>
                    <a:pt x="389" y="2357"/>
                    <a:pt x="22" y="3457"/>
                  </a:cubicBezTo>
                  <a:cubicBezTo>
                    <a:pt x="1" y="3522"/>
                    <a:pt x="49" y="3559"/>
                    <a:pt x="95" y="3559"/>
                  </a:cubicBezTo>
                  <a:cubicBezTo>
                    <a:pt x="120" y="3559"/>
                    <a:pt x="144" y="3548"/>
                    <a:pt x="156" y="3524"/>
                  </a:cubicBezTo>
                  <a:cubicBezTo>
                    <a:pt x="590" y="2323"/>
                    <a:pt x="1057" y="1256"/>
                    <a:pt x="1657" y="188"/>
                  </a:cubicBezTo>
                  <a:cubicBezTo>
                    <a:pt x="1683" y="84"/>
                    <a:pt x="1607"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68"/>
            <p:cNvSpPr/>
            <p:nvPr/>
          </p:nvSpPr>
          <p:spPr>
            <a:xfrm>
              <a:off x="1992170" y="-610950"/>
              <a:ext cx="58222" cy="132802"/>
            </a:xfrm>
            <a:custGeom>
              <a:rect b="b" l="l" r="r" t="t"/>
              <a:pathLst>
                <a:path extrusionOk="0" h="4035" w="1769">
                  <a:moveTo>
                    <a:pt x="293" y="1"/>
                  </a:moveTo>
                  <a:cubicBezTo>
                    <a:pt x="153" y="1"/>
                    <a:pt x="1" y="126"/>
                    <a:pt x="67" y="280"/>
                  </a:cubicBezTo>
                  <a:cubicBezTo>
                    <a:pt x="567" y="1481"/>
                    <a:pt x="1034" y="2682"/>
                    <a:pt x="1368" y="3949"/>
                  </a:cubicBezTo>
                  <a:cubicBezTo>
                    <a:pt x="1383" y="4008"/>
                    <a:pt x="1423" y="4034"/>
                    <a:pt x="1466" y="4034"/>
                  </a:cubicBezTo>
                  <a:cubicBezTo>
                    <a:pt x="1522" y="4034"/>
                    <a:pt x="1583" y="3991"/>
                    <a:pt x="1601" y="3916"/>
                  </a:cubicBezTo>
                  <a:cubicBezTo>
                    <a:pt x="1768" y="2582"/>
                    <a:pt x="968" y="1314"/>
                    <a:pt x="467" y="113"/>
                  </a:cubicBezTo>
                  <a:cubicBezTo>
                    <a:pt x="433" y="34"/>
                    <a:pt x="365" y="1"/>
                    <a:pt x="2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68"/>
            <p:cNvSpPr/>
            <p:nvPr/>
          </p:nvSpPr>
          <p:spPr>
            <a:xfrm>
              <a:off x="2045161" y="-612826"/>
              <a:ext cx="85375" cy="105419"/>
            </a:xfrm>
            <a:custGeom>
              <a:rect b="b" l="l" r="r" t="t"/>
              <a:pathLst>
                <a:path extrusionOk="0" h="3203" w="2594">
                  <a:moveTo>
                    <a:pt x="166" y="0"/>
                  </a:moveTo>
                  <a:cubicBezTo>
                    <a:pt x="50" y="0"/>
                    <a:pt x="0" y="208"/>
                    <a:pt x="125" y="270"/>
                  </a:cubicBezTo>
                  <a:cubicBezTo>
                    <a:pt x="692" y="504"/>
                    <a:pt x="1026" y="1004"/>
                    <a:pt x="1326" y="1504"/>
                  </a:cubicBezTo>
                  <a:cubicBezTo>
                    <a:pt x="1626" y="2005"/>
                    <a:pt x="1726" y="2672"/>
                    <a:pt x="2060" y="3139"/>
                  </a:cubicBezTo>
                  <a:cubicBezTo>
                    <a:pt x="2078" y="3175"/>
                    <a:pt x="2126" y="3202"/>
                    <a:pt x="2177" y="3202"/>
                  </a:cubicBezTo>
                  <a:cubicBezTo>
                    <a:pt x="2219" y="3202"/>
                    <a:pt x="2263" y="3184"/>
                    <a:pt x="2293" y="3139"/>
                  </a:cubicBezTo>
                  <a:cubicBezTo>
                    <a:pt x="2593" y="2572"/>
                    <a:pt x="2060" y="1738"/>
                    <a:pt x="1793" y="1238"/>
                  </a:cubicBezTo>
                  <a:cubicBezTo>
                    <a:pt x="1459" y="670"/>
                    <a:pt x="925" y="3"/>
                    <a:pt x="192" y="3"/>
                  </a:cubicBezTo>
                  <a:cubicBezTo>
                    <a:pt x="183" y="1"/>
                    <a:pt x="174" y="0"/>
                    <a:pt x="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68"/>
            <p:cNvSpPr/>
            <p:nvPr/>
          </p:nvSpPr>
          <p:spPr>
            <a:xfrm>
              <a:off x="2104505" y="-620922"/>
              <a:ext cx="52364" cy="50356"/>
            </a:xfrm>
            <a:custGeom>
              <a:rect b="b" l="l" r="r" t="t"/>
              <a:pathLst>
                <a:path extrusionOk="0" h="1530" w="1591">
                  <a:moveTo>
                    <a:pt x="110" y="0"/>
                  </a:moveTo>
                  <a:cubicBezTo>
                    <a:pt x="38" y="0"/>
                    <a:pt x="1" y="121"/>
                    <a:pt x="56" y="149"/>
                  </a:cubicBezTo>
                  <a:cubicBezTo>
                    <a:pt x="624" y="516"/>
                    <a:pt x="1091" y="1017"/>
                    <a:pt x="1524" y="1517"/>
                  </a:cubicBezTo>
                  <a:cubicBezTo>
                    <a:pt x="1533" y="1526"/>
                    <a:pt x="1542" y="1530"/>
                    <a:pt x="1550" y="1530"/>
                  </a:cubicBezTo>
                  <a:cubicBezTo>
                    <a:pt x="1573" y="1530"/>
                    <a:pt x="1591" y="1499"/>
                    <a:pt x="1591" y="1450"/>
                  </a:cubicBezTo>
                  <a:cubicBezTo>
                    <a:pt x="1224" y="883"/>
                    <a:pt x="690" y="383"/>
                    <a:pt x="157" y="16"/>
                  </a:cubicBezTo>
                  <a:cubicBezTo>
                    <a:pt x="140" y="5"/>
                    <a:pt x="125" y="0"/>
                    <a:pt x="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8"/>
            <p:cNvSpPr/>
            <p:nvPr/>
          </p:nvSpPr>
          <p:spPr>
            <a:xfrm>
              <a:off x="2127873" y="-644818"/>
              <a:ext cx="71815" cy="71683"/>
            </a:xfrm>
            <a:custGeom>
              <a:rect b="b" l="l" r="r" t="t"/>
              <a:pathLst>
                <a:path extrusionOk="0" h="2178" w="2182">
                  <a:moveTo>
                    <a:pt x="296" y="0"/>
                  </a:moveTo>
                  <a:cubicBezTo>
                    <a:pt x="96" y="0"/>
                    <a:pt x="1" y="347"/>
                    <a:pt x="247" y="408"/>
                  </a:cubicBezTo>
                  <a:cubicBezTo>
                    <a:pt x="647" y="508"/>
                    <a:pt x="948" y="809"/>
                    <a:pt x="1214" y="1109"/>
                  </a:cubicBezTo>
                  <a:cubicBezTo>
                    <a:pt x="1515" y="1442"/>
                    <a:pt x="1648" y="1843"/>
                    <a:pt x="1982" y="2143"/>
                  </a:cubicBezTo>
                  <a:cubicBezTo>
                    <a:pt x="2005" y="2166"/>
                    <a:pt x="2037" y="2178"/>
                    <a:pt x="2069" y="2178"/>
                  </a:cubicBezTo>
                  <a:cubicBezTo>
                    <a:pt x="2126" y="2178"/>
                    <a:pt x="2182" y="2141"/>
                    <a:pt x="2182" y="2076"/>
                  </a:cubicBezTo>
                  <a:cubicBezTo>
                    <a:pt x="2182" y="1576"/>
                    <a:pt x="1848" y="1142"/>
                    <a:pt x="1548" y="775"/>
                  </a:cubicBezTo>
                  <a:cubicBezTo>
                    <a:pt x="1248" y="408"/>
                    <a:pt x="848" y="108"/>
                    <a:pt x="347" y="8"/>
                  </a:cubicBezTo>
                  <a:cubicBezTo>
                    <a:pt x="329" y="3"/>
                    <a:pt x="312" y="0"/>
                    <a:pt x="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8"/>
            <p:cNvSpPr/>
            <p:nvPr/>
          </p:nvSpPr>
          <p:spPr>
            <a:xfrm>
              <a:off x="2190837" y="-648899"/>
              <a:ext cx="49500" cy="56247"/>
            </a:xfrm>
            <a:custGeom>
              <a:rect b="b" l="l" r="r" t="t"/>
              <a:pathLst>
                <a:path extrusionOk="0" h="1709" w="1504">
                  <a:moveTo>
                    <a:pt x="243" y="1"/>
                  </a:moveTo>
                  <a:cubicBezTo>
                    <a:pt x="91" y="1"/>
                    <a:pt x="1" y="254"/>
                    <a:pt x="169" y="365"/>
                  </a:cubicBezTo>
                  <a:cubicBezTo>
                    <a:pt x="402" y="532"/>
                    <a:pt x="602" y="766"/>
                    <a:pt x="803" y="1033"/>
                  </a:cubicBezTo>
                  <a:cubicBezTo>
                    <a:pt x="969" y="1266"/>
                    <a:pt x="1069" y="1533"/>
                    <a:pt x="1336" y="1700"/>
                  </a:cubicBezTo>
                  <a:cubicBezTo>
                    <a:pt x="1348" y="1706"/>
                    <a:pt x="1361" y="1708"/>
                    <a:pt x="1374" y="1708"/>
                  </a:cubicBezTo>
                  <a:cubicBezTo>
                    <a:pt x="1435" y="1708"/>
                    <a:pt x="1503" y="1649"/>
                    <a:pt x="1503" y="1566"/>
                  </a:cubicBezTo>
                  <a:cubicBezTo>
                    <a:pt x="1436" y="1233"/>
                    <a:pt x="1203" y="966"/>
                    <a:pt x="1003" y="699"/>
                  </a:cubicBezTo>
                  <a:cubicBezTo>
                    <a:pt x="803" y="432"/>
                    <a:pt x="602" y="232"/>
                    <a:pt x="336" y="32"/>
                  </a:cubicBezTo>
                  <a:cubicBezTo>
                    <a:pt x="303" y="10"/>
                    <a:pt x="272" y="1"/>
                    <a:pt x="2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68"/>
            <p:cNvSpPr/>
            <p:nvPr/>
          </p:nvSpPr>
          <p:spPr>
            <a:xfrm>
              <a:off x="2191101" y="-653342"/>
              <a:ext cx="38244" cy="45024"/>
            </a:xfrm>
            <a:custGeom>
              <a:rect b="b" l="l" r="r" t="t"/>
              <a:pathLst>
                <a:path extrusionOk="0" h="1368" w="1162">
                  <a:moveTo>
                    <a:pt x="228" y="1"/>
                  </a:moveTo>
                  <a:cubicBezTo>
                    <a:pt x="110" y="1"/>
                    <a:pt x="0" y="93"/>
                    <a:pt x="61" y="234"/>
                  </a:cubicBezTo>
                  <a:cubicBezTo>
                    <a:pt x="227" y="667"/>
                    <a:pt x="561" y="1201"/>
                    <a:pt x="1028" y="1368"/>
                  </a:cubicBezTo>
                  <a:cubicBezTo>
                    <a:pt x="1095" y="1368"/>
                    <a:pt x="1161" y="1301"/>
                    <a:pt x="1128" y="1234"/>
                  </a:cubicBezTo>
                  <a:cubicBezTo>
                    <a:pt x="1061" y="1034"/>
                    <a:pt x="928" y="901"/>
                    <a:pt x="795" y="734"/>
                  </a:cubicBezTo>
                  <a:cubicBezTo>
                    <a:pt x="628" y="567"/>
                    <a:pt x="494" y="367"/>
                    <a:pt x="428" y="134"/>
                  </a:cubicBezTo>
                  <a:cubicBezTo>
                    <a:pt x="388" y="41"/>
                    <a:pt x="306" y="1"/>
                    <a:pt x="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8"/>
            <p:cNvSpPr/>
            <p:nvPr/>
          </p:nvSpPr>
          <p:spPr>
            <a:xfrm>
              <a:off x="2237904" y="-652487"/>
              <a:ext cx="21097" cy="23302"/>
            </a:xfrm>
            <a:custGeom>
              <a:rect b="b" l="l" r="r" t="t"/>
              <a:pathLst>
                <a:path extrusionOk="0" h="708" w="641">
                  <a:moveTo>
                    <a:pt x="234" y="1"/>
                  </a:moveTo>
                  <a:cubicBezTo>
                    <a:pt x="104" y="1"/>
                    <a:pt x="1" y="169"/>
                    <a:pt x="106" y="274"/>
                  </a:cubicBezTo>
                  <a:cubicBezTo>
                    <a:pt x="240" y="408"/>
                    <a:pt x="307" y="675"/>
                    <a:pt x="507" y="708"/>
                  </a:cubicBezTo>
                  <a:cubicBezTo>
                    <a:pt x="573" y="708"/>
                    <a:pt x="640" y="675"/>
                    <a:pt x="640" y="608"/>
                  </a:cubicBezTo>
                  <a:cubicBezTo>
                    <a:pt x="607" y="408"/>
                    <a:pt x="473" y="208"/>
                    <a:pt x="340" y="41"/>
                  </a:cubicBezTo>
                  <a:cubicBezTo>
                    <a:pt x="305" y="13"/>
                    <a:pt x="268" y="1"/>
                    <a:pt x="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68"/>
            <p:cNvSpPr/>
            <p:nvPr/>
          </p:nvSpPr>
          <p:spPr>
            <a:xfrm>
              <a:off x="1734160" y="-966251"/>
              <a:ext cx="1119" cy="1119"/>
            </a:xfrm>
            <a:custGeom>
              <a:rect b="b" l="l" r="r" t="t"/>
              <a:pathLst>
                <a:path extrusionOk="0" h="34" w="34">
                  <a:moveTo>
                    <a:pt x="0" y="0"/>
                  </a:moveTo>
                  <a:cubicBezTo>
                    <a:pt x="0" y="0"/>
                    <a:pt x="0" y="34"/>
                    <a:pt x="0" y="34"/>
                  </a:cubicBezTo>
                  <a:cubicBezTo>
                    <a:pt x="34" y="34"/>
                    <a:pt x="34"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68"/>
            <p:cNvSpPr/>
            <p:nvPr/>
          </p:nvSpPr>
          <p:spPr>
            <a:xfrm>
              <a:off x="1185622" y="-1096358"/>
              <a:ext cx="226372" cy="232099"/>
            </a:xfrm>
            <a:custGeom>
              <a:rect b="b" l="l" r="r" t="t"/>
              <a:pathLst>
                <a:path extrusionOk="0" h="7052" w="6878">
                  <a:moveTo>
                    <a:pt x="6483" y="0"/>
                  </a:moveTo>
                  <a:cubicBezTo>
                    <a:pt x="6454" y="0"/>
                    <a:pt x="6423" y="6"/>
                    <a:pt x="6392" y="17"/>
                  </a:cubicBezTo>
                  <a:cubicBezTo>
                    <a:pt x="4791" y="684"/>
                    <a:pt x="3590" y="2352"/>
                    <a:pt x="2423" y="3553"/>
                  </a:cubicBezTo>
                  <a:cubicBezTo>
                    <a:pt x="1589" y="4454"/>
                    <a:pt x="121" y="5454"/>
                    <a:pt x="21" y="6755"/>
                  </a:cubicBezTo>
                  <a:cubicBezTo>
                    <a:pt x="0" y="6942"/>
                    <a:pt x="173" y="7051"/>
                    <a:pt x="338" y="7051"/>
                  </a:cubicBezTo>
                  <a:cubicBezTo>
                    <a:pt x="439" y="7051"/>
                    <a:pt x="538" y="7010"/>
                    <a:pt x="588" y="6922"/>
                  </a:cubicBezTo>
                  <a:cubicBezTo>
                    <a:pt x="1289" y="5755"/>
                    <a:pt x="2523" y="4887"/>
                    <a:pt x="3457" y="3920"/>
                  </a:cubicBezTo>
                  <a:cubicBezTo>
                    <a:pt x="4524" y="2852"/>
                    <a:pt x="5959" y="1785"/>
                    <a:pt x="6759" y="517"/>
                  </a:cubicBezTo>
                  <a:cubicBezTo>
                    <a:pt x="6877" y="311"/>
                    <a:pt x="6708" y="0"/>
                    <a:pt x="6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68"/>
            <p:cNvSpPr/>
            <p:nvPr/>
          </p:nvSpPr>
          <p:spPr>
            <a:xfrm>
              <a:off x="2231848" y="-1106397"/>
              <a:ext cx="85671" cy="56840"/>
            </a:xfrm>
            <a:custGeom>
              <a:rect b="b" l="l" r="r" t="t"/>
              <a:pathLst>
                <a:path extrusionOk="0" h="1727" w="2603">
                  <a:moveTo>
                    <a:pt x="2433" y="0"/>
                  </a:moveTo>
                  <a:cubicBezTo>
                    <a:pt x="2407" y="0"/>
                    <a:pt x="2381" y="7"/>
                    <a:pt x="2359" y="22"/>
                  </a:cubicBezTo>
                  <a:cubicBezTo>
                    <a:pt x="1625" y="622"/>
                    <a:pt x="1091" y="1323"/>
                    <a:pt x="124" y="1523"/>
                  </a:cubicBezTo>
                  <a:cubicBezTo>
                    <a:pt x="0" y="1554"/>
                    <a:pt x="48" y="1727"/>
                    <a:pt x="161" y="1727"/>
                  </a:cubicBezTo>
                  <a:cubicBezTo>
                    <a:pt x="170" y="1727"/>
                    <a:pt x="180" y="1726"/>
                    <a:pt x="190" y="1723"/>
                  </a:cubicBezTo>
                  <a:cubicBezTo>
                    <a:pt x="1124" y="1590"/>
                    <a:pt x="1958" y="889"/>
                    <a:pt x="2525" y="155"/>
                  </a:cubicBezTo>
                  <a:cubicBezTo>
                    <a:pt x="2603" y="78"/>
                    <a:pt x="2520" y="0"/>
                    <a:pt x="2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8"/>
            <p:cNvSpPr/>
            <p:nvPr/>
          </p:nvSpPr>
          <p:spPr>
            <a:xfrm>
              <a:off x="1239304" y="-1068481"/>
              <a:ext cx="119143" cy="63883"/>
            </a:xfrm>
            <a:custGeom>
              <a:rect b="b" l="l" r="r" t="t"/>
              <a:pathLst>
                <a:path extrusionOk="0" h="1941" w="3620">
                  <a:moveTo>
                    <a:pt x="3311" y="0"/>
                  </a:moveTo>
                  <a:cubicBezTo>
                    <a:pt x="3294" y="0"/>
                    <a:pt x="3278" y="2"/>
                    <a:pt x="3260" y="4"/>
                  </a:cubicBezTo>
                  <a:cubicBezTo>
                    <a:pt x="2827" y="104"/>
                    <a:pt x="2460" y="438"/>
                    <a:pt x="2059" y="638"/>
                  </a:cubicBezTo>
                  <a:cubicBezTo>
                    <a:pt x="1526" y="938"/>
                    <a:pt x="959" y="1172"/>
                    <a:pt x="325" y="1305"/>
                  </a:cubicBezTo>
                  <a:cubicBezTo>
                    <a:pt x="0" y="1370"/>
                    <a:pt x="55" y="1940"/>
                    <a:pt x="396" y="1940"/>
                  </a:cubicBezTo>
                  <a:cubicBezTo>
                    <a:pt x="405" y="1940"/>
                    <a:pt x="415" y="1940"/>
                    <a:pt x="425" y="1939"/>
                  </a:cubicBezTo>
                  <a:cubicBezTo>
                    <a:pt x="992" y="1839"/>
                    <a:pt x="1559" y="1705"/>
                    <a:pt x="2093" y="1472"/>
                  </a:cubicBezTo>
                  <a:cubicBezTo>
                    <a:pt x="2593" y="1238"/>
                    <a:pt x="3294" y="905"/>
                    <a:pt x="3527" y="371"/>
                  </a:cubicBezTo>
                  <a:cubicBezTo>
                    <a:pt x="3620" y="186"/>
                    <a:pt x="3512" y="0"/>
                    <a:pt x="3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8"/>
            <p:cNvSpPr/>
            <p:nvPr/>
          </p:nvSpPr>
          <p:spPr>
            <a:xfrm>
              <a:off x="1291702" y="-1065058"/>
              <a:ext cx="58222" cy="23072"/>
            </a:xfrm>
            <a:custGeom>
              <a:rect b="b" l="l" r="r" t="t"/>
              <a:pathLst>
                <a:path extrusionOk="0" h="701" w="1769">
                  <a:moveTo>
                    <a:pt x="1568" y="0"/>
                  </a:moveTo>
                  <a:cubicBezTo>
                    <a:pt x="1168" y="0"/>
                    <a:pt x="768" y="167"/>
                    <a:pt x="334" y="167"/>
                  </a:cubicBezTo>
                  <a:cubicBezTo>
                    <a:pt x="0" y="167"/>
                    <a:pt x="0" y="701"/>
                    <a:pt x="334" y="701"/>
                  </a:cubicBezTo>
                  <a:cubicBezTo>
                    <a:pt x="801" y="701"/>
                    <a:pt x="1368" y="634"/>
                    <a:pt x="1668" y="234"/>
                  </a:cubicBezTo>
                  <a:cubicBezTo>
                    <a:pt x="1768" y="167"/>
                    <a:pt x="1702" y="0"/>
                    <a:pt x="1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68"/>
            <p:cNvSpPr/>
            <p:nvPr/>
          </p:nvSpPr>
          <p:spPr>
            <a:xfrm>
              <a:off x="1682914" y="-1340017"/>
              <a:ext cx="83861" cy="119571"/>
            </a:xfrm>
            <a:custGeom>
              <a:rect b="b" l="l" r="r" t="t"/>
              <a:pathLst>
                <a:path extrusionOk="0" h="3633" w="2548">
                  <a:moveTo>
                    <a:pt x="134" y="0"/>
                  </a:moveTo>
                  <a:cubicBezTo>
                    <a:pt x="67" y="0"/>
                    <a:pt x="1" y="59"/>
                    <a:pt x="23" y="148"/>
                  </a:cubicBezTo>
                  <a:cubicBezTo>
                    <a:pt x="290" y="1483"/>
                    <a:pt x="1224" y="2850"/>
                    <a:pt x="2358" y="3617"/>
                  </a:cubicBezTo>
                  <a:cubicBezTo>
                    <a:pt x="2374" y="3628"/>
                    <a:pt x="2390" y="3633"/>
                    <a:pt x="2406" y="3633"/>
                  </a:cubicBezTo>
                  <a:cubicBezTo>
                    <a:pt x="2486" y="3633"/>
                    <a:pt x="2547" y="3507"/>
                    <a:pt x="2491" y="3451"/>
                  </a:cubicBezTo>
                  <a:cubicBezTo>
                    <a:pt x="1357" y="2550"/>
                    <a:pt x="990" y="1216"/>
                    <a:pt x="223" y="48"/>
                  </a:cubicBezTo>
                  <a:cubicBezTo>
                    <a:pt x="201" y="15"/>
                    <a:pt x="168" y="0"/>
                    <a:pt x="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68"/>
            <p:cNvSpPr/>
            <p:nvPr/>
          </p:nvSpPr>
          <p:spPr>
            <a:xfrm>
              <a:off x="1228936" y="-954863"/>
              <a:ext cx="699555" cy="312932"/>
            </a:xfrm>
            <a:custGeom>
              <a:rect b="b" l="l" r="r" t="t"/>
              <a:pathLst>
                <a:path extrusionOk="0" h="9508" w="21255">
                  <a:moveTo>
                    <a:pt x="177" y="0"/>
                  </a:moveTo>
                  <a:cubicBezTo>
                    <a:pt x="86" y="0"/>
                    <a:pt x="1" y="72"/>
                    <a:pt x="39" y="188"/>
                  </a:cubicBezTo>
                  <a:cubicBezTo>
                    <a:pt x="373" y="1689"/>
                    <a:pt x="1874" y="2890"/>
                    <a:pt x="2908" y="3957"/>
                  </a:cubicBezTo>
                  <a:cubicBezTo>
                    <a:pt x="4576" y="5625"/>
                    <a:pt x="6411" y="6893"/>
                    <a:pt x="8579" y="7860"/>
                  </a:cubicBezTo>
                  <a:cubicBezTo>
                    <a:pt x="11290" y="9033"/>
                    <a:pt x="14574" y="9507"/>
                    <a:pt x="17696" y="9507"/>
                  </a:cubicBezTo>
                  <a:cubicBezTo>
                    <a:pt x="18838" y="9507"/>
                    <a:pt x="19958" y="9444"/>
                    <a:pt x="21021" y="9328"/>
                  </a:cubicBezTo>
                  <a:cubicBezTo>
                    <a:pt x="21255" y="9328"/>
                    <a:pt x="21255" y="8994"/>
                    <a:pt x="21021" y="8961"/>
                  </a:cubicBezTo>
                  <a:cubicBezTo>
                    <a:pt x="17285" y="8561"/>
                    <a:pt x="13683" y="8894"/>
                    <a:pt x="10013" y="7760"/>
                  </a:cubicBezTo>
                  <a:cubicBezTo>
                    <a:pt x="7912" y="7126"/>
                    <a:pt x="5977" y="5959"/>
                    <a:pt x="4276" y="4524"/>
                  </a:cubicBezTo>
                  <a:cubicBezTo>
                    <a:pt x="3042" y="3490"/>
                    <a:pt x="773" y="1722"/>
                    <a:pt x="340" y="121"/>
                  </a:cubicBezTo>
                  <a:cubicBezTo>
                    <a:pt x="312" y="37"/>
                    <a:pt x="243"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8"/>
            <p:cNvSpPr/>
            <p:nvPr/>
          </p:nvSpPr>
          <p:spPr>
            <a:xfrm>
              <a:off x="1912026" y="-757744"/>
              <a:ext cx="505766" cy="113186"/>
            </a:xfrm>
            <a:custGeom>
              <a:rect b="b" l="l" r="r" t="t"/>
              <a:pathLst>
                <a:path extrusionOk="0" h="3439" w="15367">
                  <a:moveTo>
                    <a:pt x="15117" y="0"/>
                  </a:moveTo>
                  <a:cubicBezTo>
                    <a:pt x="15104" y="0"/>
                    <a:pt x="15091" y="1"/>
                    <a:pt x="15078" y="3"/>
                  </a:cubicBezTo>
                  <a:cubicBezTo>
                    <a:pt x="12576" y="370"/>
                    <a:pt x="10007" y="604"/>
                    <a:pt x="7606" y="1438"/>
                  </a:cubicBezTo>
                  <a:cubicBezTo>
                    <a:pt x="5137" y="2305"/>
                    <a:pt x="2836" y="3039"/>
                    <a:pt x="200" y="3105"/>
                  </a:cubicBezTo>
                  <a:cubicBezTo>
                    <a:pt x="0" y="3139"/>
                    <a:pt x="0" y="3439"/>
                    <a:pt x="200" y="3439"/>
                  </a:cubicBezTo>
                  <a:cubicBezTo>
                    <a:pt x="2569" y="3406"/>
                    <a:pt x="4870" y="2972"/>
                    <a:pt x="7139" y="2238"/>
                  </a:cubicBezTo>
                  <a:cubicBezTo>
                    <a:pt x="9774" y="1404"/>
                    <a:pt x="12609" y="1337"/>
                    <a:pt x="15178" y="337"/>
                  </a:cubicBezTo>
                  <a:cubicBezTo>
                    <a:pt x="15366" y="242"/>
                    <a:pt x="15318" y="0"/>
                    <a:pt x="15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8"/>
            <p:cNvSpPr/>
            <p:nvPr/>
          </p:nvSpPr>
          <p:spPr>
            <a:xfrm>
              <a:off x="2385225" y="-759357"/>
              <a:ext cx="171277" cy="28733"/>
            </a:xfrm>
            <a:custGeom>
              <a:rect b="b" l="l" r="r" t="t"/>
              <a:pathLst>
                <a:path extrusionOk="0" h="873" w="5204">
                  <a:moveTo>
                    <a:pt x="778" y="1"/>
                  </a:moveTo>
                  <a:cubicBezTo>
                    <a:pt x="619" y="1"/>
                    <a:pt x="460" y="6"/>
                    <a:pt x="300" y="19"/>
                  </a:cubicBezTo>
                  <a:cubicBezTo>
                    <a:pt x="67" y="19"/>
                    <a:pt x="0" y="352"/>
                    <a:pt x="234" y="419"/>
                  </a:cubicBezTo>
                  <a:cubicBezTo>
                    <a:pt x="968" y="619"/>
                    <a:pt x="1701" y="686"/>
                    <a:pt x="2435" y="753"/>
                  </a:cubicBezTo>
                  <a:cubicBezTo>
                    <a:pt x="2949" y="794"/>
                    <a:pt x="3501" y="873"/>
                    <a:pt x="4037" y="873"/>
                  </a:cubicBezTo>
                  <a:cubicBezTo>
                    <a:pt x="4370" y="873"/>
                    <a:pt x="4697" y="842"/>
                    <a:pt x="5004" y="753"/>
                  </a:cubicBezTo>
                  <a:cubicBezTo>
                    <a:pt x="5204" y="686"/>
                    <a:pt x="5204" y="419"/>
                    <a:pt x="5004" y="352"/>
                  </a:cubicBezTo>
                  <a:cubicBezTo>
                    <a:pt x="4303" y="119"/>
                    <a:pt x="3536" y="186"/>
                    <a:pt x="2802" y="152"/>
                  </a:cubicBezTo>
                  <a:cubicBezTo>
                    <a:pt x="2128" y="98"/>
                    <a:pt x="1453" y="1"/>
                    <a:pt x="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68"/>
            <p:cNvSpPr/>
            <p:nvPr/>
          </p:nvSpPr>
          <p:spPr>
            <a:xfrm>
              <a:off x="1667181" y="-1047515"/>
              <a:ext cx="339262" cy="262444"/>
            </a:xfrm>
            <a:custGeom>
              <a:rect b="b" l="l" r="r" t="t"/>
              <a:pathLst>
                <a:path extrusionOk="0" h="7974" w="10308">
                  <a:moveTo>
                    <a:pt x="5138" y="1"/>
                  </a:moveTo>
                  <a:cubicBezTo>
                    <a:pt x="1" y="1"/>
                    <a:pt x="1" y="7973"/>
                    <a:pt x="5138" y="7973"/>
                  </a:cubicBezTo>
                  <a:cubicBezTo>
                    <a:pt x="10308" y="7973"/>
                    <a:pt x="10308" y="1"/>
                    <a:pt x="5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68"/>
            <p:cNvSpPr/>
            <p:nvPr/>
          </p:nvSpPr>
          <p:spPr>
            <a:xfrm>
              <a:off x="1651810" y="-952000"/>
              <a:ext cx="112034" cy="86790"/>
            </a:xfrm>
            <a:custGeom>
              <a:rect b="b" l="l" r="r" t="t"/>
              <a:pathLst>
                <a:path extrusionOk="0" h="2637" w="3404">
                  <a:moveTo>
                    <a:pt x="1702" y="1"/>
                  </a:moveTo>
                  <a:cubicBezTo>
                    <a:pt x="1" y="1"/>
                    <a:pt x="1" y="2636"/>
                    <a:pt x="1702" y="2636"/>
                  </a:cubicBezTo>
                  <a:cubicBezTo>
                    <a:pt x="3403" y="2636"/>
                    <a:pt x="3403" y="1"/>
                    <a:pt x="17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733" name="Shape 733"/>
        <p:cNvGrpSpPr/>
        <p:nvPr/>
      </p:nvGrpSpPr>
      <p:grpSpPr>
        <a:xfrm>
          <a:off x="0" y="0"/>
          <a:ext cx="0" cy="0"/>
          <a:chOff x="0" y="0"/>
          <a:chExt cx="0" cy="0"/>
        </a:xfrm>
      </p:grpSpPr>
      <p:sp>
        <p:nvSpPr>
          <p:cNvPr id="734" name="Google Shape;734;p69"/>
          <p:cNvSpPr txBox="1"/>
          <p:nvPr>
            <p:ph type="title"/>
          </p:nvPr>
        </p:nvSpPr>
        <p:spPr>
          <a:xfrm>
            <a:off x="714125" y="538575"/>
            <a:ext cx="19290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Diagnosis</a:t>
            </a:r>
            <a:endParaRPr/>
          </a:p>
        </p:txBody>
      </p:sp>
      <p:sp>
        <p:nvSpPr>
          <p:cNvPr id="735" name="Google Shape;735;p69"/>
          <p:cNvSpPr txBox="1"/>
          <p:nvPr>
            <p:ph idx="5" type="subTitle"/>
          </p:nvPr>
        </p:nvSpPr>
        <p:spPr>
          <a:xfrm>
            <a:off x="1899974" y="1441675"/>
            <a:ext cx="24819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736" name="Google Shape;736;p69"/>
          <p:cNvSpPr txBox="1"/>
          <p:nvPr>
            <p:ph idx="2" type="subTitle"/>
          </p:nvPr>
        </p:nvSpPr>
        <p:spPr>
          <a:xfrm>
            <a:off x="1899988" y="2280575"/>
            <a:ext cx="10293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37" name="Google Shape;737;p69"/>
          <p:cNvSpPr txBox="1"/>
          <p:nvPr>
            <p:ph idx="3" type="subTitle"/>
          </p:nvPr>
        </p:nvSpPr>
        <p:spPr>
          <a:xfrm>
            <a:off x="1899974" y="3817075"/>
            <a:ext cx="2481900" cy="42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738" name="Google Shape;738;p69"/>
          <p:cNvSpPr txBox="1"/>
          <p:nvPr>
            <p:ph idx="4" type="subTitle"/>
          </p:nvPr>
        </p:nvSpPr>
        <p:spPr>
          <a:xfrm>
            <a:off x="1899988" y="3508250"/>
            <a:ext cx="10293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39" name="Google Shape;739;p69"/>
          <p:cNvSpPr txBox="1"/>
          <p:nvPr>
            <p:ph idx="7" type="subTitle"/>
          </p:nvPr>
        </p:nvSpPr>
        <p:spPr>
          <a:xfrm>
            <a:off x="4914524" y="1441675"/>
            <a:ext cx="24819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composed of hydrogen and helium</a:t>
            </a:r>
            <a:endParaRPr/>
          </a:p>
        </p:txBody>
      </p:sp>
      <p:sp>
        <p:nvSpPr>
          <p:cNvPr id="740" name="Google Shape;740;p69"/>
          <p:cNvSpPr txBox="1"/>
          <p:nvPr>
            <p:ph idx="8" type="subTitle"/>
          </p:nvPr>
        </p:nvSpPr>
        <p:spPr>
          <a:xfrm>
            <a:off x="4914538" y="1166350"/>
            <a:ext cx="10293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41" name="Google Shape;741;p69"/>
          <p:cNvSpPr txBox="1"/>
          <p:nvPr>
            <p:ph idx="13" type="subTitle"/>
          </p:nvPr>
        </p:nvSpPr>
        <p:spPr>
          <a:xfrm>
            <a:off x="4914538" y="2280575"/>
            <a:ext cx="10293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742" name="Google Shape;742;p69"/>
          <p:cNvSpPr txBox="1"/>
          <p:nvPr>
            <p:ph idx="14" type="subTitle"/>
          </p:nvPr>
        </p:nvSpPr>
        <p:spPr>
          <a:xfrm>
            <a:off x="4914524" y="3779150"/>
            <a:ext cx="24819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743" name="Google Shape;743;p69"/>
          <p:cNvSpPr txBox="1"/>
          <p:nvPr>
            <p:ph idx="1" type="subTitle"/>
          </p:nvPr>
        </p:nvSpPr>
        <p:spPr>
          <a:xfrm>
            <a:off x="1899974" y="2551700"/>
            <a:ext cx="24819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744" name="Google Shape;744;p69"/>
          <p:cNvSpPr txBox="1"/>
          <p:nvPr>
            <p:ph idx="6" type="subTitle"/>
          </p:nvPr>
        </p:nvSpPr>
        <p:spPr>
          <a:xfrm>
            <a:off x="1899988" y="1166350"/>
            <a:ext cx="10293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45" name="Google Shape;745;p69"/>
          <p:cNvSpPr txBox="1"/>
          <p:nvPr>
            <p:ph idx="9" type="subTitle"/>
          </p:nvPr>
        </p:nvSpPr>
        <p:spPr>
          <a:xfrm>
            <a:off x="4914524" y="2551700"/>
            <a:ext cx="24819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Earth is the third planet from the Sun</a:t>
            </a:r>
            <a:endParaRPr/>
          </a:p>
        </p:txBody>
      </p:sp>
      <p:sp>
        <p:nvSpPr>
          <p:cNvPr id="746" name="Google Shape;746;p69"/>
          <p:cNvSpPr txBox="1"/>
          <p:nvPr>
            <p:ph idx="15" type="subTitle"/>
          </p:nvPr>
        </p:nvSpPr>
        <p:spPr>
          <a:xfrm>
            <a:off x="4914538" y="3508250"/>
            <a:ext cx="10293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cxnSp>
        <p:nvCxnSpPr>
          <p:cNvPr id="747" name="Google Shape;747;p69"/>
          <p:cNvCxnSpPr/>
          <p:nvPr/>
        </p:nvCxnSpPr>
        <p:spPr>
          <a:xfrm>
            <a:off x="1747576" y="1166350"/>
            <a:ext cx="0" cy="3077100"/>
          </a:xfrm>
          <a:prstGeom prst="straightConnector1">
            <a:avLst/>
          </a:prstGeom>
          <a:noFill/>
          <a:ln cap="flat" cmpd="sng" w="38100">
            <a:solidFill>
              <a:schemeClr val="accent1"/>
            </a:solidFill>
            <a:prstDash val="solid"/>
            <a:round/>
            <a:headEnd len="med" w="med" type="none"/>
            <a:tailEnd len="med" w="med" type="none"/>
          </a:ln>
        </p:spPr>
      </p:cxnSp>
      <p:cxnSp>
        <p:nvCxnSpPr>
          <p:cNvPr id="748" name="Google Shape;748;p69"/>
          <p:cNvCxnSpPr/>
          <p:nvPr/>
        </p:nvCxnSpPr>
        <p:spPr>
          <a:xfrm>
            <a:off x="4779051" y="1166350"/>
            <a:ext cx="0" cy="3077100"/>
          </a:xfrm>
          <a:prstGeom prst="straightConnector1">
            <a:avLst/>
          </a:prstGeom>
          <a:noFill/>
          <a:ln cap="flat" cmpd="sng" w="38100">
            <a:solidFill>
              <a:schemeClr val="accent1"/>
            </a:solidFill>
            <a:prstDash val="solid"/>
            <a:round/>
            <a:headEnd len="med" w="med" type="none"/>
            <a:tailEnd len="med" w="med" type="none"/>
          </a:ln>
        </p:spPr>
      </p:cxnSp>
      <p:sp>
        <p:nvSpPr>
          <p:cNvPr id="749" name="Google Shape;749;p69"/>
          <p:cNvSpPr/>
          <p:nvPr/>
        </p:nvSpPr>
        <p:spPr>
          <a:xfrm>
            <a:off x="7738050" y="-371025"/>
            <a:ext cx="2720400" cy="27285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69"/>
          <p:cNvSpPr/>
          <p:nvPr/>
        </p:nvSpPr>
        <p:spPr>
          <a:xfrm>
            <a:off x="0" y="1909650"/>
            <a:ext cx="1295400" cy="13242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69"/>
          <p:cNvSpPr/>
          <p:nvPr/>
        </p:nvSpPr>
        <p:spPr>
          <a:xfrm>
            <a:off x="7180775" y="3963600"/>
            <a:ext cx="1153500" cy="1179900"/>
          </a:xfrm>
          <a:prstGeom prst="ellipse">
            <a:avLst/>
          </a:prstGeom>
          <a:solidFill>
            <a:srgbClr val="7DB0EB">
              <a:alpha val="653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755" name="Shape 755"/>
        <p:cNvGrpSpPr/>
        <p:nvPr/>
      </p:nvGrpSpPr>
      <p:grpSpPr>
        <a:xfrm>
          <a:off x="0" y="0"/>
          <a:ext cx="0" cy="0"/>
          <a:chOff x="0" y="0"/>
          <a:chExt cx="0" cy="0"/>
        </a:xfrm>
      </p:grpSpPr>
      <p:sp>
        <p:nvSpPr>
          <p:cNvPr id="756" name="Google Shape;756;p70"/>
          <p:cNvSpPr txBox="1"/>
          <p:nvPr>
            <p:ph type="title"/>
          </p:nvPr>
        </p:nvSpPr>
        <p:spPr>
          <a:xfrm>
            <a:off x="708625" y="538575"/>
            <a:ext cx="77211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Map</a:t>
            </a:r>
            <a:endParaRPr/>
          </a:p>
        </p:txBody>
      </p:sp>
      <p:grpSp>
        <p:nvGrpSpPr>
          <p:cNvPr id="757" name="Google Shape;757;p70"/>
          <p:cNvGrpSpPr/>
          <p:nvPr/>
        </p:nvGrpSpPr>
        <p:grpSpPr>
          <a:xfrm>
            <a:off x="2883265" y="1400402"/>
            <a:ext cx="5546130" cy="3030053"/>
            <a:chOff x="233350" y="949250"/>
            <a:chExt cx="7054350" cy="3802300"/>
          </a:xfrm>
        </p:grpSpPr>
        <p:sp>
          <p:nvSpPr>
            <p:cNvPr id="758" name="Google Shape;758;p7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7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7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7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7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7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7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7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7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7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7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7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7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7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7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7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7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7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7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7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7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7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7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7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7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7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7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7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7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7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7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7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7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7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7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7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7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7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7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7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7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7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7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7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7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7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7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7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7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7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 name="Google Shape;808;p70"/>
          <p:cNvSpPr/>
          <p:nvPr/>
        </p:nvSpPr>
        <p:spPr>
          <a:xfrm>
            <a:off x="4141807" y="3215492"/>
            <a:ext cx="369864" cy="370220"/>
          </a:xfrm>
          <a:custGeom>
            <a:rect b="b" l="l" r="r" t="t"/>
            <a:pathLst>
              <a:path extrusionOk="0" h="28047" w="28020">
                <a:moveTo>
                  <a:pt x="0" y="0"/>
                </a:moveTo>
                <a:lnTo>
                  <a:pt x="0" y="28046"/>
                </a:lnTo>
                <a:lnTo>
                  <a:pt x="28019" y="28046"/>
                </a:lnTo>
                <a:lnTo>
                  <a:pt x="280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70"/>
          <p:cNvSpPr/>
          <p:nvPr/>
        </p:nvSpPr>
        <p:spPr>
          <a:xfrm>
            <a:off x="4249575" y="3323973"/>
            <a:ext cx="153978" cy="153622"/>
          </a:xfrm>
          <a:custGeom>
            <a:rect b="b" l="l" r="r" t="t"/>
            <a:pathLst>
              <a:path extrusionOk="0" h="11638" w="11665">
                <a:moveTo>
                  <a:pt x="1465" y="1"/>
                </a:moveTo>
                <a:lnTo>
                  <a:pt x="1" y="1466"/>
                </a:lnTo>
                <a:lnTo>
                  <a:pt x="4422" y="5833"/>
                </a:lnTo>
                <a:lnTo>
                  <a:pt x="1" y="10200"/>
                </a:lnTo>
                <a:lnTo>
                  <a:pt x="1465" y="11637"/>
                </a:lnTo>
                <a:lnTo>
                  <a:pt x="5832" y="7270"/>
                </a:lnTo>
                <a:lnTo>
                  <a:pt x="10199" y="11637"/>
                </a:lnTo>
                <a:lnTo>
                  <a:pt x="11664" y="10200"/>
                </a:lnTo>
                <a:lnTo>
                  <a:pt x="7243" y="5833"/>
                </a:lnTo>
                <a:lnTo>
                  <a:pt x="11664" y="1466"/>
                </a:lnTo>
                <a:lnTo>
                  <a:pt x="10199" y="1"/>
                </a:lnTo>
                <a:lnTo>
                  <a:pt x="5832" y="4368"/>
                </a:lnTo>
                <a:lnTo>
                  <a:pt x="1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70"/>
          <p:cNvSpPr/>
          <p:nvPr/>
        </p:nvSpPr>
        <p:spPr>
          <a:xfrm>
            <a:off x="7604197" y="3585191"/>
            <a:ext cx="370220" cy="370220"/>
          </a:xfrm>
          <a:custGeom>
            <a:rect b="b" l="l" r="r" t="t"/>
            <a:pathLst>
              <a:path extrusionOk="0" h="28047" w="28047">
                <a:moveTo>
                  <a:pt x="0" y="0"/>
                </a:moveTo>
                <a:lnTo>
                  <a:pt x="0" y="28046"/>
                </a:lnTo>
                <a:lnTo>
                  <a:pt x="28046" y="28046"/>
                </a:lnTo>
                <a:lnTo>
                  <a:pt x="280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70"/>
          <p:cNvSpPr/>
          <p:nvPr/>
        </p:nvSpPr>
        <p:spPr>
          <a:xfrm>
            <a:off x="7701932" y="3706568"/>
            <a:ext cx="174385" cy="127829"/>
          </a:xfrm>
          <a:custGeom>
            <a:rect b="b" l="l" r="r" t="t"/>
            <a:pathLst>
              <a:path extrusionOk="0" h="9684" w="13211">
                <a:moveTo>
                  <a:pt x="11800" y="0"/>
                </a:moveTo>
                <a:lnTo>
                  <a:pt x="4992" y="6836"/>
                </a:lnTo>
                <a:lnTo>
                  <a:pt x="1411" y="3255"/>
                </a:lnTo>
                <a:lnTo>
                  <a:pt x="1" y="4693"/>
                </a:lnTo>
                <a:lnTo>
                  <a:pt x="4992" y="9684"/>
                </a:lnTo>
                <a:lnTo>
                  <a:pt x="13210" y="1438"/>
                </a:lnTo>
                <a:lnTo>
                  <a:pt x="1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70"/>
          <p:cNvSpPr/>
          <p:nvPr/>
        </p:nvSpPr>
        <p:spPr>
          <a:xfrm>
            <a:off x="3484576" y="1935313"/>
            <a:ext cx="370220" cy="370220"/>
          </a:xfrm>
          <a:custGeom>
            <a:rect b="b" l="l" r="r" t="t"/>
            <a:pathLst>
              <a:path extrusionOk="0" h="28047" w="28047">
                <a:moveTo>
                  <a:pt x="0" y="0"/>
                </a:moveTo>
                <a:lnTo>
                  <a:pt x="0" y="28046"/>
                </a:lnTo>
                <a:lnTo>
                  <a:pt x="28046" y="28046"/>
                </a:lnTo>
                <a:lnTo>
                  <a:pt x="280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70"/>
          <p:cNvSpPr/>
          <p:nvPr/>
        </p:nvSpPr>
        <p:spPr>
          <a:xfrm>
            <a:off x="3582312" y="2056690"/>
            <a:ext cx="174385" cy="127829"/>
          </a:xfrm>
          <a:custGeom>
            <a:rect b="b" l="l" r="r" t="t"/>
            <a:pathLst>
              <a:path extrusionOk="0" h="9684" w="13211">
                <a:moveTo>
                  <a:pt x="11800" y="0"/>
                </a:moveTo>
                <a:lnTo>
                  <a:pt x="4992" y="6836"/>
                </a:lnTo>
                <a:lnTo>
                  <a:pt x="1411" y="3255"/>
                </a:lnTo>
                <a:lnTo>
                  <a:pt x="1" y="4693"/>
                </a:lnTo>
                <a:lnTo>
                  <a:pt x="4992" y="9684"/>
                </a:lnTo>
                <a:lnTo>
                  <a:pt x="13210" y="1438"/>
                </a:lnTo>
                <a:lnTo>
                  <a:pt x="1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70"/>
          <p:cNvSpPr/>
          <p:nvPr/>
        </p:nvSpPr>
        <p:spPr>
          <a:xfrm>
            <a:off x="5379196" y="1935486"/>
            <a:ext cx="370220" cy="370220"/>
          </a:xfrm>
          <a:custGeom>
            <a:rect b="b" l="l" r="r" t="t"/>
            <a:pathLst>
              <a:path extrusionOk="0" h="28047" w="28047">
                <a:moveTo>
                  <a:pt x="0" y="0"/>
                </a:moveTo>
                <a:lnTo>
                  <a:pt x="0" y="28046"/>
                </a:lnTo>
                <a:lnTo>
                  <a:pt x="28046" y="28046"/>
                </a:lnTo>
                <a:lnTo>
                  <a:pt x="280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70"/>
          <p:cNvSpPr/>
          <p:nvPr/>
        </p:nvSpPr>
        <p:spPr>
          <a:xfrm>
            <a:off x="5476931" y="2056863"/>
            <a:ext cx="174385" cy="127829"/>
          </a:xfrm>
          <a:custGeom>
            <a:rect b="b" l="l" r="r" t="t"/>
            <a:pathLst>
              <a:path extrusionOk="0" h="9684" w="13211">
                <a:moveTo>
                  <a:pt x="11800" y="0"/>
                </a:moveTo>
                <a:lnTo>
                  <a:pt x="4992" y="6836"/>
                </a:lnTo>
                <a:lnTo>
                  <a:pt x="1411" y="3255"/>
                </a:lnTo>
                <a:lnTo>
                  <a:pt x="1" y="4693"/>
                </a:lnTo>
                <a:lnTo>
                  <a:pt x="4992" y="9684"/>
                </a:lnTo>
                <a:lnTo>
                  <a:pt x="13210" y="1438"/>
                </a:lnTo>
                <a:lnTo>
                  <a:pt x="1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70"/>
          <p:cNvSpPr/>
          <p:nvPr/>
        </p:nvSpPr>
        <p:spPr>
          <a:xfrm>
            <a:off x="5651312" y="2764002"/>
            <a:ext cx="369864" cy="370220"/>
          </a:xfrm>
          <a:custGeom>
            <a:rect b="b" l="l" r="r" t="t"/>
            <a:pathLst>
              <a:path extrusionOk="0" h="28047" w="28020">
                <a:moveTo>
                  <a:pt x="0" y="0"/>
                </a:moveTo>
                <a:lnTo>
                  <a:pt x="0" y="28046"/>
                </a:lnTo>
                <a:lnTo>
                  <a:pt x="28019" y="28046"/>
                </a:lnTo>
                <a:lnTo>
                  <a:pt x="280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70"/>
          <p:cNvSpPr/>
          <p:nvPr/>
        </p:nvSpPr>
        <p:spPr>
          <a:xfrm>
            <a:off x="5759079" y="2872483"/>
            <a:ext cx="153978" cy="153622"/>
          </a:xfrm>
          <a:custGeom>
            <a:rect b="b" l="l" r="r" t="t"/>
            <a:pathLst>
              <a:path extrusionOk="0" h="11638" w="11665">
                <a:moveTo>
                  <a:pt x="1465" y="1"/>
                </a:moveTo>
                <a:lnTo>
                  <a:pt x="1" y="1466"/>
                </a:lnTo>
                <a:lnTo>
                  <a:pt x="4422" y="5833"/>
                </a:lnTo>
                <a:lnTo>
                  <a:pt x="1" y="10200"/>
                </a:lnTo>
                <a:lnTo>
                  <a:pt x="1465" y="11637"/>
                </a:lnTo>
                <a:lnTo>
                  <a:pt x="5832" y="7270"/>
                </a:lnTo>
                <a:lnTo>
                  <a:pt x="10199" y="11637"/>
                </a:lnTo>
                <a:lnTo>
                  <a:pt x="11664" y="10200"/>
                </a:lnTo>
                <a:lnTo>
                  <a:pt x="7243" y="5833"/>
                </a:lnTo>
                <a:lnTo>
                  <a:pt x="11664" y="1466"/>
                </a:lnTo>
                <a:lnTo>
                  <a:pt x="10199" y="1"/>
                </a:lnTo>
                <a:lnTo>
                  <a:pt x="5832" y="4368"/>
                </a:lnTo>
                <a:lnTo>
                  <a:pt x="1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70"/>
          <p:cNvSpPr/>
          <p:nvPr/>
        </p:nvSpPr>
        <p:spPr>
          <a:xfrm>
            <a:off x="7000360" y="2184690"/>
            <a:ext cx="369864" cy="370220"/>
          </a:xfrm>
          <a:custGeom>
            <a:rect b="b" l="l" r="r" t="t"/>
            <a:pathLst>
              <a:path extrusionOk="0" h="28047" w="28020">
                <a:moveTo>
                  <a:pt x="0" y="0"/>
                </a:moveTo>
                <a:lnTo>
                  <a:pt x="0" y="28046"/>
                </a:lnTo>
                <a:lnTo>
                  <a:pt x="28019" y="28046"/>
                </a:lnTo>
                <a:lnTo>
                  <a:pt x="280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70"/>
          <p:cNvSpPr/>
          <p:nvPr/>
        </p:nvSpPr>
        <p:spPr>
          <a:xfrm>
            <a:off x="7108128" y="2293171"/>
            <a:ext cx="153978" cy="153622"/>
          </a:xfrm>
          <a:custGeom>
            <a:rect b="b" l="l" r="r" t="t"/>
            <a:pathLst>
              <a:path extrusionOk="0" h="11638" w="11665">
                <a:moveTo>
                  <a:pt x="1465" y="1"/>
                </a:moveTo>
                <a:lnTo>
                  <a:pt x="1" y="1466"/>
                </a:lnTo>
                <a:lnTo>
                  <a:pt x="4422" y="5833"/>
                </a:lnTo>
                <a:lnTo>
                  <a:pt x="1" y="10200"/>
                </a:lnTo>
                <a:lnTo>
                  <a:pt x="1465" y="11637"/>
                </a:lnTo>
                <a:lnTo>
                  <a:pt x="5832" y="7270"/>
                </a:lnTo>
                <a:lnTo>
                  <a:pt x="10199" y="11637"/>
                </a:lnTo>
                <a:lnTo>
                  <a:pt x="11664" y="10200"/>
                </a:lnTo>
                <a:lnTo>
                  <a:pt x="7243" y="5833"/>
                </a:lnTo>
                <a:lnTo>
                  <a:pt x="11664" y="1466"/>
                </a:lnTo>
                <a:lnTo>
                  <a:pt x="10199" y="1"/>
                </a:lnTo>
                <a:lnTo>
                  <a:pt x="5832" y="4368"/>
                </a:lnTo>
                <a:lnTo>
                  <a:pt x="1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70"/>
          <p:cNvSpPr txBox="1"/>
          <p:nvPr/>
        </p:nvSpPr>
        <p:spPr>
          <a:xfrm>
            <a:off x="714125" y="2203450"/>
            <a:ext cx="1848000" cy="502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Despite being red, Mars is a cold place</a:t>
            </a:r>
            <a:endParaRPr>
              <a:solidFill>
                <a:schemeClr val="dk2"/>
              </a:solidFill>
              <a:latin typeface="Open Sans"/>
              <a:ea typeface="Open Sans"/>
              <a:cs typeface="Open Sans"/>
              <a:sym typeface="Open Sans"/>
            </a:endParaRPr>
          </a:p>
        </p:txBody>
      </p:sp>
      <p:sp>
        <p:nvSpPr>
          <p:cNvPr id="821" name="Google Shape;821;p70"/>
          <p:cNvSpPr txBox="1"/>
          <p:nvPr/>
        </p:nvSpPr>
        <p:spPr>
          <a:xfrm>
            <a:off x="714125" y="3451750"/>
            <a:ext cx="1848000" cy="502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Jupiter is a gas giant and the biggest one</a:t>
            </a:r>
            <a:endParaRPr>
              <a:solidFill>
                <a:schemeClr val="dk2"/>
              </a:solidFill>
              <a:latin typeface="Open Sans"/>
              <a:ea typeface="Open Sans"/>
              <a:cs typeface="Open Sans"/>
              <a:sym typeface="Open Sans"/>
            </a:endParaRPr>
          </a:p>
        </p:txBody>
      </p:sp>
      <p:grpSp>
        <p:nvGrpSpPr>
          <p:cNvPr id="822" name="Google Shape;822;p70"/>
          <p:cNvGrpSpPr/>
          <p:nvPr/>
        </p:nvGrpSpPr>
        <p:grpSpPr>
          <a:xfrm>
            <a:off x="714130" y="1846516"/>
            <a:ext cx="347432" cy="347432"/>
            <a:chOff x="1512730" y="1251166"/>
            <a:chExt cx="347432" cy="347432"/>
          </a:xfrm>
        </p:grpSpPr>
        <p:sp>
          <p:nvSpPr>
            <p:cNvPr id="823" name="Google Shape;823;p70"/>
            <p:cNvSpPr/>
            <p:nvPr/>
          </p:nvSpPr>
          <p:spPr>
            <a:xfrm>
              <a:off x="1512730" y="1251166"/>
              <a:ext cx="347432" cy="347432"/>
            </a:xfrm>
            <a:custGeom>
              <a:rect b="b" l="l" r="r" t="t"/>
              <a:pathLst>
                <a:path extrusionOk="0" h="28047" w="28047">
                  <a:moveTo>
                    <a:pt x="0" y="0"/>
                  </a:moveTo>
                  <a:lnTo>
                    <a:pt x="0" y="28046"/>
                  </a:lnTo>
                  <a:lnTo>
                    <a:pt x="28046" y="28046"/>
                  </a:lnTo>
                  <a:lnTo>
                    <a:pt x="280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70"/>
            <p:cNvSpPr/>
            <p:nvPr/>
          </p:nvSpPr>
          <p:spPr>
            <a:xfrm>
              <a:off x="1604447" y="1365069"/>
              <a:ext cx="163651" cy="119961"/>
            </a:xfrm>
            <a:custGeom>
              <a:rect b="b" l="l" r="r" t="t"/>
              <a:pathLst>
                <a:path extrusionOk="0" h="9684" w="13211">
                  <a:moveTo>
                    <a:pt x="11800" y="0"/>
                  </a:moveTo>
                  <a:lnTo>
                    <a:pt x="4992" y="6836"/>
                  </a:lnTo>
                  <a:lnTo>
                    <a:pt x="1411" y="3255"/>
                  </a:lnTo>
                  <a:lnTo>
                    <a:pt x="1" y="4693"/>
                  </a:lnTo>
                  <a:lnTo>
                    <a:pt x="4992" y="9684"/>
                  </a:lnTo>
                  <a:lnTo>
                    <a:pt x="13210" y="1438"/>
                  </a:lnTo>
                  <a:lnTo>
                    <a:pt x="1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 name="Google Shape;825;p70"/>
          <p:cNvGrpSpPr/>
          <p:nvPr/>
        </p:nvGrpSpPr>
        <p:grpSpPr>
          <a:xfrm>
            <a:off x="714289" y="3095112"/>
            <a:ext cx="347098" cy="347432"/>
            <a:chOff x="2948639" y="3386662"/>
            <a:chExt cx="347098" cy="347432"/>
          </a:xfrm>
        </p:grpSpPr>
        <p:sp>
          <p:nvSpPr>
            <p:cNvPr id="826" name="Google Shape;826;p70"/>
            <p:cNvSpPr/>
            <p:nvPr/>
          </p:nvSpPr>
          <p:spPr>
            <a:xfrm>
              <a:off x="2948639" y="3386662"/>
              <a:ext cx="347098" cy="347432"/>
            </a:xfrm>
            <a:custGeom>
              <a:rect b="b" l="l" r="r" t="t"/>
              <a:pathLst>
                <a:path extrusionOk="0" h="28047" w="28020">
                  <a:moveTo>
                    <a:pt x="0" y="0"/>
                  </a:moveTo>
                  <a:lnTo>
                    <a:pt x="0" y="28046"/>
                  </a:lnTo>
                  <a:lnTo>
                    <a:pt x="28019" y="28046"/>
                  </a:lnTo>
                  <a:lnTo>
                    <a:pt x="280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70"/>
            <p:cNvSpPr/>
            <p:nvPr/>
          </p:nvSpPr>
          <p:spPr>
            <a:xfrm>
              <a:off x="3049770" y="3488462"/>
              <a:ext cx="144500" cy="144166"/>
            </a:xfrm>
            <a:custGeom>
              <a:rect b="b" l="l" r="r" t="t"/>
              <a:pathLst>
                <a:path extrusionOk="0" h="11638" w="11665">
                  <a:moveTo>
                    <a:pt x="1465" y="1"/>
                  </a:moveTo>
                  <a:lnTo>
                    <a:pt x="1" y="1466"/>
                  </a:lnTo>
                  <a:lnTo>
                    <a:pt x="4422" y="5833"/>
                  </a:lnTo>
                  <a:lnTo>
                    <a:pt x="1" y="10200"/>
                  </a:lnTo>
                  <a:lnTo>
                    <a:pt x="1465" y="11637"/>
                  </a:lnTo>
                  <a:lnTo>
                    <a:pt x="5832" y="7270"/>
                  </a:lnTo>
                  <a:lnTo>
                    <a:pt x="10199" y="11637"/>
                  </a:lnTo>
                  <a:lnTo>
                    <a:pt x="11664" y="10200"/>
                  </a:lnTo>
                  <a:lnTo>
                    <a:pt x="7243" y="5833"/>
                  </a:lnTo>
                  <a:lnTo>
                    <a:pt x="11664" y="1466"/>
                  </a:lnTo>
                  <a:lnTo>
                    <a:pt x="10199" y="1"/>
                  </a:lnTo>
                  <a:lnTo>
                    <a:pt x="5832" y="4368"/>
                  </a:lnTo>
                  <a:lnTo>
                    <a:pt x="14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831" name="Shape 831"/>
        <p:cNvGrpSpPr/>
        <p:nvPr/>
      </p:nvGrpSpPr>
      <p:grpSpPr>
        <a:xfrm>
          <a:off x="0" y="0"/>
          <a:ext cx="0" cy="0"/>
          <a:chOff x="0" y="0"/>
          <a:chExt cx="0" cy="0"/>
        </a:xfrm>
      </p:grpSpPr>
      <p:pic>
        <p:nvPicPr>
          <p:cNvPr id="832" name="Google Shape;832;p71"/>
          <p:cNvPicPr preferRelativeResize="0"/>
          <p:nvPr/>
        </p:nvPicPr>
        <p:blipFill rotWithShape="1">
          <a:blip r:embed="rId3">
            <a:alphaModFix/>
          </a:blip>
          <a:srcRect b="13013" l="33263" r="8835" t="0"/>
          <a:stretch/>
        </p:blipFill>
        <p:spPr>
          <a:xfrm>
            <a:off x="6162675" y="1706625"/>
            <a:ext cx="2981400" cy="2989500"/>
          </a:xfrm>
          <a:prstGeom prst="ellipse">
            <a:avLst/>
          </a:prstGeom>
          <a:noFill/>
          <a:ln>
            <a:noFill/>
          </a:ln>
        </p:spPr>
      </p:pic>
      <p:sp>
        <p:nvSpPr>
          <p:cNvPr id="833" name="Google Shape;833;p71"/>
          <p:cNvSpPr txBox="1"/>
          <p:nvPr>
            <p:ph type="title"/>
          </p:nvPr>
        </p:nvSpPr>
        <p:spPr>
          <a:xfrm>
            <a:off x="714125" y="538575"/>
            <a:ext cx="39576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References</a:t>
            </a:r>
            <a:endParaRPr/>
          </a:p>
        </p:txBody>
      </p:sp>
      <p:sp>
        <p:nvSpPr>
          <p:cNvPr id="834" name="Google Shape;834;p71"/>
          <p:cNvSpPr txBox="1"/>
          <p:nvPr>
            <p:ph idx="1" type="body"/>
          </p:nvPr>
        </p:nvSpPr>
        <p:spPr>
          <a:xfrm>
            <a:off x="714125" y="1114425"/>
            <a:ext cx="5220000" cy="3038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lt1"/>
              </a:buClr>
              <a:buSzPts val="1400"/>
              <a:buChar char="●"/>
            </a:pPr>
            <a:r>
              <a:rPr lang="en">
                <a:solidFill>
                  <a:schemeClr val="lt1"/>
                </a:solidFill>
              </a:rPr>
              <a:t>AUTHOR (YEAR). </a:t>
            </a:r>
            <a:r>
              <a:rPr i="1" lang="en">
                <a:solidFill>
                  <a:schemeClr val="lt1"/>
                </a:solidFill>
              </a:rPr>
              <a:t>Title of the publication.</a:t>
            </a:r>
            <a:r>
              <a:rPr lang="en">
                <a:solidFill>
                  <a:schemeClr val="lt1"/>
                </a:solidFill>
              </a:rPr>
              <a:t> Publisher</a:t>
            </a:r>
            <a:endParaRPr>
              <a:solidFill>
                <a:schemeClr val="lt1"/>
              </a:solidFill>
            </a:endParaRPr>
          </a:p>
          <a:p>
            <a:pPr indent="0" lvl="0" marL="914400" rtl="0" algn="l">
              <a:spcBef>
                <a:spcPts val="0"/>
              </a:spcBef>
              <a:spcAft>
                <a:spcPts val="0"/>
              </a:spcAft>
              <a:buNone/>
            </a:pPr>
            <a:r>
              <a:t/>
            </a:r>
            <a:endParaRPr>
              <a:solidFill>
                <a:schemeClr val="lt1"/>
              </a:solidFill>
            </a:endParaRPr>
          </a:p>
          <a:p>
            <a:pPr indent="-317500" lvl="0" marL="457200" rtl="0" algn="l">
              <a:spcBef>
                <a:spcPts val="0"/>
              </a:spcBef>
              <a:spcAft>
                <a:spcPts val="0"/>
              </a:spcAft>
              <a:buClr>
                <a:schemeClr val="lt1"/>
              </a:buClr>
              <a:buSzPts val="1400"/>
              <a:buChar char="●"/>
            </a:pPr>
            <a:r>
              <a:rPr lang="en">
                <a:solidFill>
                  <a:schemeClr val="lt1"/>
                </a:solidFill>
              </a:rPr>
              <a:t>AUTHOR (YEAR). </a:t>
            </a:r>
            <a:r>
              <a:rPr i="1" lang="en">
                <a:solidFill>
                  <a:schemeClr val="lt1"/>
                </a:solidFill>
              </a:rPr>
              <a:t>Title of the publication.</a:t>
            </a:r>
            <a:r>
              <a:rPr lang="en">
                <a:solidFill>
                  <a:schemeClr val="lt1"/>
                </a:solidFill>
              </a:rPr>
              <a:t> Publisher</a:t>
            </a:r>
            <a:endParaRPr>
              <a:solidFill>
                <a:schemeClr val="lt1"/>
              </a:solidFill>
            </a:endParaRPr>
          </a:p>
          <a:p>
            <a:pPr indent="0" lvl="0" marL="914400" rtl="0" algn="l">
              <a:spcBef>
                <a:spcPts val="0"/>
              </a:spcBef>
              <a:spcAft>
                <a:spcPts val="0"/>
              </a:spcAft>
              <a:buNone/>
            </a:pPr>
            <a:r>
              <a:t/>
            </a:r>
            <a:endParaRPr>
              <a:solidFill>
                <a:schemeClr val="lt1"/>
              </a:solidFill>
            </a:endParaRPr>
          </a:p>
          <a:p>
            <a:pPr indent="-317500" lvl="0" marL="457200" rtl="0" algn="l">
              <a:spcBef>
                <a:spcPts val="0"/>
              </a:spcBef>
              <a:spcAft>
                <a:spcPts val="0"/>
              </a:spcAft>
              <a:buClr>
                <a:schemeClr val="lt1"/>
              </a:buClr>
              <a:buSzPts val="1400"/>
              <a:buChar char="●"/>
            </a:pPr>
            <a:r>
              <a:rPr lang="en">
                <a:solidFill>
                  <a:schemeClr val="lt1"/>
                </a:solidFill>
              </a:rPr>
              <a:t>AUTHOR (YEAR). </a:t>
            </a:r>
            <a:r>
              <a:rPr i="1" lang="en">
                <a:solidFill>
                  <a:schemeClr val="lt1"/>
                </a:solidFill>
              </a:rPr>
              <a:t>Title of the publication.</a:t>
            </a:r>
            <a:r>
              <a:rPr lang="en">
                <a:solidFill>
                  <a:schemeClr val="lt1"/>
                </a:solidFill>
              </a:rPr>
              <a:t> Publisher</a:t>
            </a:r>
            <a:endParaRPr>
              <a:solidFill>
                <a:schemeClr val="lt1"/>
              </a:solidFill>
            </a:endParaRPr>
          </a:p>
          <a:p>
            <a:pPr indent="0" lvl="0" marL="457200" rtl="0" algn="l">
              <a:spcBef>
                <a:spcPts val="0"/>
              </a:spcBef>
              <a:spcAft>
                <a:spcPts val="0"/>
              </a:spcAft>
              <a:buNone/>
            </a:pPr>
            <a:r>
              <a:t/>
            </a:r>
            <a:endParaRPr>
              <a:solidFill>
                <a:schemeClr val="lt1"/>
              </a:solidFill>
            </a:endParaRPr>
          </a:p>
          <a:p>
            <a:pPr indent="-317500" lvl="0" marL="457200" rtl="0" algn="l">
              <a:spcBef>
                <a:spcPts val="0"/>
              </a:spcBef>
              <a:spcAft>
                <a:spcPts val="0"/>
              </a:spcAft>
              <a:buClr>
                <a:schemeClr val="lt1"/>
              </a:buClr>
              <a:buSzPts val="1400"/>
              <a:buChar char="●"/>
            </a:pPr>
            <a:r>
              <a:rPr lang="en">
                <a:solidFill>
                  <a:schemeClr val="lt1"/>
                </a:solidFill>
              </a:rPr>
              <a:t>AUTHOR (YEAR). </a:t>
            </a:r>
            <a:r>
              <a:rPr i="1" lang="en">
                <a:solidFill>
                  <a:schemeClr val="lt1"/>
                </a:solidFill>
              </a:rPr>
              <a:t>Title of the publication.</a:t>
            </a:r>
            <a:r>
              <a:rPr lang="en">
                <a:solidFill>
                  <a:schemeClr val="lt1"/>
                </a:solidFill>
              </a:rPr>
              <a:t> Publisher</a:t>
            </a:r>
            <a:endParaRPr>
              <a:solidFill>
                <a:schemeClr val="lt1"/>
              </a:solidFill>
            </a:endParaRPr>
          </a:p>
          <a:p>
            <a:pPr indent="0" lvl="0" marL="914400" rtl="0" algn="l">
              <a:spcBef>
                <a:spcPts val="0"/>
              </a:spcBef>
              <a:spcAft>
                <a:spcPts val="0"/>
              </a:spcAft>
              <a:buNone/>
            </a:pPr>
            <a:r>
              <a:t/>
            </a:r>
            <a:endParaRPr>
              <a:solidFill>
                <a:schemeClr val="lt1"/>
              </a:solidFill>
            </a:endParaRPr>
          </a:p>
          <a:p>
            <a:pPr indent="-317500" lvl="0" marL="457200" rtl="0" algn="l">
              <a:spcBef>
                <a:spcPts val="0"/>
              </a:spcBef>
              <a:spcAft>
                <a:spcPts val="0"/>
              </a:spcAft>
              <a:buClr>
                <a:schemeClr val="lt1"/>
              </a:buClr>
              <a:buSzPts val="1400"/>
              <a:buChar char="●"/>
            </a:pPr>
            <a:r>
              <a:rPr lang="en">
                <a:solidFill>
                  <a:schemeClr val="lt1"/>
                </a:solidFill>
              </a:rPr>
              <a:t>AUTHOR (YEAR). </a:t>
            </a:r>
            <a:r>
              <a:rPr i="1" lang="en">
                <a:solidFill>
                  <a:schemeClr val="lt1"/>
                </a:solidFill>
              </a:rPr>
              <a:t>Title of the publication.</a:t>
            </a:r>
            <a:r>
              <a:rPr lang="en">
                <a:solidFill>
                  <a:schemeClr val="lt1"/>
                </a:solidFill>
              </a:rPr>
              <a:t> Publisher</a:t>
            </a:r>
            <a:endParaRPr>
              <a:solidFill>
                <a:schemeClr val="lt1"/>
              </a:solidFill>
            </a:endParaRPr>
          </a:p>
          <a:p>
            <a:pPr indent="0" lvl="0" marL="914400" rtl="0" algn="l">
              <a:spcBef>
                <a:spcPts val="0"/>
              </a:spcBef>
              <a:spcAft>
                <a:spcPts val="0"/>
              </a:spcAft>
              <a:buNone/>
            </a:pPr>
            <a:r>
              <a:t/>
            </a:r>
            <a:endParaRPr>
              <a:solidFill>
                <a:schemeClr val="lt1"/>
              </a:solidFill>
            </a:endParaRPr>
          </a:p>
          <a:p>
            <a:pPr indent="-317500" lvl="0" marL="457200" rtl="0" algn="l">
              <a:spcBef>
                <a:spcPts val="0"/>
              </a:spcBef>
              <a:spcAft>
                <a:spcPts val="0"/>
              </a:spcAft>
              <a:buClr>
                <a:schemeClr val="lt1"/>
              </a:buClr>
              <a:buSzPts val="1400"/>
              <a:buChar char="●"/>
            </a:pPr>
            <a:r>
              <a:rPr lang="en">
                <a:solidFill>
                  <a:schemeClr val="lt1"/>
                </a:solidFill>
              </a:rPr>
              <a:t>AUTHOR (YEAR). </a:t>
            </a:r>
            <a:r>
              <a:rPr i="1" lang="en">
                <a:solidFill>
                  <a:schemeClr val="lt1"/>
                </a:solidFill>
              </a:rPr>
              <a:t>Title of the publication.</a:t>
            </a:r>
            <a:r>
              <a:rPr lang="en">
                <a:solidFill>
                  <a:schemeClr val="lt1"/>
                </a:solidFill>
              </a:rPr>
              <a:t> Publisher</a:t>
            </a:r>
            <a:endParaRPr>
              <a:solidFill>
                <a:schemeClr val="lt1"/>
              </a:solidFill>
            </a:endParaRPr>
          </a:p>
          <a:p>
            <a:pPr indent="0" lvl="0" marL="457200" rtl="0" algn="l">
              <a:spcBef>
                <a:spcPts val="0"/>
              </a:spcBef>
              <a:spcAft>
                <a:spcPts val="0"/>
              </a:spcAft>
              <a:buNone/>
            </a:pPr>
            <a:r>
              <a:t/>
            </a:r>
            <a:endParaRPr>
              <a:solidFill>
                <a:schemeClr val="lt1"/>
              </a:solidFill>
            </a:endParaRPr>
          </a:p>
          <a:p>
            <a:pPr indent="-317500" lvl="0" marL="457200" rtl="0" algn="l">
              <a:spcBef>
                <a:spcPts val="0"/>
              </a:spcBef>
              <a:spcAft>
                <a:spcPts val="0"/>
              </a:spcAft>
              <a:buClr>
                <a:schemeClr val="lt1"/>
              </a:buClr>
              <a:buSzPts val="1400"/>
              <a:buChar char="●"/>
            </a:pPr>
            <a:r>
              <a:rPr lang="en">
                <a:solidFill>
                  <a:schemeClr val="lt1"/>
                </a:solidFill>
              </a:rPr>
              <a:t>AUTHOR (YEAR). </a:t>
            </a:r>
            <a:r>
              <a:rPr i="1" lang="en">
                <a:solidFill>
                  <a:schemeClr val="lt1"/>
                </a:solidFill>
              </a:rPr>
              <a:t>Title of the publication.</a:t>
            </a:r>
            <a:r>
              <a:rPr lang="en">
                <a:solidFill>
                  <a:schemeClr val="lt1"/>
                </a:solidFill>
              </a:rPr>
              <a:t> Publisher</a:t>
            </a:r>
            <a:endParaRPr>
              <a:solidFill>
                <a:schemeClr val="lt1"/>
              </a:solidFill>
            </a:endParaRPr>
          </a:p>
          <a:p>
            <a:pPr indent="0" lvl="0" marL="914400" rtl="0" algn="l">
              <a:spcBef>
                <a:spcPts val="0"/>
              </a:spcBef>
              <a:spcAft>
                <a:spcPts val="0"/>
              </a:spcAft>
              <a:buNone/>
            </a:pPr>
            <a:r>
              <a:t/>
            </a:r>
            <a:endParaRPr>
              <a:solidFill>
                <a:schemeClr val="lt1"/>
              </a:solidFill>
            </a:endParaRPr>
          </a:p>
          <a:p>
            <a:pPr indent="-317500" lvl="0" marL="457200" rtl="0" algn="l">
              <a:spcBef>
                <a:spcPts val="0"/>
              </a:spcBef>
              <a:spcAft>
                <a:spcPts val="0"/>
              </a:spcAft>
              <a:buClr>
                <a:schemeClr val="lt1"/>
              </a:buClr>
              <a:buSzPts val="1400"/>
              <a:buChar char="●"/>
            </a:pPr>
            <a:r>
              <a:rPr lang="en">
                <a:solidFill>
                  <a:schemeClr val="lt1"/>
                </a:solidFill>
              </a:rPr>
              <a:t>AUTHOR (YEAR). </a:t>
            </a:r>
            <a:r>
              <a:rPr i="1" lang="en">
                <a:solidFill>
                  <a:schemeClr val="lt1"/>
                </a:solidFill>
              </a:rPr>
              <a:t>Title of the publication.</a:t>
            </a:r>
            <a:r>
              <a:rPr lang="en">
                <a:solidFill>
                  <a:schemeClr val="lt1"/>
                </a:solidFill>
              </a:rPr>
              <a:t> Publisher</a:t>
            </a:r>
            <a:endParaRPr>
              <a:solidFill>
                <a:schemeClr val="lt1"/>
              </a:solidFill>
            </a:endParaRPr>
          </a:p>
        </p:txBody>
      </p:sp>
      <p:sp>
        <p:nvSpPr>
          <p:cNvPr id="835" name="Google Shape;835;p71"/>
          <p:cNvSpPr/>
          <p:nvPr/>
        </p:nvSpPr>
        <p:spPr>
          <a:xfrm>
            <a:off x="7738050" y="-371025"/>
            <a:ext cx="2720400" cy="2728500"/>
          </a:xfrm>
          <a:prstGeom prst="ellipse">
            <a:avLst/>
          </a:prstGeom>
          <a:solidFill>
            <a:srgbClr val="B6CFE6">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71"/>
          <p:cNvSpPr/>
          <p:nvPr/>
        </p:nvSpPr>
        <p:spPr>
          <a:xfrm>
            <a:off x="6162675" y="1213950"/>
            <a:ext cx="897600" cy="918000"/>
          </a:xfrm>
          <a:prstGeom prst="ellipse">
            <a:avLst/>
          </a:prstGeom>
          <a:solidFill>
            <a:srgbClr val="7DB0EB">
              <a:alpha val="653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840" name="Shape 840"/>
        <p:cNvGrpSpPr/>
        <p:nvPr/>
      </p:nvGrpSpPr>
      <p:grpSpPr>
        <a:xfrm>
          <a:off x="0" y="0"/>
          <a:ext cx="0" cy="0"/>
          <a:chOff x="0" y="0"/>
          <a:chExt cx="0" cy="0"/>
        </a:xfrm>
      </p:grpSpPr>
      <p:sp>
        <p:nvSpPr>
          <p:cNvPr id="841" name="Google Shape;841;p72"/>
          <p:cNvSpPr txBox="1"/>
          <p:nvPr/>
        </p:nvSpPr>
        <p:spPr>
          <a:xfrm>
            <a:off x="730794" y="2181138"/>
            <a:ext cx="1641600" cy="347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FFFFFF"/>
                </a:solidFill>
                <a:latin typeface="Lato"/>
                <a:ea typeface="Lato"/>
                <a:cs typeface="Lato"/>
                <a:sym typeface="Lato"/>
              </a:rPr>
              <a:t>Day 01</a:t>
            </a:r>
            <a:endParaRPr b="1" sz="1600">
              <a:solidFill>
                <a:srgbClr val="FFFFFF"/>
              </a:solidFill>
              <a:latin typeface="Lato"/>
              <a:ea typeface="Lato"/>
              <a:cs typeface="Lato"/>
              <a:sym typeface="Lato"/>
            </a:endParaRPr>
          </a:p>
        </p:txBody>
      </p:sp>
      <p:sp>
        <p:nvSpPr>
          <p:cNvPr id="842" name="Google Shape;842;p72"/>
          <p:cNvSpPr txBox="1"/>
          <p:nvPr/>
        </p:nvSpPr>
        <p:spPr>
          <a:xfrm>
            <a:off x="2744398" y="2181138"/>
            <a:ext cx="1641600" cy="347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FFFFFF"/>
                </a:solidFill>
                <a:latin typeface="Lato"/>
                <a:ea typeface="Lato"/>
                <a:cs typeface="Lato"/>
                <a:sym typeface="Lato"/>
              </a:rPr>
              <a:t>Day 02</a:t>
            </a:r>
            <a:endParaRPr b="1" sz="1600">
              <a:solidFill>
                <a:srgbClr val="FFFFFF"/>
              </a:solidFill>
              <a:latin typeface="Lato"/>
              <a:ea typeface="Lato"/>
              <a:cs typeface="Lato"/>
              <a:sym typeface="Lato"/>
            </a:endParaRPr>
          </a:p>
        </p:txBody>
      </p:sp>
      <p:sp>
        <p:nvSpPr>
          <p:cNvPr id="843" name="Google Shape;843;p72"/>
          <p:cNvSpPr txBox="1"/>
          <p:nvPr/>
        </p:nvSpPr>
        <p:spPr>
          <a:xfrm>
            <a:off x="4758002" y="2181138"/>
            <a:ext cx="1641600" cy="347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FFFFFF"/>
                </a:solidFill>
                <a:latin typeface="Lato"/>
                <a:ea typeface="Lato"/>
                <a:cs typeface="Lato"/>
                <a:sym typeface="Lato"/>
              </a:rPr>
              <a:t>Day 03</a:t>
            </a:r>
            <a:endParaRPr b="1" sz="1600">
              <a:solidFill>
                <a:srgbClr val="FFFFFF"/>
              </a:solidFill>
              <a:latin typeface="Lato"/>
              <a:ea typeface="Lato"/>
              <a:cs typeface="Lato"/>
              <a:sym typeface="Lato"/>
            </a:endParaRPr>
          </a:p>
        </p:txBody>
      </p:sp>
      <p:sp>
        <p:nvSpPr>
          <p:cNvPr id="844" name="Google Shape;844;p72"/>
          <p:cNvSpPr txBox="1"/>
          <p:nvPr/>
        </p:nvSpPr>
        <p:spPr>
          <a:xfrm>
            <a:off x="6771606" y="2181138"/>
            <a:ext cx="1641600" cy="347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FFFFFF"/>
                </a:solidFill>
                <a:latin typeface="Lato"/>
                <a:ea typeface="Lato"/>
                <a:cs typeface="Lato"/>
                <a:sym typeface="Lato"/>
              </a:rPr>
              <a:t>Day 04</a:t>
            </a:r>
            <a:endParaRPr b="1" sz="1600">
              <a:solidFill>
                <a:srgbClr val="FFFFFF"/>
              </a:solidFill>
              <a:latin typeface="Lato"/>
              <a:ea typeface="Lato"/>
              <a:cs typeface="Lato"/>
              <a:sym typeface="Lato"/>
            </a:endParaRPr>
          </a:p>
        </p:txBody>
      </p:sp>
      <p:sp>
        <p:nvSpPr>
          <p:cNvPr id="845" name="Google Shape;845;p72"/>
          <p:cNvSpPr txBox="1"/>
          <p:nvPr/>
        </p:nvSpPr>
        <p:spPr>
          <a:xfrm>
            <a:off x="4572902" y="2954863"/>
            <a:ext cx="2011800" cy="50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It’s the second one from the Sun</a:t>
            </a:r>
            <a:endParaRPr>
              <a:solidFill>
                <a:schemeClr val="dk2"/>
              </a:solidFill>
              <a:latin typeface="Open Sans"/>
              <a:ea typeface="Open Sans"/>
              <a:cs typeface="Open Sans"/>
              <a:sym typeface="Open Sans"/>
            </a:endParaRPr>
          </a:p>
        </p:txBody>
      </p:sp>
      <p:sp>
        <p:nvSpPr>
          <p:cNvPr id="846" name="Google Shape;846;p72"/>
          <p:cNvSpPr txBox="1"/>
          <p:nvPr/>
        </p:nvSpPr>
        <p:spPr>
          <a:xfrm>
            <a:off x="5030102" y="2683713"/>
            <a:ext cx="1097400" cy="34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2"/>
                </a:solidFill>
                <a:latin typeface="Lato"/>
                <a:ea typeface="Lato"/>
                <a:cs typeface="Lato"/>
                <a:sym typeface="Lato"/>
              </a:rPr>
              <a:t>Venus</a:t>
            </a:r>
            <a:endParaRPr b="1" sz="1600">
              <a:solidFill>
                <a:schemeClr val="dk2"/>
              </a:solidFill>
              <a:latin typeface="Lato"/>
              <a:ea typeface="Lato"/>
              <a:cs typeface="Lato"/>
              <a:sym typeface="Lato"/>
            </a:endParaRPr>
          </a:p>
        </p:txBody>
      </p:sp>
      <p:sp>
        <p:nvSpPr>
          <p:cNvPr id="847" name="Google Shape;847;p72"/>
          <p:cNvSpPr txBox="1"/>
          <p:nvPr/>
        </p:nvSpPr>
        <p:spPr>
          <a:xfrm>
            <a:off x="545694" y="2954863"/>
            <a:ext cx="2011800" cy="50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Despite being red, it’s a cold place</a:t>
            </a:r>
            <a:endParaRPr>
              <a:solidFill>
                <a:schemeClr val="dk2"/>
              </a:solidFill>
              <a:latin typeface="Open Sans"/>
              <a:ea typeface="Open Sans"/>
              <a:cs typeface="Open Sans"/>
              <a:sym typeface="Open Sans"/>
            </a:endParaRPr>
          </a:p>
        </p:txBody>
      </p:sp>
      <p:sp>
        <p:nvSpPr>
          <p:cNvPr id="848" name="Google Shape;848;p72"/>
          <p:cNvSpPr txBox="1"/>
          <p:nvPr/>
        </p:nvSpPr>
        <p:spPr>
          <a:xfrm>
            <a:off x="1002894" y="2683713"/>
            <a:ext cx="1097400" cy="34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2"/>
                </a:solidFill>
                <a:latin typeface="Lato"/>
                <a:ea typeface="Lato"/>
                <a:cs typeface="Lato"/>
                <a:sym typeface="Lato"/>
              </a:rPr>
              <a:t>Mars</a:t>
            </a:r>
            <a:endParaRPr b="1" sz="1600">
              <a:solidFill>
                <a:schemeClr val="dk2"/>
              </a:solidFill>
              <a:latin typeface="Lato"/>
              <a:ea typeface="Lato"/>
              <a:cs typeface="Lato"/>
              <a:sym typeface="Lato"/>
            </a:endParaRPr>
          </a:p>
        </p:txBody>
      </p:sp>
      <p:sp>
        <p:nvSpPr>
          <p:cNvPr id="849" name="Google Shape;849;p72"/>
          <p:cNvSpPr txBox="1"/>
          <p:nvPr/>
        </p:nvSpPr>
        <p:spPr>
          <a:xfrm>
            <a:off x="2559298" y="2954863"/>
            <a:ext cx="2011800" cy="50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It’s composed of hydrogen and helium</a:t>
            </a:r>
            <a:endParaRPr>
              <a:solidFill>
                <a:schemeClr val="dk2"/>
              </a:solidFill>
              <a:latin typeface="Open Sans"/>
              <a:ea typeface="Open Sans"/>
              <a:cs typeface="Open Sans"/>
              <a:sym typeface="Open Sans"/>
            </a:endParaRPr>
          </a:p>
        </p:txBody>
      </p:sp>
      <p:sp>
        <p:nvSpPr>
          <p:cNvPr id="850" name="Google Shape;850;p72"/>
          <p:cNvSpPr txBox="1"/>
          <p:nvPr/>
        </p:nvSpPr>
        <p:spPr>
          <a:xfrm>
            <a:off x="3016498" y="2683713"/>
            <a:ext cx="1097400" cy="34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2"/>
                </a:solidFill>
                <a:latin typeface="Lato"/>
                <a:ea typeface="Lato"/>
                <a:cs typeface="Lato"/>
                <a:sym typeface="Lato"/>
              </a:rPr>
              <a:t>Saturn</a:t>
            </a:r>
            <a:endParaRPr b="1" sz="1600">
              <a:solidFill>
                <a:schemeClr val="dk2"/>
              </a:solidFill>
              <a:latin typeface="Lato"/>
              <a:ea typeface="Lato"/>
              <a:cs typeface="Lato"/>
              <a:sym typeface="Lato"/>
            </a:endParaRPr>
          </a:p>
        </p:txBody>
      </p:sp>
      <p:sp>
        <p:nvSpPr>
          <p:cNvPr id="851" name="Google Shape;851;p72"/>
          <p:cNvSpPr txBox="1"/>
          <p:nvPr/>
        </p:nvSpPr>
        <p:spPr>
          <a:xfrm>
            <a:off x="6586506" y="2954863"/>
            <a:ext cx="2011800" cy="50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It’s the third planet from the Sun</a:t>
            </a:r>
            <a:endParaRPr>
              <a:solidFill>
                <a:schemeClr val="dk2"/>
              </a:solidFill>
              <a:latin typeface="Open Sans"/>
              <a:ea typeface="Open Sans"/>
              <a:cs typeface="Open Sans"/>
              <a:sym typeface="Open Sans"/>
            </a:endParaRPr>
          </a:p>
        </p:txBody>
      </p:sp>
      <p:sp>
        <p:nvSpPr>
          <p:cNvPr id="852" name="Google Shape;852;p72"/>
          <p:cNvSpPr txBox="1"/>
          <p:nvPr/>
        </p:nvSpPr>
        <p:spPr>
          <a:xfrm>
            <a:off x="7043706" y="2683713"/>
            <a:ext cx="1097400" cy="34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2"/>
                </a:solidFill>
                <a:latin typeface="Lato"/>
                <a:ea typeface="Lato"/>
                <a:cs typeface="Lato"/>
                <a:sym typeface="Lato"/>
              </a:rPr>
              <a:t>Earth</a:t>
            </a:r>
            <a:endParaRPr b="1" sz="1600">
              <a:solidFill>
                <a:schemeClr val="dk2"/>
              </a:solidFill>
              <a:latin typeface="Lato"/>
              <a:ea typeface="Lato"/>
              <a:cs typeface="Lato"/>
              <a:sym typeface="Lato"/>
            </a:endParaRPr>
          </a:p>
        </p:txBody>
      </p:sp>
      <p:cxnSp>
        <p:nvCxnSpPr>
          <p:cNvPr id="853" name="Google Shape;853;p72"/>
          <p:cNvCxnSpPr/>
          <p:nvPr/>
        </p:nvCxnSpPr>
        <p:spPr>
          <a:xfrm>
            <a:off x="2372394" y="2354838"/>
            <a:ext cx="372000" cy="0"/>
          </a:xfrm>
          <a:prstGeom prst="straightConnector1">
            <a:avLst/>
          </a:prstGeom>
          <a:noFill/>
          <a:ln cap="flat" cmpd="sng" w="38100">
            <a:solidFill>
              <a:schemeClr val="dk2"/>
            </a:solidFill>
            <a:prstDash val="solid"/>
            <a:round/>
            <a:headEnd len="med" w="med" type="none"/>
            <a:tailEnd len="med" w="med" type="none"/>
          </a:ln>
        </p:spPr>
      </p:cxnSp>
      <p:cxnSp>
        <p:nvCxnSpPr>
          <p:cNvPr id="854" name="Google Shape;854;p72"/>
          <p:cNvCxnSpPr/>
          <p:nvPr/>
        </p:nvCxnSpPr>
        <p:spPr>
          <a:xfrm>
            <a:off x="4385994" y="2354838"/>
            <a:ext cx="372000" cy="0"/>
          </a:xfrm>
          <a:prstGeom prst="straightConnector1">
            <a:avLst/>
          </a:prstGeom>
          <a:noFill/>
          <a:ln cap="flat" cmpd="sng" w="38100">
            <a:solidFill>
              <a:schemeClr val="dk2"/>
            </a:solidFill>
            <a:prstDash val="solid"/>
            <a:round/>
            <a:headEnd len="med" w="med" type="none"/>
            <a:tailEnd len="med" w="med" type="none"/>
          </a:ln>
        </p:spPr>
      </p:cxnSp>
      <p:cxnSp>
        <p:nvCxnSpPr>
          <p:cNvPr id="855" name="Google Shape;855;p72"/>
          <p:cNvCxnSpPr/>
          <p:nvPr/>
        </p:nvCxnSpPr>
        <p:spPr>
          <a:xfrm>
            <a:off x="6399594" y="2354838"/>
            <a:ext cx="372000" cy="0"/>
          </a:xfrm>
          <a:prstGeom prst="straightConnector1">
            <a:avLst/>
          </a:prstGeom>
          <a:noFill/>
          <a:ln cap="flat" cmpd="sng" w="38100">
            <a:solidFill>
              <a:schemeClr val="dk2"/>
            </a:solidFill>
            <a:prstDash val="solid"/>
            <a:round/>
            <a:headEnd len="med" w="med" type="none"/>
            <a:tailEnd len="med" w="med" type="none"/>
          </a:ln>
        </p:spPr>
      </p:cxnSp>
      <p:sp>
        <p:nvSpPr>
          <p:cNvPr id="856" name="Google Shape;856;p72"/>
          <p:cNvSpPr txBox="1"/>
          <p:nvPr>
            <p:ph type="title"/>
          </p:nvPr>
        </p:nvSpPr>
        <p:spPr>
          <a:xfrm>
            <a:off x="708625" y="538575"/>
            <a:ext cx="77211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Case Timeline</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860" name="Shape 860"/>
        <p:cNvGrpSpPr/>
        <p:nvPr/>
      </p:nvGrpSpPr>
      <p:grpSpPr>
        <a:xfrm>
          <a:off x="0" y="0"/>
          <a:ext cx="0" cy="0"/>
          <a:chOff x="0" y="0"/>
          <a:chExt cx="0" cy="0"/>
        </a:xfrm>
      </p:grpSpPr>
      <p:sp>
        <p:nvSpPr>
          <p:cNvPr id="861" name="Google Shape;861;p73"/>
          <p:cNvSpPr txBox="1"/>
          <p:nvPr>
            <p:ph type="title"/>
          </p:nvPr>
        </p:nvSpPr>
        <p:spPr>
          <a:xfrm>
            <a:off x="704088" y="539496"/>
            <a:ext cx="35760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Post-Prevention</a:t>
            </a:r>
            <a:endParaRPr/>
          </a:p>
        </p:txBody>
      </p:sp>
      <p:sp>
        <p:nvSpPr>
          <p:cNvPr id="862" name="Google Shape;862;p73"/>
          <p:cNvSpPr txBox="1"/>
          <p:nvPr>
            <p:ph idx="3" type="subTitle"/>
          </p:nvPr>
        </p:nvSpPr>
        <p:spPr>
          <a:xfrm>
            <a:off x="1103500" y="3561822"/>
            <a:ext cx="1856100" cy="347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863" name="Google Shape;863;p73"/>
          <p:cNvSpPr txBox="1"/>
          <p:nvPr>
            <p:ph idx="1" type="subTitle"/>
          </p:nvPr>
        </p:nvSpPr>
        <p:spPr>
          <a:xfrm>
            <a:off x="1103500" y="1874778"/>
            <a:ext cx="1856100" cy="347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864" name="Google Shape;864;p73"/>
          <p:cNvSpPr txBox="1"/>
          <p:nvPr>
            <p:ph idx="2" type="subTitle"/>
          </p:nvPr>
        </p:nvSpPr>
        <p:spPr>
          <a:xfrm>
            <a:off x="522700" y="2145672"/>
            <a:ext cx="2436900" cy="502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has a beautiful name, but is terribly hot</a:t>
            </a:r>
            <a:endParaRPr/>
          </a:p>
        </p:txBody>
      </p:sp>
      <p:sp>
        <p:nvSpPr>
          <p:cNvPr id="865" name="Google Shape;865;p73"/>
          <p:cNvSpPr txBox="1"/>
          <p:nvPr>
            <p:ph idx="4" type="subTitle"/>
          </p:nvPr>
        </p:nvSpPr>
        <p:spPr>
          <a:xfrm>
            <a:off x="522700" y="3832722"/>
            <a:ext cx="2436900" cy="502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 is the smallest planet in the Solar System </a:t>
            </a:r>
            <a:endParaRPr/>
          </a:p>
        </p:txBody>
      </p:sp>
      <p:sp>
        <p:nvSpPr>
          <p:cNvPr id="866" name="Google Shape;866;p73"/>
          <p:cNvSpPr txBox="1"/>
          <p:nvPr>
            <p:ph idx="5" type="subTitle"/>
          </p:nvPr>
        </p:nvSpPr>
        <p:spPr>
          <a:xfrm>
            <a:off x="6184400" y="1874778"/>
            <a:ext cx="18561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867" name="Google Shape;867;p73"/>
          <p:cNvSpPr txBox="1"/>
          <p:nvPr>
            <p:ph idx="6" type="subTitle"/>
          </p:nvPr>
        </p:nvSpPr>
        <p:spPr>
          <a:xfrm>
            <a:off x="6184400" y="2145672"/>
            <a:ext cx="24369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very cold place </a:t>
            </a:r>
            <a:endParaRPr/>
          </a:p>
        </p:txBody>
      </p:sp>
      <p:sp>
        <p:nvSpPr>
          <p:cNvPr id="868" name="Google Shape;868;p73"/>
          <p:cNvSpPr txBox="1"/>
          <p:nvPr>
            <p:ph idx="7" type="subTitle"/>
          </p:nvPr>
        </p:nvSpPr>
        <p:spPr>
          <a:xfrm>
            <a:off x="6184400" y="3561822"/>
            <a:ext cx="18561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869" name="Google Shape;869;p73"/>
          <p:cNvSpPr txBox="1"/>
          <p:nvPr>
            <p:ph idx="8" type="subTitle"/>
          </p:nvPr>
        </p:nvSpPr>
        <p:spPr>
          <a:xfrm>
            <a:off x="6184400" y="3832722"/>
            <a:ext cx="2436900" cy="502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a gas giant and the biggest planet</a:t>
            </a:r>
            <a:endParaRPr/>
          </a:p>
        </p:txBody>
      </p:sp>
      <p:grpSp>
        <p:nvGrpSpPr>
          <p:cNvPr id="870" name="Google Shape;870;p73"/>
          <p:cNvGrpSpPr/>
          <p:nvPr/>
        </p:nvGrpSpPr>
        <p:grpSpPr>
          <a:xfrm>
            <a:off x="6225443" y="3104617"/>
            <a:ext cx="375128" cy="457211"/>
            <a:chOff x="-26179575" y="2710600"/>
            <a:chExt cx="243400" cy="295375"/>
          </a:xfrm>
        </p:grpSpPr>
        <p:sp>
          <p:nvSpPr>
            <p:cNvPr id="871" name="Google Shape;871;p73"/>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73"/>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73"/>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73"/>
          <p:cNvGrpSpPr/>
          <p:nvPr/>
        </p:nvGrpSpPr>
        <p:grpSpPr>
          <a:xfrm>
            <a:off x="2543429" y="3104620"/>
            <a:ext cx="457214" cy="457205"/>
            <a:chOff x="-27358650" y="1961575"/>
            <a:chExt cx="296950" cy="296175"/>
          </a:xfrm>
        </p:grpSpPr>
        <p:sp>
          <p:nvSpPr>
            <p:cNvPr id="875" name="Google Shape;875;p73"/>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73"/>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73"/>
          <p:cNvGrpSpPr/>
          <p:nvPr/>
        </p:nvGrpSpPr>
        <p:grpSpPr>
          <a:xfrm>
            <a:off x="6143377" y="1423294"/>
            <a:ext cx="457193" cy="445757"/>
            <a:chOff x="-26585200" y="2710400"/>
            <a:chExt cx="304025" cy="295575"/>
          </a:xfrm>
        </p:grpSpPr>
        <p:sp>
          <p:nvSpPr>
            <p:cNvPr id="878" name="Google Shape;878;p73"/>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73"/>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73"/>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73"/>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73"/>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73"/>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73"/>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73"/>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73"/>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73"/>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73"/>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73"/>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73"/>
          <p:cNvGrpSpPr/>
          <p:nvPr/>
        </p:nvGrpSpPr>
        <p:grpSpPr>
          <a:xfrm>
            <a:off x="2543430" y="1417574"/>
            <a:ext cx="375147" cy="457196"/>
            <a:chOff x="-24683100" y="2340425"/>
            <a:chExt cx="242625" cy="296150"/>
          </a:xfrm>
        </p:grpSpPr>
        <p:sp>
          <p:nvSpPr>
            <p:cNvPr id="891" name="Google Shape;891;p73"/>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73"/>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73"/>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73"/>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95" name="Google Shape;895;p73"/>
          <p:cNvPicPr preferRelativeResize="0"/>
          <p:nvPr/>
        </p:nvPicPr>
        <p:blipFill rotWithShape="1">
          <a:blip r:embed="rId3">
            <a:alphaModFix/>
          </a:blip>
          <a:srcRect b="0" l="31959" r="12438" t="0"/>
          <a:stretch/>
        </p:blipFill>
        <p:spPr>
          <a:xfrm>
            <a:off x="3459275" y="1580875"/>
            <a:ext cx="2390400" cy="2418300"/>
          </a:xfrm>
          <a:prstGeom prst="ellipse">
            <a:avLst/>
          </a:prstGeom>
          <a:noFill/>
          <a:ln>
            <a:noFill/>
          </a:ln>
        </p:spPr>
      </p:pic>
      <p:sp>
        <p:nvSpPr>
          <p:cNvPr id="896" name="Google Shape;896;p73"/>
          <p:cNvSpPr/>
          <p:nvPr/>
        </p:nvSpPr>
        <p:spPr>
          <a:xfrm>
            <a:off x="3954375" y="3486000"/>
            <a:ext cx="1175100" cy="1201800"/>
          </a:xfrm>
          <a:prstGeom prst="ellipse">
            <a:avLst/>
          </a:prstGeom>
          <a:solidFill>
            <a:srgbClr val="0B2446">
              <a:alpha val="35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73"/>
          <p:cNvSpPr/>
          <p:nvPr/>
        </p:nvSpPr>
        <p:spPr>
          <a:xfrm>
            <a:off x="4123250" y="956775"/>
            <a:ext cx="897600" cy="918000"/>
          </a:xfrm>
          <a:prstGeom prst="ellipse">
            <a:avLst/>
          </a:prstGeom>
          <a:solidFill>
            <a:srgbClr val="7DB0EB">
              <a:alpha val="653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901" name="Shape 901"/>
        <p:cNvGrpSpPr/>
        <p:nvPr/>
      </p:nvGrpSpPr>
      <p:grpSpPr>
        <a:xfrm>
          <a:off x="0" y="0"/>
          <a:ext cx="0" cy="0"/>
          <a:chOff x="0" y="0"/>
          <a:chExt cx="0" cy="0"/>
        </a:xfrm>
      </p:grpSpPr>
      <p:sp>
        <p:nvSpPr>
          <p:cNvPr id="902" name="Google Shape;902;p74"/>
          <p:cNvSpPr txBox="1"/>
          <p:nvPr>
            <p:ph idx="1" type="body"/>
          </p:nvPr>
        </p:nvSpPr>
        <p:spPr>
          <a:xfrm>
            <a:off x="4925025" y="3538575"/>
            <a:ext cx="2847000" cy="50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give a brief description about this person</a:t>
            </a:r>
            <a:endParaRPr/>
          </a:p>
        </p:txBody>
      </p:sp>
      <p:sp>
        <p:nvSpPr>
          <p:cNvPr id="903" name="Google Shape;903;p74"/>
          <p:cNvSpPr txBox="1"/>
          <p:nvPr>
            <p:ph idx="2" type="body"/>
          </p:nvPr>
        </p:nvSpPr>
        <p:spPr>
          <a:xfrm>
            <a:off x="1371975" y="3538575"/>
            <a:ext cx="2847000" cy="50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give a brief description about this person</a:t>
            </a:r>
            <a:endParaRPr/>
          </a:p>
        </p:txBody>
      </p:sp>
      <p:sp>
        <p:nvSpPr>
          <p:cNvPr id="904" name="Google Shape;904;p74"/>
          <p:cNvSpPr txBox="1"/>
          <p:nvPr>
            <p:ph idx="3" type="subTitle"/>
          </p:nvPr>
        </p:nvSpPr>
        <p:spPr>
          <a:xfrm>
            <a:off x="1745325" y="3261750"/>
            <a:ext cx="2100300" cy="34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 Paul James</a:t>
            </a:r>
            <a:endParaRPr/>
          </a:p>
        </p:txBody>
      </p:sp>
      <p:sp>
        <p:nvSpPr>
          <p:cNvPr id="905" name="Google Shape;905;p74"/>
          <p:cNvSpPr txBox="1"/>
          <p:nvPr>
            <p:ph idx="4" type="subTitle"/>
          </p:nvPr>
        </p:nvSpPr>
        <p:spPr>
          <a:xfrm>
            <a:off x="5298375" y="3261750"/>
            <a:ext cx="2100300" cy="34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 Susan Smith</a:t>
            </a:r>
            <a:endParaRPr/>
          </a:p>
        </p:txBody>
      </p:sp>
      <p:pic>
        <p:nvPicPr>
          <p:cNvPr id="906" name="Google Shape;906;p74"/>
          <p:cNvPicPr preferRelativeResize="0"/>
          <p:nvPr/>
        </p:nvPicPr>
        <p:blipFill rotWithShape="1">
          <a:blip r:embed="rId3">
            <a:alphaModFix/>
          </a:blip>
          <a:srcRect b="26111" l="54282" r="8702" t="12407"/>
          <a:stretch/>
        </p:blipFill>
        <p:spPr>
          <a:xfrm>
            <a:off x="5342625" y="1192797"/>
            <a:ext cx="2011800" cy="2011800"/>
          </a:xfrm>
          <a:prstGeom prst="ellipse">
            <a:avLst/>
          </a:prstGeom>
          <a:noFill/>
          <a:ln>
            <a:noFill/>
          </a:ln>
        </p:spPr>
      </p:pic>
      <p:pic>
        <p:nvPicPr>
          <p:cNvPr id="907" name="Google Shape;907;p74"/>
          <p:cNvPicPr preferRelativeResize="0"/>
          <p:nvPr/>
        </p:nvPicPr>
        <p:blipFill rotWithShape="1">
          <a:blip r:embed="rId3">
            <a:alphaModFix/>
          </a:blip>
          <a:srcRect b="42035" l="17270" r="46988" t="0"/>
          <a:stretch/>
        </p:blipFill>
        <p:spPr>
          <a:xfrm>
            <a:off x="1789575" y="1192797"/>
            <a:ext cx="2011800" cy="2011800"/>
          </a:xfrm>
          <a:prstGeom prst="ellipse">
            <a:avLst/>
          </a:prstGeom>
          <a:noFill/>
          <a:ln>
            <a:noFill/>
          </a:ln>
        </p:spPr>
      </p:pic>
      <p:sp>
        <p:nvSpPr>
          <p:cNvPr id="908" name="Google Shape;908;p74"/>
          <p:cNvSpPr txBox="1"/>
          <p:nvPr>
            <p:ph type="title"/>
          </p:nvPr>
        </p:nvSpPr>
        <p:spPr>
          <a:xfrm>
            <a:off x="3521850" y="538575"/>
            <a:ext cx="2100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912" name="Shape 912"/>
        <p:cNvGrpSpPr/>
        <p:nvPr/>
      </p:nvGrpSpPr>
      <p:grpSpPr>
        <a:xfrm>
          <a:off x="0" y="0"/>
          <a:ext cx="0" cy="0"/>
          <a:chOff x="0" y="0"/>
          <a:chExt cx="0" cy="0"/>
        </a:xfrm>
      </p:grpSpPr>
      <p:sp>
        <p:nvSpPr>
          <p:cNvPr id="913" name="Google Shape;913;p75"/>
          <p:cNvSpPr txBox="1"/>
          <p:nvPr>
            <p:ph type="title"/>
          </p:nvPr>
        </p:nvSpPr>
        <p:spPr>
          <a:xfrm>
            <a:off x="714125" y="1566900"/>
            <a:ext cx="3105600" cy="88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914" name="Google Shape;914;p75"/>
          <p:cNvSpPr txBox="1"/>
          <p:nvPr>
            <p:ph idx="1" type="subTitle"/>
          </p:nvPr>
        </p:nvSpPr>
        <p:spPr>
          <a:xfrm>
            <a:off x="713100" y="2405100"/>
            <a:ext cx="2887500" cy="1171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actually the closest planet to the Sun and the smallest one in the entire Solar System</a:t>
            </a:r>
            <a:endParaRPr/>
          </a:p>
        </p:txBody>
      </p:sp>
      <p:grpSp>
        <p:nvGrpSpPr>
          <p:cNvPr id="915" name="Google Shape;915;p75"/>
          <p:cNvGrpSpPr/>
          <p:nvPr/>
        </p:nvGrpSpPr>
        <p:grpSpPr>
          <a:xfrm>
            <a:off x="4114258" y="1871349"/>
            <a:ext cx="1400779" cy="1400809"/>
            <a:chOff x="4124525" y="1953688"/>
            <a:chExt cx="1186900" cy="1186925"/>
          </a:xfrm>
        </p:grpSpPr>
        <p:sp>
          <p:nvSpPr>
            <p:cNvPr id="916" name="Google Shape;916;p75"/>
            <p:cNvSpPr/>
            <p:nvPr/>
          </p:nvSpPr>
          <p:spPr>
            <a:xfrm>
              <a:off x="4124525" y="1953688"/>
              <a:ext cx="1186900" cy="1186925"/>
            </a:xfrm>
            <a:custGeom>
              <a:rect b="b" l="l" r="r" t="t"/>
              <a:pathLst>
                <a:path extrusionOk="0" h="47477" w="47476">
                  <a:moveTo>
                    <a:pt x="23728" y="1"/>
                  </a:moveTo>
                  <a:cubicBezTo>
                    <a:pt x="10629" y="1"/>
                    <a:pt x="0" y="10630"/>
                    <a:pt x="0" y="23728"/>
                  </a:cubicBezTo>
                  <a:cubicBezTo>
                    <a:pt x="0" y="36847"/>
                    <a:pt x="10629" y="47476"/>
                    <a:pt x="23728" y="47476"/>
                  </a:cubicBezTo>
                  <a:cubicBezTo>
                    <a:pt x="36847" y="47476"/>
                    <a:pt x="47476" y="36847"/>
                    <a:pt x="47476" y="23728"/>
                  </a:cubicBezTo>
                  <a:cubicBezTo>
                    <a:pt x="47476" y="10630"/>
                    <a:pt x="36847" y="1"/>
                    <a:pt x="237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75"/>
            <p:cNvSpPr/>
            <p:nvPr/>
          </p:nvSpPr>
          <p:spPr>
            <a:xfrm>
              <a:off x="4183100" y="2546888"/>
              <a:ext cx="1123625" cy="593725"/>
            </a:xfrm>
            <a:custGeom>
              <a:rect b="b" l="l" r="r" t="t"/>
              <a:pathLst>
                <a:path extrusionOk="0" h="23749" w="44945">
                  <a:moveTo>
                    <a:pt x="1" y="0"/>
                  </a:moveTo>
                  <a:lnTo>
                    <a:pt x="21385" y="23748"/>
                  </a:lnTo>
                  <a:cubicBezTo>
                    <a:pt x="33541" y="23748"/>
                    <a:pt x="43543" y="14626"/>
                    <a:pt x="44945" y="2846"/>
                  </a:cubicBezTo>
                  <a:lnTo>
                    <a:pt x="42664" y="167"/>
                  </a:lnTo>
                  <a:lnTo>
                    <a:pt x="1" y="0"/>
                  </a:lnTo>
                  <a:close/>
                </a:path>
              </a:pathLst>
            </a:custGeom>
            <a:solidFill>
              <a:srgbClr val="6C96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75"/>
            <p:cNvSpPr/>
            <p:nvPr/>
          </p:nvSpPr>
          <p:spPr>
            <a:xfrm>
              <a:off x="4183100" y="2228313"/>
              <a:ext cx="1069750" cy="637200"/>
            </a:xfrm>
            <a:custGeom>
              <a:rect b="b" l="l" r="r" t="t"/>
              <a:pathLst>
                <a:path extrusionOk="0" h="25488" w="42790">
                  <a:moveTo>
                    <a:pt x="21385" y="1"/>
                  </a:moveTo>
                  <a:cubicBezTo>
                    <a:pt x="18706" y="1"/>
                    <a:pt x="16049" y="503"/>
                    <a:pt x="13538" y="1444"/>
                  </a:cubicBezTo>
                  <a:cubicBezTo>
                    <a:pt x="12283" y="1925"/>
                    <a:pt x="11069" y="2511"/>
                    <a:pt x="9919" y="3181"/>
                  </a:cubicBezTo>
                  <a:cubicBezTo>
                    <a:pt x="8768" y="3850"/>
                    <a:pt x="7680" y="4604"/>
                    <a:pt x="6675" y="5399"/>
                  </a:cubicBezTo>
                  <a:cubicBezTo>
                    <a:pt x="5671" y="6173"/>
                    <a:pt x="4771" y="7031"/>
                    <a:pt x="3955" y="7847"/>
                  </a:cubicBezTo>
                  <a:cubicBezTo>
                    <a:pt x="3139" y="8663"/>
                    <a:pt x="2428" y="9458"/>
                    <a:pt x="1842" y="10211"/>
                  </a:cubicBezTo>
                  <a:cubicBezTo>
                    <a:pt x="1696" y="10379"/>
                    <a:pt x="1549" y="10546"/>
                    <a:pt x="1424" y="10713"/>
                  </a:cubicBezTo>
                  <a:cubicBezTo>
                    <a:pt x="1298" y="10902"/>
                    <a:pt x="1172" y="11048"/>
                    <a:pt x="1047" y="11216"/>
                  </a:cubicBezTo>
                  <a:cubicBezTo>
                    <a:pt x="838" y="11509"/>
                    <a:pt x="628" y="11781"/>
                    <a:pt x="482" y="12011"/>
                  </a:cubicBezTo>
                  <a:cubicBezTo>
                    <a:pt x="315" y="12241"/>
                    <a:pt x="210" y="12429"/>
                    <a:pt x="126" y="12555"/>
                  </a:cubicBezTo>
                  <a:cubicBezTo>
                    <a:pt x="43" y="12680"/>
                    <a:pt x="1" y="12743"/>
                    <a:pt x="1" y="12743"/>
                  </a:cubicBezTo>
                  <a:cubicBezTo>
                    <a:pt x="1" y="12743"/>
                    <a:pt x="43" y="12806"/>
                    <a:pt x="126" y="12952"/>
                  </a:cubicBezTo>
                  <a:cubicBezTo>
                    <a:pt x="189" y="13057"/>
                    <a:pt x="315" y="13266"/>
                    <a:pt x="482" y="13496"/>
                  </a:cubicBezTo>
                  <a:cubicBezTo>
                    <a:pt x="628" y="13705"/>
                    <a:pt x="817" y="13998"/>
                    <a:pt x="1047" y="14291"/>
                  </a:cubicBezTo>
                  <a:cubicBezTo>
                    <a:pt x="1172" y="14438"/>
                    <a:pt x="1298" y="14605"/>
                    <a:pt x="1424" y="14773"/>
                  </a:cubicBezTo>
                  <a:cubicBezTo>
                    <a:pt x="1549" y="14940"/>
                    <a:pt x="1696" y="15107"/>
                    <a:pt x="1842" y="15296"/>
                  </a:cubicBezTo>
                  <a:cubicBezTo>
                    <a:pt x="2428" y="16028"/>
                    <a:pt x="3139" y="16823"/>
                    <a:pt x="3955" y="17660"/>
                  </a:cubicBezTo>
                  <a:cubicBezTo>
                    <a:pt x="4771" y="18476"/>
                    <a:pt x="5692" y="19313"/>
                    <a:pt x="6675" y="20108"/>
                  </a:cubicBezTo>
                  <a:cubicBezTo>
                    <a:pt x="7680" y="20903"/>
                    <a:pt x="8768" y="21656"/>
                    <a:pt x="9919" y="22326"/>
                  </a:cubicBezTo>
                  <a:cubicBezTo>
                    <a:pt x="11069" y="22996"/>
                    <a:pt x="12283" y="23581"/>
                    <a:pt x="13538" y="24042"/>
                  </a:cubicBezTo>
                  <a:cubicBezTo>
                    <a:pt x="16049" y="25004"/>
                    <a:pt x="18727" y="25485"/>
                    <a:pt x="21385" y="25485"/>
                  </a:cubicBezTo>
                  <a:cubicBezTo>
                    <a:pt x="21481" y="25487"/>
                    <a:pt x="21578" y="25488"/>
                    <a:pt x="21675" y="25488"/>
                  </a:cubicBezTo>
                  <a:cubicBezTo>
                    <a:pt x="22917" y="25488"/>
                    <a:pt x="24158" y="25364"/>
                    <a:pt x="25381" y="25151"/>
                  </a:cubicBezTo>
                  <a:cubicBezTo>
                    <a:pt x="26699" y="24921"/>
                    <a:pt x="27997" y="24544"/>
                    <a:pt x="29252" y="24084"/>
                  </a:cubicBezTo>
                  <a:cubicBezTo>
                    <a:pt x="30507" y="23602"/>
                    <a:pt x="31721" y="23037"/>
                    <a:pt x="32872" y="22347"/>
                  </a:cubicBezTo>
                  <a:cubicBezTo>
                    <a:pt x="34002" y="21698"/>
                    <a:pt x="35090" y="20945"/>
                    <a:pt x="36094" y="20150"/>
                  </a:cubicBezTo>
                  <a:cubicBezTo>
                    <a:pt x="37098" y="19355"/>
                    <a:pt x="38019" y="18518"/>
                    <a:pt x="38835" y="17681"/>
                  </a:cubicBezTo>
                  <a:cubicBezTo>
                    <a:pt x="39651" y="16844"/>
                    <a:pt x="40362" y="16049"/>
                    <a:pt x="40948" y="15317"/>
                  </a:cubicBezTo>
                  <a:cubicBezTo>
                    <a:pt x="41095" y="15128"/>
                    <a:pt x="41241" y="14961"/>
                    <a:pt x="41367" y="14794"/>
                  </a:cubicBezTo>
                  <a:cubicBezTo>
                    <a:pt x="41492" y="14626"/>
                    <a:pt x="41618" y="14459"/>
                    <a:pt x="41722" y="14312"/>
                  </a:cubicBezTo>
                  <a:cubicBezTo>
                    <a:pt x="41953" y="13998"/>
                    <a:pt x="42162" y="13726"/>
                    <a:pt x="42308" y="13496"/>
                  </a:cubicBezTo>
                  <a:cubicBezTo>
                    <a:pt x="42455" y="13266"/>
                    <a:pt x="42580" y="13078"/>
                    <a:pt x="42664" y="12952"/>
                  </a:cubicBezTo>
                  <a:cubicBezTo>
                    <a:pt x="42748" y="12827"/>
                    <a:pt x="42790" y="12743"/>
                    <a:pt x="42790" y="12743"/>
                  </a:cubicBezTo>
                  <a:cubicBezTo>
                    <a:pt x="42790" y="12743"/>
                    <a:pt x="42748" y="12680"/>
                    <a:pt x="42664" y="12555"/>
                  </a:cubicBezTo>
                  <a:cubicBezTo>
                    <a:pt x="42580" y="12429"/>
                    <a:pt x="42455" y="12241"/>
                    <a:pt x="42308" y="12011"/>
                  </a:cubicBezTo>
                  <a:cubicBezTo>
                    <a:pt x="42162" y="11781"/>
                    <a:pt x="41953" y="11509"/>
                    <a:pt x="41722" y="11195"/>
                  </a:cubicBezTo>
                  <a:cubicBezTo>
                    <a:pt x="41618" y="11048"/>
                    <a:pt x="41492" y="10881"/>
                    <a:pt x="41367" y="10713"/>
                  </a:cubicBezTo>
                  <a:cubicBezTo>
                    <a:pt x="41241" y="10546"/>
                    <a:pt x="41095" y="10379"/>
                    <a:pt x="40948" y="10190"/>
                  </a:cubicBezTo>
                  <a:cubicBezTo>
                    <a:pt x="40362" y="9458"/>
                    <a:pt x="39651" y="8642"/>
                    <a:pt x="38835" y="7826"/>
                  </a:cubicBezTo>
                  <a:cubicBezTo>
                    <a:pt x="38019" y="6989"/>
                    <a:pt x="37098" y="6152"/>
                    <a:pt x="36094" y="5357"/>
                  </a:cubicBezTo>
                  <a:cubicBezTo>
                    <a:pt x="35090" y="4562"/>
                    <a:pt x="34002" y="3809"/>
                    <a:pt x="32872" y="3139"/>
                  </a:cubicBezTo>
                  <a:cubicBezTo>
                    <a:pt x="31721" y="2470"/>
                    <a:pt x="30507" y="1884"/>
                    <a:pt x="29252" y="1423"/>
                  </a:cubicBezTo>
                  <a:cubicBezTo>
                    <a:pt x="27997" y="963"/>
                    <a:pt x="26699" y="586"/>
                    <a:pt x="25381" y="356"/>
                  </a:cubicBezTo>
                  <a:cubicBezTo>
                    <a:pt x="24063" y="105"/>
                    <a:pt x="22724" y="1"/>
                    <a:pt x="21385" y="1"/>
                  </a:cubicBezTo>
                  <a:close/>
                </a:path>
              </a:pathLst>
            </a:custGeom>
            <a:solidFill>
              <a:srgbClr val="F7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75"/>
            <p:cNvSpPr/>
            <p:nvPr/>
          </p:nvSpPr>
          <p:spPr>
            <a:xfrm>
              <a:off x="4460350" y="2289513"/>
              <a:ext cx="515275" cy="515275"/>
            </a:xfrm>
            <a:custGeom>
              <a:rect b="b" l="l" r="r" t="t"/>
              <a:pathLst>
                <a:path extrusionOk="0" h="20611" w="20611">
                  <a:moveTo>
                    <a:pt x="10295" y="1"/>
                  </a:moveTo>
                  <a:cubicBezTo>
                    <a:pt x="4603" y="1"/>
                    <a:pt x="0" y="4604"/>
                    <a:pt x="0" y="10295"/>
                  </a:cubicBezTo>
                  <a:cubicBezTo>
                    <a:pt x="0" y="15986"/>
                    <a:pt x="4603" y="20610"/>
                    <a:pt x="10295" y="20610"/>
                  </a:cubicBezTo>
                  <a:cubicBezTo>
                    <a:pt x="15986" y="20610"/>
                    <a:pt x="20610" y="15986"/>
                    <a:pt x="20610" y="10295"/>
                  </a:cubicBezTo>
                  <a:cubicBezTo>
                    <a:pt x="20610" y="4604"/>
                    <a:pt x="15986" y="1"/>
                    <a:pt x="10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75"/>
            <p:cNvSpPr/>
            <p:nvPr/>
          </p:nvSpPr>
          <p:spPr>
            <a:xfrm>
              <a:off x="4663300" y="2497438"/>
              <a:ext cx="108825" cy="98900"/>
            </a:xfrm>
            <a:custGeom>
              <a:rect b="b" l="l" r="r" t="t"/>
              <a:pathLst>
                <a:path extrusionOk="0" h="3956" w="4353">
                  <a:moveTo>
                    <a:pt x="2164" y="0"/>
                  </a:moveTo>
                  <a:cubicBezTo>
                    <a:pt x="1263" y="0"/>
                    <a:pt x="449" y="623"/>
                    <a:pt x="252" y="1539"/>
                  </a:cubicBezTo>
                  <a:cubicBezTo>
                    <a:pt x="1" y="2606"/>
                    <a:pt x="670" y="3673"/>
                    <a:pt x="1737" y="3903"/>
                  </a:cubicBezTo>
                  <a:cubicBezTo>
                    <a:pt x="1889" y="3939"/>
                    <a:pt x="2041" y="3956"/>
                    <a:pt x="2190" y="3956"/>
                  </a:cubicBezTo>
                  <a:cubicBezTo>
                    <a:pt x="3091" y="3956"/>
                    <a:pt x="3904" y="3333"/>
                    <a:pt x="4102" y="2417"/>
                  </a:cubicBezTo>
                  <a:cubicBezTo>
                    <a:pt x="4353" y="1350"/>
                    <a:pt x="3683" y="304"/>
                    <a:pt x="2616" y="53"/>
                  </a:cubicBezTo>
                  <a:cubicBezTo>
                    <a:pt x="2464" y="17"/>
                    <a:pt x="2313" y="0"/>
                    <a:pt x="21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75"/>
            <p:cNvSpPr/>
            <p:nvPr/>
          </p:nvSpPr>
          <p:spPr>
            <a:xfrm flipH="1">
              <a:off x="4607475" y="2434238"/>
              <a:ext cx="141500" cy="135750"/>
            </a:xfrm>
            <a:custGeom>
              <a:rect b="b" l="l" r="r" t="t"/>
              <a:pathLst>
                <a:path extrusionOk="0" h="5430" w="5660">
                  <a:moveTo>
                    <a:pt x="796" y="0"/>
                  </a:moveTo>
                  <a:cubicBezTo>
                    <a:pt x="1" y="0"/>
                    <a:pt x="28" y="1214"/>
                    <a:pt x="816" y="1235"/>
                  </a:cubicBezTo>
                  <a:cubicBezTo>
                    <a:pt x="2804" y="1298"/>
                    <a:pt x="4352" y="2825"/>
                    <a:pt x="4394" y="4834"/>
                  </a:cubicBezTo>
                  <a:cubicBezTo>
                    <a:pt x="4415" y="5231"/>
                    <a:pt x="4734" y="5430"/>
                    <a:pt x="5045" y="5430"/>
                  </a:cubicBezTo>
                  <a:cubicBezTo>
                    <a:pt x="5357" y="5430"/>
                    <a:pt x="5660" y="5231"/>
                    <a:pt x="5649" y="4834"/>
                  </a:cubicBezTo>
                  <a:cubicBezTo>
                    <a:pt x="5566" y="2155"/>
                    <a:pt x="3494" y="63"/>
                    <a:pt x="816" y="0"/>
                  </a:cubicBezTo>
                  <a:cubicBezTo>
                    <a:pt x="809" y="0"/>
                    <a:pt x="802" y="0"/>
                    <a:pt x="796" y="0"/>
                  </a:cubicBezTo>
                  <a:close/>
                </a:path>
              </a:pathLst>
            </a:custGeom>
            <a:solidFill>
              <a:srgbClr val="F7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75"/>
          <p:cNvGrpSpPr/>
          <p:nvPr/>
        </p:nvGrpSpPr>
        <p:grpSpPr>
          <a:xfrm>
            <a:off x="5785817" y="1871346"/>
            <a:ext cx="1400809" cy="1400809"/>
            <a:chOff x="5710350" y="1953688"/>
            <a:chExt cx="1186925" cy="1186925"/>
          </a:xfrm>
        </p:grpSpPr>
        <p:sp>
          <p:nvSpPr>
            <p:cNvPr id="923" name="Google Shape;923;p75"/>
            <p:cNvSpPr/>
            <p:nvPr/>
          </p:nvSpPr>
          <p:spPr>
            <a:xfrm>
              <a:off x="5710350" y="1953688"/>
              <a:ext cx="1186925" cy="1186925"/>
            </a:xfrm>
            <a:custGeom>
              <a:rect b="b" l="l" r="r" t="t"/>
              <a:pathLst>
                <a:path extrusionOk="0" h="47477" w="47477">
                  <a:moveTo>
                    <a:pt x="23728" y="1"/>
                  </a:moveTo>
                  <a:cubicBezTo>
                    <a:pt x="10630" y="1"/>
                    <a:pt x="0" y="10630"/>
                    <a:pt x="0" y="23728"/>
                  </a:cubicBezTo>
                  <a:cubicBezTo>
                    <a:pt x="0" y="36847"/>
                    <a:pt x="10630" y="47476"/>
                    <a:pt x="23728" y="47476"/>
                  </a:cubicBezTo>
                  <a:cubicBezTo>
                    <a:pt x="36847" y="47476"/>
                    <a:pt x="47476" y="36847"/>
                    <a:pt x="47476" y="23728"/>
                  </a:cubicBezTo>
                  <a:cubicBezTo>
                    <a:pt x="47476" y="10630"/>
                    <a:pt x="36847" y="1"/>
                    <a:pt x="237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75"/>
            <p:cNvSpPr/>
            <p:nvPr/>
          </p:nvSpPr>
          <p:spPr>
            <a:xfrm>
              <a:off x="5768925" y="2546888"/>
              <a:ext cx="1123625" cy="593725"/>
            </a:xfrm>
            <a:custGeom>
              <a:rect b="b" l="l" r="r" t="t"/>
              <a:pathLst>
                <a:path extrusionOk="0" h="23749" w="44945">
                  <a:moveTo>
                    <a:pt x="1" y="0"/>
                  </a:moveTo>
                  <a:lnTo>
                    <a:pt x="21385" y="23748"/>
                  </a:lnTo>
                  <a:cubicBezTo>
                    <a:pt x="33541" y="23748"/>
                    <a:pt x="43543" y="14626"/>
                    <a:pt x="44945" y="2846"/>
                  </a:cubicBezTo>
                  <a:lnTo>
                    <a:pt x="42664" y="167"/>
                  </a:lnTo>
                  <a:lnTo>
                    <a:pt x="1" y="0"/>
                  </a:lnTo>
                  <a:close/>
                </a:path>
              </a:pathLst>
            </a:custGeom>
            <a:solidFill>
              <a:srgbClr val="6C96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75"/>
            <p:cNvSpPr/>
            <p:nvPr/>
          </p:nvSpPr>
          <p:spPr>
            <a:xfrm>
              <a:off x="5768925" y="2292150"/>
              <a:ext cx="1069750" cy="480215"/>
            </a:xfrm>
            <a:custGeom>
              <a:rect b="b" l="l" r="r" t="t"/>
              <a:pathLst>
                <a:path extrusionOk="0" h="17766" w="42790">
                  <a:moveTo>
                    <a:pt x="21385" y="1"/>
                  </a:moveTo>
                  <a:cubicBezTo>
                    <a:pt x="18707" y="22"/>
                    <a:pt x="16049" y="357"/>
                    <a:pt x="13538" y="1026"/>
                  </a:cubicBezTo>
                  <a:cubicBezTo>
                    <a:pt x="12283" y="1340"/>
                    <a:pt x="11070" y="1759"/>
                    <a:pt x="9919" y="2219"/>
                  </a:cubicBezTo>
                  <a:cubicBezTo>
                    <a:pt x="8768" y="2679"/>
                    <a:pt x="7680" y="3202"/>
                    <a:pt x="6676" y="3767"/>
                  </a:cubicBezTo>
                  <a:cubicBezTo>
                    <a:pt x="5671" y="4311"/>
                    <a:pt x="4751" y="4897"/>
                    <a:pt x="3935" y="5462"/>
                  </a:cubicBezTo>
                  <a:cubicBezTo>
                    <a:pt x="3119" y="6048"/>
                    <a:pt x="2428" y="6613"/>
                    <a:pt x="1842" y="7115"/>
                  </a:cubicBezTo>
                  <a:cubicBezTo>
                    <a:pt x="1696" y="7241"/>
                    <a:pt x="1549" y="7366"/>
                    <a:pt x="1424" y="7471"/>
                  </a:cubicBezTo>
                  <a:cubicBezTo>
                    <a:pt x="1277" y="7596"/>
                    <a:pt x="1173" y="7701"/>
                    <a:pt x="1047" y="7805"/>
                  </a:cubicBezTo>
                  <a:cubicBezTo>
                    <a:pt x="817" y="8015"/>
                    <a:pt x="629" y="8224"/>
                    <a:pt x="482" y="8370"/>
                  </a:cubicBezTo>
                  <a:cubicBezTo>
                    <a:pt x="315" y="8538"/>
                    <a:pt x="189" y="8663"/>
                    <a:pt x="126" y="8747"/>
                  </a:cubicBezTo>
                  <a:cubicBezTo>
                    <a:pt x="43" y="8852"/>
                    <a:pt x="1" y="8893"/>
                    <a:pt x="1" y="8893"/>
                  </a:cubicBezTo>
                  <a:cubicBezTo>
                    <a:pt x="1" y="8893"/>
                    <a:pt x="43" y="8935"/>
                    <a:pt x="126" y="9019"/>
                  </a:cubicBezTo>
                  <a:cubicBezTo>
                    <a:pt x="189" y="9103"/>
                    <a:pt x="315" y="9249"/>
                    <a:pt x="482" y="9396"/>
                  </a:cubicBezTo>
                  <a:cubicBezTo>
                    <a:pt x="629" y="9563"/>
                    <a:pt x="817" y="9751"/>
                    <a:pt x="1047" y="9961"/>
                  </a:cubicBezTo>
                  <a:cubicBezTo>
                    <a:pt x="1173" y="10065"/>
                    <a:pt x="1277" y="10170"/>
                    <a:pt x="1424" y="10295"/>
                  </a:cubicBezTo>
                  <a:cubicBezTo>
                    <a:pt x="1549" y="10421"/>
                    <a:pt x="1696" y="10526"/>
                    <a:pt x="1842" y="10651"/>
                  </a:cubicBezTo>
                  <a:cubicBezTo>
                    <a:pt x="2428" y="11174"/>
                    <a:pt x="3119" y="11718"/>
                    <a:pt x="3935" y="12304"/>
                  </a:cubicBezTo>
                  <a:cubicBezTo>
                    <a:pt x="4751" y="12869"/>
                    <a:pt x="5671" y="13455"/>
                    <a:pt x="6676" y="14020"/>
                  </a:cubicBezTo>
                  <a:cubicBezTo>
                    <a:pt x="7680" y="14564"/>
                    <a:pt x="8768" y="15087"/>
                    <a:pt x="9919" y="15547"/>
                  </a:cubicBezTo>
                  <a:cubicBezTo>
                    <a:pt x="11070" y="16028"/>
                    <a:pt x="12283" y="16426"/>
                    <a:pt x="13538" y="16761"/>
                  </a:cubicBezTo>
                  <a:cubicBezTo>
                    <a:pt x="16049" y="17430"/>
                    <a:pt x="18707" y="17765"/>
                    <a:pt x="21385" y="17765"/>
                  </a:cubicBezTo>
                  <a:cubicBezTo>
                    <a:pt x="22724" y="17765"/>
                    <a:pt x="24063" y="17681"/>
                    <a:pt x="25381" y="17514"/>
                  </a:cubicBezTo>
                  <a:cubicBezTo>
                    <a:pt x="26699" y="17368"/>
                    <a:pt x="27997" y="17096"/>
                    <a:pt x="29252" y="16782"/>
                  </a:cubicBezTo>
                  <a:cubicBezTo>
                    <a:pt x="30508" y="16447"/>
                    <a:pt x="31721" y="16049"/>
                    <a:pt x="32851" y="15589"/>
                  </a:cubicBezTo>
                  <a:cubicBezTo>
                    <a:pt x="34002" y="15108"/>
                    <a:pt x="35090" y="14585"/>
                    <a:pt x="36094" y="14041"/>
                  </a:cubicBezTo>
                  <a:cubicBezTo>
                    <a:pt x="37098" y="13497"/>
                    <a:pt x="38019" y="12890"/>
                    <a:pt x="38835" y="12325"/>
                  </a:cubicBezTo>
                  <a:cubicBezTo>
                    <a:pt x="39651" y="11739"/>
                    <a:pt x="40363" y="11195"/>
                    <a:pt x="40948" y="10672"/>
                  </a:cubicBezTo>
                  <a:cubicBezTo>
                    <a:pt x="41095" y="10546"/>
                    <a:pt x="41220" y="10421"/>
                    <a:pt x="41367" y="10316"/>
                  </a:cubicBezTo>
                  <a:cubicBezTo>
                    <a:pt x="41492" y="10191"/>
                    <a:pt x="41618" y="10065"/>
                    <a:pt x="41723" y="9961"/>
                  </a:cubicBezTo>
                  <a:cubicBezTo>
                    <a:pt x="41953" y="9751"/>
                    <a:pt x="42141" y="9563"/>
                    <a:pt x="42308" y="9396"/>
                  </a:cubicBezTo>
                  <a:cubicBezTo>
                    <a:pt x="42455" y="9249"/>
                    <a:pt x="42580" y="9103"/>
                    <a:pt x="42664" y="9019"/>
                  </a:cubicBezTo>
                  <a:cubicBezTo>
                    <a:pt x="42748" y="8935"/>
                    <a:pt x="42790" y="8893"/>
                    <a:pt x="42790" y="8893"/>
                  </a:cubicBezTo>
                  <a:cubicBezTo>
                    <a:pt x="42790" y="8893"/>
                    <a:pt x="42748" y="8852"/>
                    <a:pt x="42664" y="8747"/>
                  </a:cubicBezTo>
                  <a:cubicBezTo>
                    <a:pt x="42580" y="8663"/>
                    <a:pt x="42455" y="8517"/>
                    <a:pt x="42308" y="8370"/>
                  </a:cubicBezTo>
                  <a:cubicBezTo>
                    <a:pt x="42141" y="8203"/>
                    <a:pt x="41953" y="8015"/>
                    <a:pt x="41723" y="7805"/>
                  </a:cubicBezTo>
                  <a:cubicBezTo>
                    <a:pt x="41618" y="7701"/>
                    <a:pt x="41492" y="7575"/>
                    <a:pt x="41367" y="7471"/>
                  </a:cubicBezTo>
                  <a:cubicBezTo>
                    <a:pt x="41220" y="7345"/>
                    <a:pt x="41095" y="7241"/>
                    <a:pt x="40948" y="7094"/>
                  </a:cubicBezTo>
                  <a:cubicBezTo>
                    <a:pt x="40363" y="6592"/>
                    <a:pt x="39651" y="6027"/>
                    <a:pt x="38835" y="5462"/>
                  </a:cubicBezTo>
                  <a:cubicBezTo>
                    <a:pt x="38019" y="4876"/>
                    <a:pt x="37098" y="4290"/>
                    <a:pt x="36094" y="3746"/>
                  </a:cubicBezTo>
                  <a:cubicBezTo>
                    <a:pt x="35090" y="3181"/>
                    <a:pt x="34002" y="2658"/>
                    <a:pt x="32851" y="2198"/>
                  </a:cubicBezTo>
                  <a:cubicBezTo>
                    <a:pt x="31721" y="1717"/>
                    <a:pt x="30508" y="1319"/>
                    <a:pt x="29252" y="1005"/>
                  </a:cubicBezTo>
                  <a:cubicBezTo>
                    <a:pt x="27997" y="670"/>
                    <a:pt x="26699" y="419"/>
                    <a:pt x="25381" y="252"/>
                  </a:cubicBezTo>
                  <a:cubicBezTo>
                    <a:pt x="24063" y="85"/>
                    <a:pt x="22724" y="1"/>
                    <a:pt x="21385" y="1"/>
                  </a:cubicBezTo>
                  <a:close/>
                </a:path>
              </a:pathLst>
            </a:custGeom>
            <a:solidFill>
              <a:srgbClr val="F7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75"/>
            <p:cNvSpPr/>
            <p:nvPr/>
          </p:nvSpPr>
          <p:spPr>
            <a:xfrm>
              <a:off x="6105800" y="2292138"/>
              <a:ext cx="396000" cy="396000"/>
            </a:xfrm>
            <a:custGeom>
              <a:rect b="b" l="l" r="r" t="t"/>
              <a:pathLst>
                <a:path extrusionOk="0" h="15840" w="15840">
                  <a:moveTo>
                    <a:pt x="7910" y="0"/>
                  </a:moveTo>
                  <a:cubicBezTo>
                    <a:pt x="3537" y="0"/>
                    <a:pt x="1" y="3536"/>
                    <a:pt x="1" y="7909"/>
                  </a:cubicBezTo>
                  <a:cubicBezTo>
                    <a:pt x="1" y="12303"/>
                    <a:pt x="3537" y="15839"/>
                    <a:pt x="7910" y="15839"/>
                  </a:cubicBezTo>
                  <a:cubicBezTo>
                    <a:pt x="12283" y="15839"/>
                    <a:pt x="15840" y="12303"/>
                    <a:pt x="15840" y="7909"/>
                  </a:cubicBezTo>
                  <a:cubicBezTo>
                    <a:pt x="15840" y="3536"/>
                    <a:pt x="12283" y="0"/>
                    <a:pt x="79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75"/>
            <p:cNvSpPr/>
            <p:nvPr/>
          </p:nvSpPr>
          <p:spPr>
            <a:xfrm>
              <a:off x="6179050" y="2365888"/>
              <a:ext cx="249000" cy="248500"/>
            </a:xfrm>
            <a:custGeom>
              <a:rect b="b" l="l" r="r" t="t"/>
              <a:pathLst>
                <a:path extrusionOk="0" h="9940" w="9960">
                  <a:moveTo>
                    <a:pt x="4980" y="0"/>
                  </a:moveTo>
                  <a:cubicBezTo>
                    <a:pt x="2239" y="0"/>
                    <a:pt x="0" y="2218"/>
                    <a:pt x="0" y="4959"/>
                  </a:cubicBezTo>
                  <a:cubicBezTo>
                    <a:pt x="0" y="7721"/>
                    <a:pt x="2239" y="9939"/>
                    <a:pt x="4980" y="9939"/>
                  </a:cubicBezTo>
                  <a:cubicBezTo>
                    <a:pt x="7742" y="9939"/>
                    <a:pt x="9960" y="7721"/>
                    <a:pt x="9960" y="4959"/>
                  </a:cubicBezTo>
                  <a:cubicBezTo>
                    <a:pt x="9960" y="2218"/>
                    <a:pt x="7742" y="0"/>
                    <a:pt x="4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75"/>
            <p:cNvSpPr/>
            <p:nvPr/>
          </p:nvSpPr>
          <p:spPr>
            <a:xfrm>
              <a:off x="6318725" y="2336588"/>
              <a:ext cx="141500" cy="136300"/>
            </a:xfrm>
            <a:custGeom>
              <a:rect b="b" l="l" r="r" t="t"/>
              <a:pathLst>
                <a:path extrusionOk="0" h="5452" w="5660">
                  <a:moveTo>
                    <a:pt x="796" y="0"/>
                  </a:moveTo>
                  <a:cubicBezTo>
                    <a:pt x="0" y="0"/>
                    <a:pt x="27" y="1235"/>
                    <a:pt x="816" y="1256"/>
                  </a:cubicBezTo>
                  <a:cubicBezTo>
                    <a:pt x="2803" y="1298"/>
                    <a:pt x="4352" y="2846"/>
                    <a:pt x="4415" y="4855"/>
                  </a:cubicBezTo>
                  <a:cubicBezTo>
                    <a:pt x="4415" y="5253"/>
                    <a:pt x="4728" y="5451"/>
                    <a:pt x="5040" y="5451"/>
                  </a:cubicBezTo>
                  <a:cubicBezTo>
                    <a:pt x="5351" y="5451"/>
                    <a:pt x="5659" y="5253"/>
                    <a:pt x="5649" y="4855"/>
                  </a:cubicBezTo>
                  <a:cubicBezTo>
                    <a:pt x="5565" y="2156"/>
                    <a:pt x="3494" y="84"/>
                    <a:pt x="816" y="1"/>
                  </a:cubicBezTo>
                  <a:cubicBezTo>
                    <a:pt x="809" y="1"/>
                    <a:pt x="802" y="0"/>
                    <a:pt x="796" y="0"/>
                  </a:cubicBezTo>
                  <a:close/>
                </a:path>
              </a:pathLst>
            </a:custGeom>
            <a:solidFill>
              <a:srgbClr val="F7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75"/>
          <p:cNvGrpSpPr/>
          <p:nvPr/>
        </p:nvGrpSpPr>
        <p:grpSpPr>
          <a:xfrm>
            <a:off x="7457406" y="1871342"/>
            <a:ext cx="1400809" cy="1400189"/>
            <a:chOff x="7283625" y="2003388"/>
            <a:chExt cx="1186925" cy="1186400"/>
          </a:xfrm>
        </p:grpSpPr>
        <p:sp>
          <p:nvSpPr>
            <p:cNvPr id="930" name="Google Shape;930;p75"/>
            <p:cNvSpPr/>
            <p:nvPr/>
          </p:nvSpPr>
          <p:spPr>
            <a:xfrm>
              <a:off x="7283625" y="2003388"/>
              <a:ext cx="1186925" cy="1186400"/>
            </a:xfrm>
            <a:custGeom>
              <a:rect b="b" l="l" r="r" t="t"/>
              <a:pathLst>
                <a:path extrusionOk="0" h="47456" w="47477">
                  <a:moveTo>
                    <a:pt x="23728" y="0"/>
                  </a:moveTo>
                  <a:cubicBezTo>
                    <a:pt x="10630" y="0"/>
                    <a:pt x="0" y="10609"/>
                    <a:pt x="0" y="23728"/>
                  </a:cubicBezTo>
                  <a:cubicBezTo>
                    <a:pt x="0" y="36826"/>
                    <a:pt x="10630" y="47455"/>
                    <a:pt x="23728" y="47455"/>
                  </a:cubicBezTo>
                  <a:cubicBezTo>
                    <a:pt x="36847" y="47455"/>
                    <a:pt x="47476" y="36826"/>
                    <a:pt x="47476" y="23728"/>
                  </a:cubicBezTo>
                  <a:cubicBezTo>
                    <a:pt x="47476" y="10609"/>
                    <a:pt x="36847" y="0"/>
                    <a:pt x="237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75"/>
            <p:cNvSpPr/>
            <p:nvPr/>
          </p:nvSpPr>
          <p:spPr>
            <a:xfrm>
              <a:off x="7342200" y="2596563"/>
              <a:ext cx="1123625" cy="593225"/>
            </a:xfrm>
            <a:custGeom>
              <a:rect b="b" l="l" r="r" t="t"/>
              <a:pathLst>
                <a:path extrusionOk="0" h="23729" w="44945">
                  <a:moveTo>
                    <a:pt x="1" y="1"/>
                  </a:moveTo>
                  <a:lnTo>
                    <a:pt x="21385" y="23728"/>
                  </a:lnTo>
                  <a:cubicBezTo>
                    <a:pt x="33541" y="23728"/>
                    <a:pt x="43543" y="14605"/>
                    <a:pt x="44945" y="2846"/>
                  </a:cubicBezTo>
                  <a:lnTo>
                    <a:pt x="42664" y="147"/>
                  </a:lnTo>
                  <a:lnTo>
                    <a:pt x="1" y="1"/>
                  </a:lnTo>
                  <a:close/>
                </a:path>
              </a:pathLst>
            </a:custGeom>
            <a:solidFill>
              <a:srgbClr val="6C96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75"/>
            <p:cNvSpPr/>
            <p:nvPr/>
          </p:nvSpPr>
          <p:spPr>
            <a:xfrm>
              <a:off x="7342200" y="2281138"/>
              <a:ext cx="1069750" cy="630875"/>
            </a:xfrm>
            <a:custGeom>
              <a:rect b="b" l="l" r="r" t="t"/>
              <a:pathLst>
                <a:path extrusionOk="0" h="25235" w="42790">
                  <a:moveTo>
                    <a:pt x="21385" y="1"/>
                  </a:moveTo>
                  <a:cubicBezTo>
                    <a:pt x="18728" y="1"/>
                    <a:pt x="16049" y="482"/>
                    <a:pt x="13539" y="1445"/>
                  </a:cubicBezTo>
                  <a:cubicBezTo>
                    <a:pt x="12283" y="1905"/>
                    <a:pt x="11070" y="2470"/>
                    <a:pt x="9919" y="3139"/>
                  </a:cubicBezTo>
                  <a:cubicBezTo>
                    <a:pt x="8768" y="3809"/>
                    <a:pt x="7680" y="4541"/>
                    <a:pt x="6676" y="5336"/>
                  </a:cubicBezTo>
                  <a:cubicBezTo>
                    <a:pt x="5692" y="6111"/>
                    <a:pt x="4772" y="6947"/>
                    <a:pt x="3955" y="7763"/>
                  </a:cubicBezTo>
                  <a:cubicBezTo>
                    <a:pt x="3139" y="8579"/>
                    <a:pt x="2428" y="9375"/>
                    <a:pt x="1842" y="10086"/>
                  </a:cubicBezTo>
                  <a:cubicBezTo>
                    <a:pt x="1696" y="10274"/>
                    <a:pt x="1549" y="10442"/>
                    <a:pt x="1424" y="10609"/>
                  </a:cubicBezTo>
                  <a:cubicBezTo>
                    <a:pt x="1298" y="10776"/>
                    <a:pt x="1173" y="10944"/>
                    <a:pt x="1047" y="11090"/>
                  </a:cubicBezTo>
                  <a:cubicBezTo>
                    <a:pt x="838" y="11383"/>
                    <a:pt x="629" y="11655"/>
                    <a:pt x="482" y="11885"/>
                  </a:cubicBezTo>
                  <a:cubicBezTo>
                    <a:pt x="315" y="12095"/>
                    <a:pt x="210" y="12304"/>
                    <a:pt x="126" y="12429"/>
                  </a:cubicBezTo>
                  <a:cubicBezTo>
                    <a:pt x="43" y="12555"/>
                    <a:pt x="1" y="12618"/>
                    <a:pt x="1" y="12618"/>
                  </a:cubicBezTo>
                  <a:cubicBezTo>
                    <a:pt x="1" y="12618"/>
                    <a:pt x="43" y="12681"/>
                    <a:pt x="126" y="12806"/>
                  </a:cubicBezTo>
                  <a:cubicBezTo>
                    <a:pt x="210" y="12932"/>
                    <a:pt x="315" y="13120"/>
                    <a:pt x="482" y="13350"/>
                  </a:cubicBezTo>
                  <a:cubicBezTo>
                    <a:pt x="629" y="13580"/>
                    <a:pt x="838" y="13852"/>
                    <a:pt x="1047" y="14145"/>
                  </a:cubicBezTo>
                  <a:cubicBezTo>
                    <a:pt x="1173" y="14292"/>
                    <a:pt x="1298" y="14459"/>
                    <a:pt x="1424" y="14626"/>
                  </a:cubicBezTo>
                  <a:cubicBezTo>
                    <a:pt x="1549" y="14794"/>
                    <a:pt x="1696" y="14961"/>
                    <a:pt x="1842" y="15129"/>
                  </a:cubicBezTo>
                  <a:cubicBezTo>
                    <a:pt x="2428" y="15861"/>
                    <a:pt x="3139" y="16656"/>
                    <a:pt x="3955" y="17472"/>
                  </a:cubicBezTo>
                  <a:cubicBezTo>
                    <a:pt x="4772" y="18288"/>
                    <a:pt x="5692" y="19125"/>
                    <a:pt x="6676" y="19899"/>
                  </a:cubicBezTo>
                  <a:cubicBezTo>
                    <a:pt x="7680" y="20694"/>
                    <a:pt x="8768" y="21427"/>
                    <a:pt x="9919" y="22096"/>
                  </a:cubicBezTo>
                  <a:cubicBezTo>
                    <a:pt x="11070" y="22766"/>
                    <a:pt x="12283" y="23331"/>
                    <a:pt x="13539" y="23791"/>
                  </a:cubicBezTo>
                  <a:cubicBezTo>
                    <a:pt x="16049" y="24733"/>
                    <a:pt x="18728" y="25235"/>
                    <a:pt x="21385" y="25235"/>
                  </a:cubicBezTo>
                  <a:cubicBezTo>
                    <a:pt x="22724" y="25235"/>
                    <a:pt x="24063" y="25130"/>
                    <a:pt x="25381" y="24879"/>
                  </a:cubicBezTo>
                  <a:cubicBezTo>
                    <a:pt x="26699" y="24649"/>
                    <a:pt x="27997" y="24293"/>
                    <a:pt x="29252" y="23833"/>
                  </a:cubicBezTo>
                  <a:cubicBezTo>
                    <a:pt x="30508" y="23372"/>
                    <a:pt x="31721" y="22787"/>
                    <a:pt x="32872" y="22117"/>
                  </a:cubicBezTo>
                  <a:cubicBezTo>
                    <a:pt x="34023" y="21468"/>
                    <a:pt x="35111" y="20715"/>
                    <a:pt x="36094" y="19941"/>
                  </a:cubicBezTo>
                  <a:cubicBezTo>
                    <a:pt x="37098" y="19146"/>
                    <a:pt x="38019" y="18309"/>
                    <a:pt x="38835" y="17493"/>
                  </a:cubicBezTo>
                  <a:cubicBezTo>
                    <a:pt x="39651" y="16677"/>
                    <a:pt x="40363" y="15882"/>
                    <a:pt x="40948" y="15150"/>
                  </a:cubicBezTo>
                  <a:cubicBezTo>
                    <a:pt x="41095" y="14961"/>
                    <a:pt x="41241" y="14794"/>
                    <a:pt x="41367" y="14647"/>
                  </a:cubicBezTo>
                  <a:cubicBezTo>
                    <a:pt x="41492" y="14480"/>
                    <a:pt x="41618" y="14292"/>
                    <a:pt x="41723" y="14145"/>
                  </a:cubicBezTo>
                  <a:cubicBezTo>
                    <a:pt x="41953" y="13852"/>
                    <a:pt x="42162" y="13580"/>
                    <a:pt x="42308" y="13350"/>
                  </a:cubicBezTo>
                  <a:cubicBezTo>
                    <a:pt x="42476" y="13141"/>
                    <a:pt x="42580" y="12932"/>
                    <a:pt x="42664" y="12806"/>
                  </a:cubicBezTo>
                  <a:cubicBezTo>
                    <a:pt x="42748" y="12681"/>
                    <a:pt x="42790" y="12618"/>
                    <a:pt x="42790" y="12618"/>
                  </a:cubicBezTo>
                  <a:cubicBezTo>
                    <a:pt x="42790" y="12618"/>
                    <a:pt x="42748" y="12555"/>
                    <a:pt x="42664" y="12429"/>
                  </a:cubicBezTo>
                  <a:cubicBezTo>
                    <a:pt x="42580" y="12304"/>
                    <a:pt x="42476" y="12095"/>
                    <a:pt x="42308" y="11885"/>
                  </a:cubicBezTo>
                  <a:cubicBezTo>
                    <a:pt x="42162" y="11655"/>
                    <a:pt x="41953" y="11383"/>
                    <a:pt x="41723" y="11090"/>
                  </a:cubicBezTo>
                  <a:cubicBezTo>
                    <a:pt x="41618" y="10923"/>
                    <a:pt x="41492" y="10756"/>
                    <a:pt x="41367" y="10588"/>
                  </a:cubicBezTo>
                  <a:cubicBezTo>
                    <a:pt x="41241" y="10442"/>
                    <a:pt x="41095" y="10253"/>
                    <a:pt x="40948" y="10086"/>
                  </a:cubicBezTo>
                  <a:cubicBezTo>
                    <a:pt x="40363" y="9354"/>
                    <a:pt x="39651" y="8559"/>
                    <a:pt x="38835" y="7743"/>
                  </a:cubicBezTo>
                  <a:cubicBezTo>
                    <a:pt x="38019" y="6927"/>
                    <a:pt x="37098" y="6090"/>
                    <a:pt x="36094" y="5294"/>
                  </a:cubicBezTo>
                  <a:cubicBezTo>
                    <a:pt x="35111" y="4499"/>
                    <a:pt x="34023" y="3767"/>
                    <a:pt x="32872" y="3098"/>
                  </a:cubicBezTo>
                  <a:cubicBezTo>
                    <a:pt x="31721" y="2428"/>
                    <a:pt x="30508" y="1863"/>
                    <a:pt x="29252" y="1403"/>
                  </a:cubicBezTo>
                  <a:cubicBezTo>
                    <a:pt x="27997" y="942"/>
                    <a:pt x="26699" y="566"/>
                    <a:pt x="25381" y="336"/>
                  </a:cubicBezTo>
                  <a:cubicBezTo>
                    <a:pt x="24063" y="105"/>
                    <a:pt x="22724" y="1"/>
                    <a:pt x="213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75"/>
            <p:cNvSpPr/>
            <p:nvPr/>
          </p:nvSpPr>
          <p:spPr>
            <a:xfrm>
              <a:off x="7690600" y="2426963"/>
              <a:ext cx="372450" cy="339250"/>
            </a:xfrm>
            <a:custGeom>
              <a:rect b="b" l="l" r="r" t="t"/>
              <a:pathLst>
                <a:path extrusionOk="0" h="13570" w="14898">
                  <a:moveTo>
                    <a:pt x="7457" y="0"/>
                  </a:moveTo>
                  <a:cubicBezTo>
                    <a:pt x="5723" y="0"/>
                    <a:pt x="3986" y="665"/>
                    <a:pt x="2657" y="1993"/>
                  </a:cubicBezTo>
                  <a:cubicBezTo>
                    <a:pt x="0" y="4630"/>
                    <a:pt x="0" y="8940"/>
                    <a:pt x="2657" y="11576"/>
                  </a:cubicBezTo>
                  <a:cubicBezTo>
                    <a:pt x="3986" y="12905"/>
                    <a:pt x="5723" y="13569"/>
                    <a:pt x="7457" y="13569"/>
                  </a:cubicBezTo>
                  <a:cubicBezTo>
                    <a:pt x="9191" y="13569"/>
                    <a:pt x="10922" y="12905"/>
                    <a:pt x="12240" y="11576"/>
                  </a:cubicBezTo>
                  <a:cubicBezTo>
                    <a:pt x="14898" y="8940"/>
                    <a:pt x="14898" y="4630"/>
                    <a:pt x="12240" y="1993"/>
                  </a:cubicBezTo>
                  <a:cubicBezTo>
                    <a:pt x="10922" y="665"/>
                    <a:pt x="9191" y="0"/>
                    <a:pt x="7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75"/>
            <p:cNvSpPr/>
            <p:nvPr/>
          </p:nvSpPr>
          <p:spPr>
            <a:xfrm>
              <a:off x="7748650" y="2468413"/>
              <a:ext cx="256875" cy="256350"/>
            </a:xfrm>
            <a:custGeom>
              <a:rect b="b" l="l" r="r" t="t"/>
              <a:pathLst>
                <a:path extrusionOk="0" h="10254" w="10275">
                  <a:moveTo>
                    <a:pt x="5127" y="0"/>
                  </a:moveTo>
                  <a:cubicBezTo>
                    <a:pt x="2302" y="0"/>
                    <a:pt x="1" y="2281"/>
                    <a:pt x="1" y="5127"/>
                  </a:cubicBezTo>
                  <a:cubicBezTo>
                    <a:pt x="1" y="7951"/>
                    <a:pt x="2302" y="10253"/>
                    <a:pt x="5127" y="10253"/>
                  </a:cubicBezTo>
                  <a:cubicBezTo>
                    <a:pt x="7972" y="10253"/>
                    <a:pt x="10274" y="7951"/>
                    <a:pt x="10274" y="5127"/>
                  </a:cubicBezTo>
                  <a:cubicBezTo>
                    <a:pt x="10274" y="2281"/>
                    <a:pt x="7972" y="0"/>
                    <a:pt x="5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75"/>
            <p:cNvSpPr/>
            <p:nvPr/>
          </p:nvSpPr>
          <p:spPr>
            <a:xfrm>
              <a:off x="7833400" y="2485138"/>
              <a:ext cx="149875" cy="144275"/>
            </a:xfrm>
            <a:custGeom>
              <a:rect b="b" l="l" r="r" t="t"/>
              <a:pathLst>
                <a:path extrusionOk="0" h="5771" w="5995">
                  <a:moveTo>
                    <a:pt x="818" y="1"/>
                  </a:moveTo>
                  <a:cubicBezTo>
                    <a:pt x="0" y="1"/>
                    <a:pt x="7" y="1298"/>
                    <a:pt x="837" y="1319"/>
                  </a:cubicBezTo>
                  <a:cubicBezTo>
                    <a:pt x="2971" y="1382"/>
                    <a:pt x="4603" y="3014"/>
                    <a:pt x="4666" y="5127"/>
                  </a:cubicBezTo>
                  <a:cubicBezTo>
                    <a:pt x="4677" y="5556"/>
                    <a:pt x="5011" y="5771"/>
                    <a:pt x="5341" y="5771"/>
                  </a:cubicBezTo>
                  <a:cubicBezTo>
                    <a:pt x="5670" y="5771"/>
                    <a:pt x="5995" y="5556"/>
                    <a:pt x="5984" y="5127"/>
                  </a:cubicBezTo>
                  <a:cubicBezTo>
                    <a:pt x="5901" y="2282"/>
                    <a:pt x="3683" y="85"/>
                    <a:pt x="837" y="1"/>
                  </a:cubicBezTo>
                  <a:cubicBezTo>
                    <a:pt x="831" y="1"/>
                    <a:pt x="824" y="1"/>
                    <a:pt x="818" y="1"/>
                  </a:cubicBezTo>
                  <a:close/>
                </a:path>
              </a:pathLst>
            </a:custGeom>
            <a:solidFill>
              <a:srgbClr val="F7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939" name="Shape 939"/>
        <p:cNvGrpSpPr/>
        <p:nvPr/>
      </p:nvGrpSpPr>
      <p:grpSpPr>
        <a:xfrm>
          <a:off x="0" y="0"/>
          <a:ext cx="0" cy="0"/>
          <a:chOff x="0" y="0"/>
          <a:chExt cx="0" cy="0"/>
        </a:xfrm>
      </p:grpSpPr>
      <p:sp>
        <p:nvSpPr>
          <p:cNvPr id="940" name="Google Shape;940;p76"/>
          <p:cNvSpPr txBox="1"/>
          <p:nvPr>
            <p:ph type="ctrTitle"/>
          </p:nvPr>
        </p:nvSpPr>
        <p:spPr>
          <a:xfrm>
            <a:off x="713100" y="309975"/>
            <a:ext cx="2696700" cy="97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941" name="Google Shape;941;p76"/>
          <p:cNvSpPr txBox="1"/>
          <p:nvPr>
            <p:ph idx="1" type="subTitle"/>
          </p:nvPr>
        </p:nvSpPr>
        <p:spPr>
          <a:xfrm>
            <a:off x="713100" y="1952625"/>
            <a:ext cx="2744400" cy="1333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rPr>
              <a:t>Do you have any questions?</a:t>
            </a:r>
            <a:endParaRPr>
              <a:solidFill>
                <a:schemeClr val="dk2"/>
              </a:solidFill>
            </a:endParaRPr>
          </a:p>
          <a:p>
            <a:pPr indent="0" lvl="0" marL="0" rtl="0" algn="l">
              <a:spcBef>
                <a:spcPts val="0"/>
              </a:spcBef>
              <a:spcAft>
                <a:spcPts val="0"/>
              </a:spcAft>
              <a:buClr>
                <a:schemeClr val="dk1"/>
              </a:buClr>
              <a:buSzPts val="1100"/>
              <a:buFont typeface="Arial"/>
              <a:buNone/>
            </a:pPr>
            <a:r>
              <a:t/>
            </a:r>
            <a:endParaRPr>
              <a:solidFill>
                <a:schemeClr val="dk2"/>
              </a:solidFill>
            </a:endParaRPr>
          </a:p>
          <a:p>
            <a:pPr indent="0" lvl="0" marL="0" rtl="0" algn="l">
              <a:spcBef>
                <a:spcPts val="0"/>
              </a:spcBef>
              <a:spcAft>
                <a:spcPts val="0"/>
              </a:spcAft>
              <a:buClr>
                <a:schemeClr val="dk1"/>
              </a:buClr>
              <a:buSzPts val="1100"/>
              <a:buFont typeface="Arial"/>
              <a:buNone/>
            </a:pPr>
            <a:r>
              <a:rPr lang="en">
                <a:solidFill>
                  <a:schemeClr val="dk2"/>
                </a:solidFill>
              </a:rPr>
              <a:t>youremail@freepik.com </a:t>
            </a:r>
            <a:endParaRPr>
              <a:solidFill>
                <a:schemeClr val="dk2"/>
              </a:solidFill>
            </a:endParaRPr>
          </a:p>
          <a:p>
            <a:pPr indent="0" lvl="0" marL="0" rtl="0" algn="l">
              <a:spcBef>
                <a:spcPts val="0"/>
              </a:spcBef>
              <a:spcAft>
                <a:spcPts val="0"/>
              </a:spcAft>
              <a:buClr>
                <a:schemeClr val="dk1"/>
              </a:buClr>
              <a:buSzPts val="1100"/>
              <a:buFont typeface="Arial"/>
              <a:buNone/>
            </a:pPr>
            <a:r>
              <a:rPr lang="en">
                <a:solidFill>
                  <a:schemeClr val="dk2"/>
                </a:solidFill>
              </a:rPr>
              <a:t>+91 620 421 838 </a:t>
            </a:r>
            <a:endParaRPr>
              <a:solidFill>
                <a:schemeClr val="dk2"/>
              </a:solidFill>
            </a:endParaRPr>
          </a:p>
          <a:p>
            <a:pPr indent="0" lvl="0" marL="0" rtl="0" algn="l">
              <a:spcBef>
                <a:spcPts val="0"/>
              </a:spcBef>
              <a:spcAft>
                <a:spcPts val="0"/>
              </a:spcAft>
              <a:buClr>
                <a:schemeClr val="dk1"/>
              </a:buClr>
              <a:buSzPts val="1100"/>
              <a:buFont typeface="Arial"/>
              <a:buNone/>
            </a:pPr>
            <a:r>
              <a:rPr lang="en">
                <a:solidFill>
                  <a:schemeClr val="dk2"/>
                </a:solidFill>
              </a:rPr>
              <a:t>yourcompany.com</a:t>
            </a:r>
            <a:endParaRPr>
              <a:solidFill>
                <a:schemeClr val="dk2"/>
              </a:solidFill>
            </a:endParaRPr>
          </a:p>
        </p:txBody>
      </p:sp>
      <p:sp>
        <p:nvSpPr>
          <p:cNvPr id="942" name="Google Shape;942;p76"/>
          <p:cNvSpPr txBox="1"/>
          <p:nvPr/>
        </p:nvSpPr>
        <p:spPr>
          <a:xfrm>
            <a:off x="713100" y="4438650"/>
            <a:ext cx="3230100" cy="1662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b="1" lang="en" sz="1200">
                <a:solidFill>
                  <a:schemeClr val="dk2"/>
                </a:solidFill>
                <a:latin typeface="Open Sans"/>
                <a:ea typeface="Open Sans"/>
                <a:cs typeface="Open Sans"/>
                <a:sym typeface="Open Sans"/>
              </a:rPr>
              <a:t>Please keep this slide for attribution</a:t>
            </a:r>
            <a:endParaRPr b="1" sz="1200">
              <a:solidFill>
                <a:schemeClr val="dk2"/>
              </a:solidFill>
              <a:latin typeface="Open Sans"/>
              <a:ea typeface="Open Sans"/>
              <a:cs typeface="Open Sans"/>
              <a:sym typeface="Open Sans"/>
            </a:endParaRPr>
          </a:p>
        </p:txBody>
      </p:sp>
      <p:sp>
        <p:nvSpPr>
          <p:cNvPr id="943" name="Google Shape;943;p76"/>
          <p:cNvSpPr/>
          <p:nvPr/>
        </p:nvSpPr>
        <p:spPr>
          <a:xfrm>
            <a:off x="831300" y="1337836"/>
            <a:ext cx="486811" cy="486811"/>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 name="Google Shape;944;p76"/>
          <p:cNvGrpSpPr/>
          <p:nvPr/>
        </p:nvGrpSpPr>
        <p:grpSpPr>
          <a:xfrm>
            <a:off x="1453352" y="1337678"/>
            <a:ext cx="486883" cy="486793"/>
            <a:chOff x="812101" y="2571761"/>
            <a:chExt cx="417066" cy="417024"/>
          </a:xfrm>
        </p:grpSpPr>
        <p:sp>
          <p:nvSpPr>
            <p:cNvPr id="945" name="Google Shape;945;p76"/>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76"/>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76"/>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76"/>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76"/>
          <p:cNvGrpSpPr/>
          <p:nvPr/>
        </p:nvGrpSpPr>
        <p:grpSpPr>
          <a:xfrm>
            <a:off x="2075464" y="1337678"/>
            <a:ext cx="486834" cy="486793"/>
            <a:chOff x="1323129" y="2571761"/>
            <a:chExt cx="417024" cy="417024"/>
          </a:xfrm>
        </p:grpSpPr>
        <p:sp>
          <p:nvSpPr>
            <p:cNvPr id="950" name="Google Shape;950;p76"/>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76"/>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76"/>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76"/>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54" name="Google Shape;954;p76"/>
          <p:cNvPicPr preferRelativeResize="0"/>
          <p:nvPr/>
        </p:nvPicPr>
        <p:blipFill rotWithShape="1">
          <a:blip r:embed="rId3">
            <a:alphaModFix/>
          </a:blip>
          <a:srcRect b="21488" l="0" r="0" t="0"/>
          <a:stretch/>
        </p:blipFill>
        <p:spPr>
          <a:xfrm>
            <a:off x="5006200" y="543200"/>
            <a:ext cx="3933900" cy="4038300"/>
          </a:xfrm>
          <a:prstGeom prst="ellipse">
            <a:avLst/>
          </a:prstGeom>
          <a:noFill/>
          <a:ln>
            <a:noFill/>
          </a:ln>
        </p:spPr>
      </p:pic>
      <p:sp>
        <p:nvSpPr>
          <p:cNvPr id="955" name="Google Shape;955;p76"/>
          <p:cNvSpPr/>
          <p:nvPr/>
        </p:nvSpPr>
        <p:spPr>
          <a:xfrm flipH="1">
            <a:off x="4420675" y="3038725"/>
            <a:ext cx="1434300" cy="1466700"/>
          </a:xfrm>
          <a:prstGeom prst="ellipse">
            <a:avLst/>
          </a:prstGeom>
          <a:solidFill>
            <a:srgbClr val="AABBD0">
              <a:alpha val="58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76"/>
          <p:cNvSpPr/>
          <p:nvPr/>
        </p:nvSpPr>
        <p:spPr>
          <a:xfrm flipH="1">
            <a:off x="3704850" y="309975"/>
            <a:ext cx="2089800" cy="2136600"/>
          </a:xfrm>
          <a:prstGeom prst="ellipse">
            <a:avLst/>
          </a:prstGeom>
          <a:solidFill>
            <a:srgbClr val="6580A9">
              <a:alpha val="61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960" name="Shape 960"/>
        <p:cNvGrpSpPr/>
        <p:nvPr/>
      </p:nvGrpSpPr>
      <p:grpSpPr>
        <a:xfrm>
          <a:off x="0" y="0"/>
          <a:ext cx="0" cy="0"/>
          <a:chOff x="0" y="0"/>
          <a:chExt cx="0" cy="0"/>
        </a:xfrm>
      </p:grpSpPr>
      <p:sp>
        <p:nvSpPr>
          <p:cNvPr id="961" name="Google Shape;961;p77"/>
          <p:cNvSpPr txBox="1"/>
          <p:nvPr>
            <p:ph idx="1" type="body"/>
          </p:nvPr>
        </p:nvSpPr>
        <p:spPr>
          <a:xfrm>
            <a:off x="714125" y="1019175"/>
            <a:ext cx="7716900" cy="35856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u="sng"/>
              <a:t>PHOTOS:</a:t>
            </a:r>
            <a:endParaRPr b="1" u="sng"/>
          </a:p>
          <a:p>
            <a:pPr indent="0" lvl="0" marL="0" rtl="0" algn="l">
              <a:lnSpc>
                <a:spcPct val="100000"/>
              </a:lnSpc>
              <a:spcBef>
                <a:spcPts val="100"/>
              </a:spcBef>
              <a:spcAft>
                <a:spcPts val="0"/>
              </a:spcAft>
              <a:buNone/>
            </a:pPr>
            <a:r>
              <a:t/>
            </a:r>
            <a:endParaRPr u="sng"/>
          </a:p>
          <a:p>
            <a:pPr indent="-304800" lvl="0" marL="457200" rtl="0" algn="l">
              <a:lnSpc>
                <a:spcPct val="100000"/>
              </a:lnSpc>
              <a:spcBef>
                <a:spcPts val="100"/>
              </a:spcBef>
              <a:spcAft>
                <a:spcPts val="0"/>
              </a:spcAft>
              <a:buSzPts val="1200"/>
              <a:buFont typeface="Open Sans"/>
              <a:buChar char="●"/>
            </a:pPr>
            <a:r>
              <a:rPr lang="en">
                <a:solidFill>
                  <a:schemeClr val="hlink"/>
                </a:solidFill>
                <a:uFill>
                  <a:noFill/>
                </a:uFill>
                <a:hlinkClick r:id="rId3"/>
              </a:rPr>
              <a:t>Close-up woman eye looking at camera</a:t>
            </a:r>
            <a:endParaRPr/>
          </a:p>
          <a:p>
            <a:pPr indent="-304800" lvl="0" marL="457200" rtl="0" algn="l">
              <a:lnSpc>
                <a:spcPct val="100000"/>
              </a:lnSpc>
              <a:spcBef>
                <a:spcPts val="100"/>
              </a:spcBef>
              <a:spcAft>
                <a:spcPts val="0"/>
              </a:spcAft>
              <a:buSzPts val="1200"/>
              <a:buFont typeface="Open Sans"/>
              <a:buChar char="●"/>
            </a:pPr>
            <a:r>
              <a:rPr lang="en">
                <a:solidFill>
                  <a:schemeClr val="hlink"/>
                </a:solidFill>
                <a:uFill>
                  <a:noFill/>
                </a:uFill>
                <a:hlinkClick r:id="rId4"/>
              </a:rPr>
              <a:t>Young woman touching her eyes under the eyeglasses</a:t>
            </a:r>
            <a:endParaRPr/>
          </a:p>
          <a:p>
            <a:pPr indent="-304800" lvl="0" marL="457200" rtl="0" algn="l">
              <a:lnSpc>
                <a:spcPct val="100000"/>
              </a:lnSpc>
              <a:spcBef>
                <a:spcPts val="100"/>
              </a:spcBef>
              <a:spcAft>
                <a:spcPts val="0"/>
              </a:spcAft>
              <a:buSzPts val="1200"/>
              <a:buFont typeface="Open Sans"/>
              <a:buChar char="●"/>
            </a:pPr>
            <a:r>
              <a:rPr lang="en">
                <a:solidFill>
                  <a:schemeClr val="hlink"/>
                </a:solidFill>
                <a:uFill>
                  <a:noFill/>
                </a:uFill>
                <a:hlinkClick r:id="rId5"/>
              </a:rPr>
              <a:t>Close-up of a woman having eye pain</a:t>
            </a:r>
            <a:endParaRPr/>
          </a:p>
          <a:p>
            <a:pPr indent="-304800" lvl="0" marL="457200" rtl="0" algn="l">
              <a:lnSpc>
                <a:spcPct val="100000"/>
              </a:lnSpc>
              <a:spcBef>
                <a:spcPts val="100"/>
              </a:spcBef>
              <a:spcAft>
                <a:spcPts val="0"/>
              </a:spcAft>
              <a:buSzPts val="1200"/>
              <a:buFont typeface="Open Sans"/>
              <a:buChar char="●"/>
            </a:pPr>
            <a:r>
              <a:rPr lang="en">
                <a:solidFill>
                  <a:schemeClr val="hlink"/>
                </a:solidFill>
                <a:uFill>
                  <a:noFill/>
                </a:uFill>
                <a:hlinkClick r:id="rId6"/>
              </a:rPr>
              <a:t>Close up portrait of eyes of man</a:t>
            </a:r>
            <a:endParaRPr/>
          </a:p>
          <a:p>
            <a:pPr indent="-304800" lvl="0" marL="457200" rtl="0" algn="l">
              <a:lnSpc>
                <a:spcPct val="100000"/>
              </a:lnSpc>
              <a:spcBef>
                <a:spcPts val="100"/>
              </a:spcBef>
              <a:spcAft>
                <a:spcPts val="0"/>
              </a:spcAft>
              <a:buSzPts val="1200"/>
              <a:buFont typeface="Open Sans"/>
              <a:buChar char="●"/>
            </a:pPr>
            <a:r>
              <a:rPr lang="en">
                <a:solidFill>
                  <a:schemeClr val="hlink"/>
                </a:solidFill>
                <a:uFill>
                  <a:noFill/>
                </a:uFill>
                <a:hlinkClick r:id="rId7"/>
              </a:rPr>
              <a:t>Man using eye drops</a:t>
            </a:r>
            <a:endParaRPr/>
          </a:p>
          <a:p>
            <a:pPr indent="-304800" lvl="0" marL="457200" rtl="0" algn="l">
              <a:lnSpc>
                <a:spcPct val="100000"/>
              </a:lnSpc>
              <a:spcBef>
                <a:spcPts val="100"/>
              </a:spcBef>
              <a:spcAft>
                <a:spcPts val="0"/>
              </a:spcAft>
              <a:buSzPts val="1200"/>
              <a:buFont typeface="Open Sans"/>
              <a:buChar char="●"/>
            </a:pPr>
            <a:r>
              <a:rPr lang="en">
                <a:solidFill>
                  <a:schemeClr val="hlink"/>
                </a:solidFill>
                <a:uFill>
                  <a:noFill/>
                </a:uFill>
                <a:hlinkClick r:id="rId8"/>
              </a:rPr>
              <a:t>Elder woman using injection for her eye wrinkles </a:t>
            </a:r>
            <a:endParaRPr/>
          </a:p>
          <a:p>
            <a:pPr indent="-304800" lvl="0" marL="457200" rtl="0" algn="l">
              <a:lnSpc>
                <a:spcPct val="100000"/>
              </a:lnSpc>
              <a:spcBef>
                <a:spcPts val="100"/>
              </a:spcBef>
              <a:spcAft>
                <a:spcPts val="0"/>
              </a:spcAft>
              <a:buSzPts val="1200"/>
              <a:buFont typeface="Open Sans"/>
              <a:buChar char="●"/>
            </a:pPr>
            <a:r>
              <a:rPr lang="en">
                <a:solidFill>
                  <a:schemeClr val="hlink"/>
                </a:solidFill>
                <a:uFill>
                  <a:noFill/>
                </a:uFill>
                <a:hlinkClick r:id="rId9"/>
              </a:rPr>
              <a:t>Attractive female ophthalmologist checking boy eyes with refractometer machine at optics clinic</a:t>
            </a:r>
            <a:endParaRPr/>
          </a:p>
          <a:p>
            <a:pPr indent="-304800" lvl="0" marL="457200" rtl="0" algn="l">
              <a:lnSpc>
                <a:spcPct val="100000"/>
              </a:lnSpc>
              <a:spcBef>
                <a:spcPts val="100"/>
              </a:spcBef>
              <a:spcAft>
                <a:spcPts val="0"/>
              </a:spcAft>
              <a:buSzPts val="1200"/>
              <a:buFont typeface="Open Sans"/>
              <a:buChar char="●"/>
            </a:pPr>
            <a:r>
              <a:rPr lang="en">
                <a:solidFill>
                  <a:schemeClr val="hlink"/>
                </a:solidFill>
                <a:uFill>
                  <a:noFill/>
                </a:uFill>
                <a:hlinkClick r:id="rId10"/>
              </a:rPr>
              <a:t>Close up portrait of eyes of woman</a:t>
            </a:r>
            <a:endParaRPr/>
          </a:p>
          <a:p>
            <a:pPr indent="-304800" lvl="0" marL="457200" rtl="0" algn="l">
              <a:lnSpc>
                <a:spcPct val="100000"/>
              </a:lnSpc>
              <a:spcBef>
                <a:spcPts val="100"/>
              </a:spcBef>
              <a:spcAft>
                <a:spcPts val="0"/>
              </a:spcAft>
              <a:buSzPts val="1200"/>
              <a:buFont typeface="Open Sans"/>
              <a:buChar char="●"/>
            </a:pPr>
            <a:r>
              <a:rPr lang="en">
                <a:solidFill>
                  <a:schemeClr val="hlink"/>
                </a:solidFill>
                <a:uFill>
                  <a:noFill/>
                </a:uFill>
                <a:hlinkClick r:id="rId11"/>
              </a:rPr>
              <a:t>Front view of woman at eye exam</a:t>
            </a:r>
            <a:endParaRPr>
              <a:solidFill>
                <a:srgbClr val="374957"/>
              </a:solidFill>
            </a:endParaRPr>
          </a:p>
          <a:p>
            <a:pPr indent="0" lvl="0" marL="457200" rtl="0" algn="l">
              <a:lnSpc>
                <a:spcPct val="100000"/>
              </a:lnSpc>
              <a:spcBef>
                <a:spcPts val="100"/>
              </a:spcBef>
              <a:spcAft>
                <a:spcPts val="0"/>
              </a:spcAft>
              <a:buNone/>
            </a:pPr>
            <a:r>
              <a:t/>
            </a:r>
            <a:endParaRPr>
              <a:solidFill>
                <a:srgbClr val="374957"/>
              </a:solidFill>
            </a:endParaRPr>
          </a:p>
          <a:p>
            <a:pPr indent="0" lvl="0" marL="0" rtl="0" algn="l">
              <a:lnSpc>
                <a:spcPct val="100000"/>
              </a:lnSpc>
              <a:spcBef>
                <a:spcPts val="100"/>
              </a:spcBef>
              <a:spcAft>
                <a:spcPts val="0"/>
              </a:spcAft>
              <a:buNone/>
            </a:pPr>
            <a:r>
              <a:rPr b="1" lang="en" u="sng"/>
              <a:t>VECTORS</a:t>
            </a:r>
            <a:r>
              <a:rPr b="1" lang="en" u="sng"/>
              <a:t>:</a:t>
            </a:r>
            <a:endParaRPr b="1" u="sng"/>
          </a:p>
          <a:p>
            <a:pPr indent="0" lvl="0" marL="0" rtl="0" algn="l">
              <a:lnSpc>
                <a:spcPct val="100000"/>
              </a:lnSpc>
              <a:spcBef>
                <a:spcPts val="100"/>
              </a:spcBef>
              <a:spcAft>
                <a:spcPts val="0"/>
              </a:spcAft>
              <a:buNone/>
            </a:pPr>
            <a:r>
              <a:t/>
            </a:r>
            <a:endParaRPr u="sng"/>
          </a:p>
          <a:p>
            <a:pPr indent="-304800" lvl="0" marL="457200" rtl="0" algn="l">
              <a:lnSpc>
                <a:spcPct val="100000"/>
              </a:lnSpc>
              <a:spcBef>
                <a:spcPts val="100"/>
              </a:spcBef>
              <a:spcAft>
                <a:spcPts val="0"/>
              </a:spcAft>
              <a:buSzPts val="1200"/>
              <a:buFont typeface="Open Sans"/>
              <a:buChar char="●"/>
            </a:pPr>
            <a:r>
              <a:rPr lang="en">
                <a:solidFill>
                  <a:schemeClr val="hlink"/>
                </a:solidFill>
                <a:uFill>
                  <a:noFill/>
                </a:uFill>
                <a:hlinkClick r:id="rId12"/>
              </a:rPr>
              <a:t>Abstract eye collection</a:t>
            </a:r>
            <a:endParaRPr/>
          </a:p>
          <a:p>
            <a:pPr indent="-304800" lvl="0" marL="457200" rtl="0" algn="l">
              <a:lnSpc>
                <a:spcPct val="100000"/>
              </a:lnSpc>
              <a:spcBef>
                <a:spcPts val="100"/>
              </a:spcBef>
              <a:spcAft>
                <a:spcPts val="0"/>
              </a:spcAft>
              <a:buSzPts val="1200"/>
              <a:buFont typeface="Open Sans"/>
              <a:buChar char="●"/>
            </a:pPr>
            <a:r>
              <a:rPr lang="en">
                <a:solidFill>
                  <a:schemeClr val="hlink"/>
                </a:solidFill>
                <a:uFill>
                  <a:noFill/>
                </a:uFill>
                <a:hlinkClick r:id="rId13"/>
              </a:rPr>
              <a:t>Pack of realistic colored looks </a:t>
            </a:r>
            <a:endParaRPr>
              <a:solidFill>
                <a:srgbClr val="374957"/>
              </a:solidFill>
            </a:endParaRPr>
          </a:p>
          <a:p>
            <a:pPr indent="0" lvl="0" marL="0" rtl="0" algn="l">
              <a:spcBef>
                <a:spcPts val="100"/>
              </a:spcBef>
              <a:spcAft>
                <a:spcPts val="100"/>
              </a:spcAft>
              <a:buNone/>
            </a:pPr>
            <a:r>
              <a:t/>
            </a:r>
            <a:endParaRPr/>
          </a:p>
        </p:txBody>
      </p:sp>
      <p:sp>
        <p:nvSpPr>
          <p:cNvPr id="962" name="Google Shape;962;p77"/>
          <p:cNvSpPr txBox="1"/>
          <p:nvPr>
            <p:ph type="title"/>
          </p:nvPr>
        </p:nvSpPr>
        <p:spPr>
          <a:xfrm>
            <a:off x="714125" y="538575"/>
            <a:ext cx="40338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 name="Shape 966"/>
        <p:cNvGrpSpPr/>
        <p:nvPr/>
      </p:nvGrpSpPr>
      <p:grpSpPr>
        <a:xfrm>
          <a:off x="0" y="0"/>
          <a:ext cx="0" cy="0"/>
          <a:chOff x="0" y="0"/>
          <a:chExt cx="0" cy="0"/>
        </a:xfrm>
      </p:grpSpPr>
      <p:sp>
        <p:nvSpPr>
          <p:cNvPr id="967" name="Google Shape;967;p78"/>
          <p:cNvSpPr txBox="1"/>
          <p:nvPr>
            <p:ph idx="1" type="body"/>
          </p:nvPr>
        </p:nvSpPr>
        <p:spPr>
          <a:xfrm>
            <a:off x="714125" y="1019175"/>
            <a:ext cx="7716900" cy="358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u="sng"/>
              <a:t>PHOTOS:</a:t>
            </a:r>
            <a:endParaRPr b="1" u="sng"/>
          </a:p>
          <a:p>
            <a:pPr indent="-304800" lvl="0" marL="457200" rtl="0" algn="l">
              <a:spcBef>
                <a:spcPts val="100"/>
              </a:spcBef>
              <a:spcAft>
                <a:spcPts val="0"/>
              </a:spcAft>
              <a:buSzPts val="1200"/>
              <a:buChar char="●"/>
            </a:pPr>
            <a:r>
              <a:rPr lang="en">
                <a:solidFill>
                  <a:schemeClr val="hlink"/>
                </a:solidFill>
                <a:uFill>
                  <a:noFill/>
                </a:uFill>
                <a:hlinkClick r:id="rId3"/>
              </a:rPr>
              <a:t>Young woman wearing eyeglasses touching her eyes with hand</a:t>
            </a:r>
            <a:endParaRPr/>
          </a:p>
          <a:p>
            <a:pPr indent="-304800" lvl="0" marL="457200" rtl="0" algn="l">
              <a:spcBef>
                <a:spcPts val="100"/>
              </a:spcBef>
              <a:spcAft>
                <a:spcPts val="0"/>
              </a:spcAft>
              <a:buSzPts val="1200"/>
              <a:buChar char="●"/>
            </a:pPr>
            <a:r>
              <a:rPr lang="en">
                <a:solidFill>
                  <a:schemeClr val="hlink"/>
                </a:solidFill>
                <a:uFill>
                  <a:noFill/>
                </a:uFill>
                <a:hlinkClick r:id="rId4"/>
              </a:rPr>
              <a:t>Elder woman using serum for her eye wrinkles</a:t>
            </a:r>
            <a:endParaRPr/>
          </a:p>
          <a:p>
            <a:pPr indent="-304800" lvl="0" marL="457200" rtl="0" algn="l">
              <a:spcBef>
                <a:spcPts val="100"/>
              </a:spcBef>
              <a:spcAft>
                <a:spcPts val="0"/>
              </a:spcAft>
              <a:buSzPts val="1200"/>
              <a:buChar char="●"/>
            </a:pPr>
            <a:r>
              <a:rPr lang="en">
                <a:solidFill>
                  <a:schemeClr val="hlink"/>
                </a:solidFill>
                <a:uFill>
                  <a:noFill/>
                </a:uFill>
                <a:hlinkClick r:id="rId5"/>
              </a:rPr>
              <a:t>Woman indoors using eyes drops</a:t>
            </a:r>
            <a:endParaRPr/>
          </a:p>
          <a:p>
            <a:pPr indent="-304800" lvl="0" marL="457200" rtl="0" algn="l">
              <a:spcBef>
                <a:spcPts val="100"/>
              </a:spcBef>
              <a:spcAft>
                <a:spcPts val="0"/>
              </a:spcAft>
              <a:buSzPts val="1200"/>
              <a:buChar char="●"/>
            </a:pPr>
            <a:r>
              <a:rPr lang="en">
                <a:solidFill>
                  <a:schemeClr val="hlink"/>
                </a:solidFill>
                <a:uFill>
                  <a:noFill/>
                </a:uFill>
                <a:hlinkClick r:id="rId6"/>
              </a:rPr>
              <a:t>Handsome man using eye drops</a:t>
            </a:r>
            <a:endParaRPr/>
          </a:p>
          <a:p>
            <a:pPr indent="-304800" lvl="0" marL="457200" rtl="0" algn="l">
              <a:spcBef>
                <a:spcPts val="100"/>
              </a:spcBef>
              <a:spcAft>
                <a:spcPts val="0"/>
              </a:spcAft>
              <a:buSzPts val="1200"/>
              <a:buChar char="●"/>
            </a:pPr>
            <a:r>
              <a:rPr lang="en">
                <a:solidFill>
                  <a:schemeClr val="hlink"/>
                </a:solidFill>
                <a:uFill>
                  <a:noFill/>
                </a:uFill>
                <a:hlinkClick r:id="rId7"/>
              </a:rPr>
              <a:t>Young attractive woman looking through refractometer machine while eye checkup</a:t>
            </a:r>
            <a:endParaRPr/>
          </a:p>
          <a:p>
            <a:pPr indent="-304800" lvl="0" marL="457200" rtl="0" algn="l">
              <a:spcBef>
                <a:spcPts val="100"/>
              </a:spcBef>
              <a:spcAft>
                <a:spcPts val="0"/>
              </a:spcAft>
              <a:buSzPts val="1200"/>
              <a:buChar char="●"/>
            </a:pPr>
            <a:r>
              <a:rPr lang="en">
                <a:solidFill>
                  <a:schemeClr val="hlink"/>
                </a:solidFill>
                <a:uFill>
                  <a:noFill/>
                </a:uFill>
                <a:hlinkClick r:id="rId8"/>
              </a:rPr>
              <a:t>Close up portrait of eyes of man</a:t>
            </a:r>
            <a:endParaRPr/>
          </a:p>
          <a:p>
            <a:pPr indent="-304800" lvl="0" marL="457200" rtl="0" algn="l">
              <a:spcBef>
                <a:spcPts val="100"/>
              </a:spcBef>
              <a:spcAft>
                <a:spcPts val="0"/>
              </a:spcAft>
              <a:buSzPts val="1200"/>
              <a:buChar char="●"/>
            </a:pPr>
            <a:r>
              <a:rPr lang="en">
                <a:solidFill>
                  <a:schemeClr val="hlink"/>
                </a:solidFill>
                <a:uFill>
                  <a:noFill/>
                </a:uFill>
                <a:hlinkClick r:id="rId9"/>
              </a:rPr>
              <a:t>Cheerful team of medics</a:t>
            </a:r>
            <a:endParaRPr/>
          </a:p>
          <a:p>
            <a:pPr indent="-304800" lvl="0" marL="457200" rtl="0" algn="l">
              <a:spcBef>
                <a:spcPts val="100"/>
              </a:spcBef>
              <a:spcAft>
                <a:spcPts val="0"/>
              </a:spcAft>
              <a:buSzPts val="1200"/>
              <a:buChar char="●"/>
            </a:pPr>
            <a:r>
              <a:rPr lang="en">
                <a:solidFill>
                  <a:schemeClr val="hlink"/>
                </a:solidFill>
                <a:uFill>
                  <a:noFill/>
                </a:uFill>
                <a:hlinkClick r:id="rId10"/>
              </a:rPr>
              <a:t>Woman wearing trial frames</a:t>
            </a:r>
            <a:endParaRPr/>
          </a:p>
          <a:p>
            <a:pPr indent="-304800" lvl="0" marL="457200" rtl="0" algn="l">
              <a:spcBef>
                <a:spcPts val="100"/>
              </a:spcBef>
              <a:spcAft>
                <a:spcPts val="0"/>
              </a:spcAft>
              <a:buSzPts val="1200"/>
              <a:buChar char="●"/>
            </a:pPr>
            <a:r>
              <a:rPr lang="en">
                <a:solidFill>
                  <a:schemeClr val="hlink"/>
                </a:solidFill>
                <a:uFill>
                  <a:noFill/>
                </a:uFill>
                <a:hlinkClick r:id="rId11"/>
              </a:rPr>
              <a:t>Close-up beautiful woman with blue eyes </a:t>
            </a:r>
            <a:endParaRPr/>
          </a:p>
          <a:p>
            <a:pPr indent="-304800" lvl="0" marL="457200" rtl="0" algn="l">
              <a:spcBef>
                <a:spcPts val="100"/>
              </a:spcBef>
              <a:spcAft>
                <a:spcPts val="0"/>
              </a:spcAft>
              <a:buSzPts val="1200"/>
              <a:buChar char="●"/>
            </a:pPr>
            <a:r>
              <a:rPr lang="en">
                <a:solidFill>
                  <a:schemeClr val="hlink"/>
                </a:solidFill>
                <a:uFill>
                  <a:noFill/>
                </a:uFill>
                <a:hlinkClick r:id="rId12"/>
              </a:rPr>
              <a:t>Senior therapist reading records Free</a:t>
            </a:r>
            <a:endParaRPr/>
          </a:p>
          <a:p>
            <a:pPr indent="-304800" lvl="0" marL="457200" rtl="0" algn="l">
              <a:spcBef>
                <a:spcPts val="100"/>
              </a:spcBef>
              <a:spcAft>
                <a:spcPts val="0"/>
              </a:spcAft>
              <a:buSzPts val="1200"/>
              <a:buChar char="●"/>
            </a:pPr>
            <a:r>
              <a:rPr lang="en">
                <a:solidFill>
                  <a:schemeClr val="hlink"/>
                </a:solidFill>
                <a:uFill>
                  <a:noFill/>
                </a:uFill>
                <a:hlinkClick r:id="rId13"/>
              </a:rPr>
              <a:t>Close-up of a beautiful woman applying eye drops in her eyes</a:t>
            </a:r>
            <a:endParaRPr/>
          </a:p>
          <a:p>
            <a:pPr indent="-304800" lvl="0" marL="457200" rtl="0" algn="l">
              <a:spcBef>
                <a:spcPts val="100"/>
              </a:spcBef>
              <a:spcAft>
                <a:spcPts val="0"/>
              </a:spcAft>
              <a:buSzPts val="1200"/>
              <a:buChar char="●"/>
            </a:pPr>
            <a:r>
              <a:rPr lang="en">
                <a:solidFill>
                  <a:schemeClr val="hlink"/>
                </a:solidFill>
                <a:uFill>
                  <a:noFill/>
                </a:uFill>
                <a:hlinkClick r:id="rId14"/>
              </a:rPr>
              <a:t>Doctors looking at camera with hands crossed</a:t>
            </a:r>
            <a:endParaRPr/>
          </a:p>
          <a:p>
            <a:pPr indent="-304800" lvl="0" marL="457200" rtl="0" algn="l">
              <a:spcBef>
                <a:spcPts val="100"/>
              </a:spcBef>
              <a:spcAft>
                <a:spcPts val="0"/>
              </a:spcAft>
              <a:buSzPts val="1200"/>
              <a:buChar char="●"/>
            </a:pPr>
            <a:r>
              <a:rPr lang="en">
                <a:solidFill>
                  <a:schemeClr val="hlink"/>
                </a:solidFill>
                <a:uFill>
                  <a:noFill/>
                </a:uFill>
                <a:hlinkClick r:id="rId15"/>
              </a:rPr>
              <a:t>Portrait of woman at optometrist </a:t>
            </a:r>
            <a:endParaRPr/>
          </a:p>
          <a:p>
            <a:pPr indent="0" lvl="0" marL="0" rtl="0" algn="l">
              <a:spcBef>
                <a:spcPts val="100"/>
              </a:spcBef>
              <a:spcAft>
                <a:spcPts val="0"/>
              </a:spcAft>
              <a:buClr>
                <a:schemeClr val="dk1"/>
              </a:buClr>
              <a:buSzPts val="1100"/>
              <a:buFont typeface="Arial"/>
              <a:buNone/>
            </a:pPr>
            <a:r>
              <a:t/>
            </a:r>
            <a:endParaRPr/>
          </a:p>
          <a:p>
            <a:pPr indent="0" lvl="0" marL="0" rtl="0" algn="l">
              <a:spcBef>
                <a:spcPts val="100"/>
              </a:spcBef>
              <a:spcAft>
                <a:spcPts val="0"/>
              </a:spcAft>
              <a:buClr>
                <a:schemeClr val="dk1"/>
              </a:buClr>
              <a:buSzPts val="1100"/>
              <a:buFont typeface="Arial"/>
              <a:buNone/>
            </a:pPr>
            <a:r>
              <a:rPr b="1" lang="en" u="sng"/>
              <a:t>VECTORS:</a:t>
            </a:r>
            <a:endParaRPr b="1" u="sng"/>
          </a:p>
          <a:p>
            <a:pPr indent="-304800" lvl="0" marL="457200" rtl="0" algn="l">
              <a:spcBef>
                <a:spcPts val="100"/>
              </a:spcBef>
              <a:spcAft>
                <a:spcPts val="0"/>
              </a:spcAft>
              <a:buSzPts val="1200"/>
              <a:buFont typeface="Open Sans"/>
              <a:buChar char="●"/>
            </a:pPr>
            <a:r>
              <a:rPr lang="en">
                <a:solidFill>
                  <a:schemeClr val="hlink"/>
                </a:solidFill>
                <a:uFill>
                  <a:noFill/>
                </a:uFill>
                <a:hlinkClick r:id="rId16"/>
              </a:rPr>
              <a:t>Flat eyes with different colors</a:t>
            </a:r>
            <a:endParaRPr/>
          </a:p>
          <a:p>
            <a:pPr indent="-304800" lvl="0" marL="457200" rtl="0" algn="l">
              <a:spcBef>
                <a:spcPts val="100"/>
              </a:spcBef>
              <a:spcAft>
                <a:spcPts val="100"/>
              </a:spcAft>
              <a:buSzPts val="1200"/>
              <a:buFont typeface="Open Sans"/>
              <a:buChar char="●"/>
            </a:pPr>
            <a:r>
              <a:rPr lang="en">
                <a:solidFill>
                  <a:schemeClr val="hlink"/>
                </a:solidFill>
                <a:uFill>
                  <a:noFill/>
                </a:uFill>
                <a:hlinkClick r:id="rId17"/>
              </a:rPr>
              <a:t>Hand drawn makeup background</a:t>
            </a:r>
            <a:endParaRPr/>
          </a:p>
        </p:txBody>
      </p:sp>
      <p:sp>
        <p:nvSpPr>
          <p:cNvPr id="968" name="Google Shape;968;p78"/>
          <p:cNvSpPr txBox="1"/>
          <p:nvPr>
            <p:ph type="title"/>
          </p:nvPr>
        </p:nvSpPr>
        <p:spPr>
          <a:xfrm>
            <a:off x="714125" y="538575"/>
            <a:ext cx="40338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2" name="Shape 972"/>
        <p:cNvGrpSpPr/>
        <p:nvPr/>
      </p:nvGrpSpPr>
      <p:grpSpPr>
        <a:xfrm>
          <a:off x="0" y="0"/>
          <a:ext cx="0" cy="0"/>
          <a:chOff x="0" y="0"/>
          <a:chExt cx="0" cy="0"/>
        </a:xfrm>
      </p:grpSpPr>
      <p:sp>
        <p:nvSpPr>
          <p:cNvPr id="973" name="Google Shape;973;p79"/>
          <p:cNvSpPr txBox="1"/>
          <p:nvPr>
            <p:ph idx="4294967295" type="title"/>
          </p:nvPr>
        </p:nvSpPr>
        <p:spPr>
          <a:xfrm>
            <a:off x="972150" y="704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974" name="Google Shape;974;p79"/>
          <p:cNvSpPr txBox="1"/>
          <p:nvPr>
            <p:ph idx="4294967295" type="body"/>
          </p:nvPr>
        </p:nvSpPr>
        <p:spPr>
          <a:xfrm>
            <a:off x="1048350" y="1071276"/>
            <a:ext cx="7047300" cy="26529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94A5B3"/>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975" name="Google Shape;975;p79"/>
          <p:cNvSpPr txBox="1"/>
          <p:nvPr>
            <p:ph idx="4294967295" type="body"/>
          </p:nvPr>
        </p:nvSpPr>
        <p:spPr>
          <a:xfrm>
            <a:off x="1048350" y="38958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9" name="Shape 979"/>
        <p:cNvGrpSpPr/>
        <p:nvPr/>
      </p:nvGrpSpPr>
      <p:grpSpPr>
        <a:xfrm>
          <a:off x="0" y="0"/>
          <a:ext cx="0" cy="0"/>
          <a:chOff x="0" y="0"/>
          <a:chExt cx="0" cy="0"/>
        </a:xfrm>
      </p:grpSpPr>
      <p:sp>
        <p:nvSpPr>
          <p:cNvPr id="980" name="Google Shape;980;p80"/>
          <p:cNvSpPr txBox="1"/>
          <p:nvPr>
            <p:ph idx="4294967295" type="title"/>
          </p:nvPr>
        </p:nvSpPr>
        <p:spPr>
          <a:xfrm>
            <a:off x="1048350" y="7810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0" lang="en" sz="2400">
                <a:solidFill>
                  <a:srgbClr val="FFFFFF"/>
                </a:solidFill>
                <a:latin typeface="Arial"/>
                <a:ea typeface="Arial"/>
                <a:cs typeface="Arial"/>
                <a:sym typeface="Arial"/>
              </a:rPr>
              <a:t>Fonts &amp; colors used</a:t>
            </a:r>
            <a:endParaRPr b="0" sz="2400">
              <a:solidFill>
                <a:srgbClr val="FFFFFF"/>
              </a:solidFill>
              <a:latin typeface="Arial"/>
              <a:ea typeface="Arial"/>
              <a:cs typeface="Arial"/>
              <a:sym typeface="Arial"/>
            </a:endParaRPr>
          </a:p>
        </p:txBody>
      </p:sp>
      <p:sp>
        <p:nvSpPr>
          <p:cNvPr id="981" name="Google Shape;981;p80"/>
          <p:cNvSpPr txBox="1"/>
          <p:nvPr>
            <p:ph idx="4294967295" type="body"/>
          </p:nvPr>
        </p:nvSpPr>
        <p:spPr>
          <a:xfrm>
            <a:off x="1048350" y="13816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1600"/>
              </a:spcBef>
              <a:spcAft>
                <a:spcPts val="1600"/>
              </a:spcAft>
              <a:buNone/>
            </a:pPr>
            <a:r>
              <a:t/>
            </a:r>
            <a:endParaRPr sz="1200">
              <a:solidFill>
                <a:srgbClr val="435D74"/>
              </a:solidFill>
              <a:latin typeface="Arial"/>
              <a:ea typeface="Arial"/>
              <a:cs typeface="Arial"/>
              <a:sym typeface="Arial"/>
            </a:endParaRPr>
          </a:p>
        </p:txBody>
      </p:sp>
      <p:sp>
        <p:nvSpPr>
          <p:cNvPr id="982" name="Google Shape;982;p80"/>
          <p:cNvSpPr txBox="1"/>
          <p:nvPr>
            <p:ph idx="4294967295" type="body"/>
          </p:nvPr>
        </p:nvSpPr>
        <p:spPr>
          <a:xfrm>
            <a:off x="1048350" y="2223849"/>
            <a:ext cx="7047300" cy="12549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chemeClr val="accent1"/>
                </a:solidFill>
                <a:latin typeface="Arial"/>
                <a:ea typeface="Arial"/>
                <a:cs typeface="Arial"/>
                <a:sym typeface="Arial"/>
              </a:rPr>
              <a:t>Lato</a:t>
            </a:r>
            <a:endParaRPr b="1" sz="1200">
              <a:solidFill>
                <a:schemeClr val="accent1"/>
              </a:solidFill>
              <a:latin typeface="Arial"/>
              <a:ea typeface="Arial"/>
              <a:cs typeface="Arial"/>
              <a:sym typeface="Arial"/>
            </a:endParaRPr>
          </a:p>
          <a:p>
            <a:pPr indent="0" lvl="0" marL="0" rtl="0" algn="ctr">
              <a:lnSpc>
                <a:spcPct val="100000"/>
              </a:lnSpc>
              <a:spcBef>
                <a:spcPts val="1600"/>
              </a:spcBef>
              <a:spcAft>
                <a:spcPts val="0"/>
              </a:spcAft>
              <a:buNone/>
            </a:pPr>
            <a:r>
              <a:rPr lang="en" sz="1200">
                <a:solidFill>
                  <a:srgbClr val="FFFFFF"/>
                </a:solidFill>
                <a:latin typeface="Arial"/>
                <a:ea typeface="Arial"/>
                <a:cs typeface="Arial"/>
                <a:sym typeface="Arial"/>
              </a:rPr>
              <a:t>(</a:t>
            </a:r>
            <a:r>
              <a:rPr lang="en" sz="1100">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https://fonts.google.com/specimen/Lato</a:t>
            </a:r>
            <a:r>
              <a:rPr lang="en" sz="1200">
                <a:solidFill>
                  <a:srgbClr val="FFFFFF"/>
                </a:solidFill>
                <a:latin typeface="Arial"/>
                <a:ea typeface="Arial"/>
                <a:cs typeface="Arial"/>
                <a:sym typeface="Arial"/>
              </a:rPr>
              <a:t>)</a:t>
            </a:r>
            <a:endParaRPr sz="1200">
              <a:solidFill>
                <a:srgbClr val="FFFFFF"/>
              </a:solidFill>
              <a:latin typeface="Arial"/>
              <a:ea typeface="Arial"/>
              <a:cs typeface="Arial"/>
              <a:sym typeface="Arial"/>
            </a:endParaRPr>
          </a:p>
          <a:p>
            <a:pPr indent="0" lvl="0" marL="0" rtl="0" algn="ctr">
              <a:lnSpc>
                <a:spcPct val="100000"/>
              </a:lnSpc>
              <a:spcBef>
                <a:spcPts val="1600"/>
              </a:spcBef>
              <a:spcAft>
                <a:spcPts val="0"/>
              </a:spcAft>
              <a:buNone/>
            </a:pPr>
            <a:r>
              <a:rPr b="1" lang="en" sz="1200">
                <a:solidFill>
                  <a:srgbClr val="FFFFFF"/>
                </a:solidFill>
                <a:latin typeface="Arial"/>
                <a:ea typeface="Arial"/>
                <a:cs typeface="Arial"/>
                <a:sym typeface="Arial"/>
              </a:rPr>
              <a:t>Open Sans</a:t>
            </a:r>
            <a:endParaRPr b="1" sz="1200">
              <a:solidFill>
                <a:srgbClr val="FFFFFF"/>
              </a:solidFill>
              <a:latin typeface="Arial"/>
              <a:ea typeface="Arial"/>
              <a:cs typeface="Arial"/>
              <a:sym typeface="Arial"/>
            </a:endParaRPr>
          </a:p>
          <a:p>
            <a:pPr indent="0" lvl="0" marL="0" rtl="0" algn="ctr">
              <a:lnSpc>
                <a:spcPct val="100000"/>
              </a:lnSpc>
              <a:spcBef>
                <a:spcPts val="1600"/>
              </a:spcBef>
              <a:spcAft>
                <a:spcPts val="0"/>
              </a:spcAft>
              <a:buNone/>
            </a:pPr>
            <a:r>
              <a:rPr lang="en" sz="1200">
                <a:solidFill>
                  <a:srgbClr val="FFFFFF"/>
                </a:solidFill>
                <a:latin typeface="Arial"/>
                <a:ea typeface="Arial"/>
                <a:cs typeface="Arial"/>
                <a:sym typeface="Arial"/>
              </a:rPr>
              <a:t>(</a:t>
            </a:r>
            <a:r>
              <a:rPr lang="en" sz="1100">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https://fonts.google.com/specimen/Open+Sans</a:t>
            </a:r>
            <a:r>
              <a:rPr lang="en" sz="1200">
                <a:solidFill>
                  <a:srgbClr val="FFFFFF"/>
                </a:solidFill>
                <a:latin typeface="Arial"/>
                <a:ea typeface="Arial"/>
                <a:cs typeface="Arial"/>
                <a:sym typeface="Arial"/>
              </a:rPr>
              <a:t>)</a:t>
            </a:r>
            <a:endParaRPr sz="1200">
              <a:solidFill>
                <a:srgbClr val="FFFFFF"/>
              </a:solidFill>
              <a:latin typeface="Arial"/>
              <a:ea typeface="Arial"/>
              <a:cs typeface="Arial"/>
              <a:sym typeface="Arial"/>
            </a:endParaRPr>
          </a:p>
          <a:p>
            <a:pPr indent="0" lvl="0" marL="0" rtl="0" algn="ctr">
              <a:spcBef>
                <a:spcPts val="1600"/>
              </a:spcBef>
              <a:spcAft>
                <a:spcPts val="1600"/>
              </a:spcAft>
              <a:buNone/>
            </a:pPr>
            <a:r>
              <a:t/>
            </a:r>
            <a:endParaRPr b="1" sz="1200">
              <a:solidFill>
                <a:srgbClr val="EFEFEF"/>
              </a:solidFill>
              <a:latin typeface="Arial"/>
              <a:ea typeface="Arial"/>
              <a:cs typeface="Arial"/>
              <a:sym typeface="Arial"/>
            </a:endParaRPr>
          </a:p>
        </p:txBody>
      </p:sp>
      <p:sp>
        <p:nvSpPr>
          <p:cNvPr id="983" name="Google Shape;983;p80"/>
          <p:cNvSpPr/>
          <p:nvPr/>
        </p:nvSpPr>
        <p:spPr>
          <a:xfrm>
            <a:off x="5212242" y="3579073"/>
            <a:ext cx="760500" cy="724800"/>
          </a:xfrm>
          <a:prstGeom prst="roundRect">
            <a:avLst>
              <a:gd fmla="val 16667" name="adj"/>
            </a:avLst>
          </a:prstGeom>
          <a:solidFill>
            <a:srgbClr val="B6CFE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80"/>
          <p:cNvSpPr/>
          <p:nvPr/>
        </p:nvSpPr>
        <p:spPr>
          <a:xfrm>
            <a:off x="4191733" y="3579023"/>
            <a:ext cx="760500" cy="724800"/>
          </a:xfrm>
          <a:prstGeom prst="roundRect">
            <a:avLst>
              <a:gd fmla="val 16667" name="adj"/>
            </a:avLst>
          </a:prstGeom>
          <a:solidFill>
            <a:srgbClr val="7DB0E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80"/>
          <p:cNvSpPr/>
          <p:nvPr/>
        </p:nvSpPr>
        <p:spPr>
          <a:xfrm>
            <a:off x="3171249" y="3579048"/>
            <a:ext cx="760500" cy="724800"/>
          </a:xfrm>
          <a:prstGeom prst="roundRect">
            <a:avLst>
              <a:gd fmla="val 16667" name="adj"/>
            </a:avLst>
          </a:prstGeom>
          <a:solidFill>
            <a:srgbClr val="4D699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80"/>
          <p:cNvSpPr/>
          <p:nvPr/>
        </p:nvSpPr>
        <p:spPr>
          <a:xfrm>
            <a:off x="2150745" y="3579023"/>
            <a:ext cx="760500" cy="724800"/>
          </a:xfrm>
          <a:prstGeom prst="roundRect">
            <a:avLst>
              <a:gd fmla="val 16667" name="adj"/>
            </a:avLst>
          </a:prstGeom>
          <a:solidFill>
            <a:srgbClr val="05224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00000"/>
              </a:solidFill>
            </a:endParaRPr>
          </a:p>
        </p:txBody>
      </p:sp>
      <p:sp>
        <p:nvSpPr>
          <p:cNvPr id="987" name="Google Shape;987;p80"/>
          <p:cNvSpPr txBox="1"/>
          <p:nvPr/>
        </p:nvSpPr>
        <p:spPr>
          <a:xfrm>
            <a:off x="5212242" y="3730011"/>
            <a:ext cx="760500" cy="42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latin typeface="Proxima Nova"/>
                <a:ea typeface="Proxima Nova"/>
                <a:cs typeface="Proxima Nova"/>
                <a:sym typeface="Proxima Nova"/>
              </a:rPr>
              <a:t>#b6cfe6</a:t>
            </a:r>
            <a:endParaRPr b="1" sz="1000">
              <a:latin typeface="Proxima Nova"/>
              <a:ea typeface="Proxima Nova"/>
              <a:cs typeface="Proxima Nova"/>
              <a:sym typeface="Proxima Nova"/>
            </a:endParaRPr>
          </a:p>
        </p:txBody>
      </p:sp>
      <p:sp>
        <p:nvSpPr>
          <p:cNvPr id="988" name="Google Shape;988;p80"/>
          <p:cNvSpPr txBox="1"/>
          <p:nvPr/>
        </p:nvSpPr>
        <p:spPr>
          <a:xfrm>
            <a:off x="4191738" y="3729961"/>
            <a:ext cx="760500" cy="42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latin typeface="Proxima Nova"/>
                <a:ea typeface="Proxima Nova"/>
                <a:cs typeface="Proxima Nova"/>
                <a:sym typeface="Proxima Nova"/>
              </a:rPr>
              <a:t>#7db0eb</a:t>
            </a:r>
            <a:endParaRPr b="1" sz="1000">
              <a:latin typeface="Proxima Nova"/>
              <a:ea typeface="Proxima Nova"/>
              <a:cs typeface="Proxima Nova"/>
              <a:sym typeface="Proxima Nova"/>
            </a:endParaRPr>
          </a:p>
        </p:txBody>
      </p:sp>
      <p:sp>
        <p:nvSpPr>
          <p:cNvPr id="989" name="Google Shape;989;p80"/>
          <p:cNvSpPr txBox="1"/>
          <p:nvPr/>
        </p:nvSpPr>
        <p:spPr>
          <a:xfrm>
            <a:off x="3171259" y="3729986"/>
            <a:ext cx="760500" cy="42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rgbClr val="FFFFFF"/>
                </a:solidFill>
                <a:latin typeface="Proxima Nova"/>
                <a:ea typeface="Proxima Nova"/>
                <a:cs typeface="Proxima Nova"/>
                <a:sym typeface="Proxima Nova"/>
              </a:rPr>
              <a:t>#4d6994</a:t>
            </a:r>
            <a:endParaRPr b="1" sz="1000">
              <a:solidFill>
                <a:srgbClr val="FFFFFF"/>
              </a:solidFill>
              <a:latin typeface="Proxima Nova"/>
              <a:ea typeface="Proxima Nova"/>
              <a:cs typeface="Proxima Nova"/>
              <a:sym typeface="Proxima Nova"/>
            </a:endParaRPr>
          </a:p>
        </p:txBody>
      </p:sp>
      <p:sp>
        <p:nvSpPr>
          <p:cNvPr id="990" name="Google Shape;990;p80"/>
          <p:cNvSpPr txBox="1"/>
          <p:nvPr/>
        </p:nvSpPr>
        <p:spPr>
          <a:xfrm>
            <a:off x="2150745" y="3729961"/>
            <a:ext cx="760500" cy="42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rgbClr val="F3F3F3"/>
                </a:solidFill>
                <a:latin typeface="Proxima Nova"/>
                <a:ea typeface="Proxima Nova"/>
                <a:cs typeface="Proxima Nova"/>
                <a:sym typeface="Proxima Nova"/>
              </a:rPr>
              <a:t>#052249</a:t>
            </a:r>
            <a:endParaRPr b="1" sz="1000">
              <a:solidFill>
                <a:srgbClr val="F3F3F3"/>
              </a:solidFill>
              <a:latin typeface="Proxima Nova"/>
              <a:ea typeface="Proxima Nova"/>
              <a:cs typeface="Proxima Nova"/>
              <a:sym typeface="Proxima Nova"/>
            </a:endParaRPr>
          </a:p>
        </p:txBody>
      </p:sp>
      <p:sp>
        <p:nvSpPr>
          <p:cNvPr id="991" name="Google Shape;991;p80"/>
          <p:cNvSpPr/>
          <p:nvPr/>
        </p:nvSpPr>
        <p:spPr>
          <a:xfrm>
            <a:off x="6232744" y="3579023"/>
            <a:ext cx="760500" cy="724800"/>
          </a:xfrm>
          <a:prstGeom prst="roundRect">
            <a:avLst>
              <a:gd fmla="val 16667" name="adj"/>
            </a:avLst>
          </a:prstGeom>
          <a:solidFill>
            <a:srgbClr val="C1CFE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80"/>
          <p:cNvSpPr txBox="1"/>
          <p:nvPr/>
        </p:nvSpPr>
        <p:spPr>
          <a:xfrm>
            <a:off x="6232755" y="3729961"/>
            <a:ext cx="760500" cy="42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latin typeface="Proxima Nova"/>
                <a:ea typeface="Proxima Nova"/>
                <a:cs typeface="Proxima Nova"/>
                <a:sym typeface="Proxima Nova"/>
              </a:rPr>
              <a:t>#c1cfe0</a:t>
            </a:r>
            <a:endParaRPr b="1" sz="1000">
              <a:latin typeface="Proxima Nova"/>
              <a:ea typeface="Proxima Nova"/>
              <a:cs typeface="Proxima Nova"/>
              <a:sym typeface="Proxima Nova"/>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6" name="Shape 996"/>
        <p:cNvGrpSpPr/>
        <p:nvPr/>
      </p:nvGrpSpPr>
      <p:grpSpPr>
        <a:xfrm>
          <a:off x="0" y="0"/>
          <a:ext cx="0" cy="0"/>
          <a:chOff x="0" y="0"/>
          <a:chExt cx="0" cy="0"/>
        </a:xfrm>
      </p:grpSpPr>
      <p:sp>
        <p:nvSpPr>
          <p:cNvPr id="997" name="Google Shape;997;p81"/>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998" name="Google Shape;998;p81"/>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a:solidFill>
                <a:srgbClr val="869FB2"/>
              </a:solidFill>
              <a:latin typeface="Arial"/>
              <a:ea typeface="Arial"/>
              <a:cs typeface="Arial"/>
              <a:sym typeface="Arial"/>
            </a:endParaRPr>
          </a:p>
        </p:txBody>
      </p:sp>
      <p:pic>
        <p:nvPicPr>
          <p:cNvPr id="999" name="Google Shape;999;p81"/>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000" name="Google Shape;1000;p81"/>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1001" name="Google Shape;1001;p81"/>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1002" name="Google Shape;1002;p81"/>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1003" name="Google Shape;1003;p81"/>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1004" name="Google Shape;1004;p81"/>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1005" name="Google Shape;1005;p81"/>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1006" name="Google Shape;1006;p81"/>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1007" name="Google Shape;1007;p81"/>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1008" name="Google Shape;1008;p81"/>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2" name="Shape 1012"/>
        <p:cNvGrpSpPr/>
        <p:nvPr/>
      </p:nvGrpSpPr>
      <p:grpSpPr>
        <a:xfrm>
          <a:off x="0" y="0"/>
          <a:ext cx="0" cy="0"/>
          <a:chOff x="0" y="0"/>
          <a:chExt cx="0" cy="0"/>
        </a:xfrm>
      </p:grpSpPr>
      <p:sp>
        <p:nvSpPr>
          <p:cNvPr id="1013" name="Google Shape;1013;p82"/>
          <p:cNvSpPr txBox="1"/>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Use our editable graphic resources...</a:t>
            </a:r>
            <a:endParaRPr sz="2400">
              <a:solidFill>
                <a:srgbClr val="FFFFFF"/>
              </a:solidFill>
            </a:endParaRPr>
          </a:p>
        </p:txBody>
      </p:sp>
      <p:sp>
        <p:nvSpPr>
          <p:cNvPr id="1014" name="Google Shape;1014;p82"/>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015" name="Google Shape;1015;p82"/>
          <p:cNvGrpSpPr/>
          <p:nvPr/>
        </p:nvGrpSpPr>
        <p:grpSpPr>
          <a:xfrm>
            <a:off x="5156078" y="3085736"/>
            <a:ext cx="474294" cy="551291"/>
            <a:chOff x="4727025" y="1332775"/>
            <a:chExt cx="59900" cy="69625"/>
          </a:xfrm>
        </p:grpSpPr>
        <p:sp>
          <p:nvSpPr>
            <p:cNvPr id="1016" name="Google Shape;1016;p8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8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82"/>
          <p:cNvGrpSpPr/>
          <p:nvPr/>
        </p:nvGrpSpPr>
        <p:grpSpPr>
          <a:xfrm>
            <a:off x="5769734" y="2314340"/>
            <a:ext cx="555653" cy="557031"/>
            <a:chOff x="4820425" y="1329900"/>
            <a:chExt cx="70175" cy="70350"/>
          </a:xfrm>
        </p:grpSpPr>
        <p:sp>
          <p:nvSpPr>
            <p:cNvPr id="1019" name="Google Shape;1019;p8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8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8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8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 name="Google Shape;1023;p82"/>
          <p:cNvGrpSpPr/>
          <p:nvPr/>
        </p:nvGrpSpPr>
        <p:grpSpPr>
          <a:xfrm>
            <a:off x="6396103" y="2318845"/>
            <a:ext cx="582574" cy="533871"/>
            <a:chOff x="4903200" y="1331525"/>
            <a:chExt cx="73575" cy="67425"/>
          </a:xfrm>
        </p:grpSpPr>
        <p:sp>
          <p:nvSpPr>
            <p:cNvPr id="1024" name="Google Shape;1024;p8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8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 name="Google Shape;1026;p82"/>
          <p:cNvGrpSpPr/>
          <p:nvPr/>
        </p:nvGrpSpPr>
        <p:grpSpPr>
          <a:xfrm>
            <a:off x="5755581" y="3078709"/>
            <a:ext cx="583960" cy="565345"/>
            <a:chOff x="4815575" y="1416800"/>
            <a:chExt cx="73750" cy="71400"/>
          </a:xfrm>
        </p:grpSpPr>
        <p:sp>
          <p:nvSpPr>
            <p:cNvPr id="1027" name="Google Shape;1027;p8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8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8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82"/>
          <p:cNvGrpSpPr/>
          <p:nvPr/>
        </p:nvGrpSpPr>
        <p:grpSpPr>
          <a:xfrm>
            <a:off x="6390362" y="3108896"/>
            <a:ext cx="589898" cy="504970"/>
            <a:chOff x="4902475" y="1418875"/>
            <a:chExt cx="74500" cy="63775"/>
          </a:xfrm>
        </p:grpSpPr>
        <p:sp>
          <p:nvSpPr>
            <p:cNvPr id="1031" name="Google Shape;1031;p8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8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82"/>
          <p:cNvGrpSpPr/>
          <p:nvPr/>
        </p:nvGrpSpPr>
        <p:grpSpPr>
          <a:xfrm>
            <a:off x="5765577" y="3826000"/>
            <a:ext cx="563967" cy="567127"/>
            <a:chOff x="4818100" y="1507675"/>
            <a:chExt cx="71225" cy="71625"/>
          </a:xfrm>
        </p:grpSpPr>
        <p:sp>
          <p:nvSpPr>
            <p:cNvPr id="1034" name="Google Shape;1034;p8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8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8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8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 name="Google Shape;1038;p82"/>
          <p:cNvGrpSpPr/>
          <p:nvPr/>
        </p:nvGrpSpPr>
        <p:grpSpPr>
          <a:xfrm>
            <a:off x="5079075" y="3829461"/>
            <a:ext cx="628301" cy="588505"/>
            <a:chOff x="4721450" y="1509475"/>
            <a:chExt cx="79350" cy="74325"/>
          </a:xfrm>
        </p:grpSpPr>
        <p:sp>
          <p:nvSpPr>
            <p:cNvPr id="1039" name="Google Shape;1039;p8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8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8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8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 name="Google Shape;1043;p82"/>
          <p:cNvGrpSpPr/>
          <p:nvPr/>
        </p:nvGrpSpPr>
        <p:grpSpPr>
          <a:xfrm>
            <a:off x="6424608" y="3814027"/>
            <a:ext cx="557038" cy="562772"/>
            <a:chOff x="4906800" y="1507500"/>
            <a:chExt cx="70350" cy="71075"/>
          </a:xfrm>
        </p:grpSpPr>
        <p:sp>
          <p:nvSpPr>
            <p:cNvPr id="1044" name="Google Shape;1044;p8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8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8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8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8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 name="Google Shape;1049;p82"/>
          <p:cNvGrpSpPr/>
          <p:nvPr/>
        </p:nvGrpSpPr>
        <p:grpSpPr>
          <a:xfrm>
            <a:off x="4462216" y="2340963"/>
            <a:ext cx="517934" cy="517934"/>
            <a:chOff x="3736598" y="2170606"/>
            <a:chExt cx="404889" cy="404889"/>
          </a:xfrm>
        </p:grpSpPr>
        <p:sp>
          <p:nvSpPr>
            <p:cNvPr id="1050" name="Google Shape;1050;p8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8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8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8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 name="Google Shape;1054;p82"/>
          <p:cNvGrpSpPr/>
          <p:nvPr/>
        </p:nvGrpSpPr>
        <p:grpSpPr>
          <a:xfrm>
            <a:off x="3729277" y="2341061"/>
            <a:ext cx="586986" cy="517740"/>
            <a:chOff x="3161917" y="2170682"/>
            <a:chExt cx="458870" cy="404737"/>
          </a:xfrm>
        </p:grpSpPr>
        <p:sp>
          <p:nvSpPr>
            <p:cNvPr id="1055" name="Google Shape;1055;p8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8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8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 name="Google Shape;1058;p82"/>
          <p:cNvGrpSpPr/>
          <p:nvPr/>
        </p:nvGrpSpPr>
        <p:grpSpPr>
          <a:xfrm>
            <a:off x="3752299" y="3102400"/>
            <a:ext cx="540943" cy="517963"/>
            <a:chOff x="3179914" y="2889488"/>
            <a:chExt cx="422876" cy="404911"/>
          </a:xfrm>
        </p:grpSpPr>
        <p:sp>
          <p:nvSpPr>
            <p:cNvPr id="1059" name="Google Shape;1059;p8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8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8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8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8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8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82"/>
          <p:cNvGrpSpPr/>
          <p:nvPr/>
        </p:nvGrpSpPr>
        <p:grpSpPr>
          <a:xfrm>
            <a:off x="4453093" y="3102358"/>
            <a:ext cx="536180" cy="518047"/>
            <a:chOff x="3729467" y="2889422"/>
            <a:chExt cx="419153" cy="404977"/>
          </a:xfrm>
        </p:grpSpPr>
        <p:sp>
          <p:nvSpPr>
            <p:cNvPr id="1066" name="Google Shape;1066;p8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8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8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8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8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8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8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 name="Google Shape;1073;p82"/>
          <p:cNvGrpSpPr/>
          <p:nvPr/>
        </p:nvGrpSpPr>
        <p:grpSpPr>
          <a:xfrm>
            <a:off x="1990126" y="3445787"/>
            <a:ext cx="965351" cy="134611"/>
            <a:chOff x="4411970" y="2962952"/>
            <a:chExt cx="706544" cy="104212"/>
          </a:xfrm>
        </p:grpSpPr>
        <p:sp>
          <p:nvSpPr>
            <p:cNvPr id="1074" name="Google Shape;1074;p8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8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8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8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 name="Google Shape;1078;p82"/>
          <p:cNvGrpSpPr/>
          <p:nvPr/>
        </p:nvGrpSpPr>
        <p:grpSpPr>
          <a:xfrm>
            <a:off x="1990126" y="3041077"/>
            <a:ext cx="960158" cy="289172"/>
            <a:chOff x="4411970" y="2726085"/>
            <a:chExt cx="643107" cy="193659"/>
          </a:xfrm>
        </p:grpSpPr>
        <p:sp>
          <p:nvSpPr>
            <p:cNvPr id="1079" name="Google Shape;1079;p8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8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8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82"/>
          <p:cNvGrpSpPr/>
          <p:nvPr/>
        </p:nvGrpSpPr>
        <p:grpSpPr>
          <a:xfrm>
            <a:off x="998624" y="3295400"/>
            <a:ext cx="811503" cy="252584"/>
            <a:chOff x="4411970" y="4340222"/>
            <a:chExt cx="779467" cy="242683"/>
          </a:xfrm>
        </p:grpSpPr>
        <p:sp>
          <p:nvSpPr>
            <p:cNvPr id="1083" name="Google Shape;1083;p8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8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8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 name="Google Shape;1086;p82"/>
          <p:cNvGrpSpPr/>
          <p:nvPr/>
        </p:nvGrpSpPr>
        <p:grpSpPr>
          <a:xfrm>
            <a:off x="1990126" y="2709308"/>
            <a:ext cx="965160" cy="216230"/>
            <a:chOff x="4411970" y="2468674"/>
            <a:chExt cx="747317" cy="167425"/>
          </a:xfrm>
        </p:grpSpPr>
        <p:sp>
          <p:nvSpPr>
            <p:cNvPr id="1087" name="Google Shape;1087;p8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8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 name="Google Shape;1089;p8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 name="Google Shape;1090;p82"/>
          <p:cNvGrpSpPr/>
          <p:nvPr/>
        </p:nvGrpSpPr>
        <p:grpSpPr>
          <a:xfrm>
            <a:off x="997692" y="2334687"/>
            <a:ext cx="1959041" cy="208784"/>
            <a:chOff x="6336019" y="3733725"/>
            <a:chExt cx="2566206" cy="351310"/>
          </a:xfrm>
        </p:grpSpPr>
        <p:sp>
          <p:nvSpPr>
            <p:cNvPr id="1091" name="Google Shape;1091;p8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8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8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8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82"/>
          <p:cNvGrpSpPr/>
          <p:nvPr/>
        </p:nvGrpSpPr>
        <p:grpSpPr>
          <a:xfrm>
            <a:off x="1990126" y="3950602"/>
            <a:ext cx="946551" cy="153200"/>
            <a:chOff x="4404545" y="3301592"/>
            <a:chExt cx="782403" cy="129272"/>
          </a:xfrm>
        </p:grpSpPr>
        <p:sp>
          <p:nvSpPr>
            <p:cNvPr id="1096" name="Google Shape;1096;p8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8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82"/>
          <p:cNvGrpSpPr/>
          <p:nvPr/>
        </p:nvGrpSpPr>
        <p:grpSpPr>
          <a:xfrm>
            <a:off x="1990126" y="3695937"/>
            <a:ext cx="962257" cy="139127"/>
            <a:chOff x="4411970" y="3131459"/>
            <a:chExt cx="710520" cy="117397"/>
          </a:xfrm>
        </p:grpSpPr>
        <p:sp>
          <p:nvSpPr>
            <p:cNvPr id="1099" name="Google Shape;1099;p8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8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01" name="Google Shape;1101;p8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 name="Google Shape;1102;p82"/>
          <p:cNvGrpSpPr/>
          <p:nvPr/>
        </p:nvGrpSpPr>
        <p:grpSpPr>
          <a:xfrm>
            <a:off x="990271" y="3621603"/>
            <a:ext cx="823838" cy="458988"/>
            <a:chOff x="4411970" y="1801825"/>
            <a:chExt cx="734586" cy="409262"/>
          </a:xfrm>
        </p:grpSpPr>
        <p:sp>
          <p:nvSpPr>
            <p:cNvPr id="1103" name="Google Shape;1103;p8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8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82"/>
          <p:cNvGrpSpPr/>
          <p:nvPr/>
        </p:nvGrpSpPr>
        <p:grpSpPr>
          <a:xfrm>
            <a:off x="3095243" y="2339173"/>
            <a:ext cx="521514" cy="521514"/>
            <a:chOff x="5681300" y="2527788"/>
            <a:chExt cx="805800" cy="805800"/>
          </a:xfrm>
        </p:grpSpPr>
        <p:sp>
          <p:nvSpPr>
            <p:cNvPr id="1106" name="Google Shape;1106;p8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8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82"/>
          <p:cNvGrpSpPr/>
          <p:nvPr/>
        </p:nvGrpSpPr>
        <p:grpSpPr>
          <a:xfrm>
            <a:off x="3089483" y="3094865"/>
            <a:ext cx="533033" cy="533033"/>
            <a:chOff x="4049800" y="640400"/>
            <a:chExt cx="858900" cy="858900"/>
          </a:xfrm>
        </p:grpSpPr>
        <p:sp>
          <p:nvSpPr>
            <p:cNvPr id="1109" name="Google Shape;1109;p8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8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82"/>
          <p:cNvGrpSpPr/>
          <p:nvPr/>
        </p:nvGrpSpPr>
        <p:grpSpPr>
          <a:xfrm>
            <a:off x="3014966" y="3772543"/>
            <a:ext cx="682068" cy="682068"/>
            <a:chOff x="5080188" y="927900"/>
            <a:chExt cx="961200" cy="961200"/>
          </a:xfrm>
        </p:grpSpPr>
        <p:sp>
          <p:nvSpPr>
            <p:cNvPr id="1112" name="Google Shape;1112;p8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8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8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8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8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8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8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8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82"/>
          <p:cNvGrpSpPr/>
          <p:nvPr/>
        </p:nvGrpSpPr>
        <p:grpSpPr>
          <a:xfrm>
            <a:off x="4478465" y="3869234"/>
            <a:ext cx="505650" cy="504006"/>
            <a:chOff x="6039282" y="1042577"/>
            <a:chExt cx="734315" cy="731929"/>
          </a:xfrm>
        </p:grpSpPr>
        <p:sp>
          <p:nvSpPr>
            <p:cNvPr id="1121" name="Google Shape;1121;p8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8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8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8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8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8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8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8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8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8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8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8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8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8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8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8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8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8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8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8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8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 name="Google Shape;1142;p82"/>
          <p:cNvGrpSpPr/>
          <p:nvPr/>
        </p:nvGrpSpPr>
        <p:grpSpPr>
          <a:xfrm>
            <a:off x="5091067" y="2298862"/>
            <a:ext cx="567744" cy="602136"/>
            <a:chOff x="1825800" y="1651625"/>
            <a:chExt cx="539989" cy="571775"/>
          </a:xfrm>
        </p:grpSpPr>
        <p:sp>
          <p:nvSpPr>
            <p:cNvPr id="1143" name="Google Shape;1143;p8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8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8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8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82"/>
          <p:cNvGrpSpPr/>
          <p:nvPr/>
        </p:nvGrpSpPr>
        <p:grpSpPr>
          <a:xfrm>
            <a:off x="3765995" y="3855579"/>
            <a:ext cx="508123" cy="507955"/>
            <a:chOff x="1897577" y="2802432"/>
            <a:chExt cx="492176" cy="492014"/>
          </a:xfrm>
        </p:grpSpPr>
        <p:sp>
          <p:nvSpPr>
            <p:cNvPr id="1148" name="Google Shape;1148;p8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8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8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8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8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8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8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8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8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8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8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8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82"/>
          <p:cNvGrpSpPr/>
          <p:nvPr/>
        </p:nvGrpSpPr>
        <p:grpSpPr>
          <a:xfrm>
            <a:off x="997525" y="4169123"/>
            <a:ext cx="809227" cy="200842"/>
            <a:chOff x="2013045" y="4813233"/>
            <a:chExt cx="921986" cy="228854"/>
          </a:xfrm>
        </p:grpSpPr>
        <p:sp>
          <p:nvSpPr>
            <p:cNvPr id="1161" name="Google Shape;1161;p8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8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 name="Google Shape;1163;p82"/>
          <p:cNvGrpSpPr/>
          <p:nvPr/>
        </p:nvGrpSpPr>
        <p:grpSpPr>
          <a:xfrm>
            <a:off x="1005985" y="2656004"/>
            <a:ext cx="792421" cy="269941"/>
            <a:chOff x="1046767" y="4756633"/>
            <a:chExt cx="859646" cy="292841"/>
          </a:xfrm>
        </p:grpSpPr>
        <p:sp>
          <p:nvSpPr>
            <p:cNvPr id="1164" name="Google Shape;1164;p8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8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8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 name="Google Shape;1167;p8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8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8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8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 name="Google Shape;1171;p82"/>
          <p:cNvGrpSpPr/>
          <p:nvPr/>
        </p:nvGrpSpPr>
        <p:grpSpPr>
          <a:xfrm>
            <a:off x="7141841" y="2550562"/>
            <a:ext cx="166473" cy="141497"/>
            <a:chOff x="4660325" y="1866850"/>
            <a:chExt cx="68350" cy="58100"/>
          </a:xfrm>
        </p:grpSpPr>
        <p:sp>
          <p:nvSpPr>
            <p:cNvPr id="1172" name="Google Shape;1172;p8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8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 name="Google Shape;1174;p82"/>
          <p:cNvGrpSpPr/>
          <p:nvPr/>
        </p:nvGrpSpPr>
        <p:grpSpPr>
          <a:xfrm>
            <a:off x="7451186" y="2576286"/>
            <a:ext cx="162515" cy="90049"/>
            <a:chOff x="4791775" y="1877500"/>
            <a:chExt cx="66725" cy="36975"/>
          </a:xfrm>
        </p:grpSpPr>
        <p:sp>
          <p:nvSpPr>
            <p:cNvPr id="1175" name="Google Shape;1175;p8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8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82"/>
          <p:cNvGrpSpPr/>
          <p:nvPr/>
        </p:nvGrpSpPr>
        <p:grpSpPr>
          <a:xfrm>
            <a:off x="7772899" y="2576286"/>
            <a:ext cx="144979" cy="90049"/>
            <a:chOff x="4923925" y="1877500"/>
            <a:chExt cx="59525" cy="36975"/>
          </a:xfrm>
        </p:grpSpPr>
        <p:sp>
          <p:nvSpPr>
            <p:cNvPr id="1178" name="Google Shape;1178;p8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8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 name="Google Shape;1180;p82"/>
          <p:cNvGrpSpPr/>
          <p:nvPr/>
        </p:nvGrpSpPr>
        <p:grpSpPr>
          <a:xfrm>
            <a:off x="8067390" y="2558477"/>
            <a:ext cx="141447" cy="125667"/>
            <a:chOff x="5058450" y="1870100"/>
            <a:chExt cx="58075" cy="51600"/>
          </a:xfrm>
        </p:grpSpPr>
        <p:sp>
          <p:nvSpPr>
            <p:cNvPr id="1181" name="Google Shape;1181;p8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8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82"/>
          <p:cNvGrpSpPr/>
          <p:nvPr/>
        </p:nvGrpSpPr>
        <p:grpSpPr>
          <a:xfrm>
            <a:off x="7481905" y="2980885"/>
            <a:ext cx="101077" cy="107645"/>
            <a:chOff x="4811425" y="2065025"/>
            <a:chExt cx="41500" cy="44200"/>
          </a:xfrm>
        </p:grpSpPr>
        <p:sp>
          <p:nvSpPr>
            <p:cNvPr id="1184" name="Google Shape;1184;p8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8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 name="Google Shape;1186;p82"/>
          <p:cNvGrpSpPr/>
          <p:nvPr/>
        </p:nvGrpSpPr>
        <p:grpSpPr>
          <a:xfrm>
            <a:off x="7774342" y="2981098"/>
            <a:ext cx="120867" cy="107218"/>
            <a:chOff x="4929875" y="2065025"/>
            <a:chExt cx="49625" cy="44025"/>
          </a:xfrm>
        </p:grpSpPr>
        <p:sp>
          <p:nvSpPr>
            <p:cNvPr id="1187" name="Google Shape;1187;p8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8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 name="Google Shape;1189;p82"/>
          <p:cNvGrpSpPr/>
          <p:nvPr/>
        </p:nvGrpSpPr>
        <p:grpSpPr>
          <a:xfrm>
            <a:off x="8103011" y="2984112"/>
            <a:ext cx="70206" cy="101191"/>
            <a:chOff x="5083925" y="2066350"/>
            <a:chExt cx="28825" cy="41550"/>
          </a:xfrm>
        </p:grpSpPr>
        <p:sp>
          <p:nvSpPr>
            <p:cNvPr id="1190" name="Google Shape;1190;p8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8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82"/>
          <p:cNvGrpSpPr/>
          <p:nvPr/>
        </p:nvGrpSpPr>
        <p:grpSpPr>
          <a:xfrm>
            <a:off x="7134565" y="2999759"/>
            <a:ext cx="181026" cy="69896"/>
            <a:chOff x="4659775" y="2072775"/>
            <a:chExt cx="74325" cy="28700"/>
          </a:xfrm>
        </p:grpSpPr>
        <p:sp>
          <p:nvSpPr>
            <p:cNvPr id="1193" name="Google Shape;1193;p8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8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8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 name="Google Shape;1196;p82"/>
          <p:cNvGrpSpPr/>
          <p:nvPr/>
        </p:nvGrpSpPr>
        <p:grpSpPr>
          <a:xfrm>
            <a:off x="8054421" y="2790324"/>
            <a:ext cx="167387" cy="89197"/>
            <a:chOff x="4662475" y="1976500"/>
            <a:chExt cx="68725" cy="36625"/>
          </a:xfrm>
        </p:grpSpPr>
        <p:sp>
          <p:nvSpPr>
            <p:cNvPr id="1197" name="Google Shape;1197;p8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8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8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 name="Google Shape;1200;p82"/>
          <p:cNvGrpSpPr/>
          <p:nvPr/>
        </p:nvGrpSpPr>
        <p:grpSpPr>
          <a:xfrm>
            <a:off x="7751326" y="2793764"/>
            <a:ext cx="166899" cy="82317"/>
            <a:chOff x="4920150" y="1977875"/>
            <a:chExt cx="68525" cy="33800"/>
          </a:xfrm>
        </p:grpSpPr>
        <p:sp>
          <p:nvSpPr>
            <p:cNvPr id="1201" name="Google Shape;1201;p8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8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8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82"/>
          <p:cNvGrpSpPr/>
          <p:nvPr/>
        </p:nvGrpSpPr>
        <p:grpSpPr>
          <a:xfrm>
            <a:off x="7162483" y="3197682"/>
            <a:ext cx="125190" cy="127859"/>
            <a:chOff x="4676550" y="2160575"/>
            <a:chExt cx="51400" cy="52500"/>
          </a:xfrm>
        </p:grpSpPr>
        <p:sp>
          <p:nvSpPr>
            <p:cNvPr id="1205" name="Google Shape;1205;p8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8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8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 name="Google Shape;1208;p82"/>
          <p:cNvGrpSpPr/>
          <p:nvPr/>
        </p:nvGrpSpPr>
        <p:grpSpPr>
          <a:xfrm>
            <a:off x="7459741" y="3204714"/>
            <a:ext cx="145405" cy="113794"/>
            <a:chOff x="4768325" y="2163475"/>
            <a:chExt cx="59700" cy="46725"/>
          </a:xfrm>
        </p:grpSpPr>
        <p:sp>
          <p:nvSpPr>
            <p:cNvPr id="1209" name="Google Shape;1209;p8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8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 name="Google Shape;1211;p8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8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8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8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8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8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 name="Google Shape;1217;p82"/>
          <p:cNvGrpSpPr/>
          <p:nvPr/>
        </p:nvGrpSpPr>
        <p:grpSpPr>
          <a:xfrm>
            <a:off x="7476059" y="3459808"/>
            <a:ext cx="112768" cy="106853"/>
            <a:chOff x="4768575" y="2253950"/>
            <a:chExt cx="46300" cy="43875"/>
          </a:xfrm>
        </p:grpSpPr>
        <p:sp>
          <p:nvSpPr>
            <p:cNvPr id="1218" name="Google Shape;1218;p8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8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82"/>
          <p:cNvGrpSpPr/>
          <p:nvPr/>
        </p:nvGrpSpPr>
        <p:grpSpPr>
          <a:xfrm>
            <a:off x="7775682" y="3948834"/>
            <a:ext cx="118187" cy="146246"/>
            <a:chOff x="4960900" y="2433225"/>
            <a:chExt cx="48525" cy="60050"/>
          </a:xfrm>
        </p:grpSpPr>
        <p:sp>
          <p:nvSpPr>
            <p:cNvPr id="1221" name="Google Shape;1221;p8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8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 name="Google Shape;1223;p82"/>
          <p:cNvGrpSpPr/>
          <p:nvPr/>
        </p:nvGrpSpPr>
        <p:grpSpPr>
          <a:xfrm>
            <a:off x="7464247" y="4212895"/>
            <a:ext cx="136394" cy="143810"/>
            <a:chOff x="4854075" y="2527625"/>
            <a:chExt cx="56000" cy="59050"/>
          </a:xfrm>
        </p:grpSpPr>
        <p:sp>
          <p:nvSpPr>
            <p:cNvPr id="1224" name="Google Shape;1224;p8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8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 name="Google Shape;1226;p8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8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8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 name="Google Shape;1229;p82"/>
          <p:cNvGrpSpPr/>
          <p:nvPr/>
        </p:nvGrpSpPr>
        <p:grpSpPr>
          <a:xfrm>
            <a:off x="8088458" y="3676639"/>
            <a:ext cx="99312" cy="160797"/>
            <a:chOff x="5059700" y="2334775"/>
            <a:chExt cx="40775" cy="66025"/>
          </a:xfrm>
        </p:grpSpPr>
        <p:sp>
          <p:nvSpPr>
            <p:cNvPr id="1230" name="Google Shape;1230;p8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8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8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8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8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8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8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8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8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 name="Google Shape;1239;p82"/>
          <p:cNvGrpSpPr/>
          <p:nvPr/>
        </p:nvGrpSpPr>
        <p:grpSpPr>
          <a:xfrm>
            <a:off x="8045622" y="3941771"/>
            <a:ext cx="184984" cy="160371"/>
            <a:chOff x="5037700" y="2430325"/>
            <a:chExt cx="75950" cy="65850"/>
          </a:xfrm>
        </p:grpSpPr>
        <p:sp>
          <p:nvSpPr>
            <p:cNvPr id="1240" name="Google Shape;1240;p8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8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 name="Google Shape;1242;p82"/>
          <p:cNvGrpSpPr/>
          <p:nvPr/>
        </p:nvGrpSpPr>
        <p:grpSpPr>
          <a:xfrm>
            <a:off x="7465128" y="3708223"/>
            <a:ext cx="173014" cy="97629"/>
            <a:chOff x="4756975" y="2341800"/>
            <a:chExt cx="91975" cy="51925"/>
          </a:xfrm>
        </p:grpSpPr>
        <p:sp>
          <p:nvSpPr>
            <p:cNvPr id="1243" name="Google Shape;1243;p8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8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8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8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8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8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8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8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8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8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8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8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8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8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8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8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8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8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8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8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 name="Google Shape;1263;p82"/>
          <p:cNvGrpSpPr/>
          <p:nvPr/>
        </p:nvGrpSpPr>
        <p:grpSpPr>
          <a:xfrm>
            <a:off x="7732065" y="4196920"/>
            <a:ext cx="212497" cy="175761"/>
            <a:chOff x="4943575" y="2516350"/>
            <a:chExt cx="98675" cy="81700"/>
          </a:xfrm>
        </p:grpSpPr>
        <p:sp>
          <p:nvSpPr>
            <p:cNvPr id="1264" name="Google Shape;1264;p8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8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8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8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8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8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8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8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8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8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8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8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8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8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8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8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8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8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8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8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8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8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8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8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8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8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8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8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8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8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8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8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8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8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8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8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8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8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8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8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8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8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8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8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8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8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8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8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8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8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8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8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8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8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8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8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8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8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8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8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8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8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8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8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8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8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8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8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8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8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8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8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8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8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8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8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8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8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 name="Google Shape;1342;p8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8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8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8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9" name="Shape 1349"/>
        <p:cNvGrpSpPr/>
        <p:nvPr/>
      </p:nvGrpSpPr>
      <p:grpSpPr>
        <a:xfrm>
          <a:off x="0" y="0"/>
          <a:ext cx="0" cy="0"/>
          <a:chOff x="0" y="0"/>
          <a:chExt cx="0" cy="0"/>
        </a:xfrm>
      </p:grpSpPr>
      <p:grpSp>
        <p:nvGrpSpPr>
          <p:cNvPr id="1350" name="Google Shape;1350;p83"/>
          <p:cNvGrpSpPr/>
          <p:nvPr/>
        </p:nvGrpSpPr>
        <p:grpSpPr>
          <a:xfrm>
            <a:off x="3642951" y="1176740"/>
            <a:ext cx="2078182" cy="1366558"/>
            <a:chOff x="235800" y="830650"/>
            <a:chExt cx="6978450" cy="4588844"/>
          </a:xfrm>
        </p:grpSpPr>
        <p:sp>
          <p:nvSpPr>
            <p:cNvPr id="1351" name="Google Shape;1351;p8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8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8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8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8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8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 name="Google Shape;1357;p83"/>
          <p:cNvGrpSpPr/>
          <p:nvPr/>
        </p:nvGrpSpPr>
        <p:grpSpPr>
          <a:xfrm>
            <a:off x="738454" y="3007842"/>
            <a:ext cx="2622876" cy="1333540"/>
            <a:chOff x="238125" y="1038125"/>
            <a:chExt cx="7146800" cy="3633625"/>
          </a:xfrm>
        </p:grpSpPr>
        <p:sp>
          <p:nvSpPr>
            <p:cNvPr id="1358" name="Google Shape;1358;p8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8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8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8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8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8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8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8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8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8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8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8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8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8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8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8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8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8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8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8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8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8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8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8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8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8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8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8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8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8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8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8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8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8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8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8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8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8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8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8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8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8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8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8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8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8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8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8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8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8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8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8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8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8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8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8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8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8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8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8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8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8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8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8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8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8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8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8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8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8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8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8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8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8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8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8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8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8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8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8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8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8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8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8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8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8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8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8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8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8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8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8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8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8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8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8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8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8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8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8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8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8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8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8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8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8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8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8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8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8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8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8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8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8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8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8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8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8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8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8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8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8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8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8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8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8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8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8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8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8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8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8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8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8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8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8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8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8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8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8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8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8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8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8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8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8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8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8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8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8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8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8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8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8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8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8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8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8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8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8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8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8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8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8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8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8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8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8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8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8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8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8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8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8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8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8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8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8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8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8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8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8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8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8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8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8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8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8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8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8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8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8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8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8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8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8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8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8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8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8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8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8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8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8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8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8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8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8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8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8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8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8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8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8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8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8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8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8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8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8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8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8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8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8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8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8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8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8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8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8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8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8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8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8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8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8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8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8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8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8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8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8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8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8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8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8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8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8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8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8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8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8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8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8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8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8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8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8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8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8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8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8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8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8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8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8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8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8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8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8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8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8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8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8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8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8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8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8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8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8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8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8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8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8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8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8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8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8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8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8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8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8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8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8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8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8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8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8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8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8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8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8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8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8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8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8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8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8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8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8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8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8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8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8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8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8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8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8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8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8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8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8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8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8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8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8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8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8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8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8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8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8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8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8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8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8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8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8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8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8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8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8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8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8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8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8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8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8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8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8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8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8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8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8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8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8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8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8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8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8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8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8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8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8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8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8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8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8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8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8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8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8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8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8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8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8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8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8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8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8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8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8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8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8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8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8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8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8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8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8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8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8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8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8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8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8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8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8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8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8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8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8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8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8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8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8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8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8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8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8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8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8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8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8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8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8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8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8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8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8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8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8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8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8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8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8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8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8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8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8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8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8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8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8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8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8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8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8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8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8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8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8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8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8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8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8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8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8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8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8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8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8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8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8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8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8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8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8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8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8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8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8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8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8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8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8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8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8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8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8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8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8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8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8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8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8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8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8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8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8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8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8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8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8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8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8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8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8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8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8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8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8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8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8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8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8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8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8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8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8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8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8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8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8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8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8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8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8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8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8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8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8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8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8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8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8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8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8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8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8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8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8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8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8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8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8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8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8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8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8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8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8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8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8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8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8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8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8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8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8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8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8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8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8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8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8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8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8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8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8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8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8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8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8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8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8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8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8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8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8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8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8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8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8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8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0" name="Google Shape;2930;p83"/>
          <p:cNvGrpSpPr/>
          <p:nvPr/>
        </p:nvGrpSpPr>
        <p:grpSpPr>
          <a:xfrm>
            <a:off x="5961311" y="1231136"/>
            <a:ext cx="2435960" cy="1297725"/>
            <a:chOff x="233350" y="949250"/>
            <a:chExt cx="7137300" cy="3802300"/>
          </a:xfrm>
        </p:grpSpPr>
        <p:sp>
          <p:nvSpPr>
            <p:cNvPr id="2931" name="Google Shape;2931;p8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 name="Google Shape;2982;p83"/>
          <p:cNvGrpSpPr/>
          <p:nvPr/>
        </p:nvGrpSpPr>
        <p:grpSpPr>
          <a:xfrm>
            <a:off x="7714435" y="3194726"/>
            <a:ext cx="104231" cy="320340"/>
            <a:chOff x="7564426" y="3224343"/>
            <a:chExt cx="119985" cy="368801"/>
          </a:xfrm>
        </p:grpSpPr>
        <p:sp>
          <p:nvSpPr>
            <p:cNvPr id="2983" name="Google Shape;2983;p8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5" name="Google Shape;2985;p83"/>
          <p:cNvGrpSpPr/>
          <p:nvPr/>
        </p:nvGrpSpPr>
        <p:grpSpPr>
          <a:xfrm>
            <a:off x="7413923" y="3188827"/>
            <a:ext cx="189489" cy="332132"/>
            <a:chOff x="8370831" y="3202002"/>
            <a:chExt cx="218129" cy="382376"/>
          </a:xfrm>
        </p:grpSpPr>
        <p:sp>
          <p:nvSpPr>
            <p:cNvPr id="2986" name="Google Shape;2986;p8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8" name="Google Shape;2988;p83"/>
          <p:cNvGrpSpPr/>
          <p:nvPr/>
        </p:nvGrpSpPr>
        <p:grpSpPr>
          <a:xfrm>
            <a:off x="8137312" y="3599959"/>
            <a:ext cx="309429" cy="267000"/>
            <a:chOff x="6742064" y="3750480"/>
            <a:chExt cx="399315" cy="344560"/>
          </a:xfrm>
        </p:grpSpPr>
        <p:sp>
          <p:nvSpPr>
            <p:cNvPr id="2989" name="Google Shape;2989;p8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1" name="Google Shape;2991;p83"/>
          <p:cNvGrpSpPr/>
          <p:nvPr/>
        </p:nvGrpSpPr>
        <p:grpSpPr>
          <a:xfrm>
            <a:off x="7676331" y="3951006"/>
            <a:ext cx="180437" cy="281608"/>
            <a:chOff x="7248525" y="3739696"/>
            <a:chExt cx="230531" cy="359790"/>
          </a:xfrm>
        </p:grpSpPr>
        <p:sp>
          <p:nvSpPr>
            <p:cNvPr id="2992" name="Google Shape;2992;p8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4" name="Google Shape;2994;p83"/>
          <p:cNvGrpSpPr/>
          <p:nvPr/>
        </p:nvGrpSpPr>
        <p:grpSpPr>
          <a:xfrm>
            <a:off x="7922251" y="3594231"/>
            <a:ext cx="162896" cy="278710"/>
            <a:chOff x="7601242" y="3729267"/>
            <a:chExt cx="222566" cy="380803"/>
          </a:xfrm>
        </p:grpSpPr>
        <p:sp>
          <p:nvSpPr>
            <p:cNvPr id="2995" name="Google Shape;2995;p8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7" name="Google Shape;2997;p83"/>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8" name="Google Shape;2998;p83"/>
          <p:cNvGrpSpPr/>
          <p:nvPr/>
        </p:nvGrpSpPr>
        <p:grpSpPr>
          <a:xfrm>
            <a:off x="7411896" y="3595371"/>
            <a:ext cx="193543" cy="275990"/>
            <a:chOff x="8304647" y="3738687"/>
            <a:chExt cx="225076" cy="320956"/>
          </a:xfrm>
        </p:grpSpPr>
        <p:sp>
          <p:nvSpPr>
            <p:cNvPr id="2999" name="Google Shape;2999;p8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2" name="Google Shape;3002;p83"/>
          <p:cNvGrpSpPr/>
          <p:nvPr/>
        </p:nvGrpSpPr>
        <p:grpSpPr>
          <a:xfrm>
            <a:off x="7684389" y="3595371"/>
            <a:ext cx="178492" cy="275990"/>
            <a:chOff x="8615101" y="3738687"/>
            <a:chExt cx="207573" cy="320956"/>
          </a:xfrm>
        </p:grpSpPr>
        <p:sp>
          <p:nvSpPr>
            <p:cNvPr id="3003" name="Google Shape;3003;p8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6" name="Google Shape;3006;p83"/>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7" name="Google Shape;3007;p83"/>
          <p:cNvGrpSpPr/>
          <p:nvPr/>
        </p:nvGrpSpPr>
        <p:grpSpPr>
          <a:xfrm>
            <a:off x="7909920" y="3998032"/>
            <a:ext cx="187557" cy="187557"/>
            <a:chOff x="8565775" y="671075"/>
            <a:chExt cx="441000" cy="441000"/>
          </a:xfrm>
        </p:grpSpPr>
        <p:sp>
          <p:nvSpPr>
            <p:cNvPr id="3008" name="Google Shape;3008;p8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0" name="Google Shape;3010;p83"/>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3"/>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2" name="Google Shape;3012;p83"/>
          <p:cNvGrpSpPr/>
          <p:nvPr/>
        </p:nvGrpSpPr>
        <p:grpSpPr>
          <a:xfrm>
            <a:off x="6064392" y="3070557"/>
            <a:ext cx="587865" cy="517731"/>
            <a:chOff x="6000718" y="3070557"/>
            <a:chExt cx="587865" cy="517731"/>
          </a:xfrm>
        </p:grpSpPr>
        <p:sp>
          <p:nvSpPr>
            <p:cNvPr id="3013" name="Google Shape;3013;p8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3" name="Google Shape;3023;p83"/>
          <p:cNvGrpSpPr/>
          <p:nvPr/>
        </p:nvGrpSpPr>
        <p:grpSpPr>
          <a:xfrm>
            <a:off x="6079197" y="3714217"/>
            <a:ext cx="557665" cy="516387"/>
            <a:chOff x="6015523" y="3714217"/>
            <a:chExt cx="557665" cy="516387"/>
          </a:xfrm>
        </p:grpSpPr>
        <p:grpSp>
          <p:nvGrpSpPr>
            <p:cNvPr id="3024" name="Google Shape;3024;p83"/>
            <p:cNvGrpSpPr/>
            <p:nvPr/>
          </p:nvGrpSpPr>
          <p:grpSpPr>
            <a:xfrm>
              <a:off x="6036094" y="3716980"/>
              <a:ext cx="529822" cy="510480"/>
              <a:chOff x="3148311" y="-545634"/>
              <a:chExt cx="1006118" cy="969572"/>
            </a:xfrm>
          </p:grpSpPr>
          <p:sp>
            <p:nvSpPr>
              <p:cNvPr id="3025" name="Google Shape;3025;p8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5" name="Google Shape;3035;p8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6" name="Google Shape;3036;p83"/>
          <p:cNvGrpSpPr/>
          <p:nvPr/>
        </p:nvGrpSpPr>
        <p:grpSpPr>
          <a:xfrm>
            <a:off x="6707979" y="3073628"/>
            <a:ext cx="576302" cy="511871"/>
            <a:chOff x="6644304" y="3073628"/>
            <a:chExt cx="576302" cy="511871"/>
          </a:xfrm>
        </p:grpSpPr>
        <p:grpSp>
          <p:nvGrpSpPr>
            <p:cNvPr id="3037" name="Google Shape;3037;p83"/>
            <p:cNvGrpSpPr/>
            <p:nvPr/>
          </p:nvGrpSpPr>
          <p:grpSpPr>
            <a:xfrm>
              <a:off x="6712169" y="3073651"/>
              <a:ext cx="481611" cy="506713"/>
              <a:chOff x="1833536" y="-546641"/>
              <a:chExt cx="914567" cy="962419"/>
            </a:xfrm>
          </p:grpSpPr>
          <p:grpSp>
            <p:nvGrpSpPr>
              <p:cNvPr id="3038" name="Google Shape;3038;p83"/>
              <p:cNvGrpSpPr/>
              <p:nvPr/>
            </p:nvGrpSpPr>
            <p:grpSpPr>
              <a:xfrm>
                <a:off x="1833536" y="-524249"/>
                <a:ext cx="914567" cy="940027"/>
                <a:chOff x="1833536" y="-524249"/>
                <a:chExt cx="914567" cy="940027"/>
              </a:xfrm>
            </p:grpSpPr>
            <p:sp>
              <p:nvSpPr>
                <p:cNvPr id="3039" name="Google Shape;3039;p8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4" name="Google Shape;3044;p8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8" name="Google Shape;3048;p8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9" name="Google Shape;3049;p83"/>
          <p:cNvGrpSpPr/>
          <p:nvPr/>
        </p:nvGrpSpPr>
        <p:grpSpPr>
          <a:xfrm>
            <a:off x="6715725" y="3714143"/>
            <a:ext cx="560636" cy="516497"/>
            <a:chOff x="6652051" y="3714143"/>
            <a:chExt cx="560636" cy="516497"/>
          </a:xfrm>
        </p:grpSpPr>
        <p:grpSp>
          <p:nvGrpSpPr>
            <p:cNvPr id="3050" name="Google Shape;3050;p83"/>
            <p:cNvGrpSpPr/>
            <p:nvPr/>
          </p:nvGrpSpPr>
          <p:grpSpPr>
            <a:xfrm>
              <a:off x="6669657" y="3716715"/>
              <a:ext cx="466768" cy="464314"/>
              <a:chOff x="3139766" y="765669"/>
              <a:chExt cx="886380" cy="881888"/>
            </a:xfrm>
          </p:grpSpPr>
          <p:grpSp>
            <p:nvGrpSpPr>
              <p:cNvPr id="3051" name="Google Shape;3051;p83"/>
              <p:cNvGrpSpPr/>
              <p:nvPr/>
            </p:nvGrpSpPr>
            <p:grpSpPr>
              <a:xfrm>
                <a:off x="3139766" y="765669"/>
                <a:ext cx="886380" cy="881888"/>
                <a:chOff x="3139766" y="765669"/>
                <a:chExt cx="886380" cy="881888"/>
              </a:xfrm>
            </p:grpSpPr>
            <p:sp>
              <p:nvSpPr>
                <p:cNvPr id="3052" name="Google Shape;3052;p8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1" name="Google Shape;3061;p8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5" name="Google Shape;3065;p8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6" name="Google Shape;3066;p83"/>
          <p:cNvGrpSpPr/>
          <p:nvPr/>
        </p:nvGrpSpPr>
        <p:grpSpPr>
          <a:xfrm>
            <a:off x="726609" y="1192826"/>
            <a:ext cx="2665073" cy="1317140"/>
            <a:chOff x="793334" y="1192826"/>
            <a:chExt cx="2665073" cy="1317140"/>
          </a:xfrm>
        </p:grpSpPr>
        <p:sp>
          <p:nvSpPr>
            <p:cNvPr id="3067" name="Google Shape;3067;p8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83"/>
          <p:cNvGrpSpPr/>
          <p:nvPr/>
        </p:nvGrpSpPr>
        <p:grpSpPr>
          <a:xfrm>
            <a:off x="3597785" y="3065882"/>
            <a:ext cx="2241344" cy="1330656"/>
            <a:chOff x="3597785" y="3065882"/>
            <a:chExt cx="2241344" cy="1330656"/>
          </a:xfrm>
        </p:grpSpPr>
        <p:grpSp>
          <p:nvGrpSpPr>
            <p:cNvPr id="7035" name="Google Shape;7035;p83"/>
            <p:cNvGrpSpPr/>
            <p:nvPr/>
          </p:nvGrpSpPr>
          <p:grpSpPr>
            <a:xfrm>
              <a:off x="5296908" y="3937355"/>
              <a:ext cx="143198" cy="32380"/>
              <a:chOff x="5296908" y="3937355"/>
              <a:chExt cx="143198" cy="32380"/>
            </a:xfrm>
          </p:grpSpPr>
          <p:sp>
            <p:nvSpPr>
              <p:cNvPr id="7036" name="Google Shape;7036;p83"/>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7" name="Google Shape;7037;p83"/>
              <p:cNvGrpSpPr/>
              <p:nvPr/>
            </p:nvGrpSpPr>
            <p:grpSpPr>
              <a:xfrm>
                <a:off x="5402331" y="3937355"/>
                <a:ext cx="37776" cy="32380"/>
                <a:chOff x="5402331" y="3937355"/>
                <a:chExt cx="37776" cy="32380"/>
              </a:xfrm>
            </p:grpSpPr>
            <p:sp>
              <p:nvSpPr>
                <p:cNvPr id="7038" name="Google Shape;7038;p8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83"/>
              <p:cNvGrpSpPr/>
              <p:nvPr/>
            </p:nvGrpSpPr>
            <p:grpSpPr>
              <a:xfrm>
                <a:off x="5296908" y="3937355"/>
                <a:ext cx="37783" cy="32380"/>
                <a:chOff x="5296908" y="3937355"/>
                <a:chExt cx="37783" cy="32380"/>
              </a:xfrm>
            </p:grpSpPr>
            <p:sp>
              <p:nvSpPr>
                <p:cNvPr id="7041" name="Google Shape;7041;p8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3" name="Google Shape;7043;p83"/>
            <p:cNvGrpSpPr/>
            <p:nvPr/>
          </p:nvGrpSpPr>
          <p:grpSpPr>
            <a:xfrm>
              <a:off x="4724163" y="3119631"/>
              <a:ext cx="120838" cy="84218"/>
              <a:chOff x="4724163" y="3119631"/>
              <a:chExt cx="120838" cy="84218"/>
            </a:xfrm>
          </p:grpSpPr>
          <p:grpSp>
            <p:nvGrpSpPr>
              <p:cNvPr id="7044" name="Google Shape;7044;p83"/>
              <p:cNvGrpSpPr/>
              <p:nvPr/>
            </p:nvGrpSpPr>
            <p:grpSpPr>
              <a:xfrm>
                <a:off x="4746712" y="3132773"/>
                <a:ext cx="86869" cy="56424"/>
                <a:chOff x="4746712" y="3132773"/>
                <a:chExt cx="86869" cy="56424"/>
              </a:xfrm>
            </p:grpSpPr>
            <p:sp>
              <p:nvSpPr>
                <p:cNvPr id="7045" name="Google Shape;7045;p8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3"/>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83"/>
              <p:cNvGrpSpPr/>
              <p:nvPr/>
            </p:nvGrpSpPr>
            <p:grpSpPr>
              <a:xfrm>
                <a:off x="4773634" y="3143336"/>
                <a:ext cx="37776" cy="32451"/>
                <a:chOff x="4773634" y="3143336"/>
                <a:chExt cx="37776" cy="32451"/>
              </a:xfrm>
            </p:grpSpPr>
            <p:sp>
              <p:nvSpPr>
                <p:cNvPr id="7048" name="Google Shape;7048;p8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83"/>
              <p:cNvGrpSpPr/>
              <p:nvPr/>
            </p:nvGrpSpPr>
            <p:grpSpPr>
              <a:xfrm>
                <a:off x="4724163" y="3131248"/>
                <a:ext cx="37776" cy="32459"/>
                <a:chOff x="4724163" y="3131248"/>
                <a:chExt cx="37776" cy="32459"/>
              </a:xfrm>
            </p:grpSpPr>
            <p:sp>
              <p:nvSpPr>
                <p:cNvPr id="7051" name="Google Shape;7051;p8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83"/>
              <p:cNvGrpSpPr/>
              <p:nvPr/>
            </p:nvGrpSpPr>
            <p:grpSpPr>
              <a:xfrm>
                <a:off x="4755081" y="3176054"/>
                <a:ext cx="32357" cy="27795"/>
                <a:chOff x="4755081" y="3176054"/>
                <a:chExt cx="32357" cy="27795"/>
              </a:xfrm>
            </p:grpSpPr>
            <p:sp>
              <p:nvSpPr>
                <p:cNvPr id="7054" name="Google Shape;7054;p8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83"/>
              <p:cNvGrpSpPr/>
              <p:nvPr/>
            </p:nvGrpSpPr>
            <p:grpSpPr>
              <a:xfrm>
                <a:off x="4812550" y="3119631"/>
                <a:ext cx="32451" cy="27803"/>
                <a:chOff x="4812550" y="3119631"/>
                <a:chExt cx="32451" cy="27803"/>
              </a:xfrm>
            </p:grpSpPr>
            <p:sp>
              <p:nvSpPr>
                <p:cNvPr id="7057" name="Google Shape;7057;p8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9" name="Google Shape;7059;p83"/>
            <p:cNvGrpSpPr/>
            <p:nvPr/>
          </p:nvGrpSpPr>
          <p:grpSpPr>
            <a:xfrm>
              <a:off x="5382826" y="4027197"/>
              <a:ext cx="268967" cy="250422"/>
              <a:chOff x="5382826" y="4027197"/>
              <a:chExt cx="268967" cy="250422"/>
            </a:xfrm>
          </p:grpSpPr>
          <p:grpSp>
            <p:nvGrpSpPr>
              <p:cNvPr id="7060" name="Google Shape;7060;p83"/>
              <p:cNvGrpSpPr/>
              <p:nvPr/>
            </p:nvGrpSpPr>
            <p:grpSpPr>
              <a:xfrm>
                <a:off x="5405280" y="4042510"/>
                <a:ext cx="237570" cy="218647"/>
                <a:chOff x="5405280" y="4042510"/>
                <a:chExt cx="237570" cy="218647"/>
              </a:xfrm>
            </p:grpSpPr>
            <p:sp>
              <p:nvSpPr>
                <p:cNvPr id="7061" name="Google Shape;7061;p8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3"/>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3"/>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3"/>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3"/>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83"/>
              <p:cNvGrpSpPr/>
              <p:nvPr/>
            </p:nvGrpSpPr>
            <p:grpSpPr>
              <a:xfrm>
                <a:off x="5382826" y="4125549"/>
                <a:ext cx="37776" cy="32380"/>
                <a:chOff x="5382826" y="4125549"/>
                <a:chExt cx="37776" cy="32380"/>
              </a:xfrm>
            </p:grpSpPr>
            <p:sp>
              <p:nvSpPr>
                <p:cNvPr id="7068" name="Google Shape;7068;p8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83"/>
              <p:cNvGrpSpPr/>
              <p:nvPr/>
            </p:nvGrpSpPr>
            <p:grpSpPr>
              <a:xfrm>
                <a:off x="5475680" y="4195587"/>
                <a:ext cx="37783" cy="32364"/>
                <a:chOff x="5475680" y="4195587"/>
                <a:chExt cx="37783" cy="32364"/>
              </a:xfrm>
            </p:grpSpPr>
            <p:sp>
              <p:nvSpPr>
                <p:cNvPr id="7071" name="Google Shape;7071;p8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83"/>
              <p:cNvGrpSpPr/>
              <p:nvPr/>
            </p:nvGrpSpPr>
            <p:grpSpPr>
              <a:xfrm>
                <a:off x="5532575" y="4027197"/>
                <a:ext cx="33308" cy="32262"/>
                <a:chOff x="5532575" y="4027197"/>
                <a:chExt cx="33308" cy="32262"/>
              </a:xfrm>
            </p:grpSpPr>
            <p:sp>
              <p:nvSpPr>
                <p:cNvPr id="7074" name="Google Shape;7074;p8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83"/>
              <p:cNvGrpSpPr/>
              <p:nvPr/>
            </p:nvGrpSpPr>
            <p:grpSpPr>
              <a:xfrm>
                <a:off x="5590706" y="4245348"/>
                <a:ext cx="33497" cy="32270"/>
                <a:chOff x="5590706" y="4245348"/>
                <a:chExt cx="33497" cy="32270"/>
              </a:xfrm>
            </p:grpSpPr>
            <p:sp>
              <p:nvSpPr>
                <p:cNvPr id="7077" name="Google Shape;7077;p8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83"/>
              <p:cNvGrpSpPr/>
              <p:nvPr/>
            </p:nvGrpSpPr>
            <p:grpSpPr>
              <a:xfrm>
                <a:off x="5618681" y="4109677"/>
                <a:ext cx="33112" cy="32357"/>
                <a:chOff x="5618681" y="4109677"/>
                <a:chExt cx="33112" cy="32357"/>
              </a:xfrm>
            </p:grpSpPr>
            <p:sp>
              <p:nvSpPr>
                <p:cNvPr id="7080" name="Google Shape;7080;p8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83"/>
              <p:cNvGrpSpPr/>
              <p:nvPr/>
            </p:nvGrpSpPr>
            <p:grpSpPr>
              <a:xfrm>
                <a:off x="5479298" y="4128262"/>
                <a:ext cx="31405" cy="26906"/>
                <a:chOff x="5479298" y="4128262"/>
                <a:chExt cx="31405" cy="26906"/>
              </a:xfrm>
            </p:grpSpPr>
            <p:sp>
              <p:nvSpPr>
                <p:cNvPr id="7083" name="Google Shape;7083;p8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83"/>
              <p:cNvGrpSpPr/>
              <p:nvPr/>
            </p:nvGrpSpPr>
            <p:grpSpPr>
              <a:xfrm>
                <a:off x="5582903" y="4180116"/>
                <a:ext cx="31499" cy="26898"/>
                <a:chOff x="5582903" y="4180116"/>
                <a:chExt cx="31499" cy="26898"/>
              </a:xfrm>
            </p:grpSpPr>
            <p:sp>
              <p:nvSpPr>
                <p:cNvPr id="7086" name="Google Shape;7086;p8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88" name="Google Shape;7088;p83"/>
            <p:cNvGrpSpPr/>
            <p:nvPr/>
          </p:nvGrpSpPr>
          <p:grpSpPr>
            <a:xfrm>
              <a:off x="3977681" y="3230323"/>
              <a:ext cx="94584" cy="84085"/>
              <a:chOff x="3977681" y="3230323"/>
              <a:chExt cx="94584" cy="84085"/>
            </a:xfrm>
          </p:grpSpPr>
          <p:grpSp>
            <p:nvGrpSpPr>
              <p:cNvPr id="7089" name="Google Shape;7089;p83"/>
              <p:cNvGrpSpPr/>
              <p:nvPr/>
            </p:nvGrpSpPr>
            <p:grpSpPr>
              <a:xfrm>
                <a:off x="4000135" y="3243041"/>
                <a:ext cx="59570" cy="57186"/>
                <a:chOff x="4000135" y="3243041"/>
                <a:chExt cx="59570" cy="57186"/>
              </a:xfrm>
            </p:grpSpPr>
            <p:sp>
              <p:nvSpPr>
                <p:cNvPr id="7090" name="Google Shape;7090;p8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3"/>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3"/>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83"/>
              <p:cNvGrpSpPr/>
              <p:nvPr/>
            </p:nvGrpSpPr>
            <p:grpSpPr>
              <a:xfrm>
                <a:off x="3977681" y="3245872"/>
                <a:ext cx="37783" cy="32380"/>
                <a:chOff x="3977681" y="3245872"/>
                <a:chExt cx="37783" cy="32380"/>
              </a:xfrm>
            </p:grpSpPr>
            <p:sp>
              <p:nvSpPr>
                <p:cNvPr id="7094" name="Google Shape;7094;p8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83"/>
              <p:cNvGrpSpPr/>
              <p:nvPr/>
            </p:nvGrpSpPr>
            <p:grpSpPr>
              <a:xfrm>
                <a:off x="4040860" y="3262672"/>
                <a:ext cx="31405" cy="27001"/>
                <a:chOff x="4040860" y="3262672"/>
                <a:chExt cx="31405" cy="27001"/>
              </a:xfrm>
            </p:grpSpPr>
            <p:sp>
              <p:nvSpPr>
                <p:cNvPr id="7097" name="Google Shape;7097;p8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83"/>
              <p:cNvGrpSpPr/>
              <p:nvPr/>
            </p:nvGrpSpPr>
            <p:grpSpPr>
              <a:xfrm>
                <a:off x="4021072" y="3230323"/>
                <a:ext cx="31397" cy="26906"/>
                <a:chOff x="4021072" y="3230323"/>
                <a:chExt cx="31397" cy="26906"/>
              </a:xfrm>
            </p:grpSpPr>
            <p:sp>
              <p:nvSpPr>
                <p:cNvPr id="7100" name="Google Shape;7100;p8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83"/>
              <p:cNvGrpSpPr/>
              <p:nvPr/>
            </p:nvGrpSpPr>
            <p:grpSpPr>
              <a:xfrm>
                <a:off x="4001472" y="3287462"/>
                <a:ext cx="31499" cy="26945"/>
                <a:chOff x="4001472" y="3287462"/>
                <a:chExt cx="31499" cy="26945"/>
              </a:xfrm>
            </p:grpSpPr>
            <p:sp>
              <p:nvSpPr>
                <p:cNvPr id="7103" name="Google Shape;7103;p8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05" name="Google Shape;7105;p83"/>
            <p:cNvGrpSpPr/>
            <p:nvPr/>
          </p:nvGrpSpPr>
          <p:grpSpPr>
            <a:xfrm>
              <a:off x="4084715" y="3258865"/>
              <a:ext cx="184961" cy="137268"/>
              <a:chOff x="4084715" y="3258865"/>
              <a:chExt cx="184961" cy="137268"/>
            </a:xfrm>
          </p:grpSpPr>
          <p:grpSp>
            <p:nvGrpSpPr>
              <p:cNvPr id="7106" name="Google Shape;7106;p83"/>
              <p:cNvGrpSpPr/>
              <p:nvPr/>
            </p:nvGrpSpPr>
            <p:grpSpPr>
              <a:xfrm>
                <a:off x="4107453" y="3271583"/>
                <a:ext cx="153470" cy="110275"/>
                <a:chOff x="4107453" y="3271583"/>
                <a:chExt cx="153470" cy="110275"/>
              </a:xfrm>
            </p:grpSpPr>
            <p:sp>
              <p:nvSpPr>
                <p:cNvPr id="7107" name="Google Shape;7107;p8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3"/>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3"/>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3"/>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83"/>
              <p:cNvGrpSpPr/>
              <p:nvPr/>
            </p:nvGrpSpPr>
            <p:grpSpPr>
              <a:xfrm>
                <a:off x="4136947" y="3258865"/>
                <a:ext cx="31499" cy="27001"/>
                <a:chOff x="4136947" y="3258865"/>
                <a:chExt cx="31499" cy="27001"/>
              </a:xfrm>
            </p:grpSpPr>
            <p:sp>
              <p:nvSpPr>
                <p:cNvPr id="7112" name="Google Shape;7112;p8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83"/>
              <p:cNvGrpSpPr/>
              <p:nvPr/>
            </p:nvGrpSpPr>
            <p:grpSpPr>
              <a:xfrm>
                <a:off x="4084715" y="3266478"/>
                <a:ext cx="31468" cy="26898"/>
                <a:chOff x="4084715" y="3266478"/>
                <a:chExt cx="31468" cy="26898"/>
              </a:xfrm>
            </p:grpSpPr>
            <p:sp>
              <p:nvSpPr>
                <p:cNvPr id="7115" name="Google Shape;7115;p8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83"/>
              <p:cNvGrpSpPr/>
              <p:nvPr/>
            </p:nvGrpSpPr>
            <p:grpSpPr>
              <a:xfrm>
                <a:off x="4159213" y="3279849"/>
                <a:ext cx="31405" cy="26945"/>
                <a:chOff x="4159213" y="3279849"/>
                <a:chExt cx="31405" cy="26945"/>
              </a:xfrm>
            </p:grpSpPr>
            <p:sp>
              <p:nvSpPr>
                <p:cNvPr id="7118" name="Google Shape;7118;p8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83"/>
              <p:cNvGrpSpPr/>
              <p:nvPr/>
            </p:nvGrpSpPr>
            <p:grpSpPr>
              <a:xfrm>
                <a:off x="4201550" y="3266502"/>
                <a:ext cx="31405" cy="26883"/>
                <a:chOff x="4201550" y="3266502"/>
                <a:chExt cx="31405" cy="26883"/>
              </a:xfrm>
            </p:grpSpPr>
            <p:sp>
              <p:nvSpPr>
                <p:cNvPr id="7121" name="Google Shape;7121;p8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83"/>
              <p:cNvGrpSpPr/>
              <p:nvPr/>
            </p:nvGrpSpPr>
            <p:grpSpPr>
              <a:xfrm>
                <a:off x="4201550" y="3338278"/>
                <a:ext cx="31405" cy="26930"/>
                <a:chOff x="4201550" y="3338278"/>
                <a:chExt cx="31405" cy="26930"/>
              </a:xfrm>
            </p:grpSpPr>
            <p:sp>
              <p:nvSpPr>
                <p:cNvPr id="7124" name="Google Shape;7124;p8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83"/>
              <p:cNvGrpSpPr/>
              <p:nvPr/>
            </p:nvGrpSpPr>
            <p:grpSpPr>
              <a:xfrm>
                <a:off x="4238272" y="3369132"/>
                <a:ext cx="31405" cy="27001"/>
                <a:chOff x="4238272" y="3369132"/>
                <a:chExt cx="31405" cy="27001"/>
              </a:xfrm>
            </p:grpSpPr>
            <p:sp>
              <p:nvSpPr>
                <p:cNvPr id="7127" name="Google Shape;7127;p8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29" name="Google Shape;7129;p83"/>
            <p:cNvGrpSpPr/>
            <p:nvPr/>
          </p:nvGrpSpPr>
          <p:grpSpPr>
            <a:xfrm>
              <a:off x="4068639" y="3200169"/>
              <a:ext cx="77643" cy="37272"/>
              <a:chOff x="4068639" y="3200169"/>
              <a:chExt cx="77643" cy="37272"/>
            </a:xfrm>
          </p:grpSpPr>
          <p:sp>
            <p:nvSpPr>
              <p:cNvPr id="7130" name="Google Shape;7130;p83"/>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1" name="Google Shape;7131;p83"/>
              <p:cNvGrpSpPr/>
              <p:nvPr/>
            </p:nvGrpSpPr>
            <p:grpSpPr>
              <a:xfrm>
                <a:off x="4114878" y="3200169"/>
                <a:ext cx="31405" cy="26993"/>
                <a:chOff x="4114878" y="3200169"/>
                <a:chExt cx="31405" cy="26993"/>
              </a:xfrm>
            </p:grpSpPr>
            <p:sp>
              <p:nvSpPr>
                <p:cNvPr id="7132" name="Google Shape;7132;p8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83"/>
              <p:cNvGrpSpPr/>
              <p:nvPr/>
            </p:nvGrpSpPr>
            <p:grpSpPr>
              <a:xfrm>
                <a:off x="4068639" y="3210535"/>
                <a:ext cx="31499" cy="26906"/>
                <a:chOff x="4068639" y="3210535"/>
                <a:chExt cx="31499" cy="26906"/>
              </a:xfrm>
            </p:grpSpPr>
            <p:sp>
              <p:nvSpPr>
                <p:cNvPr id="7135" name="Google Shape;7135;p8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7" name="Google Shape;7137;p83"/>
            <p:cNvGrpSpPr/>
            <p:nvPr/>
          </p:nvGrpSpPr>
          <p:grpSpPr>
            <a:xfrm>
              <a:off x="3869702" y="3066935"/>
              <a:ext cx="382664" cy="190294"/>
              <a:chOff x="3869702" y="3066935"/>
              <a:chExt cx="382664" cy="190294"/>
            </a:xfrm>
          </p:grpSpPr>
          <p:grpSp>
            <p:nvGrpSpPr>
              <p:cNvPr id="7138" name="Google Shape;7138;p83"/>
              <p:cNvGrpSpPr/>
              <p:nvPr/>
            </p:nvGrpSpPr>
            <p:grpSpPr>
              <a:xfrm>
                <a:off x="3888633" y="3082351"/>
                <a:ext cx="351172" cy="160698"/>
                <a:chOff x="3888633" y="3082351"/>
                <a:chExt cx="351172" cy="160698"/>
              </a:xfrm>
            </p:grpSpPr>
            <p:sp>
              <p:nvSpPr>
                <p:cNvPr id="7139" name="Google Shape;7139;p8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3"/>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3"/>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3"/>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3"/>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83"/>
              <p:cNvGrpSpPr/>
              <p:nvPr/>
            </p:nvGrpSpPr>
            <p:grpSpPr>
              <a:xfrm>
                <a:off x="4143703" y="3066935"/>
                <a:ext cx="37783" cy="32357"/>
                <a:chOff x="4143703" y="3066935"/>
                <a:chExt cx="37783" cy="32357"/>
              </a:xfrm>
            </p:grpSpPr>
            <p:sp>
              <p:nvSpPr>
                <p:cNvPr id="7146" name="Google Shape;7146;p8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83"/>
              <p:cNvGrpSpPr/>
              <p:nvPr/>
            </p:nvGrpSpPr>
            <p:grpSpPr>
              <a:xfrm>
                <a:off x="4044565" y="3103563"/>
                <a:ext cx="37783" cy="32451"/>
                <a:chOff x="4044565" y="3103563"/>
                <a:chExt cx="37783" cy="32451"/>
              </a:xfrm>
            </p:grpSpPr>
            <p:sp>
              <p:nvSpPr>
                <p:cNvPr id="7149" name="Google Shape;7149;p8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83"/>
              <p:cNvGrpSpPr/>
              <p:nvPr/>
            </p:nvGrpSpPr>
            <p:grpSpPr>
              <a:xfrm>
                <a:off x="4017454" y="3188237"/>
                <a:ext cx="37776" cy="32357"/>
                <a:chOff x="4017454" y="3188237"/>
                <a:chExt cx="37776" cy="32357"/>
              </a:xfrm>
            </p:grpSpPr>
            <p:sp>
              <p:nvSpPr>
                <p:cNvPr id="7152" name="Google Shape;7152;p8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83"/>
              <p:cNvGrpSpPr/>
              <p:nvPr/>
            </p:nvGrpSpPr>
            <p:grpSpPr>
              <a:xfrm>
                <a:off x="3921548" y="3157509"/>
                <a:ext cx="37783" cy="32357"/>
                <a:chOff x="3921548" y="3157509"/>
                <a:chExt cx="37783" cy="32357"/>
              </a:xfrm>
            </p:grpSpPr>
            <p:sp>
              <p:nvSpPr>
                <p:cNvPr id="7155" name="Google Shape;7155;p8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83"/>
              <p:cNvGrpSpPr/>
              <p:nvPr/>
            </p:nvGrpSpPr>
            <p:grpSpPr>
              <a:xfrm>
                <a:off x="3939056" y="3211620"/>
                <a:ext cx="37783" cy="32380"/>
                <a:chOff x="3939056" y="3211620"/>
                <a:chExt cx="37783" cy="32380"/>
              </a:xfrm>
            </p:grpSpPr>
            <p:sp>
              <p:nvSpPr>
                <p:cNvPr id="7158" name="Google Shape;7158;p8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83"/>
              <p:cNvGrpSpPr/>
              <p:nvPr/>
            </p:nvGrpSpPr>
            <p:grpSpPr>
              <a:xfrm>
                <a:off x="4176240" y="3136965"/>
                <a:ext cx="31405" cy="26930"/>
                <a:chOff x="4176240" y="3136965"/>
                <a:chExt cx="31405" cy="26930"/>
              </a:xfrm>
            </p:grpSpPr>
            <p:sp>
              <p:nvSpPr>
                <p:cNvPr id="7161" name="Google Shape;7161;p8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83"/>
              <p:cNvGrpSpPr/>
              <p:nvPr/>
            </p:nvGrpSpPr>
            <p:grpSpPr>
              <a:xfrm>
                <a:off x="4133148" y="3152593"/>
                <a:ext cx="31499" cy="27001"/>
                <a:chOff x="4133148" y="3152593"/>
                <a:chExt cx="31499" cy="27001"/>
              </a:xfrm>
            </p:grpSpPr>
            <p:sp>
              <p:nvSpPr>
                <p:cNvPr id="7164" name="Google Shape;7164;p8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83"/>
              <p:cNvGrpSpPr/>
              <p:nvPr/>
            </p:nvGrpSpPr>
            <p:grpSpPr>
              <a:xfrm>
                <a:off x="4220866" y="3073534"/>
                <a:ext cx="31499" cy="26898"/>
                <a:chOff x="4220866" y="3073534"/>
                <a:chExt cx="31499" cy="26898"/>
              </a:xfrm>
            </p:grpSpPr>
            <p:sp>
              <p:nvSpPr>
                <p:cNvPr id="7167" name="Google Shape;7167;p8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83"/>
              <p:cNvGrpSpPr/>
              <p:nvPr/>
            </p:nvGrpSpPr>
            <p:grpSpPr>
              <a:xfrm>
                <a:off x="3869702" y="3230323"/>
                <a:ext cx="31499" cy="26906"/>
                <a:chOff x="3869702" y="3230323"/>
                <a:chExt cx="31499" cy="26906"/>
              </a:xfrm>
            </p:grpSpPr>
            <p:sp>
              <p:nvSpPr>
                <p:cNvPr id="7170" name="Google Shape;7170;p8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2" name="Google Shape;7172;p83"/>
            <p:cNvGrpSpPr/>
            <p:nvPr/>
          </p:nvGrpSpPr>
          <p:grpSpPr>
            <a:xfrm>
              <a:off x="4271383" y="3065882"/>
              <a:ext cx="304556" cy="341663"/>
              <a:chOff x="4271383" y="3065882"/>
              <a:chExt cx="304556" cy="341663"/>
            </a:xfrm>
          </p:grpSpPr>
          <p:grpSp>
            <p:nvGrpSpPr>
              <p:cNvPr id="7173" name="Google Shape;7173;p83"/>
              <p:cNvGrpSpPr/>
              <p:nvPr/>
            </p:nvGrpSpPr>
            <p:grpSpPr>
              <a:xfrm>
                <a:off x="4293838" y="3078639"/>
                <a:ext cx="269353" cy="311973"/>
                <a:chOff x="4293838" y="3078639"/>
                <a:chExt cx="269353" cy="311973"/>
              </a:xfrm>
            </p:grpSpPr>
            <p:sp>
              <p:nvSpPr>
                <p:cNvPr id="7174" name="Google Shape;7174;p8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3"/>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3"/>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3"/>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3"/>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3"/>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3"/>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3"/>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3"/>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3"/>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3"/>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3"/>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3"/>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3"/>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3"/>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3"/>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3"/>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83"/>
              <p:cNvGrpSpPr/>
              <p:nvPr/>
            </p:nvGrpSpPr>
            <p:grpSpPr>
              <a:xfrm>
                <a:off x="4538164" y="3342061"/>
                <a:ext cx="37776" cy="32380"/>
                <a:chOff x="4538164" y="3342061"/>
                <a:chExt cx="37776" cy="32380"/>
              </a:xfrm>
            </p:grpSpPr>
            <p:sp>
              <p:nvSpPr>
                <p:cNvPr id="7192" name="Google Shape;7192;p8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83"/>
              <p:cNvGrpSpPr/>
              <p:nvPr/>
            </p:nvGrpSpPr>
            <p:grpSpPr>
              <a:xfrm>
                <a:off x="4271383" y="3194742"/>
                <a:ext cx="37783" cy="32420"/>
                <a:chOff x="4271383" y="3194742"/>
                <a:chExt cx="37783" cy="32420"/>
              </a:xfrm>
            </p:grpSpPr>
            <p:sp>
              <p:nvSpPr>
                <p:cNvPr id="7195" name="Google Shape;7195;p8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83"/>
              <p:cNvGrpSpPr/>
              <p:nvPr/>
            </p:nvGrpSpPr>
            <p:grpSpPr>
              <a:xfrm>
                <a:off x="4284416" y="3084058"/>
                <a:ext cx="37783" cy="32357"/>
                <a:chOff x="4284416" y="3084058"/>
                <a:chExt cx="37783" cy="32357"/>
              </a:xfrm>
            </p:grpSpPr>
            <p:sp>
              <p:nvSpPr>
                <p:cNvPr id="7198" name="Google Shape;7198;p8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83"/>
              <p:cNvGrpSpPr/>
              <p:nvPr/>
            </p:nvGrpSpPr>
            <p:grpSpPr>
              <a:xfrm>
                <a:off x="4478697" y="3297561"/>
                <a:ext cx="37776" cy="32451"/>
                <a:chOff x="4478697" y="3297561"/>
                <a:chExt cx="37776" cy="32451"/>
              </a:xfrm>
            </p:grpSpPr>
            <p:sp>
              <p:nvSpPr>
                <p:cNvPr id="7201" name="Google Shape;7201;p8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83"/>
              <p:cNvGrpSpPr/>
              <p:nvPr/>
            </p:nvGrpSpPr>
            <p:grpSpPr>
              <a:xfrm>
                <a:off x="4411813" y="3331711"/>
                <a:ext cx="37776" cy="32451"/>
                <a:chOff x="4411813" y="3331711"/>
                <a:chExt cx="37776" cy="32451"/>
              </a:xfrm>
            </p:grpSpPr>
            <p:sp>
              <p:nvSpPr>
                <p:cNvPr id="7204" name="Google Shape;7204;p8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83"/>
              <p:cNvGrpSpPr/>
              <p:nvPr/>
            </p:nvGrpSpPr>
            <p:grpSpPr>
              <a:xfrm>
                <a:off x="4337984" y="3375188"/>
                <a:ext cx="37776" cy="32357"/>
                <a:chOff x="4337984" y="3375188"/>
                <a:chExt cx="37776" cy="32357"/>
              </a:xfrm>
            </p:grpSpPr>
            <p:sp>
              <p:nvSpPr>
                <p:cNvPr id="7207" name="Google Shape;7207;p8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83"/>
              <p:cNvGrpSpPr/>
              <p:nvPr/>
            </p:nvGrpSpPr>
            <p:grpSpPr>
              <a:xfrm>
                <a:off x="4494867" y="3090530"/>
                <a:ext cx="37878" cy="32451"/>
                <a:chOff x="4494867" y="3090530"/>
                <a:chExt cx="37878" cy="32451"/>
              </a:xfrm>
            </p:grpSpPr>
            <p:sp>
              <p:nvSpPr>
                <p:cNvPr id="7210" name="Google Shape;7210;p8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83"/>
              <p:cNvGrpSpPr/>
              <p:nvPr/>
            </p:nvGrpSpPr>
            <p:grpSpPr>
              <a:xfrm>
                <a:off x="4525124" y="3207774"/>
                <a:ext cx="37783" cy="32420"/>
                <a:chOff x="4525124" y="3207774"/>
                <a:chExt cx="37783" cy="32420"/>
              </a:xfrm>
            </p:grpSpPr>
            <p:sp>
              <p:nvSpPr>
                <p:cNvPr id="7213" name="Google Shape;7213;p8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83"/>
              <p:cNvGrpSpPr/>
              <p:nvPr/>
            </p:nvGrpSpPr>
            <p:grpSpPr>
              <a:xfrm>
                <a:off x="4440544" y="3176479"/>
                <a:ext cx="31499" cy="26898"/>
                <a:chOff x="4440544" y="3176479"/>
                <a:chExt cx="31499" cy="26898"/>
              </a:xfrm>
            </p:grpSpPr>
            <p:sp>
              <p:nvSpPr>
                <p:cNvPr id="7216" name="Google Shape;7216;p8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83"/>
              <p:cNvGrpSpPr/>
              <p:nvPr/>
            </p:nvGrpSpPr>
            <p:grpSpPr>
              <a:xfrm>
                <a:off x="4350545" y="3156400"/>
                <a:ext cx="31405" cy="27001"/>
                <a:chOff x="4350545" y="3156400"/>
                <a:chExt cx="31405" cy="27001"/>
              </a:xfrm>
            </p:grpSpPr>
            <p:sp>
              <p:nvSpPr>
                <p:cNvPr id="7219" name="Google Shape;7219;p8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83"/>
              <p:cNvGrpSpPr/>
              <p:nvPr/>
            </p:nvGrpSpPr>
            <p:grpSpPr>
              <a:xfrm>
                <a:off x="4376703" y="3255058"/>
                <a:ext cx="31405" cy="27001"/>
                <a:chOff x="4376703" y="3255058"/>
                <a:chExt cx="31405" cy="27001"/>
              </a:xfrm>
            </p:grpSpPr>
            <p:sp>
              <p:nvSpPr>
                <p:cNvPr id="7222" name="Google Shape;7222;p8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83"/>
              <p:cNvGrpSpPr/>
              <p:nvPr/>
            </p:nvGrpSpPr>
            <p:grpSpPr>
              <a:xfrm>
                <a:off x="4331322" y="3283656"/>
                <a:ext cx="31405" cy="26945"/>
                <a:chOff x="4331322" y="3283656"/>
                <a:chExt cx="31405" cy="26945"/>
              </a:xfrm>
            </p:grpSpPr>
            <p:sp>
              <p:nvSpPr>
                <p:cNvPr id="7225" name="Google Shape;7225;p8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83"/>
              <p:cNvGrpSpPr/>
              <p:nvPr/>
            </p:nvGrpSpPr>
            <p:grpSpPr>
              <a:xfrm>
                <a:off x="4380510" y="3065882"/>
                <a:ext cx="31405" cy="26938"/>
                <a:chOff x="4380510" y="3065882"/>
                <a:chExt cx="31405" cy="26938"/>
              </a:xfrm>
            </p:grpSpPr>
            <p:sp>
              <p:nvSpPr>
                <p:cNvPr id="7228" name="Google Shape;7228;p8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30" name="Google Shape;7230;p83"/>
            <p:cNvGrpSpPr/>
            <p:nvPr/>
          </p:nvGrpSpPr>
          <p:grpSpPr>
            <a:xfrm>
              <a:off x="4558998" y="3188237"/>
              <a:ext cx="1280131" cy="1052746"/>
              <a:chOff x="4558998" y="3188237"/>
              <a:chExt cx="1280131" cy="1052746"/>
            </a:xfrm>
          </p:grpSpPr>
          <p:sp>
            <p:nvSpPr>
              <p:cNvPr id="7231" name="Google Shape;7231;p83"/>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2" name="Google Shape;7232;p83"/>
              <p:cNvGrpSpPr/>
              <p:nvPr/>
            </p:nvGrpSpPr>
            <p:grpSpPr>
              <a:xfrm>
                <a:off x="4579164" y="3203653"/>
                <a:ext cx="1244833" cy="1020397"/>
                <a:chOff x="4579164" y="3203653"/>
                <a:chExt cx="1244833" cy="1020397"/>
              </a:xfrm>
            </p:grpSpPr>
            <p:sp>
              <p:nvSpPr>
                <p:cNvPr id="7233" name="Google Shape;7233;p83"/>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3"/>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5" name="Google Shape;7235;p83"/>
                <p:cNvGrpSpPr/>
                <p:nvPr/>
              </p:nvGrpSpPr>
              <p:grpSpPr>
                <a:xfrm>
                  <a:off x="4579164" y="3203653"/>
                  <a:ext cx="1244833" cy="1020397"/>
                  <a:chOff x="4579164" y="3203653"/>
                  <a:chExt cx="1244833" cy="1020397"/>
                </a:xfrm>
              </p:grpSpPr>
              <p:sp>
                <p:nvSpPr>
                  <p:cNvPr id="7236" name="Google Shape;7236;p83"/>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3"/>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8" name="Google Shape;7238;p83"/>
                  <p:cNvGrpSpPr/>
                  <p:nvPr/>
                </p:nvGrpSpPr>
                <p:grpSpPr>
                  <a:xfrm>
                    <a:off x="4579164" y="3203653"/>
                    <a:ext cx="1244833" cy="1020397"/>
                    <a:chOff x="4579164" y="3203653"/>
                    <a:chExt cx="1244833" cy="1020397"/>
                  </a:xfrm>
                </p:grpSpPr>
                <p:sp>
                  <p:nvSpPr>
                    <p:cNvPr id="7239" name="Google Shape;7239;p83"/>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3"/>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3"/>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3"/>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3"/>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3"/>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3"/>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3"/>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7" name="Google Shape;7247;p83"/>
                    <p:cNvGrpSpPr/>
                    <p:nvPr/>
                  </p:nvGrpSpPr>
                  <p:grpSpPr>
                    <a:xfrm>
                      <a:off x="4579164" y="3203653"/>
                      <a:ext cx="1244833" cy="1020397"/>
                      <a:chOff x="4579164" y="3203653"/>
                      <a:chExt cx="1244833" cy="1020397"/>
                    </a:xfrm>
                  </p:grpSpPr>
                  <p:sp>
                    <p:nvSpPr>
                      <p:cNvPr id="7248" name="Google Shape;7248;p83"/>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3"/>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3"/>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3"/>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3"/>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3"/>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3"/>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3"/>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3"/>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3"/>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3"/>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3"/>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3"/>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3"/>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2" name="Google Shape;7262;p83"/>
                      <p:cNvGrpSpPr/>
                      <p:nvPr/>
                    </p:nvGrpSpPr>
                    <p:grpSpPr>
                      <a:xfrm>
                        <a:off x="4579164" y="3203653"/>
                        <a:ext cx="1244833" cy="1020397"/>
                        <a:chOff x="4579164" y="3203653"/>
                        <a:chExt cx="1244833" cy="1020397"/>
                      </a:xfrm>
                    </p:grpSpPr>
                    <p:sp>
                      <p:nvSpPr>
                        <p:cNvPr id="7263" name="Google Shape;7263;p83"/>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3"/>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3"/>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3"/>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3"/>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3"/>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3"/>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3"/>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3"/>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3"/>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3"/>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3"/>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3"/>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3"/>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3"/>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3"/>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3"/>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3"/>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3"/>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3"/>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3"/>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7" name="Google Shape;7287;p83"/>
                        <p:cNvGrpSpPr/>
                        <p:nvPr/>
                      </p:nvGrpSpPr>
                      <p:grpSpPr>
                        <a:xfrm>
                          <a:off x="4579164" y="3203653"/>
                          <a:ext cx="1244833" cy="1020397"/>
                          <a:chOff x="4579164" y="3203653"/>
                          <a:chExt cx="1244833" cy="1020397"/>
                        </a:xfrm>
                      </p:grpSpPr>
                      <p:sp>
                        <p:nvSpPr>
                          <p:cNvPr id="7288" name="Google Shape;7288;p83"/>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9" name="Google Shape;7289;p83"/>
                          <p:cNvGrpSpPr/>
                          <p:nvPr/>
                        </p:nvGrpSpPr>
                        <p:grpSpPr>
                          <a:xfrm>
                            <a:off x="4579164" y="3203653"/>
                            <a:ext cx="1244833" cy="1020397"/>
                            <a:chOff x="4579164" y="3203653"/>
                            <a:chExt cx="1244833" cy="1020397"/>
                          </a:xfrm>
                        </p:grpSpPr>
                        <p:sp>
                          <p:nvSpPr>
                            <p:cNvPr id="7290" name="Google Shape;7290;p83"/>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3"/>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3"/>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3"/>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3"/>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3"/>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3"/>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7" name="Google Shape;7297;p83"/>
                            <p:cNvGrpSpPr/>
                            <p:nvPr/>
                          </p:nvGrpSpPr>
                          <p:grpSpPr>
                            <a:xfrm>
                              <a:off x="4579164" y="3203653"/>
                              <a:ext cx="1244833" cy="1020397"/>
                              <a:chOff x="4579164" y="3203653"/>
                              <a:chExt cx="1244833" cy="1020397"/>
                            </a:xfrm>
                          </p:grpSpPr>
                          <p:sp>
                            <p:nvSpPr>
                              <p:cNvPr id="7298" name="Google Shape;7298;p83"/>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3"/>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3"/>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3"/>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3"/>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3"/>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3"/>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3"/>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3"/>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3"/>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3"/>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3"/>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3"/>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1" name="Google Shape;7311;p83"/>
                              <p:cNvGrpSpPr/>
                              <p:nvPr/>
                            </p:nvGrpSpPr>
                            <p:grpSpPr>
                              <a:xfrm>
                                <a:off x="4579164" y="3203653"/>
                                <a:ext cx="1244833" cy="1020397"/>
                                <a:chOff x="4579164" y="3203653"/>
                                <a:chExt cx="1244833" cy="1020397"/>
                              </a:xfrm>
                            </p:grpSpPr>
                            <p:sp>
                              <p:nvSpPr>
                                <p:cNvPr id="7312" name="Google Shape;7312;p83"/>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3"/>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3"/>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3"/>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3"/>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3"/>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3"/>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9" name="Google Shape;7319;p83"/>
                                <p:cNvGrpSpPr/>
                                <p:nvPr/>
                              </p:nvGrpSpPr>
                              <p:grpSpPr>
                                <a:xfrm>
                                  <a:off x="4579164" y="3203653"/>
                                  <a:ext cx="1244833" cy="1020397"/>
                                  <a:chOff x="4579164" y="3203653"/>
                                  <a:chExt cx="1244833" cy="1020397"/>
                                </a:xfrm>
                              </p:grpSpPr>
                              <p:sp>
                                <p:nvSpPr>
                                  <p:cNvPr id="7320" name="Google Shape;7320;p83"/>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3"/>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3"/>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3"/>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3"/>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5" name="Google Shape;7325;p83"/>
                                  <p:cNvGrpSpPr/>
                                  <p:nvPr/>
                                </p:nvGrpSpPr>
                                <p:grpSpPr>
                                  <a:xfrm>
                                    <a:off x="4579164" y="3203653"/>
                                    <a:ext cx="1244833" cy="1020397"/>
                                    <a:chOff x="4579164" y="3203653"/>
                                    <a:chExt cx="1244833" cy="1020397"/>
                                  </a:xfrm>
                                </p:grpSpPr>
                                <p:sp>
                                  <p:nvSpPr>
                                    <p:cNvPr id="7326" name="Google Shape;7326;p8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3"/>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330" name="Google Shape;7330;p83"/>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3"/>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3"/>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333" name="Google Shape;7333;p83"/>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334" name="Google Shape;7334;p83"/>
              <p:cNvGrpSpPr/>
              <p:nvPr/>
            </p:nvGrpSpPr>
            <p:grpSpPr>
              <a:xfrm>
                <a:off x="4595437" y="3598775"/>
                <a:ext cx="37776" cy="32451"/>
                <a:chOff x="4595437" y="3598775"/>
                <a:chExt cx="37776" cy="32451"/>
              </a:xfrm>
            </p:grpSpPr>
            <p:sp>
              <p:nvSpPr>
                <p:cNvPr id="7335" name="Google Shape;7335;p8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83"/>
              <p:cNvGrpSpPr/>
              <p:nvPr/>
            </p:nvGrpSpPr>
            <p:grpSpPr>
              <a:xfrm>
                <a:off x="4641864" y="3524443"/>
                <a:ext cx="37776" cy="32380"/>
                <a:chOff x="4641864" y="3524443"/>
                <a:chExt cx="37776" cy="32380"/>
              </a:xfrm>
            </p:grpSpPr>
            <p:sp>
              <p:nvSpPr>
                <p:cNvPr id="7338" name="Google Shape;7338;p8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83"/>
              <p:cNvGrpSpPr/>
              <p:nvPr/>
            </p:nvGrpSpPr>
            <p:grpSpPr>
              <a:xfrm>
                <a:off x="4648431" y="3893901"/>
                <a:ext cx="37776" cy="32357"/>
                <a:chOff x="4648431" y="3893901"/>
                <a:chExt cx="37776" cy="32357"/>
              </a:xfrm>
            </p:grpSpPr>
            <p:sp>
              <p:nvSpPr>
                <p:cNvPr id="7341" name="Google Shape;7341;p8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83"/>
              <p:cNvGrpSpPr/>
              <p:nvPr/>
            </p:nvGrpSpPr>
            <p:grpSpPr>
              <a:xfrm>
                <a:off x="4567752" y="3722908"/>
                <a:ext cx="37870" cy="32380"/>
                <a:chOff x="4567752" y="3722908"/>
                <a:chExt cx="37870" cy="32380"/>
              </a:xfrm>
            </p:grpSpPr>
            <p:sp>
              <p:nvSpPr>
                <p:cNvPr id="7344" name="Google Shape;7344;p8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83"/>
              <p:cNvGrpSpPr/>
              <p:nvPr/>
            </p:nvGrpSpPr>
            <p:grpSpPr>
              <a:xfrm>
                <a:off x="4617506" y="3652052"/>
                <a:ext cx="37783" cy="32357"/>
                <a:chOff x="4617506" y="3652052"/>
                <a:chExt cx="37783" cy="32357"/>
              </a:xfrm>
            </p:grpSpPr>
            <p:sp>
              <p:nvSpPr>
                <p:cNvPr id="7347" name="Google Shape;7347;p8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83"/>
              <p:cNvGrpSpPr/>
              <p:nvPr/>
            </p:nvGrpSpPr>
            <p:grpSpPr>
              <a:xfrm>
                <a:off x="4739005" y="3554149"/>
                <a:ext cx="37870" cy="32357"/>
                <a:chOff x="4739005" y="3554149"/>
                <a:chExt cx="37870" cy="32357"/>
              </a:xfrm>
            </p:grpSpPr>
            <p:sp>
              <p:nvSpPr>
                <p:cNvPr id="7350" name="Google Shape;7350;p8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83"/>
              <p:cNvGrpSpPr/>
              <p:nvPr/>
            </p:nvGrpSpPr>
            <p:grpSpPr>
              <a:xfrm>
                <a:off x="4806557" y="3630258"/>
                <a:ext cx="37776" cy="32364"/>
                <a:chOff x="4806557" y="3630258"/>
                <a:chExt cx="37776" cy="32364"/>
              </a:xfrm>
            </p:grpSpPr>
            <p:sp>
              <p:nvSpPr>
                <p:cNvPr id="7353" name="Google Shape;7353;p8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83"/>
              <p:cNvGrpSpPr/>
              <p:nvPr/>
            </p:nvGrpSpPr>
            <p:grpSpPr>
              <a:xfrm>
                <a:off x="4737007" y="4004357"/>
                <a:ext cx="37870" cy="32357"/>
                <a:chOff x="4737007" y="4004357"/>
                <a:chExt cx="37870" cy="32357"/>
              </a:xfrm>
            </p:grpSpPr>
            <p:sp>
              <p:nvSpPr>
                <p:cNvPr id="7356" name="Google Shape;7356;p8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83"/>
              <p:cNvGrpSpPr/>
              <p:nvPr/>
            </p:nvGrpSpPr>
            <p:grpSpPr>
              <a:xfrm>
                <a:off x="4773634" y="4208627"/>
                <a:ext cx="37776" cy="32357"/>
                <a:chOff x="4773634" y="4208627"/>
                <a:chExt cx="37776" cy="32357"/>
              </a:xfrm>
            </p:grpSpPr>
            <p:sp>
              <p:nvSpPr>
                <p:cNvPr id="7359" name="Google Shape;7359;p8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83"/>
              <p:cNvGrpSpPr/>
              <p:nvPr/>
            </p:nvGrpSpPr>
            <p:grpSpPr>
              <a:xfrm>
                <a:off x="4888282" y="4074764"/>
                <a:ext cx="37776" cy="32451"/>
                <a:chOff x="4888282" y="4074764"/>
                <a:chExt cx="37776" cy="32451"/>
              </a:xfrm>
            </p:grpSpPr>
            <p:sp>
              <p:nvSpPr>
                <p:cNvPr id="7362" name="Google Shape;7362;p8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4" name="Google Shape;7364;p83"/>
              <p:cNvGrpSpPr/>
              <p:nvPr/>
            </p:nvGrpSpPr>
            <p:grpSpPr>
              <a:xfrm>
                <a:off x="4901315" y="3804271"/>
                <a:ext cx="37776" cy="32364"/>
                <a:chOff x="4901315" y="3804271"/>
                <a:chExt cx="37776" cy="32364"/>
              </a:xfrm>
            </p:grpSpPr>
            <p:sp>
              <p:nvSpPr>
                <p:cNvPr id="7365" name="Google Shape;7365;p8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7" name="Google Shape;7367;p83"/>
              <p:cNvGrpSpPr/>
              <p:nvPr/>
            </p:nvGrpSpPr>
            <p:grpSpPr>
              <a:xfrm>
                <a:off x="4866394" y="3715035"/>
                <a:ext cx="37846" cy="32357"/>
                <a:chOff x="4866394" y="3715035"/>
                <a:chExt cx="37846" cy="32357"/>
              </a:xfrm>
            </p:grpSpPr>
            <p:sp>
              <p:nvSpPr>
                <p:cNvPr id="7368" name="Google Shape;7368;p8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83"/>
              <p:cNvGrpSpPr/>
              <p:nvPr/>
            </p:nvGrpSpPr>
            <p:grpSpPr>
              <a:xfrm>
                <a:off x="4979233" y="3839798"/>
                <a:ext cx="37878" cy="32420"/>
                <a:chOff x="4979233" y="3839798"/>
                <a:chExt cx="37878" cy="32420"/>
              </a:xfrm>
            </p:grpSpPr>
            <p:sp>
              <p:nvSpPr>
                <p:cNvPr id="7371" name="Google Shape;7371;p8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83"/>
              <p:cNvGrpSpPr/>
              <p:nvPr/>
            </p:nvGrpSpPr>
            <p:grpSpPr>
              <a:xfrm>
                <a:off x="4790662" y="3679147"/>
                <a:ext cx="37783" cy="32380"/>
                <a:chOff x="4790662" y="3679147"/>
                <a:chExt cx="37783" cy="32380"/>
              </a:xfrm>
            </p:grpSpPr>
            <p:sp>
              <p:nvSpPr>
                <p:cNvPr id="7374" name="Google Shape;7374;p8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83"/>
              <p:cNvGrpSpPr/>
              <p:nvPr/>
            </p:nvGrpSpPr>
            <p:grpSpPr>
              <a:xfrm>
                <a:off x="4857263" y="3557861"/>
                <a:ext cx="37776" cy="32357"/>
                <a:chOff x="4857263" y="3557861"/>
                <a:chExt cx="37776" cy="32357"/>
              </a:xfrm>
            </p:grpSpPr>
            <p:sp>
              <p:nvSpPr>
                <p:cNvPr id="7377" name="Google Shape;7377;p8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83"/>
              <p:cNvGrpSpPr/>
              <p:nvPr/>
            </p:nvGrpSpPr>
            <p:grpSpPr>
              <a:xfrm>
                <a:off x="4883902" y="3648033"/>
                <a:ext cx="37783" cy="32380"/>
                <a:chOff x="4883902" y="3648033"/>
                <a:chExt cx="37783" cy="32380"/>
              </a:xfrm>
            </p:grpSpPr>
            <p:sp>
              <p:nvSpPr>
                <p:cNvPr id="7380" name="Google Shape;7380;p8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83"/>
              <p:cNvGrpSpPr/>
              <p:nvPr/>
            </p:nvGrpSpPr>
            <p:grpSpPr>
              <a:xfrm>
                <a:off x="4907780" y="3347220"/>
                <a:ext cx="37878" cy="32357"/>
                <a:chOff x="4907780" y="3347220"/>
                <a:chExt cx="37878" cy="32357"/>
              </a:xfrm>
            </p:grpSpPr>
            <p:sp>
              <p:nvSpPr>
                <p:cNvPr id="7383" name="Google Shape;7383;p8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83"/>
              <p:cNvGrpSpPr/>
              <p:nvPr/>
            </p:nvGrpSpPr>
            <p:grpSpPr>
              <a:xfrm>
                <a:off x="5065048" y="3738150"/>
                <a:ext cx="37783" cy="32364"/>
                <a:chOff x="5065048" y="3738150"/>
                <a:chExt cx="37783" cy="32364"/>
              </a:xfrm>
            </p:grpSpPr>
            <p:sp>
              <p:nvSpPr>
                <p:cNvPr id="7386" name="Google Shape;7386;p8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83"/>
              <p:cNvGrpSpPr/>
              <p:nvPr/>
            </p:nvGrpSpPr>
            <p:grpSpPr>
              <a:xfrm>
                <a:off x="5071616" y="3284615"/>
                <a:ext cx="37783" cy="32357"/>
                <a:chOff x="5071616" y="3284615"/>
                <a:chExt cx="37783" cy="32357"/>
              </a:xfrm>
            </p:grpSpPr>
            <p:sp>
              <p:nvSpPr>
                <p:cNvPr id="7389" name="Google Shape;7389;p8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83"/>
              <p:cNvGrpSpPr/>
              <p:nvPr/>
            </p:nvGrpSpPr>
            <p:grpSpPr>
              <a:xfrm>
                <a:off x="5389291" y="3759921"/>
                <a:ext cx="37783" cy="32380"/>
                <a:chOff x="5389291" y="3759921"/>
                <a:chExt cx="37783" cy="32380"/>
              </a:xfrm>
            </p:grpSpPr>
            <p:sp>
              <p:nvSpPr>
                <p:cNvPr id="7392" name="Google Shape;7392;p8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83"/>
              <p:cNvGrpSpPr/>
              <p:nvPr/>
            </p:nvGrpSpPr>
            <p:grpSpPr>
              <a:xfrm>
                <a:off x="5431534" y="3632932"/>
                <a:ext cx="37878" cy="32451"/>
                <a:chOff x="5431534" y="3632932"/>
                <a:chExt cx="37878" cy="32451"/>
              </a:xfrm>
            </p:grpSpPr>
            <p:sp>
              <p:nvSpPr>
                <p:cNvPr id="7395" name="Google Shape;7395;p8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83"/>
              <p:cNvGrpSpPr/>
              <p:nvPr/>
            </p:nvGrpSpPr>
            <p:grpSpPr>
              <a:xfrm>
                <a:off x="5540755" y="3544829"/>
                <a:ext cx="37783" cy="32357"/>
                <a:chOff x="5540755" y="3544829"/>
                <a:chExt cx="37783" cy="32357"/>
              </a:xfrm>
            </p:grpSpPr>
            <p:sp>
              <p:nvSpPr>
                <p:cNvPr id="7398" name="Google Shape;7398;p8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83"/>
              <p:cNvGrpSpPr/>
              <p:nvPr/>
            </p:nvGrpSpPr>
            <p:grpSpPr>
              <a:xfrm>
                <a:off x="5579293" y="3412107"/>
                <a:ext cx="37776" cy="32357"/>
                <a:chOff x="5579293" y="3412107"/>
                <a:chExt cx="37776" cy="32357"/>
              </a:xfrm>
            </p:grpSpPr>
            <p:sp>
              <p:nvSpPr>
                <p:cNvPr id="7401" name="Google Shape;7401;p8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83"/>
              <p:cNvGrpSpPr/>
              <p:nvPr/>
            </p:nvGrpSpPr>
            <p:grpSpPr>
              <a:xfrm>
                <a:off x="5801346" y="3284615"/>
                <a:ext cx="37783" cy="32357"/>
                <a:chOff x="5801346" y="3284615"/>
                <a:chExt cx="37783" cy="32357"/>
              </a:xfrm>
            </p:grpSpPr>
            <p:sp>
              <p:nvSpPr>
                <p:cNvPr id="7404" name="Google Shape;7404;p8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83"/>
              <p:cNvGrpSpPr/>
              <p:nvPr/>
            </p:nvGrpSpPr>
            <p:grpSpPr>
              <a:xfrm>
                <a:off x="5763578" y="3399067"/>
                <a:ext cx="37776" cy="32364"/>
                <a:chOff x="5763578" y="3399067"/>
                <a:chExt cx="37776" cy="32364"/>
              </a:xfrm>
            </p:grpSpPr>
            <p:sp>
              <p:nvSpPr>
                <p:cNvPr id="7407" name="Google Shape;7407;p8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83"/>
              <p:cNvGrpSpPr/>
              <p:nvPr/>
            </p:nvGrpSpPr>
            <p:grpSpPr>
              <a:xfrm>
                <a:off x="5395858" y="3230952"/>
                <a:ext cx="37776" cy="32364"/>
                <a:chOff x="5395858" y="3230952"/>
                <a:chExt cx="37776" cy="32364"/>
              </a:xfrm>
            </p:grpSpPr>
            <p:sp>
              <p:nvSpPr>
                <p:cNvPr id="7410" name="Google Shape;7410;p8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83"/>
              <p:cNvGrpSpPr/>
              <p:nvPr/>
            </p:nvGrpSpPr>
            <p:grpSpPr>
              <a:xfrm>
                <a:off x="5264088" y="3188237"/>
                <a:ext cx="37776" cy="32357"/>
                <a:chOff x="5264088" y="3188237"/>
                <a:chExt cx="37776" cy="32357"/>
              </a:xfrm>
            </p:grpSpPr>
            <p:sp>
              <p:nvSpPr>
                <p:cNvPr id="7413" name="Google Shape;7413;p8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83"/>
              <p:cNvGrpSpPr/>
              <p:nvPr/>
            </p:nvGrpSpPr>
            <p:grpSpPr>
              <a:xfrm>
                <a:off x="5585758" y="3237425"/>
                <a:ext cx="37878" cy="32357"/>
                <a:chOff x="5585758" y="3237425"/>
                <a:chExt cx="37878" cy="32357"/>
              </a:xfrm>
            </p:grpSpPr>
            <p:sp>
              <p:nvSpPr>
                <p:cNvPr id="7416" name="Google Shape;7416;p8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83"/>
              <p:cNvGrpSpPr/>
              <p:nvPr/>
            </p:nvGrpSpPr>
            <p:grpSpPr>
              <a:xfrm>
                <a:off x="4874196" y="3291088"/>
                <a:ext cx="37878" cy="32451"/>
                <a:chOff x="4874196" y="3291088"/>
                <a:chExt cx="37878" cy="32451"/>
              </a:xfrm>
            </p:grpSpPr>
            <p:sp>
              <p:nvSpPr>
                <p:cNvPr id="7419" name="Google Shape;7419;p8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83"/>
              <p:cNvGrpSpPr/>
              <p:nvPr/>
            </p:nvGrpSpPr>
            <p:grpSpPr>
              <a:xfrm>
                <a:off x="5197770" y="3785466"/>
                <a:ext cx="37783" cy="32427"/>
                <a:chOff x="5197770" y="3785466"/>
                <a:chExt cx="37783" cy="32427"/>
              </a:xfrm>
            </p:grpSpPr>
            <p:sp>
              <p:nvSpPr>
                <p:cNvPr id="7422" name="Google Shape;7422;p8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83"/>
              <p:cNvGrpSpPr/>
              <p:nvPr/>
            </p:nvGrpSpPr>
            <p:grpSpPr>
              <a:xfrm>
                <a:off x="5177699" y="3492117"/>
                <a:ext cx="37776" cy="32357"/>
                <a:chOff x="5177699" y="3492117"/>
                <a:chExt cx="37776" cy="32357"/>
              </a:xfrm>
            </p:grpSpPr>
            <p:sp>
              <p:nvSpPr>
                <p:cNvPr id="7425" name="Google Shape;7425;p8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83"/>
              <p:cNvGrpSpPr/>
              <p:nvPr/>
            </p:nvGrpSpPr>
            <p:grpSpPr>
              <a:xfrm>
                <a:off x="5349431" y="3622346"/>
                <a:ext cx="37870" cy="32380"/>
                <a:chOff x="5349431" y="3622346"/>
                <a:chExt cx="37870" cy="32380"/>
              </a:xfrm>
            </p:grpSpPr>
            <p:sp>
              <p:nvSpPr>
                <p:cNvPr id="7428" name="Google Shape;7428;p8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83"/>
              <p:cNvGrpSpPr/>
              <p:nvPr/>
            </p:nvGrpSpPr>
            <p:grpSpPr>
              <a:xfrm>
                <a:off x="5068855" y="3563980"/>
                <a:ext cx="53954" cy="46223"/>
                <a:chOff x="5068855" y="3563980"/>
                <a:chExt cx="53954" cy="46223"/>
              </a:xfrm>
            </p:grpSpPr>
            <p:sp>
              <p:nvSpPr>
                <p:cNvPr id="7431" name="Google Shape;7431;p8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83"/>
              <p:cNvGrpSpPr/>
              <p:nvPr/>
            </p:nvGrpSpPr>
            <p:grpSpPr>
              <a:xfrm>
                <a:off x="5037654" y="3392507"/>
                <a:ext cx="37870" cy="32451"/>
                <a:chOff x="5037654" y="3392507"/>
                <a:chExt cx="37870" cy="32451"/>
              </a:xfrm>
            </p:grpSpPr>
            <p:sp>
              <p:nvSpPr>
                <p:cNvPr id="7434" name="Google Shape;7434;p8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83"/>
              <p:cNvGrpSpPr/>
              <p:nvPr/>
            </p:nvGrpSpPr>
            <p:grpSpPr>
              <a:xfrm>
                <a:off x="5456560" y="3368629"/>
                <a:ext cx="37870" cy="32451"/>
                <a:chOff x="5456560" y="3368629"/>
                <a:chExt cx="37870" cy="32451"/>
              </a:xfrm>
            </p:grpSpPr>
            <p:sp>
              <p:nvSpPr>
                <p:cNvPr id="7437" name="Google Shape;7437;p8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83"/>
              <p:cNvGrpSpPr/>
              <p:nvPr/>
            </p:nvGrpSpPr>
            <p:grpSpPr>
              <a:xfrm>
                <a:off x="4755749" y="3501516"/>
                <a:ext cx="46246" cy="39608"/>
                <a:chOff x="4755749" y="3501516"/>
                <a:chExt cx="46246" cy="39608"/>
              </a:xfrm>
            </p:grpSpPr>
            <p:sp>
              <p:nvSpPr>
                <p:cNvPr id="7440" name="Google Shape;7440;p8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83"/>
              <p:cNvGrpSpPr/>
              <p:nvPr/>
            </p:nvGrpSpPr>
            <p:grpSpPr>
              <a:xfrm>
                <a:off x="4681346" y="3485582"/>
                <a:ext cx="37783" cy="32427"/>
                <a:chOff x="4681346" y="3485582"/>
                <a:chExt cx="37783" cy="32427"/>
              </a:xfrm>
            </p:grpSpPr>
            <p:sp>
              <p:nvSpPr>
                <p:cNvPr id="7443" name="Google Shape;7443;p8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83"/>
              <p:cNvGrpSpPr/>
              <p:nvPr/>
            </p:nvGrpSpPr>
            <p:grpSpPr>
              <a:xfrm>
                <a:off x="4767067" y="3291088"/>
                <a:ext cx="37878" cy="32451"/>
                <a:chOff x="4767067" y="3291088"/>
                <a:chExt cx="37878" cy="32451"/>
              </a:xfrm>
            </p:grpSpPr>
            <p:sp>
              <p:nvSpPr>
                <p:cNvPr id="7446" name="Google Shape;7446;p8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83"/>
              <p:cNvGrpSpPr/>
              <p:nvPr/>
            </p:nvGrpSpPr>
            <p:grpSpPr>
              <a:xfrm>
                <a:off x="4687819" y="3405539"/>
                <a:ext cx="37776" cy="32451"/>
                <a:chOff x="4687819" y="3405539"/>
                <a:chExt cx="37776" cy="32451"/>
              </a:xfrm>
            </p:grpSpPr>
            <p:sp>
              <p:nvSpPr>
                <p:cNvPr id="7449" name="Google Shape;7449;p8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83"/>
              <p:cNvGrpSpPr/>
              <p:nvPr/>
            </p:nvGrpSpPr>
            <p:grpSpPr>
              <a:xfrm>
                <a:off x="4923101" y="3444809"/>
                <a:ext cx="52813" cy="45318"/>
                <a:chOff x="4923101" y="3444809"/>
                <a:chExt cx="52813" cy="45318"/>
              </a:xfrm>
            </p:grpSpPr>
            <p:sp>
              <p:nvSpPr>
                <p:cNvPr id="7452" name="Google Shape;7452;p8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83"/>
              <p:cNvGrpSpPr/>
              <p:nvPr/>
            </p:nvGrpSpPr>
            <p:grpSpPr>
              <a:xfrm>
                <a:off x="4846040" y="3654750"/>
                <a:ext cx="31405" cy="26993"/>
                <a:chOff x="4846040" y="3654750"/>
                <a:chExt cx="31405" cy="26993"/>
              </a:xfrm>
            </p:grpSpPr>
            <p:sp>
              <p:nvSpPr>
                <p:cNvPr id="7455" name="Google Shape;7455;p8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83"/>
              <p:cNvGrpSpPr/>
              <p:nvPr/>
            </p:nvGrpSpPr>
            <p:grpSpPr>
              <a:xfrm>
                <a:off x="4925673" y="3691700"/>
                <a:ext cx="40253" cy="34472"/>
                <a:chOff x="4925673" y="3691700"/>
                <a:chExt cx="40253" cy="34472"/>
              </a:xfrm>
            </p:grpSpPr>
            <p:sp>
              <p:nvSpPr>
                <p:cNvPr id="7458" name="Google Shape;7458;p8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83"/>
              <p:cNvGrpSpPr/>
              <p:nvPr/>
            </p:nvGrpSpPr>
            <p:grpSpPr>
              <a:xfrm>
                <a:off x="4894653" y="3740848"/>
                <a:ext cx="31405" cy="26906"/>
                <a:chOff x="4894653" y="3740848"/>
                <a:chExt cx="31405" cy="26906"/>
              </a:xfrm>
            </p:grpSpPr>
            <p:sp>
              <p:nvSpPr>
                <p:cNvPr id="7461" name="Google Shape;7461;p8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83"/>
              <p:cNvGrpSpPr/>
              <p:nvPr/>
            </p:nvGrpSpPr>
            <p:grpSpPr>
              <a:xfrm>
                <a:off x="4962300" y="3696348"/>
                <a:ext cx="38255" cy="32773"/>
                <a:chOff x="4962300" y="3696348"/>
                <a:chExt cx="38255" cy="32773"/>
              </a:xfrm>
            </p:grpSpPr>
            <p:sp>
              <p:nvSpPr>
                <p:cNvPr id="7464" name="Google Shape;7464;p8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83"/>
              <p:cNvGrpSpPr/>
              <p:nvPr/>
            </p:nvGrpSpPr>
            <p:grpSpPr>
              <a:xfrm>
                <a:off x="4980185" y="3743349"/>
                <a:ext cx="31499" cy="26969"/>
                <a:chOff x="4980185" y="3743349"/>
                <a:chExt cx="31499" cy="26969"/>
              </a:xfrm>
            </p:grpSpPr>
            <p:sp>
              <p:nvSpPr>
                <p:cNvPr id="7467" name="Google Shape;7467;p8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83"/>
              <p:cNvGrpSpPr/>
              <p:nvPr/>
            </p:nvGrpSpPr>
            <p:grpSpPr>
              <a:xfrm>
                <a:off x="5013768" y="3734312"/>
                <a:ext cx="31499" cy="26969"/>
                <a:chOff x="5013768" y="3734312"/>
                <a:chExt cx="31499" cy="26969"/>
              </a:xfrm>
            </p:grpSpPr>
            <p:sp>
              <p:nvSpPr>
                <p:cNvPr id="7470" name="Google Shape;7470;p8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83"/>
              <p:cNvGrpSpPr/>
              <p:nvPr/>
            </p:nvGrpSpPr>
            <p:grpSpPr>
              <a:xfrm>
                <a:off x="5036703" y="3764545"/>
                <a:ext cx="31499" cy="26898"/>
                <a:chOff x="5036703" y="3764545"/>
                <a:chExt cx="31499" cy="26898"/>
              </a:xfrm>
            </p:grpSpPr>
            <p:sp>
              <p:nvSpPr>
                <p:cNvPr id="7473" name="Google Shape;7473;p8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83"/>
              <p:cNvGrpSpPr/>
              <p:nvPr/>
            </p:nvGrpSpPr>
            <p:grpSpPr>
              <a:xfrm>
                <a:off x="4953546" y="3768352"/>
                <a:ext cx="31405" cy="26898"/>
                <a:chOff x="4953546" y="3768352"/>
                <a:chExt cx="31405" cy="26898"/>
              </a:xfrm>
            </p:grpSpPr>
            <p:sp>
              <p:nvSpPr>
                <p:cNvPr id="7476" name="Google Shape;7476;p8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83"/>
              <p:cNvGrpSpPr/>
              <p:nvPr/>
            </p:nvGrpSpPr>
            <p:grpSpPr>
              <a:xfrm>
                <a:off x="4964770" y="3814016"/>
                <a:ext cx="31499" cy="26993"/>
                <a:chOff x="4964770" y="3814016"/>
                <a:chExt cx="31499" cy="26993"/>
              </a:xfrm>
            </p:grpSpPr>
            <p:sp>
              <p:nvSpPr>
                <p:cNvPr id="7479" name="Google Shape;7479;p8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83"/>
              <p:cNvGrpSpPr/>
              <p:nvPr/>
            </p:nvGrpSpPr>
            <p:grpSpPr>
              <a:xfrm>
                <a:off x="4923290" y="3800504"/>
                <a:ext cx="31468" cy="26898"/>
                <a:chOff x="4923290" y="3800504"/>
                <a:chExt cx="31468" cy="26898"/>
              </a:xfrm>
            </p:grpSpPr>
            <p:sp>
              <p:nvSpPr>
                <p:cNvPr id="7482" name="Google Shape;7482;p8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83"/>
              <p:cNvGrpSpPr/>
              <p:nvPr/>
            </p:nvGrpSpPr>
            <p:grpSpPr>
              <a:xfrm>
                <a:off x="5108534" y="3650943"/>
                <a:ext cx="31405" cy="26993"/>
                <a:chOff x="5108534" y="3650943"/>
                <a:chExt cx="31405" cy="26993"/>
              </a:xfrm>
            </p:grpSpPr>
            <p:sp>
              <p:nvSpPr>
                <p:cNvPr id="7485" name="Google Shape;7485;p8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83"/>
              <p:cNvGrpSpPr/>
              <p:nvPr/>
            </p:nvGrpSpPr>
            <p:grpSpPr>
              <a:xfrm>
                <a:off x="5119380" y="3760739"/>
                <a:ext cx="31499" cy="26993"/>
                <a:chOff x="5119380" y="3760739"/>
                <a:chExt cx="31499" cy="26993"/>
              </a:xfrm>
            </p:grpSpPr>
            <p:sp>
              <p:nvSpPr>
                <p:cNvPr id="7488" name="Google Shape;7488;p8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83"/>
              <p:cNvGrpSpPr/>
              <p:nvPr/>
            </p:nvGrpSpPr>
            <p:grpSpPr>
              <a:xfrm>
                <a:off x="5119380" y="3788235"/>
                <a:ext cx="31499" cy="26993"/>
                <a:chOff x="5119380" y="3788235"/>
                <a:chExt cx="31499" cy="26993"/>
              </a:xfrm>
            </p:grpSpPr>
            <p:sp>
              <p:nvSpPr>
                <p:cNvPr id="7491" name="Google Shape;7491;p8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83"/>
              <p:cNvGrpSpPr/>
              <p:nvPr/>
            </p:nvGrpSpPr>
            <p:grpSpPr>
              <a:xfrm>
                <a:off x="5158005" y="3875284"/>
                <a:ext cx="31405" cy="27001"/>
                <a:chOff x="5158005" y="3875284"/>
                <a:chExt cx="31405" cy="27001"/>
              </a:xfrm>
            </p:grpSpPr>
            <p:sp>
              <p:nvSpPr>
                <p:cNvPr id="7494" name="Google Shape;7494;p8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83"/>
              <p:cNvGrpSpPr/>
              <p:nvPr/>
            </p:nvGrpSpPr>
            <p:grpSpPr>
              <a:xfrm>
                <a:off x="5233163" y="3764545"/>
                <a:ext cx="31499" cy="26898"/>
                <a:chOff x="5233163" y="3764545"/>
                <a:chExt cx="31499" cy="26898"/>
              </a:xfrm>
            </p:grpSpPr>
            <p:sp>
              <p:nvSpPr>
                <p:cNvPr id="7497" name="Google Shape;7497;p8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83"/>
              <p:cNvGrpSpPr/>
              <p:nvPr/>
            </p:nvGrpSpPr>
            <p:grpSpPr>
              <a:xfrm>
                <a:off x="5276168" y="3805545"/>
                <a:ext cx="31499" cy="26906"/>
                <a:chOff x="5276168" y="3805545"/>
                <a:chExt cx="31499" cy="26906"/>
              </a:xfrm>
            </p:grpSpPr>
            <p:sp>
              <p:nvSpPr>
                <p:cNvPr id="7500" name="Google Shape;7500;p8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83"/>
              <p:cNvGrpSpPr/>
              <p:nvPr/>
            </p:nvGrpSpPr>
            <p:grpSpPr>
              <a:xfrm>
                <a:off x="5294053" y="3851933"/>
                <a:ext cx="31405" cy="26945"/>
                <a:chOff x="5294053" y="3851933"/>
                <a:chExt cx="31405" cy="26945"/>
              </a:xfrm>
            </p:grpSpPr>
            <p:sp>
              <p:nvSpPr>
                <p:cNvPr id="7503" name="Google Shape;7503;p8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83"/>
              <p:cNvGrpSpPr/>
              <p:nvPr/>
            </p:nvGrpSpPr>
            <p:grpSpPr>
              <a:xfrm>
                <a:off x="5341723" y="3851902"/>
                <a:ext cx="31405" cy="26977"/>
                <a:chOff x="5341723" y="3851902"/>
                <a:chExt cx="31405" cy="26977"/>
              </a:xfrm>
            </p:grpSpPr>
            <p:sp>
              <p:nvSpPr>
                <p:cNvPr id="7506" name="Google Shape;7506;p8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83"/>
              <p:cNvGrpSpPr/>
              <p:nvPr/>
            </p:nvGrpSpPr>
            <p:grpSpPr>
              <a:xfrm>
                <a:off x="5054871" y="3507855"/>
                <a:ext cx="31405" cy="26993"/>
                <a:chOff x="5054871" y="3507855"/>
                <a:chExt cx="31405" cy="26993"/>
              </a:xfrm>
            </p:grpSpPr>
            <p:sp>
              <p:nvSpPr>
                <p:cNvPr id="7509" name="Google Shape;7509;p8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83"/>
              <p:cNvGrpSpPr/>
              <p:nvPr/>
            </p:nvGrpSpPr>
            <p:grpSpPr>
              <a:xfrm>
                <a:off x="4876579" y="3675325"/>
                <a:ext cx="31405" cy="26969"/>
                <a:chOff x="4876579" y="3675325"/>
                <a:chExt cx="31405" cy="26969"/>
              </a:xfrm>
            </p:grpSpPr>
            <p:sp>
              <p:nvSpPr>
                <p:cNvPr id="7512" name="Google Shape;7512;p8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83"/>
              <p:cNvGrpSpPr/>
              <p:nvPr/>
            </p:nvGrpSpPr>
            <p:grpSpPr>
              <a:xfrm>
                <a:off x="4842233" y="3688333"/>
                <a:ext cx="31405" cy="26993"/>
                <a:chOff x="4842233" y="3688333"/>
                <a:chExt cx="31405" cy="26993"/>
              </a:xfrm>
            </p:grpSpPr>
            <p:sp>
              <p:nvSpPr>
                <p:cNvPr id="7515" name="Google Shape;7515;p8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83"/>
              <p:cNvGrpSpPr/>
              <p:nvPr/>
            </p:nvGrpSpPr>
            <p:grpSpPr>
              <a:xfrm>
                <a:off x="5187876" y="3608032"/>
                <a:ext cx="31405" cy="27001"/>
                <a:chOff x="5187876" y="3608032"/>
                <a:chExt cx="31405" cy="27001"/>
              </a:xfrm>
            </p:grpSpPr>
            <p:sp>
              <p:nvSpPr>
                <p:cNvPr id="7518" name="Google Shape;7518;p8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0" name="Google Shape;7520;p8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2" name="Google Shape;7522;p83"/>
              <p:cNvGrpSpPr/>
              <p:nvPr/>
            </p:nvGrpSpPr>
            <p:grpSpPr>
              <a:xfrm>
                <a:off x="5269224" y="3304167"/>
                <a:ext cx="40253" cy="34402"/>
                <a:chOff x="5269224" y="3304167"/>
                <a:chExt cx="40253" cy="34402"/>
              </a:xfrm>
            </p:grpSpPr>
            <p:sp>
              <p:nvSpPr>
                <p:cNvPr id="7523" name="Google Shape;7523;p8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83"/>
              <p:cNvGrpSpPr/>
              <p:nvPr/>
            </p:nvGrpSpPr>
            <p:grpSpPr>
              <a:xfrm>
                <a:off x="5327354" y="3476615"/>
                <a:ext cx="49864" cy="42723"/>
                <a:chOff x="5327354" y="3476615"/>
                <a:chExt cx="49864" cy="42723"/>
              </a:xfrm>
            </p:grpSpPr>
            <p:sp>
              <p:nvSpPr>
                <p:cNvPr id="7526" name="Google Shape;7526;p8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8" name="Google Shape;7528;p8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0" name="Google Shape;7530;p83"/>
              <p:cNvGrpSpPr/>
              <p:nvPr/>
            </p:nvGrpSpPr>
            <p:grpSpPr>
              <a:xfrm>
                <a:off x="5341723" y="3775957"/>
                <a:ext cx="31405" cy="26898"/>
                <a:chOff x="5341723" y="3775957"/>
                <a:chExt cx="31405" cy="26898"/>
              </a:xfrm>
            </p:grpSpPr>
            <p:sp>
              <p:nvSpPr>
                <p:cNvPr id="7531" name="Google Shape;7531;p8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83"/>
              <p:cNvGrpSpPr/>
              <p:nvPr/>
            </p:nvGrpSpPr>
            <p:grpSpPr>
              <a:xfrm>
                <a:off x="5439053" y="3699274"/>
                <a:ext cx="31405" cy="26898"/>
                <a:chOff x="5439053" y="3699274"/>
                <a:chExt cx="31405" cy="26898"/>
              </a:xfrm>
            </p:grpSpPr>
            <p:sp>
              <p:nvSpPr>
                <p:cNvPr id="7534" name="Google Shape;7534;p8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83"/>
              <p:cNvGrpSpPr/>
              <p:nvPr/>
            </p:nvGrpSpPr>
            <p:grpSpPr>
              <a:xfrm>
                <a:off x="5412414" y="3622307"/>
                <a:ext cx="31499" cy="26993"/>
                <a:chOff x="5412414" y="3622307"/>
                <a:chExt cx="31499" cy="26993"/>
              </a:xfrm>
            </p:grpSpPr>
            <p:sp>
              <p:nvSpPr>
                <p:cNvPr id="7537" name="Google Shape;7537;p8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83"/>
              <p:cNvGrpSpPr/>
              <p:nvPr/>
            </p:nvGrpSpPr>
            <p:grpSpPr>
              <a:xfrm>
                <a:off x="5476254" y="3473949"/>
                <a:ext cx="26835" cy="26930"/>
                <a:chOff x="5476254" y="3473949"/>
                <a:chExt cx="26835" cy="26930"/>
              </a:xfrm>
            </p:grpSpPr>
            <p:sp>
              <p:nvSpPr>
                <p:cNvPr id="7540" name="Google Shape;7540;p8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83"/>
              <p:cNvGrpSpPr/>
              <p:nvPr/>
            </p:nvGrpSpPr>
            <p:grpSpPr>
              <a:xfrm>
                <a:off x="5564547" y="3481594"/>
                <a:ext cx="31397" cy="26898"/>
                <a:chOff x="5564547" y="3481594"/>
                <a:chExt cx="31397" cy="26898"/>
              </a:xfrm>
            </p:grpSpPr>
            <p:sp>
              <p:nvSpPr>
                <p:cNvPr id="7543" name="Google Shape;7543;p8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83"/>
              <p:cNvGrpSpPr/>
              <p:nvPr/>
            </p:nvGrpSpPr>
            <p:grpSpPr>
              <a:xfrm>
                <a:off x="5534101" y="3470174"/>
                <a:ext cx="31397" cy="26906"/>
                <a:chOff x="5534101" y="3470174"/>
                <a:chExt cx="31397" cy="26906"/>
              </a:xfrm>
            </p:grpSpPr>
            <p:sp>
              <p:nvSpPr>
                <p:cNvPr id="7546" name="Google Shape;7546;p8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83"/>
              <p:cNvGrpSpPr/>
              <p:nvPr/>
            </p:nvGrpSpPr>
            <p:grpSpPr>
              <a:xfrm>
                <a:off x="5610879" y="3314486"/>
                <a:ext cx="31499" cy="26938"/>
                <a:chOff x="5610879" y="3314486"/>
                <a:chExt cx="31499" cy="26938"/>
              </a:xfrm>
            </p:grpSpPr>
            <p:sp>
              <p:nvSpPr>
                <p:cNvPr id="7549" name="Google Shape;7549;p8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83"/>
              <p:cNvGrpSpPr/>
              <p:nvPr/>
            </p:nvGrpSpPr>
            <p:grpSpPr>
              <a:xfrm>
                <a:off x="4834525" y="3501382"/>
                <a:ext cx="31499" cy="26898"/>
                <a:chOff x="4834525" y="3501382"/>
                <a:chExt cx="31499" cy="26898"/>
              </a:xfrm>
            </p:grpSpPr>
            <p:sp>
              <p:nvSpPr>
                <p:cNvPr id="7552" name="Google Shape;7552;p8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83"/>
              <p:cNvGrpSpPr/>
              <p:nvPr/>
            </p:nvGrpSpPr>
            <p:grpSpPr>
              <a:xfrm>
                <a:off x="4898460" y="3580158"/>
                <a:ext cx="31405" cy="26898"/>
                <a:chOff x="4898460" y="3580158"/>
                <a:chExt cx="31405" cy="26898"/>
              </a:xfrm>
            </p:grpSpPr>
            <p:sp>
              <p:nvSpPr>
                <p:cNvPr id="7555" name="Google Shape;7555;p8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83"/>
              <p:cNvGrpSpPr/>
              <p:nvPr/>
            </p:nvGrpSpPr>
            <p:grpSpPr>
              <a:xfrm>
                <a:off x="4882667" y="3608032"/>
                <a:ext cx="31499" cy="27001"/>
                <a:chOff x="4882667" y="3608032"/>
                <a:chExt cx="31499" cy="27001"/>
              </a:xfrm>
            </p:grpSpPr>
            <p:sp>
              <p:nvSpPr>
                <p:cNvPr id="7558" name="Google Shape;7558;p8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83"/>
              <p:cNvGrpSpPr/>
              <p:nvPr/>
            </p:nvGrpSpPr>
            <p:grpSpPr>
              <a:xfrm>
                <a:off x="4843373" y="3631407"/>
                <a:ext cx="16273" cy="16186"/>
                <a:chOff x="4843373" y="3631407"/>
                <a:chExt cx="16273" cy="16186"/>
              </a:xfrm>
            </p:grpSpPr>
            <p:sp>
              <p:nvSpPr>
                <p:cNvPr id="7561" name="Google Shape;7561;p8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83"/>
              <p:cNvGrpSpPr/>
              <p:nvPr/>
            </p:nvGrpSpPr>
            <p:grpSpPr>
              <a:xfrm>
                <a:off x="4727773" y="3591578"/>
                <a:ext cx="31499" cy="26898"/>
                <a:chOff x="4727773" y="3591578"/>
                <a:chExt cx="31499" cy="26898"/>
              </a:xfrm>
            </p:grpSpPr>
            <p:sp>
              <p:nvSpPr>
                <p:cNvPr id="7564" name="Google Shape;7564;p8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6" name="Google Shape;7566;p8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8" name="Google Shape;7568;p83"/>
              <p:cNvGrpSpPr/>
              <p:nvPr/>
            </p:nvGrpSpPr>
            <p:grpSpPr>
              <a:xfrm>
                <a:off x="4609421" y="3577398"/>
                <a:ext cx="31499" cy="27001"/>
                <a:chOff x="4609421" y="3577398"/>
                <a:chExt cx="31499" cy="27001"/>
              </a:xfrm>
            </p:grpSpPr>
            <p:sp>
              <p:nvSpPr>
                <p:cNvPr id="7569" name="Google Shape;7569;p8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83"/>
              <p:cNvGrpSpPr/>
              <p:nvPr/>
            </p:nvGrpSpPr>
            <p:grpSpPr>
              <a:xfrm>
                <a:off x="4649289" y="3577398"/>
                <a:ext cx="31499" cy="27001"/>
                <a:chOff x="4649289" y="3577398"/>
                <a:chExt cx="31499" cy="27001"/>
              </a:xfrm>
            </p:grpSpPr>
            <p:sp>
              <p:nvSpPr>
                <p:cNvPr id="7572" name="Google Shape;7572;p8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83"/>
              <p:cNvGrpSpPr/>
              <p:nvPr/>
            </p:nvGrpSpPr>
            <p:grpSpPr>
              <a:xfrm>
                <a:off x="4605614" y="3639523"/>
                <a:ext cx="31499" cy="26906"/>
                <a:chOff x="4605614" y="3639523"/>
                <a:chExt cx="31499" cy="26906"/>
              </a:xfrm>
            </p:grpSpPr>
            <p:sp>
              <p:nvSpPr>
                <p:cNvPr id="7575" name="Google Shape;7575;p8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83"/>
              <p:cNvGrpSpPr/>
              <p:nvPr/>
            </p:nvGrpSpPr>
            <p:grpSpPr>
              <a:xfrm>
                <a:off x="4785149" y="3618846"/>
                <a:ext cx="26930" cy="26843"/>
                <a:chOff x="4785149" y="3618846"/>
                <a:chExt cx="26930" cy="26843"/>
              </a:xfrm>
            </p:grpSpPr>
            <p:sp>
              <p:nvSpPr>
                <p:cNvPr id="7578" name="Google Shape;7578;p8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83"/>
              <p:cNvGrpSpPr/>
              <p:nvPr/>
            </p:nvGrpSpPr>
            <p:grpSpPr>
              <a:xfrm>
                <a:off x="4810167" y="3601567"/>
                <a:ext cx="31405" cy="26898"/>
                <a:chOff x="4810167" y="3601567"/>
                <a:chExt cx="31405" cy="26898"/>
              </a:xfrm>
            </p:grpSpPr>
            <p:sp>
              <p:nvSpPr>
                <p:cNvPr id="7581" name="Google Shape;7581;p8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83"/>
              <p:cNvGrpSpPr/>
              <p:nvPr/>
            </p:nvGrpSpPr>
            <p:grpSpPr>
              <a:xfrm>
                <a:off x="4831002" y="3373230"/>
                <a:ext cx="31405" cy="26898"/>
                <a:chOff x="4831002" y="3373230"/>
                <a:chExt cx="31405" cy="26898"/>
              </a:xfrm>
            </p:grpSpPr>
            <p:sp>
              <p:nvSpPr>
                <p:cNvPr id="7584" name="Google Shape;7584;p8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83"/>
              <p:cNvGrpSpPr/>
              <p:nvPr/>
            </p:nvGrpSpPr>
            <p:grpSpPr>
              <a:xfrm>
                <a:off x="4719311" y="3355054"/>
                <a:ext cx="31499" cy="27001"/>
                <a:chOff x="4719311" y="3355054"/>
                <a:chExt cx="31499" cy="27001"/>
              </a:xfrm>
            </p:grpSpPr>
            <p:sp>
              <p:nvSpPr>
                <p:cNvPr id="7587" name="Google Shape;7587;p8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83"/>
              <p:cNvGrpSpPr/>
              <p:nvPr/>
            </p:nvGrpSpPr>
            <p:grpSpPr>
              <a:xfrm>
                <a:off x="4798755" y="3450260"/>
                <a:ext cx="26930" cy="26930"/>
                <a:chOff x="4798755" y="3450260"/>
                <a:chExt cx="26930" cy="26930"/>
              </a:xfrm>
            </p:grpSpPr>
            <p:sp>
              <p:nvSpPr>
                <p:cNvPr id="7590" name="Google Shape;7590;p8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83"/>
              <p:cNvGrpSpPr/>
              <p:nvPr/>
            </p:nvGrpSpPr>
            <p:grpSpPr>
              <a:xfrm>
                <a:off x="4645576" y="3467555"/>
                <a:ext cx="31405" cy="26953"/>
                <a:chOff x="4645576" y="3467555"/>
                <a:chExt cx="31405" cy="26953"/>
              </a:xfrm>
            </p:grpSpPr>
            <p:sp>
              <p:nvSpPr>
                <p:cNvPr id="7593" name="Google Shape;7593;p8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83"/>
              <p:cNvGrpSpPr/>
              <p:nvPr/>
            </p:nvGrpSpPr>
            <p:grpSpPr>
              <a:xfrm>
                <a:off x="4687631" y="3583965"/>
                <a:ext cx="31499" cy="26898"/>
                <a:chOff x="4687631" y="3583965"/>
                <a:chExt cx="31499" cy="26898"/>
              </a:xfrm>
            </p:grpSpPr>
            <p:sp>
              <p:nvSpPr>
                <p:cNvPr id="7596" name="Google Shape;7596;p8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83"/>
              <p:cNvGrpSpPr/>
              <p:nvPr/>
            </p:nvGrpSpPr>
            <p:grpSpPr>
              <a:xfrm>
                <a:off x="4719311" y="3471314"/>
                <a:ext cx="31499" cy="27001"/>
                <a:chOff x="4719311" y="3471314"/>
                <a:chExt cx="31499" cy="27001"/>
              </a:xfrm>
            </p:grpSpPr>
            <p:sp>
              <p:nvSpPr>
                <p:cNvPr id="7599" name="Google Shape;7599;p8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83"/>
              <p:cNvGrpSpPr/>
              <p:nvPr/>
            </p:nvGrpSpPr>
            <p:grpSpPr>
              <a:xfrm>
                <a:off x="4719311" y="3434404"/>
                <a:ext cx="31499" cy="26898"/>
                <a:chOff x="4719311" y="3434404"/>
                <a:chExt cx="31499" cy="26898"/>
              </a:xfrm>
            </p:grpSpPr>
            <p:sp>
              <p:nvSpPr>
                <p:cNvPr id="7602" name="Google Shape;7602;p8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83"/>
              <p:cNvGrpSpPr/>
              <p:nvPr/>
            </p:nvGrpSpPr>
            <p:grpSpPr>
              <a:xfrm>
                <a:off x="4768876" y="3401772"/>
                <a:ext cx="31499" cy="26898"/>
                <a:chOff x="4768876" y="3401772"/>
                <a:chExt cx="31499" cy="26898"/>
              </a:xfrm>
            </p:grpSpPr>
            <p:sp>
              <p:nvSpPr>
                <p:cNvPr id="7605" name="Google Shape;7605;p8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83"/>
              <p:cNvGrpSpPr/>
              <p:nvPr/>
            </p:nvGrpSpPr>
            <p:grpSpPr>
              <a:xfrm>
                <a:off x="4762214" y="3471377"/>
                <a:ext cx="26938" cy="26938"/>
                <a:chOff x="4762214" y="3471377"/>
                <a:chExt cx="26938" cy="26938"/>
              </a:xfrm>
            </p:grpSpPr>
            <p:sp>
              <p:nvSpPr>
                <p:cNvPr id="7608" name="Google Shape;7608;p8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83"/>
              <p:cNvGrpSpPr/>
              <p:nvPr/>
            </p:nvGrpSpPr>
            <p:grpSpPr>
              <a:xfrm>
                <a:off x="4790473" y="3344782"/>
                <a:ext cx="31405" cy="26898"/>
                <a:chOff x="4790473" y="3344782"/>
                <a:chExt cx="31405" cy="26898"/>
              </a:xfrm>
            </p:grpSpPr>
            <p:sp>
              <p:nvSpPr>
                <p:cNvPr id="7611" name="Google Shape;7611;p8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83"/>
              <p:cNvGrpSpPr/>
              <p:nvPr/>
            </p:nvGrpSpPr>
            <p:grpSpPr>
              <a:xfrm>
                <a:off x="4823774" y="3950733"/>
                <a:ext cx="37398" cy="32034"/>
                <a:chOff x="4823774" y="3950733"/>
                <a:chExt cx="37398" cy="32034"/>
              </a:xfrm>
            </p:grpSpPr>
            <p:sp>
              <p:nvSpPr>
                <p:cNvPr id="7614" name="Google Shape;7614;p8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83"/>
              <p:cNvGrpSpPr/>
              <p:nvPr/>
            </p:nvGrpSpPr>
            <p:grpSpPr>
              <a:xfrm>
                <a:off x="4823396" y="4110566"/>
                <a:ext cx="31405" cy="26906"/>
                <a:chOff x="4823396" y="4110566"/>
                <a:chExt cx="31405" cy="26906"/>
              </a:xfrm>
            </p:grpSpPr>
            <p:sp>
              <p:nvSpPr>
                <p:cNvPr id="7617" name="Google Shape;7617;p8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83"/>
              <p:cNvGrpSpPr/>
              <p:nvPr/>
            </p:nvGrpSpPr>
            <p:grpSpPr>
              <a:xfrm>
                <a:off x="4838332" y="3821150"/>
                <a:ext cx="31499" cy="26898"/>
                <a:chOff x="4838332" y="3821150"/>
                <a:chExt cx="31499" cy="26898"/>
              </a:xfrm>
            </p:grpSpPr>
            <p:sp>
              <p:nvSpPr>
                <p:cNvPr id="7620" name="Google Shape;7620;p8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83"/>
              <p:cNvGrpSpPr/>
              <p:nvPr/>
            </p:nvGrpSpPr>
            <p:grpSpPr>
              <a:xfrm>
                <a:off x="4661275" y="3815007"/>
                <a:ext cx="36824" cy="31523"/>
                <a:chOff x="4661275" y="3815007"/>
                <a:chExt cx="36824" cy="31523"/>
              </a:xfrm>
            </p:grpSpPr>
            <p:sp>
              <p:nvSpPr>
                <p:cNvPr id="7623" name="Google Shape;7623;p8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83"/>
              <p:cNvGrpSpPr/>
              <p:nvPr/>
            </p:nvGrpSpPr>
            <p:grpSpPr>
              <a:xfrm>
                <a:off x="4558998" y="3851037"/>
                <a:ext cx="33591" cy="28699"/>
                <a:chOff x="4558998" y="3851037"/>
                <a:chExt cx="33591" cy="28699"/>
              </a:xfrm>
            </p:grpSpPr>
            <p:sp>
              <p:nvSpPr>
                <p:cNvPr id="7626" name="Google Shape;7626;p8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83"/>
              <p:cNvGrpSpPr/>
              <p:nvPr/>
            </p:nvGrpSpPr>
            <p:grpSpPr>
              <a:xfrm>
                <a:off x="4696762" y="3638587"/>
                <a:ext cx="33591" cy="28794"/>
                <a:chOff x="4696762" y="3638587"/>
                <a:chExt cx="33591" cy="28794"/>
              </a:xfrm>
            </p:grpSpPr>
            <p:sp>
              <p:nvSpPr>
                <p:cNvPr id="7629" name="Google Shape;7629;p8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83"/>
              <p:cNvGrpSpPr/>
              <p:nvPr/>
            </p:nvGrpSpPr>
            <p:grpSpPr>
              <a:xfrm>
                <a:off x="4929479" y="3939140"/>
                <a:ext cx="33497" cy="28692"/>
                <a:chOff x="4929479" y="3939140"/>
                <a:chExt cx="33497" cy="28692"/>
              </a:xfrm>
            </p:grpSpPr>
            <p:sp>
              <p:nvSpPr>
                <p:cNvPr id="7632" name="Google Shape;7632;p8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83"/>
              <p:cNvGrpSpPr/>
              <p:nvPr/>
            </p:nvGrpSpPr>
            <p:grpSpPr>
              <a:xfrm>
                <a:off x="4907119" y="3986039"/>
                <a:ext cx="33497" cy="28699"/>
                <a:chOff x="4907119" y="3986039"/>
                <a:chExt cx="33497" cy="28699"/>
              </a:xfrm>
            </p:grpSpPr>
            <p:sp>
              <p:nvSpPr>
                <p:cNvPr id="7635" name="Google Shape;7635;p8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83"/>
              <p:cNvGrpSpPr/>
              <p:nvPr/>
            </p:nvGrpSpPr>
            <p:grpSpPr>
              <a:xfrm>
                <a:off x="4911783" y="4048102"/>
                <a:ext cx="33591" cy="28762"/>
                <a:chOff x="4911783" y="4048102"/>
                <a:chExt cx="33591" cy="28762"/>
              </a:xfrm>
            </p:grpSpPr>
            <p:sp>
              <p:nvSpPr>
                <p:cNvPr id="7638" name="Google Shape;7638;p8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0" name="Google Shape;7640;p8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2" name="Google Shape;7642;p83"/>
              <p:cNvGrpSpPr/>
              <p:nvPr/>
            </p:nvGrpSpPr>
            <p:grpSpPr>
              <a:xfrm>
                <a:off x="4762623" y="3837847"/>
                <a:ext cx="42416" cy="36273"/>
                <a:chOff x="4762623" y="3837847"/>
                <a:chExt cx="42416" cy="36273"/>
              </a:xfrm>
            </p:grpSpPr>
            <p:sp>
              <p:nvSpPr>
                <p:cNvPr id="7643" name="Google Shape;7643;p8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83"/>
              <p:cNvGrpSpPr/>
              <p:nvPr/>
            </p:nvGrpSpPr>
            <p:grpSpPr>
              <a:xfrm>
                <a:off x="4746044" y="4104966"/>
                <a:ext cx="33497" cy="28699"/>
                <a:chOff x="4746044" y="4104966"/>
                <a:chExt cx="33497" cy="28699"/>
              </a:xfrm>
            </p:grpSpPr>
            <p:sp>
              <p:nvSpPr>
                <p:cNvPr id="7646" name="Google Shape;7646;p8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83"/>
              <p:cNvGrpSpPr/>
              <p:nvPr/>
            </p:nvGrpSpPr>
            <p:grpSpPr>
              <a:xfrm>
                <a:off x="4859646" y="4162554"/>
                <a:ext cx="33591" cy="28762"/>
                <a:chOff x="4859646" y="4162554"/>
                <a:chExt cx="33591" cy="28762"/>
              </a:xfrm>
            </p:grpSpPr>
            <p:sp>
              <p:nvSpPr>
                <p:cNvPr id="7649" name="Google Shape;7649;p8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51" name="Google Shape;7651;p83"/>
            <p:cNvGrpSpPr/>
            <p:nvPr/>
          </p:nvGrpSpPr>
          <p:grpSpPr>
            <a:xfrm>
              <a:off x="3597785" y="3274438"/>
              <a:ext cx="855610" cy="1122100"/>
              <a:chOff x="3597785" y="3274438"/>
              <a:chExt cx="855610" cy="1122100"/>
            </a:xfrm>
          </p:grpSpPr>
          <p:grpSp>
            <p:nvGrpSpPr>
              <p:cNvPr id="7652" name="Google Shape;7652;p83"/>
              <p:cNvGrpSpPr/>
              <p:nvPr/>
            </p:nvGrpSpPr>
            <p:grpSpPr>
              <a:xfrm>
                <a:off x="3617857" y="3284717"/>
                <a:ext cx="826785" cy="1099165"/>
                <a:chOff x="3617857" y="3284717"/>
                <a:chExt cx="826785" cy="1099165"/>
              </a:xfrm>
            </p:grpSpPr>
            <p:sp>
              <p:nvSpPr>
                <p:cNvPr id="7653" name="Google Shape;7653;p8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3"/>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3"/>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3"/>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3"/>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3"/>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3"/>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3"/>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3"/>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3"/>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3"/>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3"/>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3"/>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3"/>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3"/>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3"/>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3"/>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3"/>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3"/>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3"/>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3"/>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3"/>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3"/>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3"/>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3"/>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3"/>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3"/>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3"/>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3"/>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3"/>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3"/>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3"/>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3"/>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3"/>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3"/>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3"/>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3"/>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3"/>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3"/>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3"/>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3"/>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3"/>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3"/>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3"/>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3"/>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3"/>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3"/>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3"/>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3"/>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3"/>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3"/>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3"/>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3"/>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3"/>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83"/>
              <p:cNvGrpSpPr/>
              <p:nvPr/>
            </p:nvGrpSpPr>
            <p:grpSpPr>
              <a:xfrm>
                <a:off x="4180904" y="4251758"/>
                <a:ext cx="37783" cy="32420"/>
                <a:chOff x="4180904" y="4251758"/>
                <a:chExt cx="37783" cy="32420"/>
              </a:xfrm>
            </p:grpSpPr>
            <p:sp>
              <p:nvSpPr>
                <p:cNvPr id="7710" name="Google Shape;7710;p8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83"/>
              <p:cNvGrpSpPr/>
              <p:nvPr/>
            </p:nvGrpSpPr>
            <p:grpSpPr>
              <a:xfrm>
                <a:off x="4201644" y="4081324"/>
                <a:ext cx="37783" cy="32364"/>
                <a:chOff x="4201644" y="4081324"/>
                <a:chExt cx="37783" cy="32364"/>
              </a:xfrm>
            </p:grpSpPr>
            <p:sp>
              <p:nvSpPr>
                <p:cNvPr id="7713" name="Google Shape;7713;p8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83"/>
              <p:cNvGrpSpPr/>
              <p:nvPr/>
            </p:nvGrpSpPr>
            <p:grpSpPr>
              <a:xfrm>
                <a:off x="4284416" y="3887428"/>
                <a:ext cx="37783" cy="32451"/>
                <a:chOff x="4284416" y="3887428"/>
                <a:chExt cx="37783" cy="32451"/>
              </a:xfrm>
            </p:grpSpPr>
            <p:sp>
              <p:nvSpPr>
                <p:cNvPr id="7716" name="Google Shape;7716;p8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83"/>
              <p:cNvGrpSpPr/>
              <p:nvPr/>
            </p:nvGrpSpPr>
            <p:grpSpPr>
              <a:xfrm>
                <a:off x="4223721" y="3860404"/>
                <a:ext cx="37870" cy="32364"/>
                <a:chOff x="4223721" y="3860404"/>
                <a:chExt cx="37870" cy="32364"/>
              </a:xfrm>
            </p:grpSpPr>
            <p:sp>
              <p:nvSpPr>
                <p:cNvPr id="7719" name="Google Shape;7719;p8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83"/>
              <p:cNvGrpSpPr/>
              <p:nvPr/>
            </p:nvGrpSpPr>
            <p:grpSpPr>
              <a:xfrm>
                <a:off x="4104889" y="3699242"/>
                <a:ext cx="37776" cy="32357"/>
                <a:chOff x="4104889" y="3699242"/>
                <a:chExt cx="37776" cy="32357"/>
              </a:xfrm>
            </p:grpSpPr>
            <p:sp>
              <p:nvSpPr>
                <p:cNvPr id="7722" name="Google Shape;7722;p8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83"/>
              <p:cNvGrpSpPr/>
              <p:nvPr/>
            </p:nvGrpSpPr>
            <p:grpSpPr>
              <a:xfrm>
                <a:off x="4143608" y="3475121"/>
                <a:ext cx="37878" cy="32420"/>
                <a:chOff x="4143608" y="3475121"/>
                <a:chExt cx="37878" cy="32420"/>
              </a:xfrm>
            </p:grpSpPr>
            <p:sp>
              <p:nvSpPr>
                <p:cNvPr id="7725" name="Google Shape;7725;p8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83"/>
              <p:cNvGrpSpPr/>
              <p:nvPr/>
            </p:nvGrpSpPr>
            <p:grpSpPr>
              <a:xfrm>
                <a:off x="4217248" y="3570893"/>
                <a:ext cx="37776" cy="32364"/>
                <a:chOff x="4217248" y="3570893"/>
                <a:chExt cx="37776" cy="32364"/>
              </a:xfrm>
            </p:grpSpPr>
            <p:sp>
              <p:nvSpPr>
                <p:cNvPr id="7728" name="Google Shape;7728;p8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83"/>
              <p:cNvGrpSpPr/>
              <p:nvPr/>
            </p:nvGrpSpPr>
            <p:grpSpPr>
              <a:xfrm>
                <a:off x="4255307" y="3431612"/>
                <a:ext cx="37776" cy="32451"/>
                <a:chOff x="4255307" y="3431612"/>
                <a:chExt cx="37776" cy="32451"/>
              </a:xfrm>
            </p:grpSpPr>
            <p:sp>
              <p:nvSpPr>
                <p:cNvPr id="7731" name="Google Shape;7731;p8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83"/>
              <p:cNvGrpSpPr/>
              <p:nvPr/>
            </p:nvGrpSpPr>
            <p:grpSpPr>
              <a:xfrm>
                <a:off x="3853052" y="3577398"/>
                <a:ext cx="37776" cy="32420"/>
                <a:chOff x="3853052" y="3577398"/>
                <a:chExt cx="37776" cy="32420"/>
              </a:xfrm>
            </p:grpSpPr>
            <p:sp>
              <p:nvSpPr>
                <p:cNvPr id="7734" name="Google Shape;7734;p8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83"/>
              <p:cNvGrpSpPr/>
              <p:nvPr/>
            </p:nvGrpSpPr>
            <p:grpSpPr>
              <a:xfrm>
                <a:off x="4039908" y="3412107"/>
                <a:ext cx="37776" cy="32357"/>
                <a:chOff x="4039908" y="3412107"/>
                <a:chExt cx="37776" cy="32357"/>
              </a:xfrm>
            </p:grpSpPr>
            <p:sp>
              <p:nvSpPr>
                <p:cNvPr id="7737" name="Google Shape;7737;p8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83"/>
              <p:cNvGrpSpPr/>
              <p:nvPr/>
            </p:nvGrpSpPr>
            <p:grpSpPr>
              <a:xfrm>
                <a:off x="4017360" y="3342061"/>
                <a:ext cx="37870" cy="32380"/>
                <a:chOff x="4017360" y="3342061"/>
                <a:chExt cx="37870" cy="32380"/>
              </a:xfrm>
            </p:grpSpPr>
            <p:sp>
              <p:nvSpPr>
                <p:cNvPr id="7740" name="Google Shape;7740;p8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2" name="Google Shape;7742;p8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4" name="Google Shape;7744;p83"/>
              <p:cNvGrpSpPr/>
              <p:nvPr/>
            </p:nvGrpSpPr>
            <p:grpSpPr>
              <a:xfrm>
                <a:off x="3750870" y="3418650"/>
                <a:ext cx="37776" cy="32380"/>
                <a:chOff x="3750870" y="3418650"/>
                <a:chExt cx="37776" cy="32380"/>
              </a:xfrm>
            </p:grpSpPr>
            <p:sp>
              <p:nvSpPr>
                <p:cNvPr id="7745" name="Google Shape;7745;p8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83"/>
              <p:cNvGrpSpPr/>
              <p:nvPr/>
            </p:nvGrpSpPr>
            <p:grpSpPr>
              <a:xfrm>
                <a:off x="3632509" y="3274438"/>
                <a:ext cx="37783" cy="32357"/>
                <a:chOff x="3632509" y="3274438"/>
                <a:chExt cx="37783" cy="32357"/>
              </a:xfrm>
            </p:grpSpPr>
            <p:sp>
              <p:nvSpPr>
                <p:cNvPr id="7748" name="Google Shape;7748;p8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83"/>
              <p:cNvGrpSpPr/>
              <p:nvPr/>
            </p:nvGrpSpPr>
            <p:grpSpPr>
              <a:xfrm>
                <a:off x="3906424" y="3297561"/>
                <a:ext cx="37776" cy="32451"/>
                <a:chOff x="3906424" y="3297561"/>
                <a:chExt cx="37776" cy="32451"/>
              </a:xfrm>
            </p:grpSpPr>
            <p:sp>
              <p:nvSpPr>
                <p:cNvPr id="7751" name="Google Shape;7751;p8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83"/>
              <p:cNvGrpSpPr/>
              <p:nvPr/>
            </p:nvGrpSpPr>
            <p:grpSpPr>
              <a:xfrm>
                <a:off x="3866084" y="3412107"/>
                <a:ext cx="37776" cy="32357"/>
                <a:chOff x="3866084" y="3412107"/>
                <a:chExt cx="37776" cy="32357"/>
              </a:xfrm>
            </p:grpSpPr>
            <p:sp>
              <p:nvSpPr>
                <p:cNvPr id="7754" name="Google Shape;7754;p8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83"/>
              <p:cNvGrpSpPr/>
              <p:nvPr/>
            </p:nvGrpSpPr>
            <p:grpSpPr>
              <a:xfrm>
                <a:off x="4023919" y="3766409"/>
                <a:ext cx="37783" cy="32357"/>
                <a:chOff x="4023919" y="3766409"/>
                <a:chExt cx="37783" cy="32357"/>
              </a:xfrm>
            </p:grpSpPr>
            <p:sp>
              <p:nvSpPr>
                <p:cNvPr id="7757" name="Google Shape;7757;p8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83"/>
              <p:cNvGrpSpPr/>
              <p:nvPr/>
            </p:nvGrpSpPr>
            <p:grpSpPr>
              <a:xfrm>
                <a:off x="3973882" y="3779449"/>
                <a:ext cx="37776" cy="32357"/>
                <a:chOff x="3973882" y="3779449"/>
                <a:chExt cx="37776" cy="32357"/>
              </a:xfrm>
            </p:grpSpPr>
            <p:sp>
              <p:nvSpPr>
                <p:cNvPr id="7760" name="Google Shape;7760;p8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83"/>
              <p:cNvGrpSpPr/>
              <p:nvPr/>
            </p:nvGrpSpPr>
            <p:grpSpPr>
              <a:xfrm>
                <a:off x="4073398" y="3838028"/>
                <a:ext cx="37776" cy="32380"/>
                <a:chOff x="4073398" y="3838028"/>
                <a:chExt cx="37776" cy="32380"/>
              </a:xfrm>
            </p:grpSpPr>
            <p:sp>
              <p:nvSpPr>
                <p:cNvPr id="7763" name="Google Shape;7763;p8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83"/>
              <p:cNvGrpSpPr/>
              <p:nvPr/>
            </p:nvGrpSpPr>
            <p:grpSpPr>
              <a:xfrm>
                <a:off x="4342672" y="4144496"/>
                <a:ext cx="37752" cy="32364"/>
                <a:chOff x="4342672" y="4144496"/>
                <a:chExt cx="37752" cy="32364"/>
              </a:xfrm>
            </p:grpSpPr>
            <p:sp>
              <p:nvSpPr>
                <p:cNvPr id="7766" name="Google Shape;7766;p8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83"/>
              <p:cNvGrpSpPr/>
              <p:nvPr/>
            </p:nvGrpSpPr>
            <p:grpSpPr>
              <a:xfrm>
                <a:off x="4406386" y="4056872"/>
                <a:ext cx="37783" cy="32364"/>
                <a:chOff x="4406386" y="4056872"/>
                <a:chExt cx="37783" cy="32364"/>
              </a:xfrm>
            </p:grpSpPr>
            <p:sp>
              <p:nvSpPr>
                <p:cNvPr id="7769" name="Google Shape;7769;p8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83"/>
              <p:cNvGrpSpPr/>
              <p:nvPr/>
            </p:nvGrpSpPr>
            <p:grpSpPr>
              <a:xfrm>
                <a:off x="4284416" y="4245254"/>
                <a:ext cx="37783" cy="32357"/>
                <a:chOff x="4284416" y="4245254"/>
                <a:chExt cx="37783" cy="32357"/>
              </a:xfrm>
            </p:grpSpPr>
            <p:sp>
              <p:nvSpPr>
                <p:cNvPr id="7772" name="Google Shape;7772;p8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83"/>
              <p:cNvGrpSpPr/>
              <p:nvPr/>
            </p:nvGrpSpPr>
            <p:grpSpPr>
              <a:xfrm>
                <a:off x="4219057" y="4331258"/>
                <a:ext cx="37776" cy="32364"/>
                <a:chOff x="4219057" y="4331258"/>
                <a:chExt cx="37776" cy="32364"/>
              </a:xfrm>
            </p:grpSpPr>
            <p:sp>
              <p:nvSpPr>
                <p:cNvPr id="7775" name="Google Shape;7775;p8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83"/>
              <p:cNvGrpSpPr/>
              <p:nvPr/>
            </p:nvGrpSpPr>
            <p:grpSpPr>
              <a:xfrm>
                <a:off x="4204122" y="4141688"/>
                <a:ext cx="33497" cy="28699"/>
                <a:chOff x="4204122" y="4141688"/>
                <a:chExt cx="33497" cy="28699"/>
              </a:xfrm>
            </p:grpSpPr>
            <p:sp>
              <p:nvSpPr>
                <p:cNvPr id="7778" name="Google Shape;7778;p8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83"/>
              <p:cNvGrpSpPr/>
              <p:nvPr/>
            </p:nvGrpSpPr>
            <p:grpSpPr>
              <a:xfrm>
                <a:off x="4301546" y="4003869"/>
                <a:ext cx="38916" cy="33324"/>
                <a:chOff x="4301546" y="4003869"/>
                <a:chExt cx="38916" cy="33324"/>
              </a:xfrm>
            </p:grpSpPr>
            <p:sp>
              <p:nvSpPr>
                <p:cNvPr id="7781" name="Google Shape;7781;p8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83"/>
              <p:cNvGrpSpPr/>
              <p:nvPr/>
            </p:nvGrpSpPr>
            <p:grpSpPr>
              <a:xfrm>
                <a:off x="4210681" y="3924669"/>
                <a:ext cx="36549" cy="31366"/>
                <a:chOff x="4210681" y="3924669"/>
                <a:chExt cx="36549" cy="31366"/>
              </a:xfrm>
            </p:grpSpPr>
            <p:sp>
              <p:nvSpPr>
                <p:cNvPr id="7784" name="Google Shape;7784;p8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83"/>
              <p:cNvGrpSpPr/>
              <p:nvPr/>
            </p:nvGrpSpPr>
            <p:grpSpPr>
              <a:xfrm>
                <a:off x="3987771" y="3628874"/>
                <a:ext cx="31499" cy="26993"/>
                <a:chOff x="3987771" y="3628874"/>
                <a:chExt cx="31499" cy="26993"/>
              </a:xfrm>
            </p:grpSpPr>
            <p:sp>
              <p:nvSpPr>
                <p:cNvPr id="7787" name="Google Shape;7787;p8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83"/>
              <p:cNvGrpSpPr/>
              <p:nvPr/>
            </p:nvGrpSpPr>
            <p:grpSpPr>
              <a:xfrm>
                <a:off x="4087382" y="3775674"/>
                <a:ext cx="31405" cy="26898"/>
                <a:chOff x="4087382" y="3775674"/>
                <a:chExt cx="31405" cy="26898"/>
              </a:xfrm>
            </p:grpSpPr>
            <p:sp>
              <p:nvSpPr>
                <p:cNvPr id="7790" name="Google Shape;7790;p8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83"/>
              <p:cNvGrpSpPr/>
              <p:nvPr/>
            </p:nvGrpSpPr>
            <p:grpSpPr>
              <a:xfrm>
                <a:off x="4118873" y="3856637"/>
                <a:ext cx="31405" cy="26906"/>
                <a:chOff x="4118873" y="3856637"/>
                <a:chExt cx="31405" cy="26906"/>
              </a:xfrm>
            </p:grpSpPr>
            <p:sp>
              <p:nvSpPr>
                <p:cNvPr id="7793" name="Google Shape;7793;p8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83"/>
              <p:cNvGrpSpPr/>
              <p:nvPr/>
            </p:nvGrpSpPr>
            <p:grpSpPr>
              <a:xfrm>
                <a:off x="4168541" y="3639523"/>
                <a:ext cx="31499" cy="26906"/>
                <a:chOff x="4168541" y="3639523"/>
                <a:chExt cx="31499" cy="26906"/>
              </a:xfrm>
            </p:grpSpPr>
            <p:sp>
              <p:nvSpPr>
                <p:cNvPr id="7796" name="Google Shape;7796;p8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83"/>
              <p:cNvGrpSpPr/>
              <p:nvPr/>
            </p:nvGrpSpPr>
            <p:grpSpPr>
              <a:xfrm>
                <a:off x="3965789" y="3393545"/>
                <a:ext cx="31405" cy="26945"/>
                <a:chOff x="3965789" y="3393545"/>
                <a:chExt cx="31405" cy="26945"/>
              </a:xfrm>
            </p:grpSpPr>
            <p:sp>
              <p:nvSpPr>
                <p:cNvPr id="7799" name="Google Shape;7799;p8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83"/>
              <p:cNvGrpSpPr/>
              <p:nvPr/>
            </p:nvGrpSpPr>
            <p:grpSpPr>
              <a:xfrm>
                <a:off x="3925166" y="3491008"/>
                <a:ext cx="31405" cy="27001"/>
                <a:chOff x="3925166" y="3491008"/>
                <a:chExt cx="31405" cy="27001"/>
              </a:xfrm>
            </p:grpSpPr>
            <p:sp>
              <p:nvSpPr>
                <p:cNvPr id="7802" name="Google Shape;7802;p8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83"/>
              <p:cNvGrpSpPr/>
              <p:nvPr/>
            </p:nvGrpSpPr>
            <p:grpSpPr>
              <a:xfrm>
                <a:off x="3682845" y="3340976"/>
                <a:ext cx="31397" cy="26898"/>
                <a:chOff x="3682845" y="3340976"/>
                <a:chExt cx="31397" cy="26898"/>
              </a:xfrm>
            </p:grpSpPr>
            <p:sp>
              <p:nvSpPr>
                <p:cNvPr id="7805" name="Google Shape;7805;p8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83"/>
              <p:cNvGrpSpPr/>
              <p:nvPr/>
            </p:nvGrpSpPr>
            <p:grpSpPr>
              <a:xfrm>
                <a:off x="3795393" y="3353725"/>
                <a:ext cx="31499" cy="26993"/>
                <a:chOff x="3795393" y="3353725"/>
                <a:chExt cx="31499" cy="26993"/>
              </a:xfrm>
            </p:grpSpPr>
            <p:sp>
              <p:nvSpPr>
                <p:cNvPr id="7808" name="Google Shape;7808;p8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83"/>
              <p:cNvGrpSpPr/>
              <p:nvPr/>
            </p:nvGrpSpPr>
            <p:grpSpPr>
              <a:xfrm>
                <a:off x="4176909" y="4363221"/>
                <a:ext cx="38924" cy="33316"/>
                <a:chOff x="4176909" y="4363221"/>
                <a:chExt cx="38924" cy="33316"/>
              </a:xfrm>
            </p:grpSpPr>
            <p:sp>
              <p:nvSpPr>
                <p:cNvPr id="7811" name="Google Shape;7811;p8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83"/>
              <p:cNvGrpSpPr/>
              <p:nvPr/>
            </p:nvGrpSpPr>
            <p:grpSpPr>
              <a:xfrm>
                <a:off x="4226191" y="4007660"/>
                <a:ext cx="33560" cy="28770"/>
                <a:chOff x="4226191" y="4007660"/>
                <a:chExt cx="33560" cy="28770"/>
              </a:xfrm>
            </p:grpSpPr>
            <p:sp>
              <p:nvSpPr>
                <p:cNvPr id="7814" name="Google Shape;7814;p8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83"/>
              <p:cNvGrpSpPr/>
              <p:nvPr/>
            </p:nvGrpSpPr>
            <p:grpSpPr>
              <a:xfrm>
                <a:off x="3597785" y="3377045"/>
                <a:ext cx="33591" cy="28699"/>
                <a:chOff x="3597785" y="3377045"/>
                <a:chExt cx="33591" cy="28699"/>
              </a:xfrm>
            </p:grpSpPr>
            <p:sp>
              <p:nvSpPr>
                <p:cNvPr id="7817" name="Google Shape;7817;p8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83"/>
              <p:cNvGrpSpPr/>
              <p:nvPr/>
            </p:nvGrpSpPr>
            <p:grpSpPr>
              <a:xfrm>
                <a:off x="3887870" y="3669796"/>
                <a:ext cx="33591" cy="28692"/>
                <a:chOff x="3887870" y="3669796"/>
                <a:chExt cx="33591" cy="28692"/>
              </a:xfrm>
            </p:grpSpPr>
            <p:sp>
              <p:nvSpPr>
                <p:cNvPr id="7820" name="Google Shape;7820;p8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83"/>
              <p:cNvGrpSpPr/>
              <p:nvPr/>
            </p:nvGrpSpPr>
            <p:grpSpPr>
              <a:xfrm>
                <a:off x="3818320" y="3481625"/>
                <a:ext cx="33497" cy="28770"/>
                <a:chOff x="3818320" y="3481625"/>
                <a:chExt cx="33497" cy="28770"/>
              </a:xfrm>
            </p:grpSpPr>
            <p:sp>
              <p:nvSpPr>
                <p:cNvPr id="7823" name="Google Shape;7823;p8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83"/>
              <p:cNvGrpSpPr/>
              <p:nvPr/>
            </p:nvGrpSpPr>
            <p:grpSpPr>
              <a:xfrm>
                <a:off x="4278139" y="4120948"/>
                <a:ext cx="37492" cy="32129"/>
                <a:chOff x="4278139" y="4120948"/>
                <a:chExt cx="37492" cy="32129"/>
              </a:xfrm>
            </p:grpSpPr>
            <p:sp>
              <p:nvSpPr>
                <p:cNvPr id="7826" name="Google Shape;7826;p8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83"/>
              <p:cNvGrpSpPr/>
              <p:nvPr/>
            </p:nvGrpSpPr>
            <p:grpSpPr>
              <a:xfrm>
                <a:off x="4419898" y="3977388"/>
                <a:ext cx="33497" cy="28692"/>
                <a:chOff x="4419898" y="3977388"/>
                <a:chExt cx="33497" cy="28692"/>
              </a:xfrm>
            </p:grpSpPr>
            <p:sp>
              <p:nvSpPr>
                <p:cNvPr id="7829" name="Google Shape;7829;p8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83"/>
              <p:cNvGrpSpPr/>
              <p:nvPr/>
            </p:nvGrpSpPr>
            <p:grpSpPr>
              <a:xfrm>
                <a:off x="4158930" y="4034684"/>
                <a:ext cx="33497" cy="28762"/>
                <a:chOff x="4158930" y="4034684"/>
                <a:chExt cx="33497" cy="28762"/>
              </a:xfrm>
            </p:grpSpPr>
            <p:sp>
              <p:nvSpPr>
                <p:cNvPr id="7832" name="Google Shape;7832;p8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83"/>
              <p:cNvGrpSpPr/>
              <p:nvPr/>
            </p:nvGrpSpPr>
            <p:grpSpPr>
              <a:xfrm>
                <a:off x="4134949" y="3957049"/>
                <a:ext cx="33497" cy="28770"/>
                <a:chOff x="4134949" y="3957049"/>
                <a:chExt cx="33497" cy="28770"/>
              </a:xfrm>
            </p:grpSpPr>
            <p:sp>
              <p:nvSpPr>
                <p:cNvPr id="7835" name="Google Shape;7835;p8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83"/>
              <p:cNvGrpSpPr/>
              <p:nvPr/>
            </p:nvGrpSpPr>
            <p:grpSpPr>
              <a:xfrm>
                <a:off x="4193653" y="4184403"/>
                <a:ext cx="43580" cy="37264"/>
                <a:chOff x="4193653" y="4184403"/>
                <a:chExt cx="43580" cy="37264"/>
              </a:xfrm>
            </p:grpSpPr>
            <p:sp>
              <p:nvSpPr>
                <p:cNvPr id="7838" name="Google Shape;7838;p8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83"/>
              <p:cNvGrpSpPr/>
              <p:nvPr/>
            </p:nvGrpSpPr>
            <p:grpSpPr>
              <a:xfrm>
                <a:off x="4343600" y="3943844"/>
                <a:ext cx="43580" cy="37312"/>
                <a:chOff x="4343600" y="3943844"/>
                <a:chExt cx="43580" cy="37312"/>
              </a:xfrm>
            </p:grpSpPr>
            <p:sp>
              <p:nvSpPr>
                <p:cNvPr id="7841" name="Google Shape;7841;p8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83"/>
              <p:cNvGrpSpPr/>
              <p:nvPr/>
            </p:nvGrpSpPr>
            <p:grpSpPr>
              <a:xfrm>
                <a:off x="4172339" y="3381693"/>
                <a:ext cx="31499" cy="27001"/>
                <a:chOff x="4172339" y="3381693"/>
                <a:chExt cx="31499" cy="27001"/>
              </a:xfrm>
            </p:grpSpPr>
            <p:sp>
              <p:nvSpPr>
                <p:cNvPr id="7844" name="Google Shape;7844;p8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49" name="Shape 7849"/>
        <p:cNvGrpSpPr/>
        <p:nvPr/>
      </p:nvGrpSpPr>
      <p:grpSpPr>
        <a:xfrm>
          <a:off x="0" y="0"/>
          <a:ext cx="0" cy="0"/>
          <a:chOff x="0" y="0"/>
          <a:chExt cx="0" cy="0"/>
        </a:xfrm>
      </p:grpSpPr>
      <p:grpSp>
        <p:nvGrpSpPr>
          <p:cNvPr id="7850" name="Google Shape;7850;p84"/>
          <p:cNvGrpSpPr/>
          <p:nvPr/>
        </p:nvGrpSpPr>
        <p:grpSpPr>
          <a:xfrm>
            <a:off x="2126623" y="3607908"/>
            <a:ext cx="1102891" cy="760337"/>
            <a:chOff x="4967783" y="2151471"/>
            <a:chExt cx="3920692" cy="2702940"/>
          </a:xfrm>
        </p:grpSpPr>
        <p:grpSp>
          <p:nvGrpSpPr>
            <p:cNvPr id="7851" name="Google Shape;7851;p84"/>
            <p:cNvGrpSpPr/>
            <p:nvPr/>
          </p:nvGrpSpPr>
          <p:grpSpPr>
            <a:xfrm>
              <a:off x="5045709" y="2252109"/>
              <a:ext cx="3761071" cy="2501708"/>
              <a:chOff x="2691784" y="1805334"/>
              <a:chExt cx="3761071" cy="2501708"/>
            </a:xfrm>
          </p:grpSpPr>
          <p:sp>
            <p:nvSpPr>
              <p:cNvPr id="7852" name="Google Shape;7852;p8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84"/>
            <p:cNvGrpSpPr/>
            <p:nvPr/>
          </p:nvGrpSpPr>
          <p:grpSpPr>
            <a:xfrm>
              <a:off x="4967783" y="2151471"/>
              <a:ext cx="3920692" cy="2702940"/>
              <a:chOff x="2613858" y="1704696"/>
              <a:chExt cx="3920692" cy="2702940"/>
            </a:xfrm>
          </p:grpSpPr>
          <p:sp>
            <p:nvSpPr>
              <p:cNvPr id="7860" name="Google Shape;7860;p8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5" name="Google Shape;7865;p84"/>
          <p:cNvGrpSpPr/>
          <p:nvPr/>
        </p:nvGrpSpPr>
        <p:grpSpPr>
          <a:xfrm>
            <a:off x="3530532" y="1496185"/>
            <a:ext cx="1561911" cy="708580"/>
            <a:chOff x="3530532" y="1496185"/>
            <a:chExt cx="1561911" cy="708580"/>
          </a:xfrm>
        </p:grpSpPr>
        <p:grpSp>
          <p:nvGrpSpPr>
            <p:cNvPr id="7866" name="Google Shape;7866;p84"/>
            <p:cNvGrpSpPr/>
            <p:nvPr/>
          </p:nvGrpSpPr>
          <p:grpSpPr>
            <a:xfrm>
              <a:off x="3720318" y="1857562"/>
              <a:ext cx="1372125" cy="54"/>
              <a:chOff x="3720318" y="1857562"/>
              <a:chExt cx="1372125" cy="54"/>
            </a:xfrm>
          </p:grpSpPr>
          <p:cxnSp>
            <p:nvCxnSpPr>
              <p:cNvPr id="7867" name="Google Shape;7867;p84"/>
              <p:cNvCxnSpPr>
                <a:endCxn id="7868"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869" name="Google Shape;7869;p8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870" name="Google Shape;7870;p8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871" name="Google Shape;7871;p84"/>
              <p:cNvCxnSpPr>
                <a:stCxn id="7868"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872" name="Google Shape;7872;p84"/>
            <p:cNvGrpSpPr/>
            <p:nvPr/>
          </p:nvGrpSpPr>
          <p:grpSpPr>
            <a:xfrm>
              <a:off x="3567462" y="1496185"/>
              <a:ext cx="286500" cy="272914"/>
              <a:chOff x="3567462" y="1496185"/>
              <a:chExt cx="286500" cy="272914"/>
            </a:xfrm>
          </p:grpSpPr>
          <p:cxnSp>
            <p:nvCxnSpPr>
              <p:cNvPr id="7873" name="Google Shape;7873;p8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874" name="Google Shape;7874;p8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5" name="Google Shape;7875;p8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7" name="Google Shape;7877;p84"/>
            <p:cNvGrpSpPr/>
            <p:nvPr/>
          </p:nvGrpSpPr>
          <p:grpSpPr>
            <a:xfrm>
              <a:off x="3929014" y="1960574"/>
              <a:ext cx="286500" cy="242342"/>
              <a:chOff x="3929014" y="1960574"/>
              <a:chExt cx="286500" cy="242342"/>
            </a:xfrm>
          </p:grpSpPr>
          <p:cxnSp>
            <p:nvCxnSpPr>
              <p:cNvPr id="7878" name="Google Shape;7878;p8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879" name="Google Shape;7879;p8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84"/>
            <p:cNvGrpSpPr/>
            <p:nvPr/>
          </p:nvGrpSpPr>
          <p:grpSpPr>
            <a:xfrm>
              <a:off x="4290828" y="1496185"/>
              <a:ext cx="286500" cy="272914"/>
              <a:chOff x="4290828" y="1496185"/>
              <a:chExt cx="286500" cy="272914"/>
            </a:xfrm>
          </p:grpSpPr>
          <p:cxnSp>
            <p:nvCxnSpPr>
              <p:cNvPr id="7881" name="Google Shape;7881;p8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882" name="Google Shape;7882;p8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3" name="Google Shape;7883;p8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4" name="Google Shape;7884;p84"/>
            <p:cNvGrpSpPr/>
            <p:nvPr/>
          </p:nvGrpSpPr>
          <p:grpSpPr>
            <a:xfrm>
              <a:off x="4657726" y="1959674"/>
              <a:ext cx="286500" cy="245092"/>
              <a:chOff x="4657726" y="1959674"/>
              <a:chExt cx="286500" cy="245092"/>
            </a:xfrm>
          </p:grpSpPr>
          <p:cxnSp>
            <p:nvCxnSpPr>
              <p:cNvPr id="7885" name="Google Shape;7885;p8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886" name="Google Shape;7886;p8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87" name="Google Shape;7887;p84"/>
          <p:cNvGrpSpPr/>
          <p:nvPr/>
        </p:nvGrpSpPr>
        <p:grpSpPr>
          <a:xfrm>
            <a:off x="3512551" y="2358282"/>
            <a:ext cx="1597032" cy="378649"/>
            <a:chOff x="3512551" y="2358282"/>
            <a:chExt cx="1597032" cy="378649"/>
          </a:xfrm>
        </p:grpSpPr>
        <p:grpSp>
          <p:nvGrpSpPr>
            <p:cNvPr id="7888" name="Google Shape;7888;p84"/>
            <p:cNvGrpSpPr/>
            <p:nvPr/>
          </p:nvGrpSpPr>
          <p:grpSpPr>
            <a:xfrm>
              <a:off x="3738198" y="2553002"/>
              <a:ext cx="1145834" cy="117"/>
              <a:chOff x="3738198" y="2553002"/>
              <a:chExt cx="1145834" cy="117"/>
            </a:xfrm>
          </p:grpSpPr>
          <p:cxnSp>
            <p:nvCxnSpPr>
              <p:cNvPr id="7889" name="Google Shape;7889;p8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890" name="Google Shape;7890;p8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891" name="Google Shape;7891;p84"/>
              <p:cNvCxnSpPr>
                <a:stCxn id="7892" idx="6"/>
                <a:endCxn id="7893"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894" name="Google Shape;7894;p84"/>
            <p:cNvGrpSpPr/>
            <p:nvPr/>
          </p:nvGrpSpPr>
          <p:grpSpPr>
            <a:xfrm>
              <a:off x="3969644" y="2440153"/>
              <a:ext cx="225900" cy="296779"/>
              <a:chOff x="3969644" y="2440153"/>
              <a:chExt cx="225900" cy="296779"/>
            </a:xfrm>
          </p:grpSpPr>
          <p:cxnSp>
            <p:nvCxnSpPr>
              <p:cNvPr id="7895" name="Google Shape;7895;p8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893" name="Google Shape;7893;p8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84"/>
            <p:cNvGrpSpPr/>
            <p:nvPr/>
          </p:nvGrpSpPr>
          <p:grpSpPr>
            <a:xfrm>
              <a:off x="4426818" y="2358282"/>
              <a:ext cx="225600" cy="307471"/>
              <a:chOff x="4426818" y="2358282"/>
              <a:chExt cx="225600" cy="307471"/>
            </a:xfrm>
          </p:grpSpPr>
          <p:cxnSp>
            <p:nvCxnSpPr>
              <p:cNvPr id="7898" name="Google Shape;7898;p84"/>
              <p:cNvCxnSpPr>
                <a:stCxn id="7899"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900" name="Google Shape;7900;p8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84"/>
            <p:cNvGrpSpPr/>
            <p:nvPr/>
          </p:nvGrpSpPr>
          <p:grpSpPr>
            <a:xfrm>
              <a:off x="4883984" y="2440153"/>
              <a:ext cx="225600" cy="296479"/>
              <a:chOff x="4883984" y="2440153"/>
              <a:chExt cx="225600" cy="296479"/>
            </a:xfrm>
          </p:grpSpPr>
          <p:cxnSp>
            <p:nvCxnSpPr>
              <p:cNvPr id="7902" name="Google Shape;7902;p8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903" name="Google Shape;7903;p8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84"/>
            <p:cNvGrpSpPr/>
            <p:nvPr/>
          </p:nvGrpSpPr>
          <p:grpSpPr>
            <a:xfrm>
              <a:off x="3512551" y="2358356"/>
              <a:ext cx="225647" cy="307629"/>
              <a:chOff x="2182679" y="2005014"/>
              <a:chExt cx="792300" cy="1080158"/>
            </a:xfrm>
          </p:grpSpPr>
          <p:cxnSp>
            <p:nvCxnSpPr>
              <p:cNvPr id="7906" name="Google Shape;7906;p84"/>
              <p:cNvCxnSpPr>
                <a:stCxn id="7907"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892" name="Google Shape;7892;p8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8" name="Google Shape;7908;p84"/>
          <p:cNvGrpSpPr/>
          <p:nvPr/>
        </p:nvGrpSpPr>
        <p:grpSpPr>
          <a:xfrm>
            <a:off x="6872633" y="1182079"/>
            <a:ext cx="1559809" cy="722610"/>
            <a:chOff x="634175" y="2986275"/>
            <a:chExt cx="3147949" cy="1458344"/>
          </a:xfrm>
        </p:grpSpPr>
        <p:cxnSp>
          <p:nvCxnSpPr>
            <p:cNvPr id="7909" name="Google Shape;7909;p84"/>
            <p:cNvCxnSpPr>
              <a:stCxn id="7910" idx="4"/>
              <a:endCxn id="7911"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912" name="Google Shape;7912;p84"/>
            <p:cNvCxnSpPr>
              <a:stCxn id="7911" idx="0"/>
              <a:endCxn id="791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914" name="Google Shape;7914;p84"/>
            <p:cNvCxnSpPr>
              <a:stCxn id="7913" idx="4"/>
              <a:endCxn id="7915"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916" name="Google Shape;7916;p84"/>
            <p:cNvCxnSpPr>
              <a:stCxn id="7915" idx="0"/>
              <a:endCxn id="791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917" name="Google Shape;7917;p8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13" name="Google Shape;7913;p8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10" name="Google Shape;7910;p8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15" name="Google Shape;7915;p8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11" name="Google Shape;7911;p8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918" name="Google Shape;7918;p84"/>
          <p:cNvGrpSpPr/>
          <p:nvPr/>
        </p:nvGrpSpPr>
        <p:grpSpPr>
          <a:xfrm>
            <a:off x="3526424" y="2891987"/>
            <a:ext cx="1570719" cy="294123"/>
            <a:chOff x="998425" y="1182125"/>
            <a:chExt cx="1065400" cy="199500"/>
          </a:xfrm>
        </p:grpSpPr>
        <p:sp>
          <p:nvSpPr>
            <p:cNvPr id="7919" name="Google Shape;7919;p8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84"/>
          <p:cNvGrpSpPr/>
          <p:nvPr/>
        </p:nvGrpSpPr>
        <p:grpSpPr>
          <a:xfrm>
            <a:off x="6869680" y="2009474"/>
            <a:ext cx="1565716" cy="366729"/>
            <a:chOff x="1247650" y="2075423"/>
            <a:chExt cx="6648477" cy="1557238"/>
          </a:xfrm>
        </p:grpSpPr>
        <p:sp>
          <p:nvSpPr>
            <p:cNvPr id="7925" name="Google Shape;7925;p8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84"/>
          <p:cNvGrpSpPr/>
          <p:nvPr/>
        </p:nvGrpSpPr>
        <p:grpSpPr>
          <a:xfrm>
            <a:off x="6853992" y="3158289"/>
            <a:ext cx="1597061" cy="663440"/>
            <a:chOff x="6796238" y="3158297"/>
            <a:chExt cx="1630319" cy="677257"/>
          </a:xfrm>
        </p:grpSpPr>
        <p:cxnSp>
          <p:nvCxnSpPr>
            <p:cNvPr id="7932" name="Google Shape;7932;p8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933" name="Google Shape;7933;p8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934" name="Google Shape;7934;p8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935" name="Google Shape;7935;p8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936" name="Google Shape;7936;p84"/>
            <p:cNvGrpSpPr/>
            <p:nvPr/>
          </p:nvGrpSpPr>
          <p:grpSpPr>
            <a:xfrm>
              <a:off x="6796238" y="3311904"/>
              <a:ext cx="1630319" cy="377697"/>
              <a:chOff x="6796238" y="3311904"/>
              <a:chExt cx="1630319" cy="377697"/>
            </a:xfrm>
          </p:grpSpPr>
          <p:sp>
            <p:nvSpPr>
              <p:cNvPr id="7937" name="Google Shape;7937;p8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0" name="Google Shape;7940;p84"/>
          <p:cNvGrpSpPr/>
          <p:nvPr/>
        </p:nvGrpSpPr>
        <p:grpSpPr>
          <a:xfrm>
            <a:off x="5375130" y="1179681"/>
            <a:ext cx="1368606" cy="1593805"/>
            <a:chOff x="1839112" y="2209163"/>
            <a:chExt cx="1918159" cy="2233784"/>
          </a:xfrm>
        </p:grpSpPr>
        <p:sp>
          <p:nvSpPr>
            <p:cNvPr id="7941" name="Google Shape;7941;p8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44" name="Google Shape;7944;p84"/>
            <p:cNvCxnSpPr>
              <a:stCxn id="7941" idx="6"/>
              <a:endCxn id="7942"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945" name="Google Shape;7945;p84"/>
            <p:cNvCxnSpPr>
              <a:stCxn id="7942" idx="4"/>
              <a:endCxn id="7946"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947" name="Google Shape;7947;p84"/>
            <p:cNvCxnSpPr>
              <a:stCxn id="7946" idx="6"/>
              <a:endCxn id="7943"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948" name="Google Shape;7948;p84"/>
            <p:cNvCxnSpPr>
              <a:stCxn id="7943" idx="4"/>
              <a:endCxn id="7949"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946" name="Google Shape;7946;p8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51" name="Google Shape;7951;p84"/>
            <p:cNvCxnSpPr>
              <a:endCxn id="7950"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952" name="Google Shape;7952;p84"/>
          <p:cNvGrpSpPr/>
          <p:nvPr/>
        </p:nvGrpSpPr>
        <p:grpSpPr>
          <a:xfrm>
            <a:off x="3507503" y="1185917"/>
            <a:ext cx="1637968" cy="154942"/>
            <a:chOff x="238125" y="2506075"/>
            <a:chExt cx="7115411" cy="673075"/>
          </a:xfrm>
        </p:grpSpPr>
        <p:sp>
          <p:nvSpPr>
            <p:cNvPr id="7953" name="Google Shape;7953;p8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84"/>
          <p:cNvGrpSpPr/>
          <p:nvPr/>
        </p:nvGrpSpPr>
        <p:grpSpPr>
          <a:xfrm>
            <a:off x="746187" y="1507514"/>
            <a:ext cx="2476762" cy="91743"/>
            <a:chOff x="1464850" y="436376"/>
            <a:chExt cx="6001362" cy="222300"/>
          </a:xfrm>
        </p:grpSpPr>
        <p:sp>
          <p:nvSpPr>
            <p:cNvPr id="7959" name="Google Shape;7959;p8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64" name="Google Shape;7964;p8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965" name="Google Shape;7965;p8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966" name="Google Shape;7966;p8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967" name="Google Shape;7967;p8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968" name="Google Shape;7968;p84"/>
          <p:cNvGrpSpPr/>
          <p:nvPr/>
        </p:nvGrpSpPr>
        <p:grpSpPr>
          <a:xfrm>
            <a:off x="732455" y="2742980"/>
            <a:ext cx="1452710" cy="651923"/>
            <a:chOff x="803162" y="2667727"/>
            <a:chExt cx="1411906" cy="633611"/>
          </a:xfrm>
        </p:grpSpPr>
        <p:cxnSp>
          <p:nvCxnSpPr>
            <p:cNvPr id="7969" name="Google Shape;7969;p84"/>
            <p:cNvCxnSpPr>
              <a:stCxn id="7970" idx="2"/>
              <a:endCxn id="7971"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972" name="Google Shape;7972;p84"/>
            <p:cNvCxnSpPr>
              <a:stCxn id="7973" idx="0"/>
              <a:endCxn id="7970"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974" name="Google Shape;7974;p84"/>
            <p:cNvCxnSpPr>
              <a:stCxn id="7973" idx="2"/>
              <a:endCxn id="7975"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976" name="Google Shape;7976;p84"/>
            <p:cNvCxnSpPr>
              <a:stCxn id="7977" idx="0"/>
              <a:endCxn id="7973"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978" name="Google Shape;7978;p84"/>
            <p:cNvCxnSpPr>
              <a:stCxn id="7971" idx="2"/>
              <a:endCxn id="7979"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980" name="Google Shape;7980;p84"/>
            <p:cNvCxnSpPr>
              <a:stCxn id="7981" idx="0"/>
              <a:endCxn id="7971"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977" name="Google Shape;7977;p8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75" name="Google Shape;7975;p8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81" name="Google Shape;7981;p8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79" name="Google Shape;7979;p8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71" name="Google Shape;7971;p8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73" name="Google Shape;7973;p8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70" name="Google Shape;7970;p8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982" name="Google Shape;7982;p84"/>
          <p:cNvGrpSpPr/>
          <p:nvPr/>
        </p:nvGrpSpPr>
        <p:grpSpPr>
          <a:xfrm>
            <a:off x="732456" y="1178518"/>
            <a:ext cx="2518541" cy="209309"/>
            <a:chOff x="803163" y="1111966"/>
            <a:chExt cx="2447800" cy="203430"/>
          </a:xfrm>
        </p:grpSpPr>
        <p:grpSp>
          <p:nvGrpSpPr>
            <p:cNvPr id="7983" name="Google Shape;7983;p84"/>
            <p:cNvGrpSpPr/>
            <p:nvPr/>
          </p:nvGrpSpPr>
          <p:grpSpPr>
            <a:xfrm>
              <a:off x="1958180" y="1111966"/>
              <a:ext cx="588019" cy="121396"/>
              <a:chOff x="4808316" y="2800065"/>
              <a:chExt cx="1999386" cy="412910"/>
            </a:xfrm>
          </p:grpSpPr>
          <p:sp>
            <p:nvSpPr>
              <p:cNvPr id="7984" name="Google Shape;7984;p8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5" name="Google Shape;7985;p84"/>
              <p:cNvGrpSpPr/>
              <p:nvPr/>
            </p:nvGrpSpPr>
            <p:grpSpPr>
              <a:xfrm>
                <a:off x="4808316" y="2800065"/>
                <a:ext cx="92400" cy="411825"/>
                <a:chOff x="845575" y="2563700"/>
                <a:chExt cx="92400" cy="411825"/>
              </a:xfrm>
            </p:grpSpPr>
            <p:cxnSp>
              <p:nvCxnSpPr>
                <p:cNvPr id="7986" name="Google Shape;7986;p8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987" name="Google Shape;7987;p8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988" name="Google Shape;7988;p8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989" name="Google Shape;7989;p8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0" name="Google Shape;7990;p84"/>
            <p:cNvGrpSpPr/>
            <p:nvPr/>
          </p:nvGrpSpPr>
          <p:grpSpPr>
            <a:xfrm>
              <a:off x="803163" y="1111974"/>
              <a:ext cx="591158" cy="121545"/>
              <a:chOff x="803163" y="1111974"/>
              <a:chExt cx="591158" cy="121545"/>
            </a:xfrm>
          </p:grpSpPr>
          <p:grpSp>
            <p:nvGrpSpPr>
              <p:cNvPr id="7991" name="Google Shape;7991;p84"/>
              <p:cNvGrpSpPr/>
              <p:nvPr/>
            </p:nvGrpSpPr>
            <p:grpSpPr>
              <a:xfrm>
                <a:off x="803163" y="1111974"/>
                <a:ext cx="27175" cy="121077"/>
                <a:chOff x="845575" y="2563700"/>
                <a:chExt cx="92400" cy="411825"/>
              </a:xfrm>
            </p:grpSpPr>
            <p:cxnSp>
              <p:nvCxnSpPr>
                <p:cNvPr id="7992" name="Google Shape;7992;p8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993" name="Google Shape;7993;p8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4" name="Google Shape;7994;p8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84"/>
            <p:cNvGrpSpPr/>
            <p:nvPr/>
          </p:nvGrpSpPr>
          <p:grpSpPr>
            <a:xfrm>
              <a:off x="1381910" y="1194219"/>
              <a:ext cx="588341" cy="121177"/>
              <a:chOff x="1381910" y="1194219"/>
              <a:chExt cx="588341" cy="121177"/>
            </a:xfrm>
          </p:grpSpPr>
          <p:grpSp>
            <p:nvGrpSpPr>
              <p:cNvPr id="7996" name="Google Shape;7996;p84"/>
              <p:cNvGrpSpPr/>
              <p:nvPr/>
            </p:nvGrpSpPr>
            <p:grpSpPr>
              <a:xfrm rot="10800000">
                <a:off x="1381910" y="1194319"/>
                <a:ext cx="27175" cy="121077"/>
                <a:chOff x="2070100" y="2563700"/>
                <a:chExt cx="92400" cy="411825"/>
              </a:xfrm>
            </p:grpSpPr>
            <p:cxnSp>
              <p:nvCxnSpPr>
                <p:cNvPr id="7997" name="Google Shape;7997;p8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998" name="Google Shape;7998;p8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9" name="Google Shape;7999;p8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84"/>
            <p:cNvGrpSpPr/>
            <p:nvPr/>
          </p:nvGrpSpPr>
          <p:grpSpPr>
            <a:xfrm>
              <a:off x="2532079" y="1194219"/>
              <a:ext cx="704927" cy="121177"/>
              <a:chOff x="2532079" y="1194219"/>
              <a:chExt cx="704927" cy="121177"/>
            </a:xfrm>
          </p:grpSpPr>
          <p:grpSp>
            <p:nvGrpSpPr>
              <p:cNvPr id="8001" name="Google Shape;8001;p84"/>
              <p:cNvGrpSpPr/>
              <p:nvPr/>
            </p:nvGrpSpPr>
            <p:grpSpPr>
              <a:xfrm rot="10800000">
                <a:off x="2532079" y="1194319"/>
                <a:ext cx="27175" cy="121077"/>
                <a:chOff x="2070100" y="2563700"/>
                <a:chExt cx="92400" cy="411825"/>
              </a:xfrm>
            </p:grpSpPr>
            <p:cxnSp>
              <p:nvCxnSpPr>
                <p:cNvPr id="8002" name="Google Shape;8002;p8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03" name="Google Shape;8003;p8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4" name="Google Shape;8004;p8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5" name="Google Shape;8005;p84"/>
          <p:cNvGrpSpPr/>
          <p:nvPr/>
        </p:nvGrpSpPr>
        <p:grpSpPr>
          <a:xfrm>
            <a:off x="3525467" y="3875150"/>
            <a:ext cx="1567778" cy="491677"/>
            <a:chOff x="5194708" y="3484366"/>
            <a:chExt cx="3148148" cy="987304"/>
          </a:xfrm>
        </p:grpSpPr>
        <p:grpSp>
          <p:nvGrpSpPr>
            <p:cNvPr id="8006" name="Google Shape;8006;p84"/>
            <p:cNvGrpSpPr/>
            <p:nvPr/>
          </p:nvGrpSpPr>
          <p:grpSpPr>
            <a:xfrm>
              <a:off x="7531521" y="3484366"/>
              <a:ext cx="811335" cy="987304"/>
              <a:chOff x="3379425" y="1617275"/>
              <a:chExt cx="1090650" cy="1327200"/>
            </a:xfrm>
          </p:grpSpPr>
          <p:sp>
            <p:nvSpPr>
              <p:cNvPr id="8007" name="Google Shape;8007;p8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84"/>
            <p:cNvGrpSpPr/>
            <p:nvPr/>
          </p:nvGrpSpPr>
          <p:grpSpPr>
            <a:xfrm>
              <a:off x="6752546" y="3484366"/>
              <a:ext cx="811428" cy="987304"/>
              <a:chOff x="2332275" y="1617275"/>
              <a:chExt cx="1090775" cy="1327200"/>
            </a:xfrm>
          </p:grpSpPr>
          <p:sp>
            <p:nvSpPr>
              <p:cNvPr id="8011" name="Google Shape;8011;p8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84"/>
            <p:cNvGrpSpPr/>
            <p:nvPr/>
          </p:nvGrpSpPr>
          <p:grpSpPr>
            <a:xfrm>
              <a:off x="5973664" y="3484366"/>
              <a:ext cx="811335" cy="987304"/>
              <a:chOff x="1285250" y="1617275"/>
              <a:chExt cx="1090650" cy="1327200"/>
            </a:xfrm>
          </p:grpSpPr>
          <p:sp>
            <p:nvSpPr>
              <p:cNvPr id="8015" name="Google Shape;8015;p8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84"/>
            <p:cNvGrpSpPr/>
            <p:nvPr/>
          </p:nvGrpSpPr>
          <p:grpSpPr>
            <a:xfrm>
              <a:off x="5194708" y="3484366"/>
              <a:ext cx="811409" cy="987304"/>
              <a:chOff x="238125" y="1617275"/>
              <a:chExt cx="1090750" cy="1327200"/>
            </a:xfrm>
          </p:grpSpPr>
          <p:sp>
            <p:nvSpPr>
              <p:cNvPr id="8019" name="Google Shape;8019;p8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2" name="Google Shape;8022;p84"/>
          <p:cNvGrpSpPr/>
          <p:nvPr/>
        </p:nvGrpSpPr>
        <p:grpSpPr>
          <a:xfrm>
            <a:off x="3486076" y="3355561"/>
            <a:ext cx="1616964" cy="346256"/>
            <a:chOff x="1808063" y="4294338"/>
            <a:chExt cx="3370782" cy="721817"/>
          </a:xfrm>
        </p:grpSpPr>
        <p:sp>
          <p:nvSpPr>
            <p:cNvPr id="8023" name="Google Shape;8023;p8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84"/>
          <p:cNvGrpSpPr/>
          <p:nvPr/>
        </p:nvGrpSpPr>
        <p:grpSpPr>
          <a:xfrm>
            <a:off x="764288" y="3641590"/>
            <a:ext cx="1295882" cy="646587"/>
            <a:chOff x="834100" y="3642869"/>
            <a:chExt cx="1259483" cy="628426"/>
          </a:xfrm>
        </p:grpSpPr>
        <p:sp>
          <p:nvSpPr>
            <p:cNvPr id="8034" name="Google Shape;8034;p8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9" name="Google Shape;8059;p84"/>
            <p:cNvGrpSpPr/>
            <p:nvPr/>
          </p:nvGrpSpPr>
          <p:grpSpPr>
            <a:xfrm>
              <a:off x="1360364" y="3847835"/>
              <a:ext cx="208119" cy="224359"/>
              <a:chOff x="1360769" y="3847100"/>
              <a:chExt cx="208119" cy="224359"/>
            </a:xfrm>
          </p:grpSpPr>
          <p:sp>
            <p:nvSpPr>
              <p:cNvPr id="8060" name="Google Shape;8060;p8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0" name="Google Shape;8080;p8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84"/>
          <p:cNvGrpSpPr/>
          <p:nvPr/>
        </p:nvGrpSpPr>
        <p:grpSpPr>
          <a:xfrm rot="5400000">
            <a:off x="5977401" y="3438087"/>
            <a:ext cx="164064" cy="1414916"/>
            <a:chOff x="4428249" y="1369375"/>
            <a:chExt cx="36905" cy="429569"/>
          </a:xfrm>
        </p:grpSpPr>
        <p:sp>
          <p:nvSpPr>
            <p:cNvPr id="8095" name="Google Shape;8095;p8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84"/>
          <p:cNvGrpSpPr/>
          <p:nvPr/>
        </p:nvGrpSpPr>
        <p:grpSpPr>
          <a:xfrm flipH="1" rot="10800000">
            <a:off x="5349830" y="3026630"/>
            <a:ext cx="1419207" cy="24808"/>
            <a:chOff x="219558" y="4738465"/>
            <a:chExt cx="5852400" cy="102300"/>
          </a:xfrm>
        </p:grpSpPr>
        <p:cxnSp>
          <p:nvCxnSpPr>
            <p:cNvPr id="8128" name="Google Shape;8128;p8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129" name="Google Shape;8129;p8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84"/>
          <p:cNvGrpSpPr/>
          <p:nvPr/>
        </p:nvGrpSpPr>
        <p:grpSpPr>
          <a:xfrm>
            <a:off x="5361148" y="3399694"/>
            <a:ext cx="1396570" cy="385016"/>
            <a:chOff x="5286284" y="2966544"/>
            <a:chExt cx="1396570" cy="385016"/>
          </a:xfrm>
        </p:grpSpPr>
        <p:cxnSp>
          <p:nvCxnSpPr>
            <p:cNvPr id="8135" name="Google Shape;8135;p8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136" name="Google Shape;8136;p8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137" name="Google Shape;8137;p84"/>
            <p:cNvGrpSpPr/>
            <p:nvPr/>
          </p:nvGrpSpPr>
          <p:grpSpPr>
            <a:xfrm>
              <a:off x="5287688" y="3173364"/>
              <a:ext cx="1395166" cy="74100"/>
              <a:chOff x="5287688" y="3173364"/>
              <a:chExt cx="1395166" cy="74100"/>
            </a:xfrm>
          </p:grpSpPr>
          <p:cxnSp>
            <p:nvCxnSpPr>
              <p:cNvPr id="8138" name="Google Shape;8138;p8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139" name="Google Shape;8139;p8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140" name="Google Shape;8140;p8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41" name="Google Shape;8141;p8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42" name="Google Shape;8142;p8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43" name="Google Shape;8143;p8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44" name="Google Shape;8144;p8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45" name="Google Shape;8145;p8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146" name="Google Shape;8146;p8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147" name="Google Shape;8147;p84"/>
          <p:cNvGrpSpPr/>
          <p:nvPr/>
        </p:nvGrpSpPr>
        <p:grpSpPr>
          <a:xfrm>
            <a:off x="2047214" y="1818470"/>
            <a:ext cx="1182276" cy="662027"/>
            <a:chOff x="2029517" y="1732295"/>
            <a:chExt cx="1149068" cy="643432"/>
          </a:xfrm>
        </p:grpSpPr>
        <p:grpSp>
          <p:nvGrpSpPr>
            <p:cNvPr id="8148" name="Google Shape;8148;p84"/>
            <p:cNvGrpSpPr/>
            <p:nvPr/>
          </p:nvGrpSpPr>
          <p:grpSpPr>
            <a:xfrm>
              <a:off x="2708660" y="1746937"/>
              <a:ext cx="455427" cy="244429"/>
              <a:chOff x="2700693" y="1746937"/>
              <a:chExt cx="455427" cy="244429"/>
            </a:xfrm>
          </p:grpSpPr>
          <p:grpSp>
            <p:nvGrpSpPr>
              <p:cNvPr id="8149" name="Google Shape;8149;p84"/>
              <p:cNvGrpSpPr/>
              <p:nvPr/>
            </p:nvGrpSpPr>
            <p:grpSpPr>
              <a:xfrm>
                <a:off x="2905682" y="1782817"/>
                <a:ext cx="250438" cy="208549"/>
                <a:chOff x="2905682" y="1782817"/>
                <a:chExt cx="250438" cy="208549"/>
              </a:xfrm>
            </p:grpSpPr>
            <p:cxnSp>
              <p:nvCxnSpPr>
                <p:cNvPr id="8150" name="Google Shape;8150;p8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151" name="Google Shape;8151;p8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84"/>
              <p:cNvGrpSpPr/>
              <p:nvPr/>
            </p:nvGrpSpPr>
            <p:grpSpPr>
              <a:xfrm>
                <a:off x="2700693" y="1746937"/>
                <a:ext cx="449967" cy="72374"/>
                <a:chOff x="2700693" y="1746937"/>
                <a:chExt cx="449967" cy="72374"/>
              </a:xfrm>
            </p:grpSpPr>
            <p:cxnSp>
              <p:nvCxnSpPr>
                <p:cNvPr id="8153" name="Google Shape;8153;p8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154" name="Google Shape;8154;p8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5" name="Google Shape;8155;p84"/>
            <p:cNvGrpSpPr/>
            <p:nvPr/>
          </p:nvGrpSpPr>
          <p:grpSpPr>
            <a:xfrm>
              <a:off x="2029517" y="1732295"/>
              <a:ext cx="1149068" cy="643432"/>
              <a:chOff x="2029517" y="1732295"/>
              <a:chExt cx="1149068" cy="643432"/>
            </a:xfrm>
          </p:grpSpPr>
          <p:grpSp>
            <p:nvGrpSpPr>
              <p:cNvPr id="8156" name="Google Shape;8156;p84"/>
              <p:cNvGrpSpPr/>
              <p:nvPr/>
            </p:nvGrpSpPr>
            <p:grpSpPr>
              <a:xfrm>
                <a:off x="2703618" y="2103152"/>
                <a:ext cx="474966" cy="260017"/>
                <a:chOff x="2703618" y="2103152"/>
                <a:chExt cx="474966" cy="260017"/>
              </a:xfrm>
            </p:grpSpPr>
            <p:grpSp>
              <p:nvGrpSpPr>
                <p:cNvPr id="8157" name="Google Shape;8157;p84"/>
                <p:cNvGrpSpPr/>
                <p:nvPr/>
              </p:nvGrpSpPr>
              <p:grpSpPr>
                <a:xfrm>
                  <a:off x="2703618" y="2290640"/>
                  <a:ext cx="450291" cy="72529"/>
                  <a:chOff x="2703618" y="2290640"/>
                  <a:chExt cx="450291" cy="72529"/>
                </a:xfrm>
              </p:grpSpPr>
              <p:cxnSp>
                <p:nvCxnSpPr>
                  <p:cNvPr id="8158" name="Google Shape;8158;p8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159" name="Google Shape;8159;p8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84"/>
                <p:cNvGrpSpPr/>
                <p:nvPr/>
              </p:nvGrpSpPr>
              <p:grpSpPr>
                <a:xfrm>
                  <a:off x="2908607" y="2103152"/>
                  <a:ext cx="269977" cy="223538"/>
                  <a:chOff x="2908607" y="2103152"/>
                  <a:chExt cx="269977" cy="223538"/>
                </a:xfrm>
              </p:grpSpPr>
              <p:cxnSp>
                <p:nvCxnSpPr>
                  <p:cNvPr id="8161" name="Google Shape;8161;p8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162" name="Google Shape;8162;p8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3" name="Google Shape;8163;p84"/>
              <p:cNvGrpSpPr/>
              <p:nvPr/>
            </p:nvGrpSpPr>
            <p:grpSpPr>
              <a:xfrm>
                <a:off x="2029517" y="1732295"/>
                <a:ext cx="685827" cy="643432"/>
                <a:chOff x="2029517" y="1732295"/>
                <a:chExt cx="685827" cy="643432"/>
              </a:xfrm>
            </p:grpSpPr>
            <p:sp>
              <p:nvSpPr>
                <p:cNvPr id="8164" name="Google Shape;8164;p8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5" name="Google Shape;8165;p84"/>
                <p:cNvGrpSpPr/>
                <p:nvPr/>
              </p:nvGrpSpPr>
              <p:grpSpPr>
                <a:xfrm>
                  <a:off x="2158948" y="1732295"/>
                  <a:ext cx="556396" cy="333108"/>
                  <a:chOff x="2158948" y="1732295"/>
                  <a:chExt cx="556396" cy="333108"/>
                </a:xfrm>
              </p:grpSpPr>
              <p:cxnSp>
                <p:nvCxnSpPr>
                  <p:cNvPr id="8166" name="Google Shape;8166;p8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167" name="Google Shape;8167;p8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84"/>
                <p:cNvGrpSpPr/>
                <p:nvPr/>
              </p:nvGrpSpPr>
              <p:grpSpPr>
                <a:xfrm>
                  <a:off x="2159908" y="2065057"/>
                  <a:ext cx="550884" cy="310670"/>
                  <a:chOff x="2159908" y="2065057"/>
                  <a:chExt cx="550884" cy="310670"/>
                </a:xfrm>
              </p:grpSpPr>
              <p:cxnSp>
                <p:nvCxnSpPr>
                  <p:cNvPr id="8169" name="Google Shape;8169;p8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170" name="Google Shape;8170;p8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171" name="Google Shape;8171;p84"/>
          <p:cNvGrpSpPr/>
          <p:nvPr/>
        </p:nvGrpSpPr>
        <p:grpSpPr>
          <a:xfrm>
            <a:off x="732462" y="1766083"/>
            <a:ext cx="962651" cy="810058"/>
            <a:chOff x="732462" y="1766083"/>
            <a:chExt cx="962651" cy="810058"/>
          </a:xfrm>
        </p:grpSpPr>
        <p:grpSp>
          <p:nvGrpSpPr>
            <p:cNvPr id="8172" name="Google Shape;8172;p84"/>
            <p:cNvGrpSpPr/>
            <p:nvPr/>
          </p:nvGrpSpPr>
          <p:grpSpPr>
            <a:xfrm>
              <a:off x="732462" y="1908333"/>
              <a:ext cx="339369" cy="524756"/>
              <a:chOff x="844912" y="1819635"/>
              <a:chExt cx="329836" cy="510016"/>
            </a:xfrm>
          </p:grpSpPr>
          <p:sp>
            <p:nvSpPr>
              <p:cNvPr id="8173" name="Google Shape;8173;p8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84"/>
            <p:cNvGrpSpPr/>
            <p:nvPr/>
          </p:nvGrpSpPr>
          <p:grpSpPr>
            <a:xfrm>
              <a:off x="1184858" y="2256650"/>
              <a:ext cx="510255" cy="319491"/>
              <a:chOff x="1284601" y="2158168"/>
              <a:chExt cx="495923" cy="310517"/>
            </a:xfrm>
          </p:grpSpPr>
          <p:sp>
            <p:nvSpPr>
              <p:cNvPr id="8180" name="Google Shape;8180;p8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1" name="Google Shape;8181;p84"/>
              <p:cNvGrpSpPr/>
              <p:nvPr/>
            </p:nvGrpSpPr>
            <p:grpSpPr>
              <a:xfrm>
                <a:off x="1507666" y="2158168"/>
                <a:ext cx="272858" cy="310517"/>
                <a:chOff x="1507666" y="2158168"/>
                <a:chExt cx="272858" cy="310517"/>
              </a:xfrm>
            </p:grpSpPr>
            <p:grpSp>
              <p:nvGrpSpPr>
                <p:cNvPr id="8182" name="Google Shape;8182;p84"/>
                <p:cNvGrpSpPr/>
                <p:nvPr/>
              </p:nvGrpSpPr>
              <p:grpSpPr>
                <a:xfrm>
                  <a:off x="1507666" y="2176104"/>
                  <a:ext cx="166395" cy="273149"/>
                  <a:chOff x="1507666" y="2176104"/>
                  <a:chExt cx="166395" cy="273149"/>
                </a:xfrm>
              </p:grpSpPr>
              <p:sp>
                <p:nvSpPr>
                  <p:cNvPr id="8183" name="Google Shape;8183;p8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0" name="Google Shape;8190;p8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2" name="Google Shape;8192;p84"/>
            <p:cNvGrpSpPr/>
            <p:nvPr/>
          </p:nvGrpSpPr>
          <p:grpSpPr>
            <a:xfrm>
              <a:off x="1184858" y="1766083"/>
              <a:ext cx="510255" cy="319491"/>
              <a:chOff x="1284601" y="1681380"/>
              <a:chExt cx="495923" cy="310517"/>
            </a:xfrm>
          </p:grpSpPr>
          <p:sp>
            <p:nvSpPr>
              <p:cNvPr id="8193" name="Google Shape;8193;p8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4" name="Google Shape;8194;p84"/>
              <p:cNvGrpSpPr/>
              <p:nvPr/>
            </p:nvGrpSpPr>
            <p:grpSpPr>
              <a:xfrm>
                <a:off x="1507666" y="1681380"/>
                <a:ext cx="272858" cy="310517"/>
                <a:chOff x="1507666" y="1681380"/>
                <a:chExt cx="272858" cy="310517"/>
              </a:xfrm>
            </p:grpSpPr>
            <p:grpSp>
              <p:nvGrpSpPr>
                <p:cNvPr id="8195" name="Google Shape;8195;p84"/>
                <p:cNvGrpSpPr/>
                <p:nvPr/>
              </p:nvGrpSpPr>
              <p:grpSpPr>
                <a:xfrm>
                  <a:off x="1507666" y="1700120"/>
                  <a:ext cx="166395" cy="272984"/>
                  <a:chOff x="1507666" y="1700120"/>
                  <a:chExt cx="166395" cy="272984"/>
                </a:xfrm>
              </p:grpSpPr>
              <p:sp>
                <p:nvSpPr>
                  <p:cNvPr id="8196" name="Google Shape;8196;p8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3" name="Google Shape;8203;p8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05" name="Google Shape;8205;p84"/>
          <p:cNvGrpSpPr/>
          <p:nvPr/>
        </p:nvGrpSpPr>
        <p:grpSpPr>
          <a:xfrm>
            <a:off x="6841403" y="2533512"/>
            <a:ext cx="1622269" cy="552443"/>
            <a:chOff x="6894650" y="2574740"/>
            <a:chExt cx="1445100" cy="492111"/>
          </a:xfrm>
        </p:grpSpPr>
        <p:sp>
          <p:nvSpPr>
            <p:cNvPr id="8206" name="Google Shape;8206;p8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11" name="Google Shape;8211;p8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212" name="Google Shape;8212;p84"/>
          <p:cNvGrpSpPr/>
          <p:nvPr/>
        </p:nvGrpSpPr>
        <p:grpSpPr>
          <a:xfrm>
            <a:off x="6860946" y="3907768"/>
            <a:ext cx="1583206" cy="475705"/>
            <a:chOff x="6953919" y="3907920"/>
            <a:chExt cx="1377300" cy="475705"/>
          </a:xfrm>
        </p:grpSpPr>
        <p:cxnSp>
          <p:nvCxnSpPr>
            <p:cNvPr id="8213" name="Google Shape;8213;p8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214" name="Google Shape;8214;p8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215" name="Google Shape;8215;p8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216" name="Google Shape;8216;p8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217" name="Google Shape;8217;p8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218" name="Google Shape;8218;p84"/>
          <p:cNvGrpSpPr/>
          <p:nvPr/>
        </p:nvGrpSpPr>
        <p:grpSpPr>
          <a:xfrm>
            <a:off x="2364534" y="2668913"/>
            <a:ext cx="836286" cy="824529"/>
            <a:chOff x="2389399" y="2595741"/>
            <a:chExt cx="812796" cy="801369"/>
          </a:xfrm>
        </p:grpSpPr>
        <p:grpSp>
          <p:nvGrpSpPr>
            <p:cNvPr id="8219" name="Google Shape;8219;p84"/>
            <p:cNvGrpSpPr/>
            <p:nvPr/>
          </p:nvGrpSpPr>
          <p:grpSpPr>
            <a:xfrm>
              <a:off x="2492145" y="2881565"/>
              <a:ext cx="607300" cy="229751"/>
              <a:chOff x="2492145" y="2881565"/>
              <a:chExt cx="607300" cy="229751"/>
            </a:xfrm>
          </p:grpSpPr>
          <p:sp>
            <p:nvSpPr>
              <p:cNvPr id="8220" name="Google Shape;8220;p8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84"/>
            <p:cNvGrpSpPr/>
            <p:nvPr/>
          </p:nvGrpSpPr>
          <p:grpSpPr>
            <a:xfrm>
              <a:off x="2389399" y="2595741"/>
              <a:ext cx="812796" cy="296825"/>
              <a:chOff x="2389399" y="2595741"/>
              <a:chExt cx="812796" cy="296825"/>
            </a:xfrm>
          </p:grpSpPr>
          <p:grpSp>
            <p:nvGrpSpPr>
              <p:cNvPr id="8224" name="Google Shape;8224;p84"/>
              <p:cNvGrpSpPr/>
              <p:nvPr/>
            </p:nvGrpSpPr>
            <p:grpSpPr>
              <a:xfrm>
                <a:off x="2389399" y="2595741"/>
                <a:ext cx="363638" cy="296825"/>
                <a:chOff x="2389399" y="2595741"/>
                <a:chExt cx="363638" cy="296825"/>
              </a:xfrm>
            </p:grpSpPr>
            <p:grpSp>
              <p:nvGrpSpPr>
                <p:cNvPr id="8225" name="Google Shape;8225;p84"/>
                <p:cNvGrpSpPr/>
                <p:nvPr/>
              </p:nvGrpSpPr>
              <p:grpSpPr>
                <a:xfrm>
                  <a:off x="2493852" y="2794333"/>
                  <a:ext cx="259185" cy="98232"/>
                  <a:chOff x="2493852" y="2794333"/>
                  <a:chExt cx="259185" cy="98232"/>
                </a:xfrm>
              </p:grpSpPr>
              <p:sp>
                <p:nvSpPr>
                  <p:cNvPr id="8226" name="Google Shape;8226;p8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84"/>
                <p:cNvGrpSpPr/>
                <p:nvPr/>
              </p:nvGrpSpPr>
              <p:grpSpPr>
                <a:xfrm>
                  <a:off x="2389399" y="2595741"/>
                  <a:ext cx="224343" cy="182054"/>
                  <a:chOff x="2389399" y="2595741"/>
                  <a:chExt cx="224343" cy="182054"/>
                </a:xfrm>
              </p:grpSpPr>
              <p:sp>
                <p:nvSpPr>
                  <p:cNvPr id="8230" name="Google Shape;8230;p8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2" name="Google Shape;8232;p84"/>
              <p:cNvGrpSpPr/>
              <p:nvPr/>
            </p:nvGrpSpPr>
            <p:grpSpPr>
              <a:xfrm>
                <a:off x="2683630" y="2595741"/>
                <a:ext cx="224334" cy="296825"/>
                <a:chOff x="2683630" y="2595741"/>
                <a:chExt cx="224334" cy="296825"/>
              </a:xfrm>
            </p:grpSpPr>
            <p:grpSp>
              <p:nvGrpSpPr>
                <p:cNvPr id="8233" name="Google Shape;8233;p84"/>
                <p:cNvGrpSpPr/>
                <p:nvPr/>
              </p:nvGrpSpPr>
              <p:grpSpPr>
                <a:xfrm>
                  <a:off x="2788083" y="2794333"/>
                  <a:ext cx="15356" cy="98232"/>
                  <a:chOff x="2788083" y="2794333"/>
                  <a:chExt cx="15356" cy="98232"/>
                </a:xfrm>
              </p:grpSpPr>
              <p:sp>
                <p:nvSpPr>
                  <p:cNvPr id="8234" name="Google Shape;8234;p8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84"/>
                <p:cNvGrpSpPr/>
                <p:nvPr/>
              </p:nvGrpSpPr>
              <p:grpSpPr>
                <a:xfrm>
                  <a:off x="2683630" y="2595741"/>
                  <a:ext cx="224334" cy="182054"/>
                  <a:chOff x="2683630" y="2595741"/>
                  <a:chExt cx="224334" cy="182054"/>
                </a:xfrm>
              </p:grpSpPr>
              <p:sp>
                <p:nvSpPr>
                  <p:cNvPr id="8238" name="Google Shape;8238;p8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0" name="Google Shape;8240;p84"/>
              <p:cNvGrpSpPr/>
              <p:nvPr/>
            </p:nvGrpSpPr>
            <p:grpSpPr>
              <a:xfrm>
                <a:off x="2838475" y="2595741"/>
                <a:ext cx="363719" cy="296825"/>
                <a:chOff x="2838475" y="2595741"/>
                <a:chExt cx="363719" cy="296825"/>
              </a:xfrm>
            </p:grpSpPr>
            <p:grpSp>
              <p:nvGrpSpPr>
                <p:cNvPr id="8241" name="Google Shape;8241;p84"/>
                <p:cNvGrpSpPr/>
                <p:nvPr/>
              </p:nvGrpSpPr>
              <p:grpSpPr>
                <a:xfrm>
                  <a:off x="2838475" y="2794333"/>
                  <a:ext cx="259185" cy="98232"/>
                  <a:chOff x="2838475" y="2794333"/>
                  <a:chExt cx="259185" cy="98232"/>
                </a:xfrm>
              </p:grpSpPr>
              <p:sp>
                <p:nvSpPr>
                  <p:cNvPr id="8242" name="Google Shape;8242;p8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84"/>
                <p:cNvGrpSpPr/>
                <p:nvPr/>
              </p:nvGrpSpPr>
              <p:grpSpPr>
                <a:xfrm>
                  <a:off x="2977852" y="2595741"/>
                  <a:ext cx="224343" cy="182054"/>
                  <a:chOff x="2977852" y="2595741"/>
                  <a:chExt cx="224343" cy="182054"/>
                </a:xfrm>
              </p:grpSpPr>
              <p:sp>
                <p:nvSpPr>
                  <p:cNvPr id="8246" name="Google Shape;8246;p8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48" name="Google Shape;8248;p84"/>
            <p:cNvGrpSpPr/>
            <p:nvPr/>
          </p:nvGrpSpPr>
          <p:grpSpPr>
            <a:xfrm>
              <a:off x="2389399" y="3100241"/>
              <a:ext cx="812796" cy="296869"/>
              <a:chOff x="2389399" y="3100241"/>
              <a:chExt cx="812796" cy="296869"/>
            </a:xfrm>
          </p:grpSpPr>
          <p:grpSp>
            <p:nvGrpSpPr>
              <p:cNvPr id="8249" name="Google Shape;8249;p84"/>
              <p:cNvGrpSpPr/>
              <p:nvPr/>
            </p:nvGrpSpPr>
            <p:grpSpPr>
              <a:xfrm>
                <a:off x="2683630" y="3100241"/>
                <a:ext cx="224334" cy="296869"/>
                <a:chOff x="2683630" y="3100241"/>
                <a:chExt cx="224334" cy="296869"/>
              </a:xfrm>
            </p:grpSpPr>
            <p:grpSp>
              <p:nvGrpSpPr>
                <p:cNvPr id="8250" name="Google Shape;8250;p84"/>
                <p:cNvGrpSpPr/>
                <p:nvPr/>
              </p:nvGrpSpPr>
              <p:grpSpPr>
                <a:xfrm>
                  <a:off x="2788083" y="3100241"/>
                  <a:ext cx="15356" cy="98237"/>
                  <a:chOff x="2788083" y="3100241"/>
                  <a:chExt cx="15356" cy="98237"/>
                </a:xfrm>
              </p:grpSpPr>
              <p:sp>
                <p:nvSpPr>
                  <p:cNvPr id="8251" name="Google Shape;8251;p8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84"/>
                <p:cNvGrpSpPr/>
                <p:nvPr/>
              </p:nvGrpSpPr>
              <p:grpSpPr>
                <a:xfrm>
                  <a:off x="2683630" y="3215065"/>
                  <a:ext cx="224334" cy="182045"/>
                  <a:chOff x="2683630" y="3215065"/>
                  <a:chExt cx="224334" cy="182045"/>
                </a:xfrm>
              </p:grpSpPr>
              <p:sp>
                <p:nvSpPr>
                  <p:cNvPr id="8255" name="Google Shape;8255;p8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7" name="Google Shape;8257;p84"/>
              <p:cNvGrpSpPr/>
              <p:nvPr/>
            </p:nvGrpSpPr>
            <p:grpSpPr>
              <a:xfrm>
                <a:off x="2389399" y="3100241"/>
                <a:ext cx="363638" cy="296869"/>
                <a:chOff x="2389399" y="3100241"/>
                <a:chExt cx="363638" cy="296869"/>
              </a:xfrm>
            </p:grpSpPr>
            <p:grpSp>
              <p:nvGrpSpPr>
                <p:cNvPr id="8258" name="Google Shape;8258;p84"/>
                <p:cNvGrpSpPr/>
                <p:nvPr/>
              </p:nvGrpSpPr>
              <p:grpSpPr>
                <a:xfrm>
                  <a:off x="2493852" y="3100241"/>
                  <a:ext cx="259185" cy="98237"/>
                  <a:chOff x="2493852" y="3100241"/>
                  <a:chExt cx="259185" cy="98237"/>
                </a:xfrm>
              </p:grpSpPr>
              <p:sp>
                <p:nvSpPr>
                  <p:cNvPr id="8259" name="Google Shape;8259;p8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84"/>
                <p:cNvGrpSpPr/>
                <p:nvPr/>
              </p:nvGrpSpPr>
              <p:grpSpPr>
                <a:xfrm>
                  <a:off x="2389399" y="3215065"/>
                  <a:ext cx="224343" cy="182045"/>
                  <a:chOff x="2389399" y="3215065"/>
                  <a:chExt cx="224343" cy="182045"/>
                </a:xfrm>
              </p:grpSpPr>
              <p:sp>
                <p:nvSpPr>
                  <p:cNvPr id="8263" name="Google Shape;8263;p8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5" name="Google Shape;8265;p84"/>
              <p:cNvGrpSpPr/>
              <p:nvPr/>
            </p:nvGrpSpPr>
            <p:grpSpPr>
              <a:xfrm>
                <a:off x="2838475" y="3100241"/>
                <a:ext cx="363719" cy="296869"/>
                <a:chOff x="2838475" y="3100241"/>
                <a:chExt cx="363719" cy="296869"/>
              </a:xfrm>
            </p:grpSpPr>
            <p:grpSp>
              <p:nvGrpSpPr>
                <p:cNvPr id="8266" name="Google Shape;8266;p84"/>
                <p:cNvGrpSpPr/>
                <p:nvPr/>
              </p:nvGrpSpPr>
              <p:grpSpPr>
                <a:xfrm>
                  <a:off x="2838475" y="3100241"/>
                  <a:ext cx="259185" cy="98237"/>
                  <a:chOff x="2838475" y="3100241"/>
                  <a:chExt cx="259185" cy="98237"/>
                </a:xfrm>
              </p:grpSpPr>
              <p:sp>
                <p:nvSpPr>
                  <p:cNvPr id="8267" name="Google Shape;8267;p8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84"/>
                <p:cNvGrpSpPr/>
                <p:nvPr/>
              </p:nvGrpSpPr>
              <p:grpSpPr>
                <a:xfrm>
                  <a:off x="2977852" y="3215065"/>
                  <a:ext cx="224343" cy="182045"/>
                  <a:chOff x="2977852" y="3215065"/>
                  <a:chExt cx="224343" cy="182045"/>
                </a:xfrm>
              </p:grpSpPr>
              <p:sp>
                <p:nvSpPr>
                  <p:cNvPr id="8271" name="Google Shape;8271;p8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76" name="Shape 8276"/>
        <p:cNvGrpSpPr/>
        <p:nvPr/>
      </p:nvGrpSpPr>
      <p:grpSpPr>
        <a:xfrm>
          <a:off x="0" y="0"/>
          <a:ext cx="0" cy="0"/>
          <a:chOff x="0" y="0"/>
          <a:chExt cx="0" cy="0"/>
        </a:xfrm>
      </p:grpSpPr>
      <p:grpSp>
        <p:nvGrpSpPr>
          <p:cNvPr id="8277" name="Google Shape;8277;p85"/>
          <p:cNvGrpSpPr/>
          <p:nvPr/>
        </p:nvGrpSpPr>
        <p:grpSpPr>
          <a:xfrm>
            <a:off x="718875" y="3363288"/>
            <a:ext cx="2390414" cy="1024800"/>
            <a:chOff x="728925" y="3296613"/>
            <a:chExt cx="2390414" cy="1024800"/>
          </a:xfrm>
        </p:grpSpPr>
        <p:grpSp>
          <p:nvGrpSpPr>
            <p:cNvPr id="8278" name="Google Shape;8278;p85"/>
            <p:cNvGrpSpPr/>
            <p:nvPr/>
          </p:nvGrpSpPr>
          <p:grpSpPr>
            <a:xfrm>
              <a:off x="728925" y="3619800"/>
              <a:ext cx="2390414" cy="500893"/>
              <a:chOff x="728925" y="3619800"/>
              <a:chExt cx="2390414" cy="500893"/>
            </a:xfrm>
          </p:grpSpPr>
          <p:sp>
            <p:nvSpPr>
              <p:cNvPr id="8279" name="Google Shape;8279;p8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80" name="Google Shape;8280;p8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281" name="Google Shape;8281;p85"/>
            <p:cNvGrpSpPr/>
            <p:nvPr/>
          </p:nvGrpSpPr>
          <p:grpSpPr>
            <a:xfrm>
              <a:off x="1348050" y="3296613"/>
              <a:ext cx="1706152" cy="1024800"/>
              <a:chOff x="1348050" y="3296613"/>
              <a:chExt cx="1706152" cy="1024800"/>
            </a:xfrm>
          </p:grpSpPr>
          <p:sp>
            <p:nvSpPr>
              <p:cNvPr id="8282" name="Google Shape;8282;p8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83" name="Google Shape;8283;p8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84" name="Google Shape;8284;p8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85" name="Google Shape;8285;p8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86" name="Google Shape;8286;p8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287" name="Google Shape;8287;p85"/>
            <p:cNvGrpSpPr/>
            <p:nvPr/>
          </p:nvGrpSpPr>
          <p:grpSpPr>
            <a:xfrm>
              <a:off x="1455707" y="3654858"/>
              <a:ext cx="1491150" cy="417657"/>
              <a:chOff x="1455707" y="3654858"/>
              <a:chExt cx="1491150" cy="417657"/>
            </a:xfrm>
          </p:grpSpPr>
          <p:sp>
            <p:nvSpPr>
              <p:cNvPr id="8288" name="Google Shape;8288;p8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308" name="Google Shape;8308;p85"/>
          <p:cNvGraphicFramePr/>
          <p:nvPr/>
        </p:nvGraphicFramePr>
        <p:xfrm>
          <a:off x="5954575" y="2361200"/>
          <a:ext cx="3000000" cy="3000000"/>
        </p:xfrm>
        <a:graphic>
          <a:graphicData uri="http://schemas.openxmlformats.org/drawingml/2006/table">
            <a:tbl>
              <a:tblPr>
                <a:noFill/>
                <a:tableStyleId>{9E735721-626D-49C8-AF50-F418BC21A1D5}</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309" name="Google Shape;8309;p85"/>
          <p:cNvGrpSpPr/>
          <p:nvPr/>
        </p:nvGrpSpPr>
        <p:grpSpPr>
          <a:xfrm>
            <a:off x="727251" y="1188964"/>
            <a:ext cx="2396505" cy="976502"/>
            <a:chOff x="749309" y="1112739"/>
            <a:chExt cx="2371603" cy="976502"/>
          </a:xfrm>
        </p:grpSpPr>
        <p:grpSp>
          <p:nvGrpSpPr>
            <p:cNvPr id="8310" name="Google Shape;8310;p85"/>
            <p:cNvGrpSpPr/>
            <p:nvPr/>
          </p:nvGrpSpPr>
          <p:grpSpPr>
            <a:xfrm>
              <a:off x="1092126" y="1112739"/>
              <a:ext cx="2028786" cy="975464"/>
              <a:chOff x="1092126" y="1112739"/>
              <a:chExt cx="2028786" cy="975464"/>
            </a:xfrm>
          </p:grpSpPr>
          <p:sp>
            <p:nvSpPr>
              <p:cNvPr id="8311" name="Google Shape;8311;p8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85"/>
            <p:cNvGrpSpPr/>
            <p:nvPr/>
          </p:nvGrpSpPr>
          <p:grpSpPr>
            <a:xfrm>
              <a:off x="749309" y="1112739"/>
              <a:ext cx="314700" cy="975464"/>
              <a:chOff x="749309" y="1112739"/>
              <a:chExt cx="314700" cy="975464"/>
            </a:xfrm>
          </p:grpSpPr>
          <p:sp>
            <p:nvSpPr>
              <p:cNvPr id="8336" name="Google Shape;8336;p8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0" name="Google Shape;8340;p8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344" name="Google Shape;8344;p85"/>
          <p:cNvGraphicFramePr/>
          <p:nvPr/>
        </p:nvGraphicFramePr>
        <p:xfrm>
          <a:off x="5954600" y="1188950"/>
          <a:ext cx="3000000" cy="3000000"/>
        </p:xfrm>
        <a:graphic>
          <a:graphicData uri="http://schemas.openxmlformats.org/drawingml/2006/table">
            <a:tbl>
              <a:tblPr>
                <a:noFill/>
                <a:tableStyleId>{9E735721-626D-49C8-AF50-F418BC21A1D5}</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345" name="Google Shape;8345;p85"/>
          <p:cNvGraphicFramePr/>
          <p:nvPr/>
        </p:nvGraphicFramePr>
        <p:xfrm>
          <a:off x="3375463" y="2361200"/>
          <a:ext cx="3000000" cy="3000000"/>
        </p:xfrm>
        <a:graphic>
          <a:graphicData uri="http://schemas.openxmlformats.org/drawingml/2006/table">
            <a:tbl>
              <a:tblPr>
                <a:noFill/>
                <a:tableStyleId>{9E735721-626D-49C8-AF50-F418BC21A1D5}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346" name="Google Shape;8346;p85"/>
          <p:cNvGrpSpPr/>
          <p:nvPr/>
        </p:nvGrpSpPr>
        <p:grpSpPr>
          <a:xfrm>
            <a:off x="3377449" y="3352160"/>
            <a:ext cx="2363377" cy="1047062"/>
            <a:chOff x="3358399" y="3285485"/>
            <a:chExt cx="2363377" cy="1047062"/>
          </a:xfrm>
        </p:grpSpPr>
        <p:grpSp>
          <p:nvGrpSpPr>
            <p:cNvPr id="8347" name="Google Shape;8347;p85"/>
            <p:cNvGrpSpPr/>
            <p:nvPr/>
          </p:nvGrpSpPr>
          <p:grpSpPr>
            <a:xfrm>
              <a:off x="3358412" y="3285485"/>
              <a:ext cx="2363244" cy="139500"/>
              <a:chOff x="3358412" y="3285485"/>
              <a:chExt cx="2363244" cy="139500"/>
            </a:xfrm>
          </p:grpSpPr>
          <p:sp>
            <p:nvSpPr>
              <p:cNvPr id="8348" name="Google Shape;8348;p8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85"/>
            <p:cNvGrpSpPr/>
            <p:nvPr/>
          </p:nvGrpSpPr>
          <p:grpSpPr>
            <a:xfrm>
              <a:off x="3358412" y="3466996"/>
              <a:ext cx="2363244" cy="139500"/>
              <a:chOff x="3358412" y="3466996"/>
              <a:chExt cx="2363244" cy="139500"/>
            </a:xfrm>
          </p:grpSpPr>
          <p:sp>
            <p:nvSpPr>
              <p:cNvPr id="8354" name="Google Shape;8354;p8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85"/>
            <p:cNvGrpSpPr/>
            <p:nvPr/>
          </p:nvGrpSpPr>
          <p:grpSpPr>
            <a:xfrm>
              <a:off x="3358412" y="3648507"/>
              <a:ext cx="2363244" cy="139500"/>
              <a:chOff x="3358412" y="3648507"/>
              <a:chExt cx="2363244" cy="139500"/>
            </a:xfrm>
          </p:grpSpPr>
          <p:sp>
            <p:nvSpPr>
              <p:cNvPr id="8360" name="Google Shape;8360;p8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85"/>
            <p:cNvGrpSpPr/>
            <p:nvPr/>
          </p:nvGrpSpPr>
          <p:grpSpPr>
            <a:xfrm>
              <a:off x="3358412" y="3830018"/>
              <a:ext cx="2363244" cy="139500"/>
              <a:chOff x="3358412" y="3830018"/>
              <a:chExt cx="2363244" cy="139500"/>
            </a:xfrm>
          </p:grpSpPr>
          <p:sp>
            <p:nvSpPr>
              <p:cNvPr id="8366" name="Google Shape;8366;p8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85"/>
            <p:cNvGrpSpPr/>
            <p:nvPr/>
          </p:nvGrpSpPr>
          <p:grpSpPr>
            <a:xfrm>
              <a:off x="3358399" y="4011514"/>
              <a:ext cx="2363377" cy="139537"/>
              <a:chOff x="3294800" y="4134603"/>
              <a:chExt cx="2638876" cy="152400"/>
            </a:xfrm>
          </p:grpSpPr>
          <p:sp>
            <p:nvSpPr>
              <p:cNvPr id="8372" name="Google Shape;8372;p8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85"/>
            <p:cNvGrpSpPr/>
            <p:nvPr/>
          </p:nvGrpSpPr>
          <p:grpSpPr>
            <a:xfrm>
              <a:off x="3358399" y="4193010"/>
              <a:ext cx="2363377" cy="139537"/>
              <a:chOff x="3294800" y="4134603"/>
              <a:chExt cx="2638876" cy="152400"/>
            </a:xfrm>
          </p:grpSpPr>
          <p:sp>
            <p:nvSpPr>
              <p:cNvPr id="8378" name="Google Shape;8378;p8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383" name="Google Shape;8383;p85"/>
          <p:cNvGraphicFramePr/>
          <p:nvPr/>
        </p:nvGraphicFramePr>
        <p:xfrm>
          <a:off x="728250" y="2361200"/>
          <a:ext cx="3000000" cy="3000000"/>
        </p:xfrm>
        <a:graphic>
          <a:graphicData uri="http://schemas.openxmlformats.org/drawingml/2006/table">
            <a:tbl>
              <a:tblPr>
                <a:noFill/>
                <a:tableStyleId>{9E735721-626D-49C8-AF50-F418BC21A1D5}</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384" name="Google Shape;8384;p85"/>
          <p:cNvGrpSpPr/>
          <p:nvPr/>
        </p:nvGrpSpPr>
        <p:grpSpPr>
          <a:xfrm>
            <a:off x="4177919" y="2765014"/>
            <a:ext cx="1302095" cy="60959"/>
            <a:chOff x="3558802" y="4011427"/>
            <a:chExt cx="1866000" cy="111300"/>
          </a:xfrm>
        </p:grpSpPr>
        <p:sp>
          <p:nvSpPr>
            <p:cNvPr id="8385" name="Google Shape;8385;p8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85"/>
          <p:cNvGrpSpPr/>
          <p:nvPr/>
        </p:nvGrpSpPr>
        <p:grpSpPr>
          <a:xfrm>
            <a:off x="4723407" y="3047174"/>
            <a:ext cx="914340" cy="60959"/>
            <a:chOff x="3558802" y="4011427"/>
            <a:chExt cx="1866000" cy="111300"/>
          </a:xfrm>
        </p:grpSpPr>
        <p:sp>
          <p:nvSpPr>
            <p:cNvPr id="8388" name="Google Shape;8388;p8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85"/>
          <p:cNvGrpSpPr/>
          <p:nvPr/>
        </p:nvGrpSpPr>
        <p:grpSpPr>
          <a:xfrm>
            <a:off x="5926924" y="3381697"/>
            <a:ext cx="2519825" cy="1001454"/>
            <a:chOff x="1906114" y="789980"/>
            <a:chExt cx="1487676" cy="606868"/>
          </a:xfrm>
        </p:grpSpPr>
        <p:cxnSp>
          <p:nvCxnSpPr>
            <p:cNvPr id="8391" name="Google Shape;8391;p8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392" name="Google Shape;8392;p8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393" name="Google Shape;8393;p8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394" name="Google Shape;8394;p8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395" name="Google Shape;8395;p8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396" name="Google Shape;8396;p8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397" name="Google Shape;8397;p8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398" name="Google Shape;8398;p8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405" name="Google Shape;8405;p8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406" name="Google Shape;8406;p8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407" name="Google Shape;8407;p8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85"/>
          <p:cNvGrpSpPr/>
          <p:nvPr/>
        </p:nvGrpSpPr>
        <p:grpSpPr>
          <a:xfrm>
            <a:off x="3372612" y="1159008"/>
            <a:ext cx="2363393" cy="1005865"/>
            <a:chOff x="3292400" y="1193188"/>
            <a:chExt cx="2615240" cy="1131075"/>
          </a:xfrm>
        </p:grpSpPr>
        <p:sp>
          <p:nvSpPr>
            <p:cNvPr id="8409" name="Google Shape;8409;p8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10" name="Google Shape;8410;p8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11" name="Google Shape;8411;p8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412" name="Google Shape;8412;p8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413" name="Google Shape;8413;p8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414" name="Google Shape;8414;p8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415" name="Google Shape;8415;p8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416" name="Google Shape;8416;p8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417" name="Google Shape;8417;p8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418" name="Google Shape;8418;p8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419" name="Google Shape;8419;p8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420" name="Google Shape;8420;p8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421" name="Google Shape;8421;p8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422" name="Google Shape;8422;p8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423" name="Google Shape;8423;p85"/>
            <p:cNvGrpSpPr/>
            <p:nvPr/>
          </p:nvGrpSpPr>
          <p:grpSpPr>
            <a:xfrm>
              <a:off x="3748438" y="1378608"/>
              <a:ext cx="2159202" cy="903971"/>
              <a:chOff x="1683525" y="2179850"/>
              <a:chExt cx="4519050" cy="2134525"/>
            </a:xfrm>
          </p:grpSpPr>
          <p:sp>
            <p:nvSpPr>
              <p:cNvPr id="8424" name="Google Shape;8424;p8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25" name="Google Shape;8425;p8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26" name="Google Shape;8426;p8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27" name="Google Shape;8427;p8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28" name="Google Shape;8428;p8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29" name="Google Shape;8429;p8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30" name="Google Shape;8430;p8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31" name="Google Shape;8431;p8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32" name="Google Shape;8432;p8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33" name="Google Shape;8433;p8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34" name="Google Shape;8434;p8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35" name="Google Shape;8435;p8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39" name="Shape 8439"/>
        <p:cNvGrpSpPr/>
        <p:nvPr/>
      </p:nvGrpSpPr>
      <p:grpSpPr>
        <a:xfrm>
          <a:off x="0" y="0"/>
          <a:ext cx="0" cy="0"/>
          <a:chOff x="0" y="0"/>
          <a:chExt cx="0" cy="0"/>
        </a:xfrm>
      </p:grpSpPr>
      <p:grpSp>
        <p:nvGrpSpPr>
          <p:cNvPr id="8440" name="Google Shape;8440;p86"/>
          <p:cNvGrpSpPr/>
          <p:nvPr/>
        </p:nvGrpSpPr>
        <p:grpSpPr>
          <a:xfrm>
            <a:off x="4814684" y="1191441"/>
            <a:ext cx="745431" cy="718863"/>
            <a:chOff x="4249973" y="1201875"/>
            <a:chExt cx="1958568" cy="1888762"/>
          </a:xfrm>
        </p:grpSpPr>
        <p:sp>
          <p:nvSpPr>
            <p:cNvPr id="8441" name="Google Shape;8441;p8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2" name="Google Shape;8442;p86"/>
            <p:cNvGrpSpPr/>
            <p:nvPr/>
          </p:nvGrpSpPr>
          <p:grpSpPr>
            <a:xfrm>
              <a:off x="5853086" y="1789142"/>
              <a:ext cx="355454" cy="1048099"/>
              <a:chOff x="5576108" y="2016725"/>
              <a:chExt cx="565200" cy="1666560"/>
            </a:xfrm>
          </p:grpSpPr>
          <p:sp>
            <p:nvSpPr>
              <p:cNvPr id="8443" name="Google Shape;8443;p8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44" name="Google Shape;8444;p8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86"/>
            <p:cNvGrpSpPr/>
            <p:nvPr/>
          </p:nvGrpSpPr>
          <p:grpSpPr>
            <a:xfrm>
              <a:off x="4869455" y="2691676"/>
              <a:ext cx="1013897" cy="398961"/>
              <a:chOff x="4012057" y="3451825"/>
              <a:chExt cx="1612175" cy="634379"/>
            </a:xfrm>
          </p:grpSpPr>
          <p:sp>
            <p:nvSpPr>
              <p:cNvPr id="8446" name="Google Shape;8446;p8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47" name="Google Shape;8447;p8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86"/>
            <p:cNvGrpSpPr/>
            <p:nvPr/>
          </p:nvGrpSpPr>
          <p:grpSpPr>
            <a:xfrm>
              <a:off x="4276937" y="2155961"/>
              <a:ext cx="651965" cy="891358"/>
              <a:chOff x="3069908" y="2599997"/>
              <a:chExt cx="1036675" cy="1417328"/>
            </a:xfrm>
          </p:grpSpPr>
          <p:sp>
            <p:nvSpPr>
              <p:cNvPr id="8449" name="Google Shape;8449;p8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50" name="Google Shape;8450;p8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86"/>
            <p:cNvGrpSpPr/>
            <p:nvPr/>
          </p:nvGrpSpPr>
          <p:grpSpPr>
            <a:xfrm>
              <a:off x="5054918" y="1201875"/>
              <a:ext cx="999548" cy="602711"/>
              <a:chOff x="4306958" y="1082925"/>
              <a:chExt cx="1589359" cy="958358"/>
            </a:xfrm>
          </p:grpSpPr>
          <p:sp>
            <p:nvSpPr>
              <p:cNvPr id="8452" name="Google Shape;8452;p8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53" name="Google Shape;8453;p8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86"/>
            <p:cNvGrpSpPr/>
            <p:nvPr/>
          </p:nvGrpSpPr>
          <p:grpSpPr>
            <a:xfrm>
              <a:off x="4249973" y="1303451"/>
              <a:ext cx="799317" cy="841334"/>
              <a:chOff x="3027033" y="1244439"/>
              <a:chExt cx="1270977" cy="1337786"/>
            </a:xfrm>
          </p:grpSpPr>
          <p:sp>
            <p:nvSpPr>
              <p:cNvPr id="8455" name="Google Shape;8455;p8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56" name="Google Shape;8456;p8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7" name="Google Shape;8457;p86"/>
          <p:cNvGrpSpPr/>
          <p:nvPr/>
        </p:nvGrpSpPr>
        <p:grpSpPr>
          <a:xfrm>
            <a:off x="731057" y="2069890"/>
            <a:ext cx="761767" cy="729896"/>
            <a:chOff x="2657744" y="2337745"/>
            <a:chExt cx="832987" cy="798137"/>
          </a:xfrm>
        </p:grpSpPr>
        <p:sp>
          <p:nvSpPr>
            <p:cNvPr id="8458" name="Google Shape;8458;p8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86"/>
          <p:cNvGrpSpPr/>
          <p:nvPr/>
        </p:nvGrpSpPr>
        <p:grpSpPr>
          <a:xfrm>
            <a:off x="3242022" y="2073097"/>
            <a:ext cx="685569" cy="723586"/>
            <a:chOff x="3398134" y="2057755"/>
            <a:chExt cx="704087" cy="743130"/>
          </a:xfrm>
        </p:grpSpPr>
        <p:grpSp>
          <p:nvGrpSpPr>
            <p:cNvPr id="8465" name="Google Shape;8465;p86"/>
            <p:cNvGrpSpPr/>
            <p:nvPr/>
          </p:nvGrpSpPr>
          <p:grpSpPr>
            <a:xfrm>
              <a:off x="3398134" y="2290183"/>
              <a:ext cx="315300" cy="219900"/>
              <a:chOff x="3398134" y="2290183"/>
              <a:chExt cx="315300" cy="219900"/>
            </a:xfrm>
          </p:grpSpPr>
          <p:sp>
            <p:nvSpPr>
              <p:cNvPr id="8466" name="Google Shape;8466;p8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467" name="Google Shape;8467;p86"/>
              <p:cNvCxnSpPr>
                <a:stCxn id="8466"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468" name="Google Shape;8468;p86"/>
            <p:cNvGrpSpPr/>
            <p:nvPr/>
          </p:nvGrpSpPr>
          <p:grpSpPr>
            <a:xfrm>
              <a:off x="3547823" y="2467358"/>
              <a:ext cx="219900" cy="333527"/>
              <a:chOff x="3547823" y="2467358"/>
              <a:chExt cx="219900" cy="333527"/>
            </a:xfrm>
          </p:grpSpPr>
          <p:sp>
            <p:nvSpPr>
              <p:cNvPr id="8469" name="Google Shape;8469;p8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470" name="Google Shape;8470;p86"/>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471" name="Google Shape;8471;p86"/>
            <p:cNvGrpSpPr/>
            <p:nvPr/>
          </p:nvGrpSpPr>
          <p:grpSpPr>
            <a:xfrm>
              <a:off x="3734138" y="2467358"/>
              <a:ext cx="219900" cy="333527"/>
              <a:chOff x="3734138" y="2467358"/>
              <a:chExt cx="219900" cy="333527"/>
            </a:xfrm>
          </p:grpSpPr>
          <p:sp>
            <p:nvSpPr>
              <p:cNvPr id="8472" name="Google Shape;8472;p8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473" name="Google Shape;8473;p86"/>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474" name="Google Shape;8474;p86"/>
            <p:cNvGrpSpPr/>
            <p:nvPr/>
          </p:nvGrpSpPr>
          <p:grpSpPr>
            <a:xfrm>
              <a:off x="3787560" y="2288011"/>
              <a:ext cx="314661" cy="219900"/>
              <a:chOff x="3787560" y="2288011"/>
              <a:chExt cx="314661" cy="219900"/>
            </a:xfrm>
          </p:grpSpPr>
          <p:sp>
            <p:nvSpPr>
              <p:cNvPr id="8475" name="Google Shape;8475;p8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476" name="Google Shape;8476;p86"/>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477" name="Google Shape;8477;p86"/>
            <p:cNvGrpSpPr/>
            <p:nvPr/>
          </p:nvGrpSpPr>
          <p:grpSpPr>
            <a:xfrm>
              <a:off x="3637290" y="2057755"/>
              <a:ext cx="219900" cy="335499"/>
              <a:chOff x="3637290" y="2057755"/>
              <a:chExt cx="219900" cy="335499"/>
            </a:xfrm>
          </p:grpSpPr>
          <p:sp>
            <p:nvSpPr>
              <p:cNvPr id="8478" name="Google Shape;8478;p8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479" name="Google Shape;8479;p86"/>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480" name="Google Shape;8480;p86"/>
          <p:cNvGrpSpPr/>
          <p:nvPr/>
        </p:nvGrpSpPr>
        <p:grpSpPr>
          <a:xfrm>
            <a:off x="4917244" y="2079792"/>
            <a:ext cx="710153" cy="710153"/>
            <a:chOff x="5007123" y="2079403"/>
            <a:chExt cx="687600" cy="687600"/>
          </a:xfrm>
        </p:grpSpPr>
        <p:sp>
          <p:nvSpPr>
            <p:cNvPr id="8481" name="Google Shape;8481;p8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86"/>
          <p:cNvGrpSpPr/>
          <p:nvPr/>
        </p:nvGrpSpPr>
        <p:grpSpPr>
          <a:xfrm>
            <a:off x="5726681" y="2074299"/>
            <a:ext cx="720998" cy="721183"/>
            <a:chOff x="5797446" y="2063053"/>
            <a:chExt cx="698100" cy="698280"/>
          </a:xfrm>
        </p:grpSpPr>
        <p:sp>
          <p:nvSpPr>
            <p:cNvPr id="8486" name="Google Shape;8486;p8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86"/>
          <p:cNvGrpSpPr/>
          <p:nvPr/>
        </p:nvGrpSpPr>
        <p:grpSpPr>
          <a:xfrm>
            <a:off x="8171828" y="3719904"/>
            <a:ext cx="280585" cy="673164"/>
            <a:chOff x="8075075" y="3754290"/>
            <a:chExt cx="255612" cy="613194"/>
          </a:xfrm>
        </p:grpSpPr>
        <p:grpSp>
          <p:nvGrpSpPr>
            <p:cNvPr id="8491" name="Google Shape;8491;p86"/>
            <p:cNvGrpSpPr/>
            <p:nvPr/>
          </p:nvGrpSpPr>
          <p:grpSpPr>
            <a:xfrm>
              <a:off x="8075075" y="3754290"/>
              <a:ext cx="255612" cy="613194"/>
              <a:chOff x="8075075" y="3754290"/>
              <a:chExt cx="255612" cy="613194"/>
            </a:xfrm>
          </p:grpSpPr>
          <p:sp>
            <p:nvSpPr>
              <p:cNvPr id="8492" name="Google Shape;8492;p8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4" name="Google Shape;8494;p8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86"/>
          <p:cNvGrpSpPr/>
          <p:nvPr/>
        </p:nvGrpSpPr>
        <p:grpSpPr>
          <a:xfrm>
            <a:off x="5288887" y="3708700"/>
            <a:ext cx="470352" cy="683745"/>
            <a:chOff x="1697726" y="3244179"/>
            <a:chExt cx="788124" cy="1146069"/>
          </a:xfrm>
        </p:grpSpPr>
        <p:sp>
          <p:nvSpPr>
            <p:cNvPr id="8496" name="Google Shape;8496;p8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8" name="Google Shape;8498;p86"/>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9" name="Google Shape;8499;p86"/>
          <p:cNvGrpSpPr/>
          <p:nvPr/>
        </p:nvGrpSpPr>
        <p:grpSpPr>
          <a:xfrm>
            <a:off x="5910037" y="3719902"/>
            <a:ext cx="293891" cy="293845"/>
            <a:chOff x="6134814" y="3754290"/>
            <a:chExt cx="293891" cy="293845"/>
          </a:xfrm>
        </p:grpSpPr>
        <p:sp>
          <p:nvSpPr>
            <p:cNvPr id="8500" name="Google Shape;8500;p8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86"/>
          <p:cNvGrpSpPr/>
          <p:nvPr/>
        </p:nvGrpSpPr>
        <p:grpSpPr>
          <a:xfrm>
            <a:off x="5910037" y="4098574"/>
            <a:ext cx="293891" cy="293891"/>
            <a:chOff x="6134814" y="4086186"/>
            <a:chExt cx="293891" cy="293891"/>
          </a:xfrm>
        </p:grpSpPr>
        <p:sp>
          <p:nvSpPr>
            <p:cNvPr id="8503" name="Google Shape;8503;p8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5" name="Google Shape;8505;p86"/>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6"/>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7" name="Google Shape;8507;p86"/>
          <p:cNvGrpSpPr/>
          <p:nvPr/>
        </p:nvGrpSpPr>
        <p:grpSpPr>
          <a:xfrm>
            <a:off x="7835013" y="2927266"/>
            <a:ext cx="622883" cy="621944"/>
            <a:chOff x="1187048" y="238125"/>
            <a:chExt cx="5256397" cy="5248476"/>
          </a:xfrm>
        </p:grpSpPr>
        <p:sp>
          <p:nvSpPr>
            <p:cNvPr id="8508" name="Google Shape;8508;p8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86"/>
          <p:cNvGrpSpPr/>
          <p:nvPr/>
        </p:nvGrpSpPr>
        <p:grpSpPr>
          <a:xfrm>
            <a:off x="2292118" y="2936875"/>
            <a:ext cx="1310987" cy="612407"/>
            <a:chOff x="238125" y="1188750"/>
            <a:chExt cx="7140450" cy="3335550"/>
          </a:xfrm>
        </p:grpSpPr>
        <p:sp>
          <p:nvSpPr>
            <p:cNvPr id="8513" name="Google Shape;8513;p8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86"/>
          <p:cNvGrpSpPr/>
          <p:nvPr/>
        </p:nvGrpSpPr>
        <p:grpSpPr>
          <a:xfrm>
            <a:off x="6617990" y="2927430"/>
            <a:ext cx="1110299" cy="621702"/>
            <a:chOff x="238125" y="1335475"/>
            <a:chExt cx="5418735" cy="3034175"/>
          </a:xfrm>
        </p:grpSpPr>
        <p:sp>
          <p:nvSpPr>
            <p:cNvPr id="8519" name="Google Shape;8519;p8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86"/>
          <p:cNvGrpSpPr/>
          <p:nvPr/>
        </p:nvGrpSpPr>
        <p:grpSpPr>
          <a:xfrm>
            <a:off x="5435649" y="2924327"/>
            <a:ext cx="1074451" cy="627181"/>
            <a:chOff x="5359127" y="2910889"/>
            <a:chExt cx="1097723" cy="640831"/>
          </a:xfrm>
        </p:grpSpPr>
        <p:grpSp>
          <p:nvGrpSpPr>
            <p:cNvPr id="8523" name="Google Shape;8523;p86"/>
            <p:cNvGrpSpPr/>
            <p:nvPr/>
          </p:nvGrpSpPr>
          <p:grpSpPr>
            <a:xfrm>
              <a:off x="5929791" y="3263088"/>
              <a:ext cx="527060" cy="287097"/>
              <a:chOff x="5929791" y="3263088"/>
              <a:chExt cx="527060" cy="287097"/>
            </a:xfrm>
          </p:grpSpPr>
          <p:sp>
            <p:nvSpPr>
              <p:cNvPr id="8524" name="Google Shape;8524;p8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25" name="Google Shape;8525;p8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526" name="Google Shape;8526;p86"/>
            <p:cNvGrpSpPr/>
            <p:nvPr/>
          </p:nvGrpSpPr>
          <p:grpSpPr>
            <a:xfrm>
              <a:off x="5359127" y="3263089"/>
              <a:ext cx="526428" cy="288631"/>
              <a:chOff x="5359127" y="3263089"/>
              <a:chExt cx="526428" cy="288631"/>
            </a:xfrm>
          </p:grpSpPr>
          <p:sp>
            <p:nvSpPr>
              <p:cNvPr id="8527" name="Google Shape;8527;p8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28" name="Google Shape;8528;p8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529" name="Google Shape;8529;p86"/>
            <p:cNvGrpSpPr/>
            <p:nvPr/>
          </p:nvGrpSpPr>
          <p:grpSpPr>
            <a:xfrm>
              <a:off x="5551525" y="2910889"/>
              <a:ext cx="520901" cy="610283"/>
              <a:chOff x="5551525" y="2910889"/>
              <a:chExt cx="520901" cy="610283"/>
            </a:xfrm>
          </p:grpSpPr>
          <p:sp>
            <p:nvSpPr>
              <p:cNvPr id="8530" name="Google Shape;8530;p8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31" name="Google Shape;8531;p8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532" name="Google Shape;8532;p86"/>
            <p:cNvGrpSpPr/>
            <p:nvPr/>
          </p:nvGrpSpPr>
          <p:grpSpPr>
            <a:xfrm>
              <a:off x="5743962" y="2919100"/>
              <a:ext cx="623674" cy="284502"/>
              <a:chOff x="5743962" y="2919100"/>
              <a:chExt cx="623674" cy="284502"/>
            </a:xfrm>
          </p:grpSpPr>
          <p:sp>
            <p:nvSpPr>
              <p:cNvPr id="8533" name="Google Shape;8533;p8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34" name="Google Shape;8534;p8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535" name="Google Shape;8535;p86"/>
          <p:cNvGrpSpPr/>
          <p:nvPr/>
        </p:nvGrpSpPr>
        <p:grpSpPr>
          <a:xfrm>
            <a:off x="7586863" y="2075038"/>
            <a:ext cx="874976" cy="719600"/>
            <a:chOff x="7608988" y="2093194"/>
            <a:chExt cx="817276" cy="672147"/>
          </a:xfrm>
        </p:grpSpPr>
        <p:cxnSp>
          <p:nvCxnSpPr>
            <p:cNvPr id="8536" name="Google Shape;8536;p8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37" name="Google Shape;8537;p8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38" name="Google Shape;8538;p8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39" name="Google Shape;8539;p8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40" name="Google Shape;8540;p8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541" name="Google Shape;8541;p8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542" name="Google Shape;8542;p86"/>
            <p:cNvGrpSpPr/>
            <p:nvPr/>
          </p:nvGrpSpPr>
          <p:grpSpPr>
            <a:xfrm>
              <a:off x="7721175" y="2093194"/>
              <a:ext cx="599587" cy="623846"/>
              <a:chOff x="7721175" y="2093194"/>
              <a:chExt cx="599587" cy="623846"/>
            </a:xfrm>
          </p:grpSpPr>
          <p:grpSp>
            <p:nvGrpSpPr>
              <p:cNvPr id="8543" name="Google Shape;8543;p86"/>
              <p:cNvGrpSpPr/>
              <p:nvPr/>
            </p:nvGrpSpPr>
            <p:grpSpPr>
              <a:xfrm>
                <a:off x="7721175" y="2093194"/>
                <a:ext cx="291605" cy="623846"/>
                <a:chOff x="9405575" y="2061418"/>
                <a:chExt cx="291605" cy="623846"/>
              </a:xfrm>
            </p:grpSpPr>
            <p:sp>
              <p:nvSpPr>
                <p:cNvPr id="8544" name="Google Shape;8544;p8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86"/>
              <p:cNvGrpSpPr/>
              <p:nvPr/>
            </p:nvGrpSpPr>
            <p:grpSpPr>
              <a:xfrm flipH="1">
                <a:off x="8029157" y="2093194"/>
                <a:ext cx="291605" cy="623846"/>
                <a:chOff x="9405575" y="2061418"/>
                <a:chExt cx="291605" cy="623846"/>
              </a:xfrm>
            </p:grpSpPr>
            <p:sp>
              <p:nvSpPr>
                <p:cNvPr id="8552" name="Google Shape;8552;p8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59" name="Google Shape;8559;p86"/>
          <p:cNvGrpSpPr/>
          <p:nvPr/>
        </p:nvGrpSpPr>
        <p:grpSpPr>
          <a:xfrm>
            <a:off x="4031299" y="1191441"/>
            <a:ext cx="712557" cy="785901"/>
            <a:chOff x="4206459" y="1191441"/>
            <a:chExt cx="712557" cy="785901"/>
          </a:xfrm>
        </p:grpSpPr>
        <p:sp>
          <p:nvSpPr>
            <p:cNvPr id="8560" name="Google Shape;8560;p8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4" name="Google Shape;8564;p86"/>
            <p:cNvGrpSpPr/>
            <p:nvPr/>
          </p:nvGrpSpPr>
          <p:grpSpPr>
            <a:xfrm>
              <a:off x="4644280" y="1290523"/>
              <a:ext cx="143716" cy="29463"/>
              <a:chOff x="4644280" y="1290523"/>
              <a:chExt cx="143716" cy="29463"/>
            </a:xfrm>
          </p:grpSpPr>
          <p:sp>
            <p:nvSpPr>
              <p:cNvPr id="8565" name="Google Shape;8565;p8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86"/>
            <p:cNvGrpSpPr/>
            <p:nvPr/>
          </p:nvGrpSpPr>
          <p:grpSpPr>
            <a:xfrm>
              <a:off x="4356567" y="1191441"/>
              <a:ext cx="143690" cy="29488"/>
              <a:chOff x="4356567" y="1191441"/>
              <a:chExt cx="143690" cy="29488"/>
            </a:xfrm>
          </p:grpSpPr>
          <p:sp>
            <p:nvSpPr>
              <p:cNvPr id="8570" name="Google Shape;8570;p8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86"/>
            <p:cNvGrpSpPr/>
            <p:nvPr/>
          </p:nvGrpSpPr>
          <p:grpSpPr>
            <a:xfrm>
              <a:off x="4339009" y="1863727"/>
              <a:ext cx="143703" cy="29476"/>
              <a:chOff x="4339009" y="1863727"/>
              <a:chExt cx="143703" cy="29476"/>
            </a:xfrm>
          </p:grpSpPr>
          <p:sp>
            <p:nvSpPr>
              <p:cNvPr id="8575" name="Google Shape;8575;p8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86"/>
            <p:cNvGrpSpPr/>
            <p:nvPr/>
          </p:nvGrpSpPr>
          <p:grpSpPr>
            <a:xfrm>
              <a:off x="4206459" y="1607315"/>
              <a:ext cx="29539" cy="142899"/>
              <a:chOff x="4206459" y="1607315"/>
              <a:chExt cx="29539" cy="142899"/>
            </a:xfrm>
          </p:grpSpPr>
          <p:sp>
            <p:nvSpPr>
              <p:cNvPr id="8580" name="Google Shape;8580;p8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4" name="Google Shape;8584;p8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8" name="Google Shape;8588;p86"/>
            <p:cNvGrpSpPr/>
            <p:nvPr/>
          </p:nvGrpSpPr>
          <p:grpSpPr>
            <a:xfrm>
              <a:off x="4889463" y="1423737"/>
              <a:ext cx="29552" cy="142899"/>
              <a:chOff x="4889463" y="1423737"/>
              <a:chExt cx="29552" cy="142899"/>
            </a:xfrm>
          </p:grpSpPr>
          <p:sp>
            <p:nvSpPr>
              <p:cNvPr id="8589" name="Google Shape;8589;p8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86"/>
            <p:cNvGrpSpPr/>
            <p:nvPr/>
          </p:nvGrpSpPr>
          <p:grpSpPr>
            <a:xfrm>
              <a:off x="4771663" y="1876896"/>
              <a:ext cx="108651" cy="100447"/>
              <a:chOff x="4771663" y="1876896"/>
              <a:chExt cx="108651" cy="100447"/>
            </a:xfrm>
          </p:grpSpPr>
          <p:sp>
            <p:nvSpPr>
              <p:cNvPr id="8594" name="Google Shape;8594;p8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8" name="Google Shape;8598;p86"/>
          <p:cNvGrpSpPr/>
          <p:nvPr/>
        </p:nvGrpSpPr>
        <p:grpSpPr>
          <a:xfrm>
            <a:off x="4026774" y="2074664"/>
            <a:ext cx="791287" cy="720350"/>
            <a:chOff x="267375" y="1071875"/>
            <a:chExt cx="470500" cy="428550"/>
          </a:xfrm>
        </p:grpSpPr>
        <p:sp>
          <p:nvSpPr>
            <p:cNvPr id="8599" name="Google Shape;8599;p8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86"/>
          <p:cNvGrpSpPr/>
          <p:nvPr/>
        </p:nvGrpSpPr>
        <p:grpSpPr>
          <a:xfrm>
            <a:off x="727269" y="3719294"/>
            <a:ext cx="1408444" cy="673166"/>
            <a:chOff x="712664" y="3693287"/>
            <a:chExt cx="1460738" cy="698160"/>
          </a:xfrm>
        </p:grpSpPr>
        <p:grpSp>
          <p:nvGrpSpPr>
            <p:cNvPr id="8608" name="Google Shape;8608;p86"/>
            <p:cNvGrpSpPr/>
            <p:nvPr/>
          </p:nvGrpSpPr>
          <p:grpSpPr>
            <a:xfrm>
              <a:off x="1380079" y="4133090"/>
              <a:ext cx="234048" cy="258099"/>
              <a:chOff x="1380079" y="4133090"/>
              <a:chExt cx="234048" cy="258099"/>
            </a:xfrm>
          </p:grpSpPr>
          <p:sp>
            <p:nvSpPr>
              <p:cNvPr id="8609" name="Google Shape;8609;p8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86"/>
            <p:cNvGrpSpPr/>
            <p:nvPr/>
          </p:nvGrpSpPr>
          <p:grpSpPr>
            <a:xfrm>
              <a:off x="884610" y="3864082"/>
              <a:ext cx="1118566" cy="527275"/>
              <a:chOff x="890961" y="3865463"/>
              <a:chExt cx="1115221" cy="525698"/>
            </a:xfrm>
          </p:grpSpPr>
          <p:sp>
            <p:nvSpPr>
              <p:cNvPr id="8613" name="Google Shape;8613;p8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86"/>
            <p:cNvGrpSpPr/>
            <p:nvPr/>
          </p:nvGrpSpPr>
          <p:grpSpPr>
            <a:xfrm>
              <a:off x="712664" y="3693287"/>
              <a:ext cx="1460738" cy="698160"/>
              <a:chOff x="712664" y="3693025"/>
              <a:chExt cx="1460738" cy="698160"/>
            </a:xfrm>
          </p:grpSpPr>
          <p:sp>
            <p:nvSpPr>
              <p:cNvPr id="8617" name="Google Shape;8617;p8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23" name="Google Shape;8623;p86"/>
          <p:cNvGrpSpPr/>
          <p:nvPr/>
        </p:nvGrpSpPr>
        <p:grpSpPr>
          <a:xfrm>
            <a:off x="3164985" y="1191441"/>
            <a:ext cx="795485" cy="738831"/>
            <a:chOff x="3348603" y="1236445"/>
            <a:chExt cx="749256" cy="695894"/>
          </a:xfrm>
        </p:grpSpPr>
        <p:grpSp>
          <p:nvGrpSpPr>
            <p:cNvPr id="8624" name="Google Shape;8624;p86"/>
            <p:cNvGrpSpPr/>
            <p:nvPr/>
          </p:nvGrpSpPr>
          <p:grpSpPr>
            <a:xfrm>
              <a:off x="3583779" y="1236445"/>
              <a:ext cx="293795" cy="285811"/>
              <a:chOff x="3750225" y="1774000"/>
              <a:chExt cx="149575" cy="145525"/>
            </a:xfrm>
          </p:grpSpPr>
          <p:sp>
            <p:nvSpPr>
              <p:cNvPr id="8625" name="Google Shape;8625;p8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86"/>
            <p:cNvGrpSpPr/>
            <p:nvPr/>
          </p:nvGrpSpPr>
          <p:grpSpPr>
            <a:xfrm>
              <a:off x="3775534" y="1462599"/>
              <a:ext cx="322325" cy="285958"/>
              <a:chOff x="3847850" y="1889150"/>
              <a:chExt cx="164100" cy="145600"/>
            </a:xfrm>
          </p:grpSpPr>
          <p:sp>
            <p:nvSpPr>
              <p:cNvPr id="8628" name="Google Shape;8628;p8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86"/>
            <p:cNvGrpSpPr/>
            <p:nvPr/>
          </p:nvGrpSpPr>
          <p:grpSpPr>
            <a:xfrm>
              <a:off x="3545329" y="1646528"/>
              <a:ext cx="293746" cy="285811"/>
              <a:chOff x="3730650" y="1982800"/>
              <a:chExt cx="149550" cy="145525"/>
            </a:xfrm>
          </p:grpSpPr>
          <p:sp>
            <p:nvSpPr>
              <p:cNvPr id="8631" name="Google Shape;8631;p8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86"/>
            <p:cNvGrpSpPr/>
            <p:nvPr/>
          </p:nvGrpSpPr>
          <p:grpSpPr>
            <a:xfrm>
              <a:off x="3348603" y="1415046"/>
              <a:ext cx="294384" cy="284387"/>
              <a:chOff x="3630494" y="1864938"/>
              <a:chExt cx="149875" cy="144800"/>
            </a:xfrm>
          </p:grpSpPr>
          <p:sp>
            <p:nvSpPr>
              <p:cNvPr id="8634" name="Google Shape;8634;p8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6" name="Google Shape;8636;p86"/>
          <p:cNvGrpSpPr/>
          <p:nvPr/>
        </p:nvGrpSpPr>
        <p:grpSpPr>
          <a:xfrm>
            <a:off x="2286512" y="3714337"/>
            <a:ext cx="1324924" cy="678083"/>
            <a:chOff x="2413923" y="3711366"/>
            <a:chExt cx="1374117" cy="703260"/>
          </a:xfrm>
        </p:grpSpPr>
        <p:grpSp>
          <p:nvGrpSpPr>
            <p:cNvPr id="8637" name="Google Shape;8637;p86"/>
            <p:cNvGrpSpPr/>
            <p:nvPr/>
          </p:nvGrpSpPr>
          <p:grpSpPr>
            <a:xfrm>
              <a:off x="2413923" y="3711366"/>
              <a:ext cx="1374117" cy="703260"/>
              <a:chOff x="2413923" y="3711366"/>
              <a:chExt cx="1374117" cy="703260"/>
            </a:xfrm>
          </p:grpSpPr>
          <p:sp>
            <p:nvSpPr>
              <p:cNvPr id="8638" name="Google Shape;8638;p8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9" name="Google Shape;8639;p86"/>
              <p:cNvGrpSpPr/>
              <p:nvPr/>
            </p:nvGrpSpPr>
            <p:grpSpPr>
              <a:xfrm>
                <a:off x="2600284" y="3808654"/>
                <a:ext cx="234506" cy="138009"/>
                <a:chOff x="2600284" y="3808654"/>
                <a:chExt cx="234506" cy="138009"/>
              </a:xfrm>
            </p:grpSpPr>
            <p:sp>
              <p:nvSpPr>
                <p:cNvPr id="8640" name="Google Shape;8640;p8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1" name="Google Shape;8641;p8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642" name="Google Shape;8642;p86"/>
              <p:cNvGrpSpPr/>
              <p:nvPr/>
            </p:nvGrpSpPr>
            <p:grpSpPr>
              <a:xfrm>
                <a:off x="3359659" y="3805664"/>
                <a:ext cx="232294" cy="141000"/>
                <a:chOff x="3359659" y="3805664"/>
                <a:chExt cx="232294" cy="141000"/>
              </a:xfrm>
            </p:grpSpPr>
            <p:sp>
              <p:nvSpPr>
                <p:cNvPr id="8643" name="Google Shape;8643;p8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4" name="Google Shape;8644;p8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645" name="Google Shape;8645;p86"/>
              <p:cNvGrpSpPr/>
              <p:nvPr/>
            </p:nvGrpSpPr>
            <p:grpSpPr>
              <a:xfrm>
                <a:off x="3067316" y="3711366"/>
                <a:ext cx="66900" cy="166809"/>
                <a:chOff x="3067316" y="3711366"/>
                <a:chExt cx="66900" cy="166809"/>
              </a:xfrm>
            </p:grpSpPr>
            <p:sp>
              <p:nvSpPr>
                <p:cNvPr id="8646" name="Google Shape;8646;p8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7" name="Google Shape;8647;p8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648" name="Google Shape;8648;p86"/>
              <p:cNvGrpSpPr/>
              <p:nvPr/>
            </p:nvGrpSpPr>
            <p:grpSpPr>
              <a:xfrm>
                <a:off x="2413923" y="4058666"/>
                <a:ext cx="224119" cy="66900"/>
                <a:chOff x="2413923" y="4058666"/>
                <a:chExt cx="224119" cy="66900"/>
              </a:xfrm>
            </p:grpSpPr>
            <p:sp>
              <p:nvSpPr>
                <p:cNvPr id="8649" name="Google Shape;8649;p8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0" name="Google Shape;8650;p8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651" name="Google Shape;8651;p86"/>
              <p:cNvGrpSpPr/>
              <p:nvPr/>
            </p:nvGrpSpPr>
            <p:grpSpPr>
              <a:xfrm>
                <a:off x="3564643" y="4058666"/>
                <a:ext cx="223397" cy="66900"/>
                <a:chOff x="3564643" y="4058666"/>
                <a:chExt cx="223397" cy="66900"/>
              </a:xfrm>
            </p:grpSpPr>
            <p:sp>
              <p:nvSpPr>
                <p:cNvPr id="8652" name="Google Shape;8652;p8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3" name="Google Shape;8653;p8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654" name="Google Shape;8654;p86"/>
            <p:cNvGrpSpPr/>
            <p:nvPr/>
          </p:nvGrpSpPr>
          <p:grpSpPr>
            <a:xfrm>
              <a:off x="2633353" y="3965763"/>
              <a:ext cx="933975" cy="445687"/>
              <a:chOff x="2633353" y="3965763"/>
              <a:chExt cx="933975" cy="445687"/>
            </a:xfrm>
          </p:grpSpPr>
          <p:sp>
            <p:nvSpPr>
              <p:cNvPr id="8655" name="Google Shape;8655;p8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57" name="Google Shape;8657;p86"/>
          <p:cNvGrpSpPr/>
          <p:nvPr/>
        </p:nvGrpSpPr>
        <p:grpSpPr>
          <a:xfrm>
            <a:off x="6410784" y="1264884"/>
            <a:ext cx="1131087" cy="587383"/>
            <a:chOff x="238125" y="999450"/>
            <a:chExt cx="7140700" cy="3708225"/>
          </a:xfrm>
        </p:grpSpPr>
        <p:sp>
          <p:nvSpPr>
            <p:cNvPr id="8658" name="Google Shape;8658;p8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86"/>
          <p:cNvGrpSpPr/>
          <p:nvPr/>
        </p:nvGrpSpPr>
        <p:grpSpPr>
          <a:xfrm>
            <a:off x="3762234" y="3714379"/>
            <a:ext cx="1375854" cy="678131"/>
            <a:chOff x="3913765" y="3641905"/>
            <a:chExt cx="1522805" cy="750560"/>
          </a:xfrm>
        </p:grpSpPr>
        <p:grpSp>
          <p:nvGrpSpPr>
            <p:cNvPr id="8668" name="Google Shape;8668;p86"/>
            <p:cNvGrpSpPr/>
            <p:nvPr/>
          </p:nvGrpSpPr>
          <p:grpSpPr>
            <a:xfrm>
              <a:off x="3913765" y="3997002"/>
              <a:ext cx="1522805" cy="395463"/>
              <a:chOff x="3913765" y="3997002"/>
              <a:chExt cx="1522805" cy="395463"/>
            </a:xfrm>
          </p:grpSpPr>
          <p:grpSp>
            <p:nvGrpSpPr>
              <p:cNvPr id="8669" name="Google Shape;8669;p86"/>
              <p:cNvGrpSpPr/>
              <p:nvPr/>
            </p:nvGrpSpPr>
            <p:grpSpPr>
              <a:xfrm>
                <a:off x="3913765" y="4138659"/>
                <a:ext cx="507602" cy="253806"/>
                <a:chOff x="3913765" y="4138659"/>
                <a:chExt cx="507602" cy="253806"/>
              </a:xfrm>
            </p:grpSpPr>
            <p:sp>
              <p:nvSpPr>
                <p:cNvPr id="8670" name="Google Shape;8670;p8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672" name="Google Shape;8672;p86"/>
              <p:cNvGrpSpPr/>
              <p:nvPr/>
            </p:nvGrpSpPr>
            <p:grpSpPr>
              <a:xfrm>
                <a:off x="4421361" y="3997002"/>
                <a:ext cx="507618" cy="395463"/>
                <a:chOff x="4421361" y="3997002"/>
                <a:chExt cx="507618" cy="395463"/>
              </a:xfrm>
            </p:grpSpPr>
            <p:sp>
              <p:nvSpPr>
                <p:cNvPr id="8673" name="Google Shape;8673;p8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86"/>
              <p:cNvGrpSpPr/>
              <p:nvPr/>
            </p:nvGrpSpPr>
            <p:grpSpPr>
              <a:xfrm>
                <a:off x="4928973" y="4189418"/>
                <a:ext cx="507596" cy="203047"/>
                <a:chOff x="4928973" y="4189418"/>
                <a:chExt cx="507596" cy="203047"/>
              </a:xfrm>
            </p:grpSpPr>
            <p:sp>
              <p:nvSpPr>
                <p:cNvPr id="8676" name="Google Shape;8676;p8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8" name="Google Shape;8678;p86"/>
            <p:cNvGrpSpPr/>
            <p:nvPr/>
          </p:nvGrpSpPr>
          <p:grpSpPr>
            <a:xfrm>
              <a:off x="4482186" y="3641905"/>
              <a:ext cx="397605" cy="349784"/>
              <a:chOff x="2906375" y="1159725"/>
              <a:chExt cx="1860575" cy="1636800"/>
            </a:xfrm>
          </p:grpSpPr>
          <p:sp>
            <p:nvSpPr>
              <p:cNvPr id="8679" name="Google Shape;8679;p8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3" name="Google Shape;8683;p86"/>
          <p:cNvGrpSpPr/>
          <p:nvPr/>
        </p:nvGrpSpPr>
        <p:grpSpPr>
          <a:xfrm>
            <a:off x="6546943" y="2074305"/>
            <a:ext cx="940737" cy="721067"/>
            <a:chOff x="6599718" y="2068734"/>
            <a:chExt cx="940737" cy="721067"/>
          </a:xfrm>
        </p:grpSpPr>
        <p:sp>
          <p:nvSpPr>
            <p:cNvPr id="8684" name="Google Shape;8684;p8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0" name="Google Shape;8690;p86"/>
            <p:cNvGrpSpPr/>
            <p:nvPr/>
          </p:nvGrpSpPr>
          <p:grpSpPr>
            <a:xfrm>
              <a:off x="6836957" y="2068734"/>
              <a:ext cx="461892" cy="721067"/>
              <a:chOff x="6836957" y="2068734"/>
              <a:chExt cx="461892" cy="721067"/>
            </a:xfrm>
          </p:grpSpPr>
          <p:sp>
            <p:nvSpPr>
              <p:cNvPr id="8691" name="Google Shape;8691;p8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7" name="Google Shape;8697;p86"/>
              <p:cNvGrpSpPr/>
              <p:nvPr/>
            </p:nvGrpSpPr>
            <p:grpSpPr>
              <a:xfrm>
                <a:off x="6836957" y="2068734"/>
                <a:ext cx="461892" cy="721067"/>
                <a:chOff x="6836957" y="2068734"/>
                <a:chExt cx="461892" cy="721067"/>
              </a:xfrm>
            </p:grpSpPr>
            <p:sp>
              <p:nvSpPr>
                <p:cNvPr id="8698" name="Google Shape;8698;p8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05" name="Google Shape;8705;p86"/>
          <p:cNvGrpSpPr/>
          <p:nvPr/>
        </p:nvGrpSpPr>
        <p:grpSpPr>
          <a:xfrm>
            <a:off x="2430262" y="2078652"/>
            <a:ext cx="712577" cy="712374"/>
            <a:chOff x="2559249" y="2069323"/>
            <a:chExt cx="685566" cy="685634"/>
          </a:xfrm>
        </p:grpSpPr>
        <p:sp>
          <p:nvSpPr>
            <p:cNvPr id="8706" name="Google Shape;8706;p8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86"/>
          <p:cNvGrpSpPr/>
          <p:nvPr/>
        </p:nvGrpSpPr>
        <p:grpSpPr>
          <a:xfrm>
            <a:off x="7612699" y="1191441"/>
            <a:ext cx="845645" cy="711911"/>
            <a:chOff x="951975" y="315800"/>
            <a:chExt cx="5860325" cy="4933550"/>
          </a:xfrm>
        </p:grpSpPr>
        <p:sp>
          <p:nvSpPr>
            <p:cNvPr id="8720" name="Google Shape;8720;p8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86"/>
          <p:cNvGrpSpPr/>
          <p:nvPr/>
        </p:nvGrpSpPr>
        <p:grpSpPr>
          <a:xfrm>
            <a:off x="3709828" y="2927550"/>
            <a:ext cx="1617932" cy="621724"/>
            <a:chOff x="3862800" y="3038525"/>
            <a:chExt cx="1329006" cy="510698"/>
          </a:xfrm>
        </p:grpSpPr>
        <p:sp>
          <p:nvSpPr>
            <p:cNvPr id="8729" name="Google Shape;8729;p8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1" name="Google Shape;8731;p86"/>
            <p:cNvGrpSpPr/>
            <p:nvPr/>
          </p:nvGrpSpPr>
          <p:grpSpPr>
            <a:xfrm>
              <a:off x="3967075" y="3040337"/>
              <a:ext cx="1019927" cy="402126"/>
              <a:chOff x="3967075" y="3040337"/>
              <a:chExt cx="1019927" cy="402126"/>
            </a:xfrm>
          </p:grpSpPr>
          <p:sp>
            <p:nvSpPr>
              <p:cNvPr id="8732" name="Google Shape;8732;p8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86"/>
            <p:cNvGrpSpPr/>
            <p:nvPr/>
          </p:nvGrpSpPr>
          <p:grpSpPr>
            <a:xfrm>
              <a:off x="4186700" y="3040337"/>
              <a:ext cx="390475" cy="183289"/>
              <a:chOff x="4186700" y="3040337"/>
              <a:chExt cx="390475" cy="183289"/>
            </a:xfrm>
          </p:grpSpPr>
          <p:sp>
            <p:nvSpPr>
              <p:cNvPr id="8735" name="Google Shape;8735;p8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86"/>
            <p:cNvGrpSpPr/>
            <p:nvPr/>
          </p:nvGrpSpPr>
          <p:grpSpPr>
            <a:xfrm>
              <a:off x="4073727" y="3040337"/>
              <a:ext cx="697794" cy="296263"/>
              <a:chOff x="4073727" y="3040337"/>
              <a:chExt cx="697794" cy="296263"/>
            </a:xfrm>
          </p:grpSpPr>
          <p:sp>
            <p:nvSpPr>
              <p:cNvPr id="8738" name="Google Shape;8738;p8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86"/>
            <p:cNvGrpSpPr/>
            <p:nvPr/>
          </p:nvGrpSpPr>
          <p:grpSpPr>
            <a:xfrm>
              <a:off x="3862800" y="3038525"/>
              <a:ext cx="1329006" cy="510698"/>
              <a:chOff x="3862800" y="3038525"/>
              <a:chExt cx="1329006" cy="510698"/>
            </a:xfrm>
          </p:grpSpPr>
          <p:sp>
            <p:nvSpPr>
              <p:cNvPr id="8741" name="Google Shape;8741;p8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3" name="Google Shape;8743;p86"/>
          <p:cNvGrpSpPr/>
          <p:nvPr/>
        </p:nvGrpSpPr>
        <p:grpSpPr>
          <a:xfrm>
            <a:off x="718150" y="1191441"/>
            <a:ext cx="883205" cy="775176"/>
            <a:chOff x="649648" y="271400"/>
            <a:chExt cx="6215377" cy="5455143"/>
          </a:xfrm>
        </p:grpSpPr>
        <p:sp>
          <p:nvSpPr>
            <p:cNvPr id="8744" name="Google Shape;8744;p8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86"/>
          <p:cNvGrpSpPr/>
          <p:nvPr/>
        </p:nvGrpSpPr>
        <p:grpSpPr>
          <a:xfrm>
            <a:off x="2326452" y="1191441"/>
            <a:ext cx="767704" cy="815489"/>
            <a:chOff x="2499700" y="1135950"/>
            <a:chExt cx="732402" cy="777990"/>
          </a:xfrm>
        </p:grpSpPr>
        <p:grpSp>
          <p:nvGrpSpPr>
            <p:cNvPr id="8757" name="Google Shape;8757;p86"/>
            <p:cNvGrpSpPr/>
            <p:nvPr/>
          </p:nvGrpSpPr>
          <p:grpSpPr>
            <a:xfrm>
              <a:off x="2499700" y="1135950"/>
              <a:ext cx="732402" cy="694705"/>
              <a:chOff x="2499700" y="1135950"/>
              <a:chExt cx="732402" cy="694705"/>
            </a:xfrm>
          </p:grpSpPr>
          <p:sp>
            <p:nvSpPr>
              <p:cNvPr id="8758" name="Google Shape;8758;p8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86"/>
            <p:cNvGrpSpPr/>
            <p:nvPr/>
          </p:nvGrpSpPr>
          <p:grpSpPr>
            <a:xfrm>
              <a:off x="2517909" y="1188726"/>
              <a:ext cx="702702" cy="725214"/>
              <a:chOff x="2517909" y="1188726"/>
              <a:chExt cx="702702" cy="725214"/>
            </a:xfrm>
          </p:grpSpPr>
          <p:sp>
            <p:nvSpPr>
              <p:cNvPr id="8786" name="Google Shape;8786;p8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1" name="Google Shape;8791;p86"/>
          <p:cNvGrpSpPr/>
          <p:nvPr/>
        </p:nvGrpSpPr>
        <p:grpSpPr>
          <a:xfrm>
            <a:off x="1672184" y="1191441"/>
            <a:ext cx="583439" cy="870229"/>
            <a:chOff x="1716825" y="1121550"/>
            <a:chExt cx="622800" cy="928938"/>
          </a:xfrm>
        </p:grpSpPr>
        <p:grpSp>
          <p:nvGrpSpPr>
            <p:cNvPr id="8792" name="Google Shape;8792;p86"/>
            <p:cNvGrpSpPr/>
            <p:nvPr/>
          </p:nvGrpSpPr>
          <p:grpSpPr>
            <a:xfrm>
              <a:off x="1716825" y="1121550"/>
              <a:ext cx="622800" cy="928938"/>
              <a:chOff x="1716825" y="1121550"/>
              <a:chExt cx="622800" cy="928938"/>
            </a:xfrm>
          </p:grpSpPr>
          <p:cxnSp>
            <p:nvCxnSpPr>
              <p:cNvPr id="8793" name="Google Shape;8793;p8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794" name="Google Shape;8794;p8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86"/>
            <p:cNvGrpSpPr/>
            <p:nvPr/>
          </p:nvGrpSpPr>
          <p:grpSpPr>
            <a:xfrm>
              <a:off x="1768050" y="1172775"/>
              <a:ext cx="520200" cy="832000"/>
              <a:chOff x="1768050" y="1172775"/>
              <a:chExt cx="520200" cy="832000"/>
            </a:xfrm>
          </p:grpSpPr>
          <p:cxnSp>
            <p:nvCxnSpPr>
              <p:cNvPr id="8796" name="Google Shape;8796;p8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797" name="Google Shape;8797;p8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86"/>
            <p:cNvGrpSpPr/>
            <p:nvPr/>
          </p:nvGrpSpPr>
          <p:grpSpPr>
            <a:xfrm>
              <a:off x="1820100" y="1225475"/>
              <a:ext cx="416400" cy="729575"/>
              <a:chOff x="1820100" y="1225475"/>
              <a:chExt cx="416400" cy="729575"/>
            </a:xfrm>
          </p:grpSpPr>
          <p:cxnSp>
            <p:nvCxnSpPr>
              <p:cNvPr id="8799" name="Google Shape;8799;p8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800" name="Google Shape;8800;p8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86"/>
            <p:cNvGrpSpPr/>
            <p:nvPr/>
          </p:nvGrpSpPr>
          <p:grpSpPr>
            <a:xfrm>
              <a:off x="1874250" y="1278825"/>
              <a:ext cx="308100" cy="605275"/>
              <a:chOff x="1874250" y="1278825"/>
              <a:chExt cx="308100" cy="605275"/>
            </a:xfrm>
          </p:grpSpPr>
          <p:cxnSp>
            <p:nvCxnSpPr>
              <p:cNvPr id="8802" name="Google Shape;8802;p8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803" name="Google Shape;8803;p8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4" name="Google Shape;8804;p8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86"/>
          <p:cNvGrpSpPr/>
          <p:nvPr/>
        </p:nvGrpSpPr>
        <p:grpSpPr>
          <a:xfrm>
            <a:off x="1592007" y="2077763"/>
            <a:ext cx="739072" cy="714152"/>
            <a:chOff x="4334725" y="1355875"/>
            <a:chExt cx="3106650" cy="3001900"/>
          </a:xfrm>
        </p:grpSpPr>
        <p:grpSp>
          <p:nvGrpSpPr>
            <p:cNvPr id="8806" name="Google Shape;8806;p86"/>
            <p:cNvGrpSpPr/>
            <p:nvPr/>
          </p:nvGrpSpPr>
          <p:grpSpPr>
            <a:xfrm>
              <a:off x="4516050" y="1724875"/>
              <a:ext cx="2693725" cy="2632900"/>
              <a:chOff x="4516050" y="1724875"/>
              <a:chExt cx="2693725" cy="2632900"/>
            </a:xfrm>
          </p:grpSpPr>
          <p:sp>
            <p:nvSpPr>
              <p:cNvPr id="8807" name="Google Shape;8807;p8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86"/>
            <p:cNvGrpSpPr/>
            <p:nvPr/>
          </p:nvGrpSpPr>
          <p:grpSpPr>
            <a:xfrm>
              <a:off x="4334725" y="1355875"/>
              <a:ext cx="3106650" cy="2709650"/>
              <a:chOff x="4334725" y="1355875"/>
              <a:chExt cx="3106650" cy="2709650"/>
            </a:xfrm>
          </p:grpSpPr>
          <p:sp>
            <p:nvSpPr>
              <p:cNvPr id="8811" name="Google Shape;8811;p8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4" name="Google Shape;8814;p86"/>
          <p:cNvGrpSpPr/>
          <p:nvPr/>
        </p:nvGrpSpPr>
        <p:grpSpPr>
          <a:xfrm>
            <a:off x="7708956" y="3708534"/>
            <a:ext cx="312074" cy="684173"/>
            <a:chOff x="7645573" y="3754300"/>
            <a:chExt cx="293855" cy="644170"/>
          </a:xfrm>
        </p:grpSpPr>
        <p:sp>
          <p:nvSpPr>
            <p:cNvPr id="8815" name="Google Shape;8815;p8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86"/>
          <p:cNvGrpSpPr/>
          <p:nvPr/>
        </p:nvGrpSpPr>
        <p:grpSpPr>
          <a:xfrm>
            <a:off x="5630944" y="1191441"/>
            <a:ext cx="709011" cy="739359"/>
            <a:chOff x="5830645" y="1256617"/>
            <a:chExt cx="530340" cy="553040"/>
          </a:xfrm>
        </p:grpSpPr>
        <p:grpSp>
          <p:nvGrpSpPr>
            <p:cNvPr id="8818" name="Google Shape;8818;p86"/>
            <p:cNvGrpSpPr/>
            <p:nvPr/>
          </p:nvGrpSpPr>
          <p:grpSpPr>
            <a:xfrm>
              <a:off x="5830645" y="1256617"/>
              <a:ext cx="259743" cy="269909"/>
              <a:chOff x="5830645" y="1256617"/>
              <a:chExt cx="259743" cy="269909"/>
            </a:xfrm>
          </p:grpSpPr>
          <p:sp>
            <p:nvSpPr>
              <p:cNvPr id="8819" name="Google Shape;8819;p8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86"/>
            <p:cNvGrpSpPr/>
            <p:nvPr/>
          </p:nvGrpSpPr>
          <p:grpSpPr>
            <a:xfrm>
              <a:off x="6101293" y="1256617"/>
              <a:ext cx="259692" cy="269909"/>
              <a:chOff x="6101293" y="1256617"/>
              <a:chExt cx="259692" cy="269909"/>
            </a:xfrm>
          </p:grpSpPr>
          <p:sp>
            <p:nvSpPr>
              <p:cNvPr id="8822" name="Google Shape;8822;p8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86"/>
            <p:cNvGrpSpPr/>
            <p:nvPr/>
          </p:nvGrpSpPr>
          <p:grpSpPr>
            <a:xfrm>
              <a:off x="5830645" y="1539749"/>
              <a:ext cx="259692" cy="269909"/>
              <a:chOff x="5830645" y="1539749"/>
              <a:chExt cx="259692" cy="269909"/>
            </a:xfrm>
          </p:grpSpPr>
          <p:sp>
            <p:nvSpPr>
              <p:cNvPr id="8825" name="Google Shape;8825;p8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86"/>
            <p:cNvGrpSpPr/>
            <p:nvPr/>
          </p:nvGrpSpPr>
          <p:grpSpPr>
            <a:xfrm>
              <a:off x="6101293" y="1539749"/>
              <a:ext cx="259692" cy="269909"/>
              <a:chOff x="6101293" y="1539749"/>
              <a:chExt cx="259692" cy="269909"/>
            </a:xfrm>
          </p:grpSpPr>
          <p:sp>
            <p:nvSpPr>
              <p:cNvPr id="8828" name="Google Shape;8828;p8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0" name="Google Shape;8830;p8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86"/>
          <p:cNvGrpSpPr/>
          <p:nvPr/>
        </p:nvGrpSpPr>
        <p:grpSpPr>
          <a:xfrm>
            <a:off x="732438" y="2927557"/>
            <a:ext cx="1452955" cy="621360"/>
            <a:chOff x="732422" y="2990152"/>
            <a:chExt cx="1337773" cy="572102"/>
          </a:xfrm>
        </p:grpSpPr>
        <p:sp>
          <p:nvSpPr>
            <p:cNvPr id="8832" name="Google Shape;8832;p8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1" name="Shape 8841"/>
        <p:cNvGrpSpPr/>
        <p:nvPr/>
      </p:nvGrpSpPr>
      <p:grpSpPr>
        <a:xfrm>
          <a:off x="0" y="0"/>
          <a:ext cx="0" cy="0"/>
          <a:chOff x="0" y="0"/>
          <a:chExt cx="0" cy="0"/>
        </a:xfrm>
      </p:grpSpPr>
      <p:grpSp>
        <p:nvGrpSpPr>
          <p:cNvPr id="8842" name="Google Shape;8842;p87"/>
          <p:cNvGrpSpPr/>
          <p:nvPr/>
        </p:nvGrpSpPr>
        <p:grpSpPr>
          <a:xfrm>
            <a:off x="729238" y="1179665"/>
            <a:ext cx="1636117" cy="1526144"/>
            <a:chOff x="729238" y="1179665"/>
            <a:chExt cx="1636117" cy="1526144"/>
          </a:xfrm>
        </p:grpSpPr>
        <p:grpSp>
          <p:nvGrpSpPr>
            <p:cNvPr id="8843" name="Google Shape;8843;p87"/>
            <p:cNvGrpSpPr/>
            <p:nvPr/>
          </p:nvGrpSpPr>
          <p:grpSpPr>
            <a:xfrm>
              <a:off x="729238" y="1179665"/>
              <a:ext cx="80700" cy="1526144"/>
              <a:chOff x="729238" y="1179665"/>
              <a:chExt cx="80700" cy="1526144"/>
            </a:xfrm>
          </p:grpSpPr>
          <p:sp>
            <p:nvSpPr>
              <p:cNvPr id="8844" name="Google Shape;8844;p8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87"/>
            <p:cNvGrpSpPr/>
            <p:nvPr/>
          </p:nvGrpSpPr>
          <p:grpSpPr>
            <a:xfrm>
              <a:off x="903098" y="1179665"/>
              <a:ext cx="80700" cy="1526144"/>
              <a:chOff x="903098" y="1179665"/>
              <a:chExt cx="80700" cy="1526144"/>
            </a:xfrm>
          </p:grpSpPr>
          <p:sp>
            <p:nvSpPr>
              <p:cNvPr id="8855" name="Google Shape;8855;p8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87"/>
            <p:cNvGrpSpPr/>
            <p:nvPr/>
          </p:nvGrpSpPr>
          <p:grpSpPr>
            <a:xfrm>
              <a:off x="1076958" y="1179665"/>
              <a:ext cx="80700" cy="1526144"/>
              <a:chOff x="1076958" y="1179665"/>
              <a:chExt cx="80700" cy="1526144"/>
            </a:xfrm>
          </p:grpSpPr>
          <p:sp>
            <p:nvSpPr>
              <p:cNvPr id="8866" name="Google Shape;8866;p8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87"/>
            <p:cNvGrpSpPr/>
            <p:nvPr/>
          </p:nvGrpSpPr>
          <p:grpSpPr>
            <a:xfrm>
              <a:off x="1247707" y="1179665"/>
              <a:ext cx="80700" cy="1526144"/>
              <a:chOff x="1247707" y="1179665"/>
              <a:chExt cx="80700" cy="1526144"/>
            </a:xfrm>
          </p:grpSpPr>
          <p:sp>
            <p:nvSpPr>
              <p:cNvPr id="8877" name="Google Shape;8877;p8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87"/>
            <p:cNvGrpSpPr/>
            <p:nvPr/>
          </p:nvGrpSpPr>
          <p:grpSpPr>
            <a:xfrm>
              <a:off x="1421567" y="1179665"/>
              <a:ext cx="80700" cy="1526144"/>
              <a:chOff x="1421567" y="1179665"/>
              <a:chExt cx="80700" cy="1526144"/>
            </a:xfrm>
          </p:grpSpPr>
          <p:sp>
            <p:nvSpPr>
              <p:cNvPr id="8888" name="Google Shape;8888;p8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87"/>
            <p:cNvGrpSpPr/>
            <p:nvPr/>
          </p:nvGrpSpPr>
          <p:grpSpPr>
            <a:xfrm>
              <a:off x="1592327" y="1179665"/>
              <a:ext cx="80700" cy="1526144"/>
              <a:chOff x="1592327" y="1179665"/>
              <a:chExt cx="80700" cy="1526144"/>
            </a:xfrm>
          </p:grpSpPr>
          <p:sp>
            <p:nvSpPr>
              <p:cNvPr id="8899" name="Google Shape;8899;p8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87"/>
            <p:cNvGrpSpPr/>
            <p:nvPr/>
          </p:nvGrpSpPr>
          <p:grpSpPr>
            <a:xfrm>
              <a:off x="1766187" y="1179665"/>
              <a:ext cx="80700" cy="1526144"/>
              <a:chOff x="1766187" y="1179665"/>
              <a:chExt cx="80700" cy="1526144"/>
            </a:xfrm>
          </p:grpSpPr>
          <p:sp>
            <p:nvSpPr>
              <p:cNvPr id="8910" name="Google Shape;8910;p8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87"/>
            <p:cNvGrpSpPr/>
            <p:nvPr/>
          </p:nvGrpSpPr>
          <p:grpSpPr>
            <a:xfrm>
              <a:off x="1936935" y="1179665"/>
              <a:ext cx="80700" cy="1526144"/>
              <a:chOff x="1936935" y="1179665"/>
              <a:chExt cx="80700" cy="1526144"/>
            </a:xfrm>
          </p:grpSpPr>
          <p:sp>
            <p:nvSpPr>
              <p:cNvPr id="8921" name="Google Shape;8921;p8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87"/>
            <p:cNvGrpSpPr/>
            <p:nvPr/>
          </p:nvGrpSpPr>
          <p:grpSpPr>
            <a:xfrm>
              <a:off x="2110795" y="1179665"/>
              <a:ext cx="80700" cy="1526144"/>
              <a:chOff x="2110795" y="1179665"/>
              <a:chExt cx="80700" cy="1526144"/>
            </a:xfrm>
          </p:grpSpPr>
          <p:sp>
            <p:nvSpPr>
              <p:cNvPr id="8932" name="Google Shape;8932;p8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87"/>
            <p:cNvGrpSpPr/>
            <p:nvPr/>
          </p:nvGrpSpPr>
          <p:grpSpPr>
            <a:xfrm>
              <a:off x="2284655" y="1179665"/>
              <a:ext cx="80700" cy="1526144"/>
              <a:chOff x="2284655" y="1179665"/>
              <a:chExt cx="80700" cy="1526144"/>
            </a:xfrm>
          </p:grpSpPr>
          <p:sp>
            <p:nvSpPr>
              <p:cNvPr id="8943" name="Google Shape;8943;p8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53" name="Google Shape;8953;p87"/>
          <p:cNvGrpSpPr/>
          <p:nvPr/>
        </p:nvGrpSpPr>
        <p:grpSpPr>
          <a:xfrm>
            <a:off x="2623904" y="1198803"/>
            <a:ext cx="1364248" cy="1102133"/>
            <a:chOff x="2623904" y="1198803"/>
            <a:chExt cx="1364248" cy="1102133"/>
          </a:xfrm>
        </p:grpSpPr>
        <p:grpSp>
          <p:nvGrpSpPr>
            <p:cNvPr id="8954" name="Google Shape;8954;p87"/>
            <p:cNvGrpSpPr/>
            <p:nvPr/>
          </p:nvGrpSpPr>
          <p:grpSpPr>
            <a:xfrm>
              <a:off x="2623907" y="1198803"/>
              <a:ext cx="1364245" cy="273000"/>
              <a:chOff x="2623907" y="1198803"/>
              <a:chExt cx="1364245" cy="273000"/>
            </a:xfrm>
          </p:grpSpPr>
          <p:sp>
            <p:nvSpPr>
              <p:cNvPr id="8955" name="Google Shape;8955;p8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87"/>
            <p:cNvGrpSpPr/>
            <p:nvPr/>
          </p:nvGrpSpPr>
          <p:grpSpPr>
            <a:xfrm>
              <a:off x="2623904" y="1476964"/>
              <a:ext cx="1364245" cy="273000"/>
              <a:chOff x="2623904" y="1476964"/>
              <a:chExt cx="1364245" cy="273000"/>
            </a:xfrm>
          </p:grpSpPr>
          <p:sp>
            <p:nvSpPr>
              <p:cNvPr id="8961" name="Google Shape;8961;p8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87"/>
            <p:cNvGrpSpPr/>
            <p:nvPr/>
          </p:nvGrpSpPr>
          <p:grpSpPr>
            <a:xfrm>
              <a:off x="2623907" y="1749775"/>
              <a:ext cx="1364245" cy="273000"/>
              <a:chOff x="2623907" y="1749775"/>
              <a:chExt cx="1364245" cy="273000"/>
            </a:xfrm>
          </p:grpSpPr>
          <p:sp>
            <p:nvSpPr>
              <p:cNvPr id="8967" name="Google Shape;8967;p8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87"/>
            <p:cNvGrpSpPr/>
            <p:nvPr/>
          </p:nvGrpSpPr>
          <p:grpSpPr>
            <a:xfrm>
              <a:off x="2623904" y="2027936"/>
              <a:ext cx="1364245" cy="273000"/>
              <a:chOff x="2623904" y="2027936"/>
              <a:chExt cx="1364245" cy="273000"/>
            </a:xfrm>
          </p:grpSpPr>
          <p:sp>
            <p:nvSpPr>
              <p:cNvPr id="8973" name="Google Shape;8973;p8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8" name="Google Shape;8978;p87"/>
          <p:cNvGrpSpPr/>
          <p:nvPr/>
        </p:nvGrpSpPr>
        <p:grpSpPr>
          <a:xfrm>
            <a:off x="2613365" y="2657986"/>
            <a:ext cx="1387541" cy="159124"/>
            <a:chOff x="3200660" y="2180272"/>
            <a:chExt cx="2563824" cy="378237"/>
          </a:xfrm>
        </p:grpSpPr>
        <p:sp>
          <p:nvSpPr>
            <p:cNvPr id="8979" name="Google Shape;8979;p8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87"/>
          <p:cNvGrpSpPr/>
          <p:nvPr/>
        </p:nvGrpSpPr>
        <p:grpSpPr>
          <a:xfrm>
            <a:off x="2609890" y="2935811"/>
            <a:ext cx="1390502" cy="159625"/>
            <a:chOff x="3530150" y="2790075"/>
            <a:chExt cx="1962600" cy="225300"/>
          </a:xfrm>
        </p:grpSpPr>
        <p:sp>
          <p:nvSpPr>
            <p:cNvPr id="8998" name="Google Shape;8998;p8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87"/>
          <p:cNvGrpSpPr/>
          <p:nvPr/>
        </p:nvGrpSpPr>
        <p:grpSpPr>
          <a:xfrm>
            <a:off x="2610543" y="3214137"/>
            <a:ext cx="1411629" cy="153761"/>
            <a:chOff x="3558802" y="4011427"/>
            <a:chExt cx="1866000" cy="111300"/>
          </a:xfrm>
        </p:grpSpPr>
        <p:sp>
          <p:nvSpPr>
            <p:cNvPr id="9001" name="Google Shape;9001;p8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87"/>
          <p:cNvGrpSpPr/>
          <p:nvPr/>
        </p:nvGrpSpPr>
        <p:grpSpPr>
          <a:xfrm>
            <a:off x="2610235" y="2419536"/>
            <a:ext cx="1383503" cy="119749"/>
            <a:chOff x="3465975" y="2270276"/>
            <a:chExt cx="1986364" cy="171929"/>
          </a:xfrm>
        </p:grpSpPr>
        <p:sp>
          <p:nvSpPr>
            <p:cNvPr id="9004" name="Google Shape;9004;p8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87"/>
          <p:cNvGrpSpPr/>
          <p:nvPr/>
        </p:nvGrpSpPr>
        <p:grpSpPr>
          <a:xfrm>
            <a:off x="2621243" y="3783187"/>
            <a:ext cx="1369531" cy="195460"/>
            <a:chOff x="723300" y="4253549"/>
            <a:chExt cx="2276482" cy="324900"/>
          </a:xfrm>
        </p:grpSpPr>
        <p:sp>
          <p:nvSpPr>
            <p:cNvPr id="9013" name="Google Shape;9013;p8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87"/>
          <p:cNvGrpSpPr/>
          <p:nvPr/>
        </p:nvGrpSpPr>
        <p:grpSpPr>
          <a:xfrm>
            <a:off x="2610803" y="3484367"/>
            <a:ext cx="1389066" cy="180119"/>
            <a:chOff x="705948" y="3788465"/>
            <a:chExt cx="2308953" cy="299400"/>
          </a:xfrm>
        </p:grpSpPr>
        <p:sp>
          <p:nvSpPr>
            <p:cNvPr id="9019" name="Google Shape;9019;p8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87"/>
          <p:cNvGrpSpPr/>
          <p:nvPr/>
        </p:nvGrpSpPr>
        <p:grpSpPr>
          <a:xfrm>
            <a:off x="2658741" y="4097347"/>
            <a:ext cx="1304609" cy="294074"/>
            <a:chOff x="2658741" y="4097347"/>
            <a:chExt cx="1304609" cy="294074"/>
          </a:xfrm>
        </p:grpSpPr>
        <p:grpSp>
          <p:nvGrpSpPr>
            <p:cNvPr id="9025" name="Google Shape;9025;p87"/>
            <p:cNvGrpSpPr/>
            <p:nvPr/>
          </p:nvGrpSpPr>
          <p:grpSpPr>
            <a:xfrm>
              <a:off x="2658741" y="4097347"/>
              <a:ext cx="118572" cy="294074"/>
              <a:chOff x="3343310" y="4475555"/>
              <a:chExt cx="127717" cy="316753"/>
            </a:xfrm>
          </p:grpSpPr>
          <p:sp>
            <p:nvSpPr>
              <p:cNvPr id="9026" name="Google Shape;9026;p8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87"/>
            <p:cNvGrpSpPr/>
            <p:nvPr/>
          </p:nvGrpSpPr>
          <p:grpSpPr>
            <a:xfrm>
              <a:off x="3815519" y="4098388"/>
              <a:ext cx="147831" cy="291991"/>
              <a:chOff x="3527539" y="4476677"/>
              <a:chExt cx="159232" cy="314510"/>
            </a:xfrm>
          </p:grpSpPr>
          <p:sp>
            <p:nvSpPr>
              <p:cNvPr id="9029" name="Google Shape;9029;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87"/>
            <p:cNvGrpSpPr/>
            <p:nvPr/>
          </p:nvGrpSpPr>
          <p:grpSpPr>
            <a:xfrm>
              <a:off x="3511696" y="4098388"/>
              <a:ext cx="147831" cy="291991"/>
              <a:chOff x="3527539" y="4476677"/>
              <a:chExt cx="159232" cy="314510"/>
            </a:xfrm>
          </p:grpSpPr>
          <p:sp>
            <p:nvSpPr>
              <p:cNvPr id="9032" name="Google Shape;9032;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87"/>
            <p:cNvGrpSpPr/>
            <p:nvPr/>
          </p:nvGrpSpPr>
          <p:grpSpPr>
            <a:xfrm>
              <a:off x="3207874" y="4098388"/>
              <a:ext cx="147831" cy="291991"/>
              <a:chOff x="3527539" y="4476677"/>
              <a:chExt cx="159232" cy="314510"/>
            </a:xfrm>
          </p:grpSpPr>
          <p:sp>
            <p:nvSpPr>
              <p:cNvPr id="9035" name="Google Shape;9035;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87"/>
            <p:cNvGrpSpPr/>
            <p:nvPr/>
          </p:nvGrpSpPr>
          <p:grpSpPr>
            <a:xfrm>
              <a:off x="2933305" y="4097347"/>
              <a:ext cx="118572" cy="294074"/>
              <a:chOff x="3343310" y="4475555"/>
              <a:chExt cx="127717" cy="316753"/>
            </a:xfrm>
          </p:grpSpPr>
          <p:sp>
            <p:nvSpPr>
              <p:cNvPr id="9038" name="Google Shape;9038;p8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0" name="Google Shape;9040;p87"/>
          <p:cNvGrpSpPr/>
          <p:nvPr/>
        </p:nvGrpSpPr>
        <p:grpSpPr>
          <a:xfrm>
            <a:off x="4277571" y="2080469"/>
            <a:ext cx="1433821" cy="191501"/>
            <a:chOff x="4273350" y="2080469"/>
            <a:chExt cx="1433821" cy="191501"/>
          </a:xfrm>
        </p:grpSpPr>
        <p:grpSp>
          <p:nvGrpSpPr>
            <p:cNvPr id="9041" name="Google Shape;9041;p87"/>
            <p:cNvGrpSpPr/>
            <p:nvPr/>
          </p:nvGrpSpPr>
          <p:grpSpPr>
            <a:xfrm>
              <a:off x="4273350" y="2080469"/>
              <a:ext cx="1433821" cy="0"/>
              <a:chOff x="5224975" y="2962250"/>
              <a:chExt cx="1544400" cy="0"/>
            </a:xfrm>
          </p:grpSpPr>
          <p:cxnSp>
            <p:nvCxnSpPr>
              <p:cNvPr id="9042" name="Google Shape;9042;p8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043" name="Google Shape;9043;p8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044" name="Google Shape;9044;p87"/>
            <p:cNvGrpSpPr/>
            <p:nvPr/>
          </p:nvGrpSpPr>
          <p:grpSpPr>
            <a:xfrm>
              <a:off x="4273350" y="2271969"/>
              <a:ext cx="1433821" cy="0"/>
              <a:chOff x="5224975" y="2962250"/>
              <a:chExt cx="1544400" cy="0"/>
            </a:xfrm>
          </p:grpSpPr>
          <p:cxnSp>
            <p:nvCxnSpPr>
              <p:cNvPr id="9045" name="Google Shape;9045;p8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046" name="Google Shape;9046;p8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047" name="Google Shape;9047;p87"/>
          <p:cNvGrpSpPr/>
          <p:nvPr/>
        </p:nvGrpSpPr>
        <p:grpSpPr>
          <a:xfrm>
            <a:off x="4279126" y="1183036"/>
            <a:ext cx="1430711" cy="743389"/>
            <a:chOff x="5159450" y="1919950"/>
            <a:chExt cx="1541050" cy="862500"/>
          </a:xfrm>
        </p:grpSpPr>
        <p:sp>
          <p:nvSpPr>
            <p:cNvPr id="9048" name="Google Shape;9048;p8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049" name="Google Shape;9049;p87"/>
            <p:cNvGrpSpPr/>
            <p:nvPr/>
          </p:nvGrpSpPr>
          <p:grpSpPr>
            <a:xfrm>
              <a:off x="5159450" y="1919950"/>
              <a:ext cx="1541050" cy="862500"/>
              <a:chOff x="5159450" y="1919950"/>
              <a:chExt cx="1541050" cy="862500"/>
            </a:xfrm>
          </p:grpSpPr>
          <p:cxnSp>
            <p:nvCxnSpPr>
              <p:cNvPr id="9050" name="Google Shape;9050;p8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051" name="Google Shape;9051;p8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052" name="Google Shape;9052;p87"/>
          <p:cNvGrpSpPr/>
          <p:nvPr/>
        </p:nvGrpSpPr>
        <p:grpSpPr>
          <a:xfrm>
            <a:off x="4269239" y="2406364"/>
            <a:ext cx="1450484" cy="1052087"/>
            <a:chOff x="5230575" y="1554475"/>
            <a:chExt cx="2137150" cy="1550150"/>
          </a:xfrm>
        </p:grpSpPr>
        <p:sp>
          <p:nvSpPr>
            <p:cNvPr id="9053" name="Google Shape;9053;p8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87"/>
          <p:cNvGrpSpPr/>
          <p:nvPr/>
        </p:nvGrpSpPr>
        <p:grpSpPr>
          <a:xfrm rot="10800000">
            <a:off x="4285790" y="3498553"/>
            <a:ext cx="1417383" cy="887946"/>
            <a:chOff x="5645403" y="2920021"/>
            <a:chExt cx="2650800" cy="2180614"/>
          </a:xfrm>
        </p:grpSpPr>
        <p:sp>
          <p:nvSpPr>
            <p:cNvPr id="9067" name="Google Shape;9067;p8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68" name="Google Shape;9068;p87"/>
            <p:cNvCxnSpPr>
              <a:stCxn id="9067"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069" name="Google Shape;9069;p8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70" name="Google Shape;9070;p87"/>
            <p:cNvCxnSpPr>
              <a:endCxn id="9069"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9071" name="Google Shape;9071;p8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72" name="Google Shape;9072;p87"/>
            <p:cNvCxnSpPr>
              <a:stCxn id="9071"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073" name="Google Shape;9073;p8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74" name="Google Shape;9074;p87"/>
            <p:cNvCxnSpPr>
              <a:endCxn id="9073"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075" name="Google Shape;9075;p87"/>
          <p:cNvGrpSpPr/>
          <p:nvPr/>
        </p:nvGrpSpPr>
        <p:grpSpPr>
          <a:xfrm>
            <a:off x="7386150" y="2401908"/>
            <a:ext cx="1071743" cy="1021579"/>
            <a:chOff x="7189833" y="2022667"/>
            <a:chExt cx="1251159" cy="1192597"/>
          </a:xfrm>
        </p:grpSpPr>
        <p:sp>
          <p:nvSpPr>
            <p:cNvPr id="9076" name="Google Shape;9076;p8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87"/>
          <p:cNvGrpSpPr/>
          <p:nvPr/>
        </p:nvGrpSpPr>
        <p:grpSpPr>
          <a:xfrm>
            <a:off x="727421" y="2828315"/>
            <a:ext cx="1695374" cy="1560837"/>
            <a:chOff x="727421" y="2828315"/>
            <a:chExt cx="1695374" cy="1560837"/>
          </a:xfrm>
        </p:grpSpPr>
        <p:grpSp>
          <p:nvGrpSpPr>
            <p:cNvPr id="9081" name="Google Shape;9081;p87"/>
            <p:cNvGrpSpPr/>
            <p:nvPr/>
          </p:nvGrpSpPr>
          <p:grpSpPr>
            <a:xfrm>
              <a:off x="819108" y="2882501"/>
              <a:ext cx="103104" cy="1426186"/>
              <a:chOff x="4674013" y="3100904"/>
              <a:chExt cx="122758" cy="1698043"/>
            </a:xfrm>
          </p:grpSpPr>
          <p:sp>
            <p:nvSpPr>
              <p:cNvPr id="9082" name="Google Shape;9082;p8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87"/>
            <p:cNvGrpSpPr/>
            <p:nvPr/>
          </p:nvGrpSpPr>
          <p:grpSpPr>
            <a:xfrm>
              <a:off x="1062475" y="2882501"/>
              <a:ext cx="103104" cy="1426186"/>
              <a:chOff x="4940438" y="3100904"/>
              <a:chExt cx="122758" cy="1698043"/>
            </a:xfrm>
          </p:grpSpPr>
          <p:sp>
            <p:nvSpPr>
              <p:cNvPr id="9090" name="Google Shape;9090;p8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87"/>
            <p:cNvGrpSpPr/>
            <p:nvPr/>
          </p:nvGrpSpPr>
          <p:grpSpPr>
            <a:xfrm>
              <a:off x="1299324" y="2882501"/>
              <a:ext cx="103104" cy="1426186"/>
              <a:chOff x="5206863" y="3100904"/>
              <a:chExt cx="122758" cy="1698043"/>
            </a:xfrm>
          </p:grpSpPr>
          <p:sp>
            <p:nvSpPr>
              <p:cNvPr id="9098" name="Google Shape;9098;p8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87"/>
            <p:cNvGrpSpPr/>
            <p:nvPr/>
          </p:nvGrpSpPr>
          <p:grpSpPr>
            <a:xfrm>
              <a:off x="1786057" y="2882501"/>
              <a:ext cx="103104" cy="1426186"/>
              <a:chOff x="6006138" y="3143629"/>
              <a:chExt cx="122758" cy="1698043"/>
            </a:xfrm>
          </p:grpSpPr>
          <p:sp>
            <p:nvSpPr>
              <p:cNvPr id="9106" name="Google Shape;9106;p8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87"/>
            <p:cNvGrpSpPr/>
            <p:nvPr/>
          </p:nvGrpSpPr>
          <p:grpSpPr>
            <a:xfrm>
              <a:off x="2029422" y="2882501"/>
              <a:ext cx="103104" cy="1426186"/>
              <a:chOff x="6805413" y="3100904"/>
              <a:chExt cx="122758" cy="1698043"/>
            </a:xfrm>
          </p:grpSpPr>
          <p:sp>
            <p:nvSpPr>
              <p:cNvPr id="9114" name="Google Shape;9114;p8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87"/>
            <p:cNvGrpSpPr/>
            <p:nvPr/>
          </p:nvGrpSpPr>
          <p:grpSpPr>
            <a:xfrm>
              <a:off x="727421" y="2828315"/>
              <a:ext cx="1695374" cy="1560837"/>
              <a:chOff x="734799" y="2782450"/>
              <a:chExt cx="1571100" cy="1577400"/>
            </a:xfrm>
          </p:grpSpPr>
          <p:cxnSp>
            <p:nvCxnSpPr>
              <p:cNvPr id="9122" name="Google Shape;9122;p8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123" name="Google Shape;9123;p8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124" name="Google Shape;9124;p87"/>
            <p:cNvGrpSpPr/>
            <p:nvPr/>
          </p:nvGrpSpPr>
          <p:grpSpPr>
            <a:xfrm>
              <a:off x="2272795" y="2882501"/>
              <a:ext cx="103104" cy="1426186"/>
              <a:chOff x="5206863" y="3100904"/>
              <a:chExt cx="122758" cy="1698043"/>
            </a:xfrm>
          </p:grpSpPr>
          <p:sp>
            <p:nvSpPr>
              <p:cNvPr id="9125" name="Google Shape;9125;p8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87"/>
            <p:cNvGrpSpPr/>
            <p:nvPr/>
          </p:nvGrpSpPr>
          <p:grpSpPr>
            <a:xfrm>
              <a:off x="1542694" y="2882501"/>
              <a:ext cx="103104" cy="1426186"/>
              <a:chOff x="6006138" y="3143629"/>
              <a:chExt cx="122758" cy="1698043"/>
            </a:xfrm>
          </p:grpSpPr>
          <p:sp>
            <p:nvSpPr>
              <p:cNvPr id="9133" name="Google Shape;9133;p8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40" name="Google Shape;9140;p87"/>
          <p:cNvGrpSpPr/>
          <p:nvPr/>
        </p:nvGrpSpPr>
        <p:grpSpPr>
          <a:xfrm>
            <a:off x="5936000" y="2405887"/>
            <a:ext cx="1248543" cy="1025319"/>
            <a:chOff x="5183758" y="1210600"/>
            <a:chExt cx="3605380" cy="2960783"/>
          </a:xfrm>
        </p:grpSpPr>
        <p:sp>
          <p:nvSpPr>
            <p:cNvPr id="9141" name="Google Shape;9141;p8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45" name="Google Shape;9145;p8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146" name="Google Shape;9146;p8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147" name="Google Shape;9147;p8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148" name="Google Shape;9148;p8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149" name="Google Shape;9149;p8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87"/>
          <p:cNvGrpSpPr/>
          <p:nvPr/>
        </p:nvGrpSpPr>
        <p:grpSpPr>
          <a:xfrm>
            <a:off x="5793062" y="3544204"/>
            <a:ext cx="2664831" cy="843440"/>
            <a:chOff x="5916567" y="1099697"/>
            <a:chExt cx="2556683" cy="809211"/>
          </a:xfrm>
        </p:grpSpPr>
        <p:sp>
          <p:nvSpPr>
            <p:cNvPr id="9151" name="Google Shape;9151;p8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87"/>
          <p:cNvGrpSpPr/>
          <p:nvPr/>
        </p:nvGrpSpPr>
        <p:grpSpPr>
          <a:xfrm>
            <a:off x="5900602" y="1193063"/>
            <a:ext cx="1299851" cy="1023338"/>
            <a:chOff x="5900602" y="1193063"/>
            <a:chExt cx="1299851" cy="1023338"/>
          </a:xfrm>
        </p:grpSpPr>
        <p:grpSp>
          <p:nvGrpSpPr>
            <p:cNvPr id="9160" name="Google Shape;9160;p87"/>
            <p:cNvGrpSpPr/>
            <p:nvPr/>
          </p:nvGrpSpPr>
          <p:grpSpPr>
            <a:xfrm>
              <a:off x="6743564" y="1193063"/>
              <a:ext cx="456889" cy="700379"/>
              <a:chOff x="6743564" y="1193063"/>
              <a:chExt cx="456889" cy="700379"/>
            </a:xfrm>
          </p:grpSpPr>
          <p:grpSp>
            <p:nvGrpSpPr>
              <p:cNvPr id="9161" name="Google Shape;9161;p87"/>
              <p:cNvGrpSpPr/>
              <p:nvPr/>
            </p:nvGrpSpPr>
            <p:grpSpPr>
              <a:xfrm>
                <a:off x="6743564" y="1690731"/>
                <a:ext cx="214402" cy="202710"/>
                <a:chOff x="6743564" y="1690731"/>
                <a:chExt cx="214402" cy="202710"/>
              </a:xfrm>
            </p:grpSpPr>
            <p:sp>
              <p:nvSpPr>
                <p:cNvPr id="9162" name="Google Shape;9162;p8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87"/>
              <p:cNvGrpSpPr/>
              <p:nvPr/>
            </p:nvGrpSpPr>
            <p:grpSpPr>
              <a:xfrm>
                <a:off x="6915505" y="1193063"/>
                <a:ext cx="284947" cy="589637"/>
                <a:chOff x="6915505" y="1193063"/>
                <a:chExt cx="284947" cy="589637"/>
              </a:xfrm>
            </p:grpSpPr>
            <p:sp>
              <p:nvSpPr>
                <p:cNvPr id="9165" name="Google Shape;9165;p8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66" name="Google Shape;9166;p8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167" name="Google Shape;9167;p87"/>
            <p:cNvGrpSpPr/>
            <p:nvPr/>
          </p:nvGrpSpPr>
          <p:grpSpPr>
            <a:xfrm>
              <a:off x="6520337" y="1193063"/>
              <a:ext cx="341815" cy="801589"/>
              <a:chOff x="6520337" y="1193063"/>
              <a:chExt cx="341815" cy="801589"/>
            </a:xfrm>
          </p:grpSpPr>
          <p:grpSp>
            <p:nvGrpSpPr>
              <p:cNvPr id="9168" name="Google Shape;9168;p87"/>
              <p:cNvGrpSpPr/>
              <p:nvPr/>
            </p:nvGrpSpPr>
            <p:grpSpPr>
              <a:xfrm>
                <a:off x="6520337" y="1589527"/>
                <a:ext cx="213950" cy="405125"/>
                <a:chOff x="6520337" y="1589527"/>
                <a:chExt cx="213950" cy="405125"/>
              </a:xfrm>
            </p:grpSpPr>
            <p:sp>
              <p:nvSpPr>
                <p:cNvPr id="9169" name="Google Shape;9169;p8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87"/>
              <p:cNvGrpSpPr/>
              <p:nvPr/>
            </p:nvGrpSpPr>
            <p:grpSpPr>
              <a:xfrm>
                <a:off x="6577204" y="1193063"/>
                <a:ext cx="284947" cy="453562"/>
                <a:chOff x="6577204" y="1193063"/>
                <a:chExt cx="284947" cy="453562"/>
              </a:xfrm>
            </p:grpSpPr>
            <p:sp>
              <p:nvSpPr>
                <p:cNvPr id="9172" name="Google Shape;9172;p8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73" name="Google Shape;9173;p8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174" name="Google Shape;9174;p87"/>
            <p:cNvGrpSpPr/>
            <p:nvPr/>
          </p:nvGrpSpPr>
          <p:grpSpPr>
            <a:xfrm>
              <a:off x="6238903" y="1193063"/>
              <a:ext cx="300475" cy="901782"/>
              <a:chOff x="6238903" y="1193063"/>
              <a:chExt cx="300475" cy="901782"/>
            </a:xfrm>
          </p:grpSpPr>
          <p:grpSp>
            <p:nvGrpSpPr>
              <p:cNvPr id="9175" name="Google Shape;9175;p87"/>
              <p:cNvGrpSpPr/>
              <p:nvPr/>
            </p:nvGrpSpPr>
            <p:grpSpPr>
              <a:xfrm>
                <a:off x="6290865" y="1489315"/>
                <a:ext cx="248514" cy="605530"/>
                <a:chOff x="6290865" y="1489315"/>
                <a:chExt cx="248514" cy="605530"/>
              </a:xfrm>
            </p:grpSpPr>
            <p:sp>
              <p:nvSpPr>
                <p:cNvPr id="9176" name="Google Shape;9176;p8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87"/>
              <p:cNvGrpSpPr/>
              <p:nvPr/>
            </p:nvGrpSpPr>
            <p:grpSpPr>
              <a:xfrm>
                <a:off x="6238903" y="1193063"/>
                <a:ext cx="284947" cy="327512"/>
                <a:chOff x="6238903" y="1193063"/>
                <a:chExt cx="284947" cy="327512"/>
              </a:xfrm>
            </p:grpSpPr>
            <p:sp>
              <p:nvSpPr>
                <p:cNvPr id="9179" name="Google Shape;9179;p8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80" name="Google Shape;9180;p8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181" name="Google Shape;9181;p87"/>
            <p:cNvGrpSpPr/>
            <p:nvPr/>
          </p:nvGrpSpPr>
          <p:grpSpPr>
            <a:xfrm>
              <a:off x="5900602" y="1193063"/>
              <a:ext cx="444345" cy="1023338"/>
              <a:chOff x="5900602" y="1193063"/>
              <a:chExt cx="444345" cy="1023338"/>
            </a:xfrm>
          </p:grpSpPr>
          <p:grpSp>
            <p:nvGrpSpPr>
              <p:cNvPr id="9182" name="Google Shape;9182;p87"/>
              <p:cNvGrpSpPr/>
              <p:nvPr/>
            </p:nvGrpSpPr>
            <p:grpSpPr>
              <a:xfrm>
                <a:off x="6046501" y="1367785"/>
                <a:ext cx="298446" cy="848616"/>
                <a:chOff x="6046501" y="1367785"/>
                <a:chExt cx="298446" cy="848616"/>
              </a:xfrm>
            </p:grpSpPr>
            <p:sp>
              <p:nvSpPr>
                <p:cNvPr id="9183" name="Google Shape;9183;p8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5" name="Google Shape;9185;p87"/>
              <p:cNvGrpSpPr/>
              <p:nvPr/>
            </p:nvGrpSpPr>
            <p:grpSpPr>
              <a:xfrm>
                <a:off x="5900602" y="1193063"/>
                <a:ext cx="284947" cy="182312"/>
                <a:chOff x="5900602" y="1193063"/>
                <a:chExt cx="284947" cy="182312"/>
              </a:xfrm>
            </p:grpSpPr>
            <p:sp>
              <p:nvSpPr>
                <p:cNvPr id="9186" name="Google Shape;9186;p8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87" name="Google Shape;9187;p8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188" name="Google Shape;9188;p87"/>
          <p:cNvGrpSpPr/>
          <p:nvPr/>
        </p:nvGrpSpPr>
        <p:grpSpPr>
          <a:xfrm>
            <a:off x="7238484" y="1193208"/>
            <a:ext cx="1219413" cy="1051365"/>
            <a:chOff x="7287122" y="1165658"/>
            <a:chExt cx="1219413" cy="1051365"/>
          </a:xfrm>
        </p:grpSpPr>
        <p:grpSp>
          <p:nvGrpSpPr>
            <p:cNvPr id="9189" name="Google Shape;9189;p87"/>
            <p:cNvGrpSpPr/>
            <p:nvPr/>
          </p:nvGrpSpPr>
          <p:grpSpPr>
            <a:xfrm>
              <a:off x="7287122" y="1969723"/>
              <a:ext cx="1219413" cy="247300"/>
              <a:chOff x="7287122" y="1969723"/>
              <a:chExt cx="1219413" cy="247300"/>
            </a:xfrm>
          </p:grpSpPr>
          <p:sp>
            <p:nvSpPr>
              <p:cNvPr id="9190" name="Google Shape;9190;p8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1" name="Google Shape;9191;p87"/>
              <p:cNvGrpSpPr/>
              <p:nvPr/>
            </p:nvGrpSpPr>
            <p:grpSpPr>
              <a:xfrm>
                <a:off x="7287122" y="2063892"/>
                <a:ext cx="1151753" cy="73428"/>
                <a:chOff x="7287122" y="2063892"/>
                <a:chExt cx="1151753" cy="73428"/>
              </a:xfrm>
            </p:grpSpPr>
            <p:sp>
              <p:nvSpPr>
                <p:cNvPr id="9192" name="Google Shape;9192;p8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93" name="Google Shape;9193;p8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194" name="Google Shape;9194;p87"/>
            <p:cNvGrpSpPr/>
            <p:nvPr/>
          </p:nvGrpSpPr>
          <p:grpSpPr>
            <a:xfrm>
              <a:off x="7287122" y="1712201"/>
              <a:ext cx="1219403" cy="246767"/>
              <a:chOff x="7287122" y="1712201"/>
              <a:chExt cx="1219403" cy="246767"/>
            </a:xfrm>
          </p:grpSpPr>
          <p:sp>
            <p:nvSpPr>
              <p:cNvPr id="9195" name="Google Shape;9195;p8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6" name="Google Shape;9196;p87"/>
              <p:cNvGrpSpPr/>
              <p:nvPr/>
            </p:nvGrpSpPr>
            <p:grpSpPr>
              <a:xfrm>
                <a:off x="7287122" y="1842861"/>
                <a:ext cx="1005303" cy="73419"/>
                <a:chOff x="7287122" y="1842861"/>
                <a:chExt cx="1005303" cy="73419"/>
              </a:xfrm>
            </p:grpSpPr>
            <p:sp>
              <p:nvSpPr>
                <p:cNvPr id="9197" name="Google Shape;9197;p8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98" name="Google Shape;9198;p8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199" name="Google Shape;9199;p87"/>
            <p:cNvGrpSpPr/>
            <p:nvPr/>
          </p:nvGrpSpPr>
          <p:grpSpPr>
            <a:xfrm>
              <a:off x="7287122" y="1447520"/>
              <a:ext cx="1219403" cy="286667"/>
              <a:chOff x="7287122" y="1447520"/>
              <a:chExt cx="1219403" cy="286667"/>
            </a:xfrm>
          </p:grpSpPr>
          <p:sp>
            <p:nvSpPr>
              <p:cNvPr id="9200" name="Google Shape;9200;p8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1" name="Google Shape;9201;p87"/>
              <p:cNvGrpSpPr/>
              <p:nvPr/>
            </p:nvGrpSpPr>
            <p:grpSpPr>
              <a:xfrm>
                <a:off x="7287122" y="1581977"/>
                <a:ext cx="852803" cy="73428"/>
                <a:chOff x="7287122" y="1581977"/>
                <a:chExt cx="852803" cy="73428"/>
              </a:xfrm>
            </p:grpSpPr>
            <p:sp>
              <p:nvSpPr>
                <p:cNvPr id="9202" name="Google Shape;9202;p8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03" name="Google Shape;9203;p8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204" name="Google Shape;9204;p87"/>
            <p:cNvGrpSpPr/>
            <p:nvPr/>
          </p:nvGrpSpPr>
          <p:grpSpPr>
            <a:xfrm>
              <a:off x="7287122" y="1165658"/>
              <a:ext cx="1219403" cy="344253"/>
              <a:chOff x="7287122" y="1165658"/>
              <a:chExt cx="1219403" cy="344253"/>
            </a:xfrm>
          </p:grpSpPr>
          <p:sp>
            <p:nvSpPr>
              <p:cNvPr id="9205" name="Google Shape;9205;p8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6" name="Google Shape;9206;p87"/>
              <p:cNvGrpSpPr/>
              <p:nvPr/>
            </p:nvGrpSpPr>
            <p:grpSpPr>
              <a:xfrm>
                <a:off x="7287122" y="1341025"/>
                <a:ext cx="695703" cy="73419"/>
                <a:chOff x="7287122" y="1341025"/>
                <a:chExt cx="695703" cy="73419"/>
              </a:xfrm>
            </p:grpSpPr>
            <p:sp>
              <p:nvSpPr>
                <p:cNvPr id="9207" name="Google Shape;9207;p8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08" name="Google Shape;9208;p8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12" name="Shape 9212"/>
        <p:cNvGrpSpPr/>
        <p:nvPr/>
      </p:nvGrpSpPr>
      <p:grpSpPr>
        <a:xfrm>
          <a:off x="0" y="0"/>
          <a:ext cx="0" cy="0"/>
          <a:chOff x="0" y="0"/>
          <a:chExt cx="0" cy="0"/>
        </a:xfrm>
      </p:grpSpPr>
      <p:grpSp>
        <p:nvGrpSpPr>
          <p:cNvPr id="9213" name="Google Shape;9213;p88"/>
          <p:cNvGrpSpPr/>
          <p:nvPr/>
        </p:nvGrpSpPr>
        <p:grpSpPr>
          <a:xfrm>
            <a:off x="1002229" y="1542724"/>
            <a:ext cx="1801525" cy="2849778"/>
            <a:chOff x="1002229" y="1542724"/>
            <a:chExt cx="1801525" cy="2849778"/>
          </a:xfrm>
        </p:grpSpPr>
        <p:sp>
          <p:nvSpPr>
            <p:cNvPr id="9214" name="Google Shape;9214;p88"/>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8"/>
            <p:cNvSpPr/>
            <p:nvPr/>
          </p:nvSpPr>
          <p:spPr>
            <a:xfrm>
              <a:off x="1586934" y="1597666"/>
              <a:ext cx="592312" cy="519173"/>
            </a:xfrm>
            <a:custGeom>
              <a:rect b="b" l="l" r="r" t="t"/>
              <a:pathLst>
                <a:path extrusionOk="0" h="20543" w="23437">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8"/>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8"/>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8"/>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8"/>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8"/>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1" name="Google Shape;9221;p88"/>
            <p:cNvGrpSpPr/>
            <p:nvPr/>
          </p:nvGrpSpPr>
          <p:grpSpPr>
            <a:xfrm>
              <a:off x="1675337" y="3316550"/>
              <a:ext cx="437113" cy="383257"/>
              <a:chOff x="1675337" y="3316550"/>
              <a:chExt cx="437113" cy="383257"/>
            </a:xfrm>
          </p:grpSpPr>
          <p:sp>
            <p:nvSpPr>
              <p:cNvPr id="9222" name="Google Shape;9222;p88"/>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8"/>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8"/>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5" name="Google Shape;9225;p88"/>
            <p:cNvSpPr/>
            <p:nvPr/>
          </p:nvSpPr>
          <p:spPr>
            <a:xfrm>
              <a:off x="1512152" y="3450115"/>
              <a:ext cx="732650" cy="863056"/>
            </a:xfrm>
            <a:custGeom>
              <a:rect b="b" l="l" r="r" t="t"/>
              <a:pathLst>
                <a:path extrusionOk="0" h="34150" w="2899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8"/>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88"/>
          <p:cNvGrpSpPr/>
          <p:nvPr/>
        </p:nvGrpSpPr>
        <p:grpSpPr>
          <a:xfrm>
            <a:off x="7280398" y="2805793"/>
            <a:ext cx="939202" cy="1588073"/>
            <a:chOff x="7280398" y="2805793"/>
            <a:chExt cx="939202" cy="1588073"/>
          </a:xfrm>
        </p:grpSpPr>
        <p:grpSp>
          <p:nvGrpSpPr>
            <p:cNvPr id="9228" name="Google Shape;9228;p88"/>
            <p:cNvGrpSpPr/>
            <p:nvPr/>
          </p:nvGrpSpPr>
          <p:grpSpPr>
            <a:xfrm>
              <a:off x="7280398" y="2805793"/>
              <a:ext cx="939202" cy="1588073"/>
              <a:chOff x="7280398" y="2805793"/>
              <a:chExt cx="939202" cy="1588073"/>
            </a:xfrm>
          </p:grpSpPr>
          <p:sp>
            <p:nvSpPr>
              <p:cNvPr id="9229" name="Google Shape;9229;p88"/>
              <p:cNvSpPr/>
              <p:nvPr/>
            </p:nvSpPr>
            <p:spPr>
              <a:xfrm>
                <a:off x="7280398" y="3729250"/>
                <a:ext cx="595597" cy="664616"/>
              </a:xfrm>
              <a:custGeom>
                <a:rect b="b" l="l" r="r" t="t"/>
                <a:pathLst>
                  <a:path extrusionOk="0" h="26298" w="23567">
                    <a:moveTo>
                      <a:pt x="0" y="1"/>
                    </a:moveTo>
                    <a:lnTo>
                      <a:pt x="0" y="1745"/>
                    </a:lnTo>
                    <a:lnTo>
                      <a:pt x="4397" y="1745"/>
                    </a:lnTo>
                    <a:lnTo>
                      <a:pt x="4397" y="25426"/>
                    </a:lnTo>
                    <a:lnTo>
                      <a:pt x="5269" y="26298"/>
                    </a:lnTo>
                    <a:lnTo>
                      <a:pt x="22695" y="26298"/>
                    </a:lnTo>
                    <a:lnTo>
                      <a:pt x="23567" y="25426"/>
                    </a:lnTo>
                    <a:lnTo>
                      <a:pt x="23567" y="9395"/>
                    </a:lnTo>
                    <a:lnTo>
                      <a:pt x="21823" y="9395"/>
                    </a:lnTo>
                    <a:lnTo>
                      <a:pt x="21823" y="24554"/>
                    </a:lnTo>
                    <a:lnTo>
                      <a:pt x="6141" y="24554"/>
                    </a:lnTo>
                    <a:lnTo>
                      <a:pt x="6141" y="873"/>
                    </a:lnTo>
                    <a:lnTo>
                      <a:pt x="52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8"/>
              <p:cNvSpPr/>
              <p:nvPr/>
            </p:nvSpPr>
            <p:spPr>
              <a:xfrm>
                <a:off x="7491348" y="2805793"/>
                <a:ext cx="728252" cy="1195061"/>
              </a:xfrm>
              <a:custGeom>
                <a:rect b="b" l="l" r="r" t="t"/>
                <a:pathLst>
                  <a:path extrusionOk="0" h="47287" w="28816">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rgbClr val="FFFEFD"/>
              </a:solidFill>
              <a:ln cap="flat" cmpd="sng" w="19050">
                <a:solidFill>
                  <a:srgbClr val="CAD3D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1" name="Google Shape;9231;p88"/>
            <p:cNvSpPr/>
            <p:nvPr/>
          </p:nvSpPr>
          <p:spPr>
            <a:xfrm>
              <a:off x="7585286" y="3643197"/>
              <a:ext cx="540250" cy="342493"/>
            </a:xfrm>
            <a:custGeom>
              <a:rect b="b" l="l" r="r" t="t"/>
              <a:pathLst>
                <a:path extrusionOk="0" h="13552" w="21377">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8"/>
            <p:cNvSpPr/>
            <p:nvPr/>
          </p:nvSpPr>
          <p:spPr>
            <a:xfrm>
              <a:off x="7585286" y="3507812"/>
              <a:ext cx="540250" cy="137735"/>
            </a:xfrm>
            <a:custGeom>
              <a:rect b="b" l="l" r="r" t="t"/>
              <a:pathLst>
                <a:path extrusionOk="0" h="5450" w="21377">
                  <a:moveTo>
                    <a:pt x="0" y="1"/>
                  </a:moveTo>
                  <a:lnTo>
                    <a:pt x="0" y="5450"/>
                  </a:lnTo>
                  <a:lnTo>
                    <a:pt x="21376" y="5450"/>
                  </a:lnTo>
                  <a:lnTo>
                    <a:pt x="2137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8"/>
            <p:cNvSpPr/>
            <p:nvPr/>
          </p:nvSpPr>
          <p:spPr>
            <a:xfrm>
              <a:off x="7585286" y="3379883"/>
              <a:ext cx="540250" cy="137735"/>
            </a:xfrm>
            <a:custGeom>
              <a:rect b="b" l="l" r="r" t="t"/>
              <a:pathLst>
                <a:path extrusionOk="0" h="5450" w="21377">
                  <a:moveTo>
                    <a:pt x="0" y="1"/>
                  </a:moveTo>
                  <a:lnTo>
                    <a:pt x="0" y="5450"/>
                  </a:lnTo>
                  <a:lnTo>
                    <a:pt x="21376" y="5450"/>
                  </a:lnTo>
                  <a:lnTo>
                    <a:pt x="2137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8"/>
            <p:cNvSpPr/>
            <p:nvPr/>
          </p:nvSpPr>
          <p:spPr>
            <a:xfrm>
              <a:off x="7585286" y="3251954"/>
              <a:ext cx="540250" cy="137735"/>
            </a:xfrm>
            <a:custGeom>
              <a:rect b="b" l="l" r="r" t="t"/>
              <a:pathLst>
                <a:path extrusionOk="0" h="5450" w="21377">
                  <a:moveTo>
                    <a:pt x="0" y="1"/>
                  </a:moveTo>
                  <a:lnTo>
                    <a:pt x="0" y="5450"/>
                  </a:lnTo>
                  <a:lnTo>
                    <a:pt x="21376" y="5450"/>
                  </a:lnTo>
                  <a:lnTo>
                    <a:pt x="2137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8"/>
            <p:cNvSpPr/>
            <p:nvPr/>
          </p:nvSpPr>
          <p:spPr>
            <a:xfrm>
              <a:off x="7585286" y="3124024"/>
              <a:ext cx="540250" cy="137735"/>
            </a:xfrm>
            <a:custGeom>
              <a:rect b="b" l="l" r="r" t="t"/>
              <a:pathLst>
                <a:path extrusionOk="0" h="5450" w="21377">
                  <a:moveTo>
                    <a:pt x="0" y="1"/>
                  </a:moveTo>
                  <a:lnTo>
                    <a:pt x="0" y="5450"/>
                  </a:lnTo>
                  <a:lnTo>
                    <a:pt x="21376" y="5450"/>
                  </a:lnTo>
                  <a:lnTo>
                    <a:pt x="2137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8"/>
            <p:cNvSpPr/>
            <p:nvPr/>
          </p:nvSpPr>
          <p:spPr>
            <a:xfrm>
              <a:off x="7585286" y="3002716"/>
              <a:ext cx="540250" cy="131114"/>
            </a:xfrm>
            <a:custGeom>
              <a:rect b="b" l="l" r="r" t="t"/>
              <a:pathLst>
                <a:path extrusionOk="0" h="5188" w="21377">
                  <a:moveTo>
                    <a:pt x="0" y="0"/>
                  </a:moveTo>
                  <a:lnTo>
                    <a:pt x="0" y="5187"/>
                  </a:lnTo>
                  <a:lnTo>
                    <a:pt x="21376" y="5187"/>
                  </a:lnTo>
                  <a:lnTo>
                    <a:pt x="2137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88"/>
          <p:cNvGrpSpPr/>
          <p:nvPr/>
        </p:nvGrpSpPr>
        <p:grpSpPr>
          <a:xfrm>
            <a:off x="6530967" y="2825758"/>
            <a:ext cx="577856" cy="1566743"/>
            <a:chOff x="6530967" y="2825758"/>
            <a:chExt cx="577856" cy="1566743"/>
          </a:xfrm>
        </p:grpSpPr>
        <p:grpSp>
          <p:nvGrpSpPr>
            <p:cNvPr id="9238" name="Google Shape;9238;p88"/>
            <p:cNvGrpSpPr/>
            <p:nvPr/>
          </p:nvGrpSpPr>
          <p:grpSpPr>
            <a:xfrm>
              <a:off x="6530967" y="2825758"/>
              <a:ext cx="577856" cy="1566743"/>
              <a:chOff x="6530967" y="2825758"/>
              <a:chExt cx="577856" cy="1566743"/>
            </a:xfrm>
          </p:grpSpPr>
          <p:sp>
            <p:nvSpPr>
              <p:cNvPr id="9239" name="Google Shape;9239;p88"/>
              <p:cNvSpPr/>
              <p:nvPr/>
            </p:nvSpPr>
            <p:spPr>
              <a:xfrm>
                <a:off x="6624071" y="2830282"/>
                <a:ext cx="391673" cy="1562220"/>
              </a:xfrm>
              <a:custGeom>
                <a:rect b="b" l="l" r="r" t="t"/>
                <a:pathLst>
                  <a:path extrusionOk="0" h="61815" w="15498">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8"/>
              <p:cNvSpPr/>
              <p:nvPr/>
            </p:nvSpPr>
            <p:spPr>
              <a:xfrm>
                <a:off x="6530967" y="2825758"/>
                <a:ext cx="577856" cy="89389"/>
              </a:xfrm>
              <a:custGeom>
                <a:rect b="b" l="l" r="r" t="t"/>
                <a:pathLst>
                  <a:path extrusionOk="0" h="3537" w="22865">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1" name="Google Shape;9241;p88"/>
            <p:cNvSpPr/>
            <p:nvPr/>
          </p:nvSpPr>
          <p:spPr>
            <a:xfrm>
              <a:off x="6687278" y="3011107"/>
              <a:ext cx="265260" cy="1318188"/>
            </a:xfrm>
            <a:custGeom>
              <a:rect b="b" l="l" r="r" t="t"/>
              <a:pathLst>
                <a:path extrusionOk="0" h="52159" w="10496">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8"/>
            <p:cNvSpPr/>
            <p:nvPr/>
          </p:nvSpPr>
          <p:spPr>
            <a:xfrm>
              <a:off x="6687278" y="3325497"/>
              <a:ext cx="265260" cy="1003798"/>
            </a:xfrm>
            <a:custGeom>
              <a:rect b="b" l="l" r="r" t="t"/>
              <a:pathLst>
                <a:path extrusionOk="0" h="39719" w="10496">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8"/>
            <p:cNvSpPr/>
            <p:nvPr/>
          </p:nvSpPr>
          <p:spPr>
            <a:xfrm>
              <a:off x="6687278" y="3749089"/>
              <a:ext cx="265260" cy="580206"/>
            </a:xfrm>
            <a:custGeom>
              <a:rect b="b" l="l" r="r" t="t"/>
              <a:pathLst>
                <a:path extrusionOk="0" h="22958" w="10496">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8"/>
            <p:cNvSpPr/>
            <p:nvPr/>
          </p:nvSpPr>
          <p:spPr>
            <a:xfrm>
              <a:off x="6687278" y="4160980"/>
              <a:ext cx="265260" cy="168315"/>
            </a:xfrm>
            <a:custGeom>
              <a:rect b="b" l="l" r="r" t="t"/>
              <a:pathLst>
                <a:path extrusionOk="0" h="6660" w="10496">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5" name="Google Shape;9245;p88"/>
          <p:cNvSpPr/>
          <p:nvPr/>
        </p:nvSpPr>
        <p:spPr>
          <a:xfrm>
            <a:off x="6431526" y="1558993"/>
            <a:ext cx="402288" cy="1136125"/>
          </a:xfrm>
          <a:custGeom>
            <a:rect b="b" l="l" r="r" t="t"/>
            <a:pathLst>
              <a:path extrusionOk="0" h="44955" w="15918">
                <a:moveTo>
                  <a:pt x="7902" y="0"/>
                </a:moveTo>
                <a:lnTo>
                  <a:pt x="7902" y="17"/>
                </a:lnTo>
                <a:cubicBezTo>
                  <a:pt x="7586" y="60"/>
                  <a:pt x="6670" y="235"/>
                  <a:pt x="6262" y="763"/>
                </a:cubicBezTo>
                <a:cubicBezTo>
                  <a:pt x="5760" y="1412"/>
                  <a:pt x="5967" y="2817"/>
                  <a:pt x="5967" y="2817"/>
                </a:cubicBezTo>
                <a:cubicBezTo>
                  <a:pt x="5499" y="2970"/>
                  <a:pt x="5641" y="3597"/>
                  <a:pt x="5853" y="3847"/>
                </a:cubicBezTo>
                <a:cubicBezTo>
                  <a:pt x="6066" y="4098"/>
                  <a:pt x="6060" y="4419"/>
                  <a:pt x="6164" y="4523"/>
                </a:cubicBezTo>
                <a:cubicBezTo>
                  <a:pt x="6199" y="4570"/>
                  <a:pt x="6254" y="4594"/>
                  <a:pt x="6310" y="4594"/>
                </a:cubicBezTo>
                <a:cubicBezTo>
                  <a:pt x="6332" y="4594"/>
                  <a:pt x="6355" y="4591"/>
                  <a:pt x="6376" y="4583"/>
                </a:cubicBezTo>
                <a:cubicBezTo>
                  <a:pt x="6469" y="4812"/>
                  <a:pt x="6529" y="5057"/>
                  <a:pt x="6551" y="5308"/>
                </a:cubicBezTo>
                <a:cubicBezTo>
                  <a:pt x="6551" y="6539"/>
                  <a:pt x="5602" y="7177"/>
                  <a:pt x="3695" y="7623"/>
                </a:cubicBezTo>
                <a:cubicBezTo>
                  <a:pt x="1783" y="8065"/>
                  <a:pt x="1843" y="10609"/>
                  <a:pt x="1957" y="11612"/>
                </a:cubicBezTo>
                <a:cubicBezTo>
                  <a:pt x="2071" y="12620"/>
                  <a:pt x="1685" y="14418"/>
                  <a:pt x="1238" y="15742"/>
                </a:cubicBezTo>
                <a:cubicBezTo>
                  <a:pt x="791" y="17066"/>
                  <a:pt x="595" y="18826"/>
                  <a:pt x="502" y="20053"/>
                </a:cubicBezTo>
                <a:cubicBezTo>
                  <a:pt x="415" y="21273"/>
                  <a:pt x="388" y="22695"/>
                  <a:pt x="339" y="23109"/>
                </a:cubicBezTo>
                <a:cubicBezTo>
                  <a:pt x="290" y="23524"/>
                  <a:pt x="153" y="24150"/>
                  <a:pt x="77" y="24624"/>
                </a:cubicBezTo>
                <a:cubicBezTo>
                  <a:pt x="1" y="25098"/>
                  <a:pt x="213" y="25213"/>
                  <a:pt x="606" y="25654"/>
                </a:cubicBezTo>
                <a:cubicBezTo>
                  <a:pt x="879" y="25962"/>
                  <a:pt x="1148" y="26163"/>
                  <a:pt x="1411" y="26163"/>
                </a:cubicBezTo>
                <a:cubicBezTo>
                  <a:pt x="1531" y="26163"/>
                  <a:pt x="1649" y="26122"/>
                  <a:pt x="1766" y="26030"/>
                </a:cubicBezTo>
                <a:cubicBezTo>
                  <a:pt x="2142" y="25741"/>
                  <a:pt x="2257" y="25289"/>
                  <a:pt x="2131" y="25104"/>
                </a:cubicBezTo>
                <a:cubicBezTo>
                  <a:pt x="2073" y="25020"/>
                  <a:pt x="2015" y="24998"/>
                  <a:pt x="1969" y="24998"/>
                </a:cubicBezTo>
                <a:cubicBezTo>
                  <a:pt x="1917" y="24998"/>
                  <a:pt x="1881" y="25027"/>
                  <a:pt x="1881" y="25027"/>
                </a:cubicBezTo>
                <a:cubicBezTo>
                  <a:pt x="1870" y="24842"/>
                  <a:pt x="1892" y="24651"/>
                  <a:pt x="1952" y="24472"/>
                </a:cubicBezTo>
                <a:cubicBezTo>
                  <a:pt x="2044" y="24128"/>
                  <a:pt x="1935" y="23654"/>
                  <a:pt x="1777" y="23289"/>
                </a:cubicBezTo>
                <a:cubicBezTo>
                  <a:pt x="1625" y="22930"/>
                  <a:pt x="1418" y="22058"/>
                  <a:pt x="1935" y="20973"/>
                </a:cubicBezTo>
                <a:cubicBezTo>
                  <a:pt x="2447" y="19894"/>
                  <a:pt x="3243" y="16603"/>
                  <a:pt x="3221" y="15884"/>
                </a:cubicBezTo>
                <a:cubicBezTo>
                  <a:pt x="3194" y="15165"/>
                  <a:pt x="3733" y="13672"/>
                  <a:pt x="3733" y="13672"/>
                </a:cubicBezTo>
                <a:cubicBezTo>
                  <a:pt x="3733" y="13672"/>
                  <a:pt x="4142" y="14958"/>
                  <a:pt x="4556" y="16189"/>
                </a:cubicBezTo>
                <a:cubicBezTo>
                  <a:pt x="4970" y="17426"/>
                  <a:pt x="4044" y="19818"/>
                  <a:pt x="3630" y="22515"/>
                </a:cubicBezTo>
                <a:cubicBezTo>
                  <a:pt x="3221" y="25218"/>
                  <a:pt x="3554" y="27714"/>
                  <a:pt x="3603" y="29022"/>
                </a:cubicBezTo>
                <a:cubicBezTo>
                  <a:pt x="3657" y="30335"/>
                  <a:pt x="3886" y="30694"/>
                  <a:pt x="3526" y="31572"/>
                </a:cubicBezTo>
                <a:cubicBezTo>
                  <a:pt x="3167" y="32443"/>
                  <a:pt x="3270" y="33604"/>
                  <a:pt x="3270" y="33604"/>
                </a:cubicBezTo>
                <a:cubicBezTo>
                  <a:pt x="2475" y="34579"/>
                  <a:pt x="2164" y="36585"/>
                  <a:pt x="2398" y="39233"/>
                </a:cubicBezTo>
                <a:cubicBezTo>
                  <a:pt x="2627" y="41881"/>
                  <a:pt x="2655" y="42268"/>
                  <a:pt x="2600" y="43194"/>
                </a:cubicBezTo>
                <a:cubicBezTo>
                  <a:pt x="2546" y="44121"/>
                  <a:pt x="1728" y="44072"/>
                  <a:pt x="1570" y="44453"/>
                </a:cubicBezTo>
                <a:cubicBezTo>
                  <a:pt x="1418" y="44840"/>
                  <a:pt x="2420" y="44791"/>
                  <a:pt x="3243" y="44916"/>
                </a:cubicBezTo>
                <a:cubicBezTo>
                  <a:pt x="3404" y="44942"/>
                  <a:pt x="3536" y="44954"/>
                  <a:pt x="3645" y="44954"/>
                </a:cubicBezTo>
                <a:cubicBezTo>
                  <a:pt x="4094" y="44954"/>
                  <a:pt x="4147" y="44740"/>
                  <a:pt x="4169" y="44328"/>
                </a:cubicBezTo>
                <a:cubicBezTo>
                  <a:pt x="4197" y="43810"/>
                  <a:pt x="4039" y="42731"/>
                  <a:pt x="4066" y="41293"/>
                </a:cubicBezTo>
                <a:cubicBezTo>
                  <a:pt x="4093" y="39849"/>
                  <a:pt x="5041" y="37206"/>
                  <a:pt x="5096" y="36149"/>
                </a:cubicBezTo>
                <a:cubicBezTo>
                  <a:pt x="5150" y="35092"/>
                  <a:pt x="5041" y="34400"/>
                  <a:pt x="5635" y="33626"/>
                </a:cubicBezTo>
                <a:cubicBezTo>
                  <a:pt x="6229" y="32858"/>
                  <a:pt x="6561" y="29768"/>
                  <a:pt x="7177" y="28280"/>
                </a:cubicBezTo>
                <a:cubicBezTo>
                  <a:pt x="7624" y="27202"/>
                  <a:pt x="7858" y="25692"/>
                  <a:pt x="7956" y="24924"/>
                </a:cubicBezTo>
                <a:cubicBezTo>
                  <a:pt x="8054" y="25692"/>
                  <a:pt x="8294" y="27202"/>
                  <a:pt x="8736" y="28280"/>
                </a:cubicBezTo>
                <a:cubicBezTo>
                  <a:pt x="9357" y="29768"/>
                  <a:pt x="9689" y="32858"/>
                  <a:pt x="10278" y="33626"/>
                </a:cubicBezTo>
                <a:cubicBezTo>
                  <a:pt x="10872" y="34400"/>
                  <a:pt x="10768" y="35092"/>
                  <a:pt x="10823" y="36149"/>
                </a:cubicBezTo>
                <a:cubicBezTo>
                  <a:pt x="10872" y="37200"/>
                  <a:pt x="11825" y="39849"/>
                  <a:pt x="11847" y="41293"/>
                </a:cubicBezTo>
                <a:cubicBezTo>
                  <a:pt x="11874" y="42731"/>
                  <a:pt x="11722" y="43810"/>
                  <a:pt x="11743" y="44328"/>
                </a:cubicBezTo>
                <a:cubicBezTo>
                  <a:pt x="11765" y="44740"/>
                  <a:pt x="11819" y="44954"/>
                  <a:pt x="12268" y="44954"/>
                </a:cubicBezTo>
                <a:cubicBezTo>
                  <a:pt x="12377" y="44954"/>
                  <a:pt x="12509" y="44942"/>
                  <a:pt x="12670" y="44916"/>
                </a:cubicBezTo>
                <a:cubicBezTo>
                  <a:pt x="13493" y="44791"/>
                  <a:pt x="14501" y="44840"/>
                  <a:pt x="14343" y="44453"/>
                </a:cubicBezTo>
                <a:cubicBezTo>
                  <a:pt x="14190" y="44066"/>
                  <a:pt x="13367" y="44121"/>
                  <a:pt x="13313" y="43194"/>
                </a:cubicBezTo>
                <a:cubicBezTo>
                  <a:pt x="13264" y="42268"/>
                  <a:pt x="13291" y="41881"/>
                  <a:pt x="13520" y="39233"/>
                </a:cubicBezTo>
                <a:cubicBezTo>
                  <a:pt x="13749" y="36585"/>
                  <a:pt x="13443" y="34579"/>
                  <a:pt x="12648" y="33599"/>
                </a:cubicBezTo>
                <a:cubicBezTo>
                  <a:pt x="12648" y="33599"/>
                  <a:pt x="12746" y="32443"/>
                  <a:pt x="12386" y="31572"/>
                </a:cubicBezTo>
                <a:cubicBezTo>
                  <a:pt x="12027" y="30694"/>
                  <a:pt x="12261" y="30335"/>
                  <a:pt x="12310" y="29022"/>
                </a:cubicBezTo>
                <a:cubicBezTo>
                  <a:pt x="12365" y="27714"/>
                  <a:pt x="12697" y="25218"/>
                  <a:pt x="12283" y="22515"/>
                </a:cubicBezTo>
                <a:cubicBezTo>
                  <a:pt x="11874" y="19818"/>
                  <a:pt x="10953" y="17426"/>
                  <a:pt x="11362" y="16189"/>
                </a:cubicBezTo>
                <a:cubicBezTo>
                  <a:pt x="11771" y="14958"/>
                  <a:pt x="12185" y="13672"/>
                  <a:pt x="12185" y="13672"/>
                </a:cubicBezTo>
                <a:cubicBezTo>
                  <a:pt x="12185" y="13672"/>
                  <a:pt x="12724" y="15159"/>
                  <a:pt x="12697" y="15879"/>
                </a:cubicBezTo>
                <a:cubicBezTo>
                  <a:pt x="12670" y="16603"/>
                  <a:pt x="13471" y="19894"/>
                  <a:pt x="13983" y="20973"/>
                </a:cubicBezTo>
                <a:cubicBezTo>
                  <a:pt x="14495" y="22052"/>
                  <a:pt x="14294" y="22930"/>
                  <a:pt x="14136" y="23289"/>
                </a:cubicBezTo>
                <a:cubicBezTo>
                  <a:pt x="13983" y="23649"/>
                  <a:pt x="13869" y="24134"/>
                  <a:pt x="13967" y="24466"/>
                </a:cubicBezTo>
                <a:cubicBezTo>
                  <a:pt x="14021" y="24651"/>
                  <a:pt x="14048" y="24837"/>
                  <a:pt x="14037" y="25027"/>
                </a:cubicBezTo>
                <a:cubicBezTo>
                  <a:pt x="14037" y="25027"/>
                  <a:pt x="14002" y="24998"/>
                  <a:pt x="13948" y="24998"/>
                </a:cubicBezTo>
                <a:cubicBezTo>
                  <a:pt x="13902" y="24998"/>
                  <a:pt x="13842" y="25020"/>
                  <a:pt x="13781" y="25104"/>
                </a:cubicBezTo>
                <a:cubicBezTo>
                  <a:pt x="13656" y="25289"/>
                  <a:pt x="13776" y="25741"/>
                  <a:pt x="14152" y="26030"/>
                </a:cubicBezTo>
                <a:cubicBezTo>
                  <a:pt x="14269" y="26120"/>
                  <a:pt x="14387" y="26161"/>
                  <a:pt x="14506" y="26161"/>
                </a:cubicBezTo>
                <a:cubicBezTo>
                  <a:pt x="14769" y="26161"/>
                  <a:pt x="15037" y="25962"/>
                  <a:pt x="15307" y="25654"/>
                </a:cubicBezTo>
                <a:cubicBezTo>
                  <a:pt x="15705" y="25213"/>
                  <a:pt x="15917" y="25093"/>
                  <a:pt x="15841" y="24624"/>
                </a:cubicBezTo>
                <a:cubicBezTo>
                  <a:pt x="15759" y="24150"/>
                  <a:pt x="15629" y="23524"/>
                  <a:pt x="15579" y="23109"/>
                </a:cubicBezTo>
                <a:cubicBezTo>
                  <a:pt x="15530" y="22695"/>
                  <a:pt x="15503" y="21268"/>
                  <a:pt x="15411" y="20047"/>
                </a:cubicBezTo>
                <a:cubicBezTo>
                  <a:pt x="15323" y="18826"/>
                  <a:pt x="15127" y="17066"/>
                  <a:pt x="14680" y="15742"/>
                </a:cubicBezTo>
                <a:cubicBezTo>
                  <a:pt x="14228" y="14413"/>
                  <a:pt x="13841" y="12615"/>
                  <a:pt x="13956" y="11612"/>
                </a:cubicBezTo>
                <a:cubicBezTo>
                  <a:pt x="14076" y="10609"/>
                  <a:pt x="14130" y="8065"/>
                  <a:pt x="12223" y="7618"/>
                </a:cubicBezTo>
                <a:cubicBezTo>
                  <a:pt x="10316" y="7177"/>
                  <a:pt x="9368" y="6539"/>
                  <a:pt x="9368" y="5302"/>
                </a:cubicBezTo>
                <a:cubicBezTo>
                  <a:pt x="9389" y="5057"/>
                  <a:pt x="9444" y="4812"/>
                  <a:pt x="9542" y="4577"/>
                </a:cubicBezTo>
                <a:cubicBezTo>
                  <a:pt x="9564" y="4585"/>
                  <a:pt x="9586" y="4589"/>
                  <a:pt x="9608" y="4589"/>
                </a:cubicBezTo>
                <a:cubicBezTo>
                  <a:pt x="9663" y="4589"/>
                  <a:pt x="9716" y="4566"/>
                  <a:pt x="9755" y="4523"/>
                </a:cubicBezTo>
                <a:cubicBezTo>
                  <a:pt x="9858" y="4414"/>
                  <a:pt x="9853" y="4098"/>
                  <a:pt x="10060" y="3847"/>
                </a:cubicBezTo>
                <a:cubicBezTo>
                  <a:pt x="10272" y="3597"/>
                  <a:pt x="10419" y="2970"/>
                  <a:pt x="9945" y="2817"/>
                </a:cubicBezTo>
                <a:cubicBezTo>
                  <a:pt x="9945" y="2817"/>
                  <a:pt x="10158" y="1406"/>
                  <a:pt x="9656" y="763"/>
                </a:cubicBezTo>
                <a:cubicBezTo>
                  <a:pt x="9248" y="229"/>
                  <a:pt x="8332" y="60"/>
                  <a:pt x="8016" y="11"/>
                </a:cubicBezTo>
                <a:lnTo>
                  <a:pt x="8016" y="0"/>
                </a:lnTo>
                <a:cubicBezTo>
                  <a:pt x="8016" y="0"/>
                  <a:pt x="7995" y="0"/>
                  <a:pt x="7956" y="6"/>
                </a:cubicBezTo>
                <a:cubicBezTo>
                  <a:pt x="7950" y="7"/>
                  <a:pt x="7944" y="7"/>
                  <a:pt x="7938" y="7"/>
                </a:cubicBezTo>
                <a:cubicBezTo>
                  <a:pt x="7916" y="7"/>
                  <a:pt x="7902" y="0"/>
                  <a:pt x="7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8"/>
          <p:cNvSpPr/>
          <p:nvPr/>
        </p:nvSpPr>
        <p:spPr>
          <a:xfrm>
            <a:off x="4811024" y="1580335"/>
            <a:ext cx="744629" cy="457685"/>
          </a:xfrm>
          <a:custGeom>
            <a:rect b="b" l="l" r="r" t="t"/>
            <a:pathLst>
              <a:path extrusionOk="0" h="18110" w="29464">
                <a:moveTo>
                  <a:pt x="10365" y="1"/>
                </a:moveTo>
                <a:cubicBezTo>
                  <a:pt x="10212" y="1"/>
                  <a:pt x="10059" y="98"/>
                  <a:pt x="10038" y="297"/>
                </a:cubicBezTo>
                <a:lnTo>
                  <a:pt x="8943" y="10253"/>
                </a:lnTo>
                <a:lnTo>
                  <a:pt x="344" y="10253"/>
                </a:lnTo>
                <a:cubicBezTo>
                  <a:pt x="341" y="10252"/>
                  <a:pt x="338" y="10252"/>
                  <a:pt x="334" y="10252"/>
                </a:cubicBezTo>
                <a:cubicBezTo>
                  <a:pt x="153" y="10252"/>
                  <a:pt x="1" y="10398"/>
                  <a:pt x="1" y="10585"/>
                </a:cubicBezTo>
                <a:cubicBezTo>
                  <a:pt x="1" y="10767"/>
                  <a:pt x="153" y="10912"/>
                  <a:pt x="334" y="10912"/>
                </a:cubicBezTo>
                <a:cubicBezTo>
                  <a:pt x="338" y="10912"/>
                  <a:pt x="341" y="10912"/>
                  <a:pt x="344" y="10912"/>
                </a:cubicBezTo>
                <a:lnTo>
                  <a:pt x="9231" y="10912"/>
                </a:lnTo>
                <a:cubicBezTo>
                  <a:pt x="9400" y="10912"/>
                  <a:pt x="9542" y="10787"/>
                  <a:pt x="9558" y="10618"/>
                </a:cubicBezTo>
                <a:lnTo>
                  <a:pt x="10240" y="4444"/>
                </a:lnTo>
                <a:lnTo>
                  <a:pt x="10910" y="17799"/>
                </a:lnTo>
                <a:cubicBezTo>
                  <a:pt x="10921" y="17968"/>
                  <a:pt x="11057" y="18104"/>
                  <a:pt x="11226" y="18110"/>
                </a:cubicBezTo>
                <a:lnTo>
                  <a:pt x="11242" y="18110"/>
                </a:lnTo>
                <a:cubicBezTo>
                  <a:pt x="11406" y="18110"/>
                  <a:pt x="11542" y="17990"/>
                  <a:pt x="11564" y="17832"/>
                </a:cubicBezTo>
                <a:lnTo>
                  <a:pt x="12724" y="10018"/>
                </a:lnTo>
                <a:lnTo>
                  <a:pt x="13629" y="13680"/>
                </a:lnTo>
                <a:cubicBezTo>
                  <a:pt x="13670" y="13848"/>
                  <a:pt x="13809" y="13929"/>
                  <a:pt x="13948" y="13929"/>
                </a:cubicBezTo>
                <a:cubicBezTo>
                  <a:pt x="14103" y="13929"/>
                  <a:pt x="14257" y="13829"/>
                  <a:pt x="14277" y="13636"/>
                </a:cubicBezTo>
                <a:lnTo>
                  <a:pt x="15056" y="6084"/>
                </a:lnTo>
                <a:lnTo>
                  <a:pt x="16108" y="13004"/>
                </a:lnTo>
                <a:cubicBezTo>
                  <a:pt x="16135" y="13157"/>
                  <a:pt x="16261" y="13271"/>
                  <a:pt x="16419" y="13282"/>
                </a:cubicBezTo>
                <a:cubicBezTo>
                  <a:pt x="16426" y="13283"/>
                  <a:pt x="16434" y="13283"/>
                  <a:pt x="16441" y="13283"/>
                </a:cubicBezTo>
                <a:cubicBezTo>
                  <a:pt x="16590" y="13283"/>
                  <a:pt x="16720" y="13182"/>
                  <a:pt x="16751" y="13037"/>
                </a:cubicBezTo>
                <a:lnTo>
                  <a:pt x="17835" y="8885"/>
                </a:lnTo>
                <a:lnTo>
                  <a:pt x="18331" y="14481"/>
                </a:lnTo>
                <a:cubicBezTo>
                  <a:pt x="18348" y="14650"/>
                  <a:pt x="18489" y="14781"/>
                  <a:pt x="18658" y="14781"/>
                </a:cubicBezTo>
                <a:lnTo>
                  <a:pt x="18664" y="14781"/>
                </a:lnTo>
                <a:cubicBezTo>
                  <a:pt x="18827" y="14781"/>
                  <a:pt x="18969" y="14655"/>
                  <a:pt x="18991" y="14492"/>
                </a:cubicBezTo>
                <a:lnTo>
                  <a:pt x="19721" y="7806"/>
                </a:lnTo>
                <a:lnTo>
                  <a:pt x="20353" y="10961"/>
                </a:lnTo>
                <a:cubicBezTo>
                  <a:pt x="20380" y="11113"/>
                  <a:pt x="20516" y="11228"/>
                  <a:pt x="20674" y="11228"/>
                </a:cubicBezTo>
                <a:lnTo>
                  <a:pt x="29120" y="11228"/>
                </a:lnTo>
                <a:cubicBezTo>
                  <a:pt x="29124" y="11228"/>
                  <a:pt x="29127" y="11228"/>
                  <a:pt x="29130" y="11228"/>
                </a:cubicBezTo>
                <a:cubicBezTo>
                  <a:pt x="29316" y="11228"/>
                  <a:pt x="29464" y="11083"/>
                  <a:pt x="29464" y="10895"/>
                </a:cubicBezTo>
                <a:cubicBezTo>
                  <a:pt x="29464" y="10716"/>
                  <a:pt x="29321" y="10568"/>
                  <a:pt x="29139" y="10568"/>
                </a:cubicBezTo>
                <a:cubicBezTo>
                  <a:pt x="29133" y="10568"/>
                  <a:pt x="29127" y="10568"/>
                  <a:pt x="29120" y="10569"/>
                </a:cubicBezTo>
                <a:lnTo>
                  <a:pt x="20941" y="10569"/>
                </a:lnTo>
                <a:lnTo>
                  <a:pt x="19950" y="5594"/>
                </a:lnTo>
                <a:cubicBezTo>
                  <a:pt x="19918" y="5434"/>
                  <a:pt x="19782" y="5326"/>
                  <a:pt x="19623" y="5326"/>
                </a:cubicBezTo>
                <a:cubicBezTo>
                  <a:pt x="19620" y="5326"/>
                  <a:pt x="19616" y="5327"/>
                  <a:pt x="19612" y="5327"/>
                </a:cubicBezTo>
                <a:cubicBezTo>
                  <a:pt x="19448" y="5332"/>
                  <a:pt x="19318" y="5457"/>
                  <a:pt x="19301" y="5621"/>
                </a:cubicBezTo>
                <a:lnTo>
                  <a:pt x="18691" y="11130"/>
                </a:lnTo>
                <a:lnTo>
                  <a:pt x="18320" y="6940"/>
                </a:lnTo>
                <a:cubicBezTo>
                  <a:pt x="18303" y="6745"/>
                  <a:pt x="18148" y="6642"/>
                  <a:pt x="17994" y="6642"/>
                </a:cubicBezTo>
                <a:cubicBezTo>
                  <a:pt x="17857" y="6642"/>
                  <a:pt x="17721" y="6722"/>
                  <a:pt x="17677" y="6890"/>
                </a:cubicBezTo>
                <a:lnTo>
                  <a:pt x="16517" y="11326"/>
                </a:lnTo>
                <a:lnTo>
                  <a:pt x="15318" y="3441"/>
                </a:lnTo>
                <a:cubicBezTo>
                  <a:pt x="15291" y="3278"/>
                  <a:pt x="15149" y="3158"/>
                  <a:pt x="14986" y="3158"/>
                </a:cubicBezTo>
                <a:cubicBezTo>
                  <a:pt x="14817" y="3163"/>
                  <a:pt x="14680" y="3289"/>
                  <a:pt x="14664" y="3452"/>
                </a:cubicBezTo>
                <a:lnTo>
                  <a:pt x="13814" y="11696"/>
                </a:lnTo>
                <a:lnTo>
                  <a:pt x="12959" y="8242"/>
                </a:lnTo>
                <a:cubicBezTo>
                  <a:pt x="12922" y="8096"/>
                  <a:pt x="12792" y="7990"/>
                  <a:pt x="12642" y="7990"/>
                </a:cubicBezTo>
                <a:cubicBezTo>
                  <a:pt x="12635" y="7990"/>
                  <a:pt x="12628" y="7991"/>
                  <a:pt x="12621" y="7991"/>
                </a:cubicBezTo>
                <a:cubicBezTo>
                  <a:pt x="12468" y="8002"/>
                  <a:pt x="12337" y="8117"/>
                  <a:pt x="12316" y="8275"/>
                </a:cubicBezTo>
                <a:lnTo>
                  <a:pt x="11400" y="14437"/>
                </a:lnTo>
                <a:lnTo>
                  <a:pt x="10697" y="314"/>
                </a:lnTo>
                <a:cubicBezTo>
                  <a:pt x="10686" y="107"/>
                  <a:pt x="10525" y="1"/>
                  <a:pt x="1036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8"/>
          <p:cNvSpPr/>
          <p:nvPr/>
        </p:nvSpPr>
        <p:spPr>
          <a:xfrm>
            <a:off x="4768491" y="2118007"/>
            <a:ext cx="1074435" cy="439590"/>
          </a:xfrm>
          <a:custGeom>
            <a:rect b="b" l="l" r="r" t="t"/>
            <a:pathLst>
              <a:path extrusionOk="0" h="17394" w="42514">
                <a:moveTo>
                  <a:pt x="34558" y="1"/>
                </a:moveTo>
                <a:cubicBezTo>
                  <a:pt x="34361" y="1"/>
                  <a:pt x="34171" y="132"/>
                  <a:pt x="34154" y="306"/>
                </a:cubicBezTo>
                <a:lnTo>
                  <a:pt x="33141" y="11182"/>
                </a:lnTo>
                <a:lnTo>
                  <a:pt x="32825" y="3799"/>
                </a:lnTo>
                <a:cubicBezTo>
                  <a:pt x="32814" y="3630"/>
                  <a:pt x="32656" y="3494"/>
                  <a:pt x="32443" y="3483"/>
                </a:cubicBezTo>
                <a:cubicBezTo>
                  <a:pt x="32439" y="3483"/>
                  <a:pt x="32434" y="3483"/>
                  <a:pt x="32430" y="3483"/>
                </a:cubicBezTo>
                <a:cubicBezTo>
                  <a:pt x="32229" y="3483"/>
                  <a:pt x="32056" y="3601"/>
                  <a:pt x="32024" y="3766"/>
                </a:cubicBezTo>
                <a:lnTo>
                  <a:pt x="30700" y="11095"/>
                </a:lnTo>
                <a:lnTo>
                  <a:pt x="30318" y="10250"/>
                </a:lnTo>
                <a:cubicBezTo>
                  <a:pt x="30244" y="10113"/>
                  <a:pt x="30104" y="10032"/>
                  <a:pt x="29957" y="10032"/>
                </a:cubicBezTo>
                <a:cubicBezTo>
                  <a:pt x="29952" y="10032"/>
                  <a:pt x="29947" y="10032"/>
                  <a:pt x="29942" y="10032"/>
                </a:cubicBezTo>
                <a:lnTo>
                  <a:pt x="25153" y="10032"/>
                </a:lnTo>
                <a:cubicBezTo>
                  <a:pt x="24962" y="10032"/>
                  <a:pt x="24793" y="10141"/>
                  <a:pt x="24760" y="10299"/>
                </a:cubicBezTo>
                <a:lnTo>
                  <a:pt x="24640" y="10790"/>
                </a:lnTo>
                <a:lnTo>
                  <a:pt x="23703" y="1766"/>
                </a:lnTo>
                <a:cubicBezTo>
                  <a:pt x="23687" y="1595"/>
                  <a:pt x="23514" y="1466"/>
                  <a:pt x="23307" y="1466"/>
                </a:cubicBezTo>
                <a:cubicBezTo>
                  <a:pt x="23303" y="1466"/>
                  <a:pt x="23299" y="1466"/>
                  <a:pt x="23295" y="1467"/>
                </a:cubicBezTo>
                <a:cubicBezTo>
                  <a:pt x="23082" y="1472"/>
                  <a:pt x="22913" y="1614"/>
                  <a:pt x="22908" y="1788"/>
                </a:cubicBezTo>
                <a:lnTo>
                  <a:pt x="22657" y="9793"/>
                </a:lnTo>
                <a:lnTo>
                  <a:pt x="22330" y="7760"/>
                </a:lnTo>
                <a:cubicBezTo>
                  <a:pt x="22303" y="7597"/>
                  <a:pt x="22134" y="7477"/>
                  <a:pt x="21932" y="7477"/>
                </a:cubicBezTo>
                <a:cubicBezTo>
                  <a:pt x="21731" y="7477"/>
                  <a:pt x="21562" y="7602"/>
                  <a:pt x="21540" y="7766"/>
                </a:cubicBezTo>
                <a:lnTo>
                  <a:pt x="21001" y="11520"/>
                </a:lnTo>
                <a:lnTo>
                  <a:pt x="20352" y="2807"/>
                </a:lnTo>
                <a:cubicBezTo>
                  <a:pt x="20336" y="2633"/>
                  <a:pt x="20161" y="2496"/>
                  <a:pt x="19954" y="2496"/>
                </a:cubicBezTo>
                <a:cubicBezTo>
                  <a:pt x="19742" y="2496"/>
                  <a:pt x="19567" y="2627"/>
                  <a:pt x="19551" y="2802"/>
                </a:cubicBezTo>
                <a:lnTo>
                  <a:pt x="19028" y="9122"/>
                </a:lnTo>
                <a:lnTo>
                  <a:pt x="18826" y="7090"/>
                </a:lnTo>
                <a:cubicBezTo>
                  <a:pt x="18810" y="6932"/>
                  <a:pt x="18657" y="6807"/>
                  <a:pt x="18461" y="6790"/>
                </a:cubicBezTo>
                <a:cubicBezTo>
                  <a:pt x="18447" y="6789"/>
                  <a:pt x="18434" y="6788"/>
                  <a:pt x="18420" y="6788"/>
                </a:cubicBezTo>
                <a:cubicBezTo>
                  <a:pt x="18245" y="6788"/>
                  <a:pt x="18087" y="6883"/>
                  <a:pt x="18042" y="7030"/>
                </a:cubicBezTo>
                <a:lnTo>
                  <a:pt x="17023" y="10000"/>
                </a:lnTo>
                <a:lnTo>
                  <a:pt x="11879" y="10000"/>
                </a:lnTo>
                <a:lnTo>
                  <a:pt x="11290" y="8218"/>
                </a:lnTo>
                <a:cubicBezTo>
                  <a:pt x="11230" y="8066"/>
                  <a:pt x="11085" y="7971"/>
                  <a:pt x="10925" y="7971"/>
                </a:cubicBezTo>
                <a:cubicBezTo>
                  <a:pt x="10912" y="7971"/>
                  <a:pt x="10900" y="7971"/>
                  <a:pt x="10887" y="7973"/>
                </a:cubicBezTo>
                <a:cubicBezTo>
                  <a:pt x="10702" y="7984"/>
                  <a:pt x="10544" y="8093"/>
                  <a:pt x="10511" y="8245"/>
                </a:cubicBezTo>
                <a:lnTo>
                  <a:pt x="9694" y="12010"/>
                </a:lnTo>
                <a:lnTo>
                  <a:pt x="9247" y="5564"/>
                </a:lnTo>
                <a:cubicBezTo>
                  <a:pt x="9236" y="5390"/>
                  <a:pt x="9067" y="5259"/>
                  <a:pt x="8860" y="5254"/>
                </a:cubicBezTo>
                <a:cubicBezTo>
                  <a:pt x="8856" y="5253"/>
                  <a:pt x="8851" y="5253"/>
                  <a:pt x="8847" y="5253"/>
                </a:cubicBezTo>
                <a:cubicBezTo>
                  <a:pt x="8640" y="5253"/>
                  <a:pt x="8473" y="5377"/>
                  <a:pt x="8452" y="5542"/>
                </a:cubicBezTo>
                <a:lnTo>
                  <a:pt x="7542" y="12141"/>
                </a:lnTo>
                <a:lnTo>
                  <a:pt x="7051" y="2714"/>
                </a:lnTo>
                <a:cubicBezTo>
                  <a:pt x="7040" y="2540"/>
                  <a:pt x="6866" y="2404"/>
                  <a:pt x="6664" y="2398"/>
                </a:cubicBezTo>
                <a:cubicBezTo>
                  <a:pt x="6660" y="2398"/>
                  <a:pt x="6656" y="2398"/>
                  <a:pt x="6651" y="2398"/>
                </a:cubicBezTo>
                <a:cubicBezTo>
                  <a:pt x="6450" y="2398"/>
                  <a:pt x="6277" y="2522"/>
                  <a:pt x="6256" y="2687"/>
                </a:cubicBezTo>
                <a:lnTo>
                  <a:pt x="5231" y="10060"/>
                </a:lnTo>
                <a:lnTo>
                  <a:pt x="403" y="10060"/>
                </a:lnTo>
                <a:cubicBezTo>
                  <a:pt x="180" y="10060"/>
                  <a:pt x="0" y="10207"/>
                  <a:pt x="0" y="10387"/>
                </a:cubicBezTo>
                <a:cubicBezTo>
                  <a:pt x="0" y="10572"/>
                  <a:pt x="180" y="10719"/>
                  <a:pt x="403" y="10719"/>
                </a:cubicBezTo>
                <a:lnTo>
                  <a:pt x="5591" y="10719"/>
                </a:lnTo>
                <a:cubicBezTo>
                  <a:pt x="5792" y="10719"/>
                  <a:pt x="5967" y="10594"/>
                  <a:pt x="5989" y="10425"/>
                </a:cubicBezTo>
                <a:lnTo>
                  <a:pt x="6474" y="6943"/>
                </a:lnTo>
                <a:lnTo>
                  <a:pt x="6964" y="16386"/>
                </a:lnTo>
                <a:cubicBezTo>
                  <a:pt x="6969" y="16555"/>
                  <a:pt x="7144" y="16696"/>
                  <a:pt x="7351" y="16702"/>
                </a:cubicBezTo>
                <a:cubicBezTo>
                  <a:pt x="7355" y="16702"/>
                  <a:pt x="7359" y="16702"/>
                  <a:pt x="7364" y="16702"/>
                </a:cubicBezTo>
                <a:cubicBezTo>
                  <a:pt x="7565" y="16702"/>
                  <a:pt x="7738" y="16578"/>
                  <a:pt x="7759" y="16408"/>
                </a:cubicBezTo>
                <a:lnTo>
                  <a:pt x="8719" y="9460"/>
                </a:lnTo>
                <a:lnTo>
                  <a:pt x="9094" y="14855"/>
                </a:lnTo>
                <a:cubicBezTo>
                  <a:pt x="9105" y="15024"/>
                  <a:pt x="9263" y="15160"/>
                  <a:pt x="9470" y="15165"/>
                </a:cubicBezTo>
                <a:cubicBezTo>
                  <a:pt x="9475" y="15165"/>
                  <a:pt x="9480" y="15165"/>
                  <a:pt x="9484" y="15165"/>
                </a:cubicBezTo>
                <a:cubicBezTo>
                  <a:pt x="9680" y="15165"/>
                  <a:pt x="9853" y="15053"/>
                  <a:pt x="9890" y="14893"/>
                </a:cubicBezTo>
                <a:lnTo>
                  <a:pt x="10991" y="9809"/>
                </a:lnTo>
                <a:lnTo>
                  <a:pt x="11187" y="10414"/>
                </a:lnTo>
                <a:cubicBezTo>
                  <a:pt x="11249" y="10559"/>
                  <a:pt x="11390" y="10654"/>
                  <a:pt x="11548" y="10654"/>
                </a:cubicBezTo>
                <a:cubicBezTo>
                  <a:pt x="11557" y="10654"/>
                  <a:pt x="11565" y="10654"/>
                  <a:pt x="11574" y="10654"/>
                </a:cubicBezTo>
                <a:lnTo>
                  <a:pt x="17328" y="10654"/>
                </a:lnTo>
                <a:cubicBezTo>
                  <a:pt x="17336" y="10654"/>
                  <a:pt x="17345" y="10654"/>
                  <a:pt x="17353" y="10654"/>
                </a:cubicBezTo>
                <a:cubicBezTo>
                  <a:pt x="17512" y="10654"/>
                  <a:pt x="17653" y="10559"/>
                  <a:pt x="17715" y="10414"/>
                </a:cubicBezTo>
                <a:lnTo>
                  <a:pt x="18211" y="8970"/>
                </a:lnTo>
                <a:lnTo>
                  <a:pt x="18668" y="13542"/>
                </a:lnTo>
                <a:cubicBezTo>
                  <a:pt x="18685" y="13710"/>
                  <a:pt x="18859" y="13841"/>
                  <a:pt x="19072" y="13841"/>
                </a:cubicBezTo>
                <a:cubicBezTo>
                  <a:pt x="19279" y="13841"/>
                  <a:pt x="19453" y="13710"/>
                  <a:pt x="19469" y="13536"/>
                </a:cubicBezTo>
                <a:lnTo>
                  <a:pt x="19927" y="7924"/>
                </a:lnTo>
                <a:lnTo>
                  <a:pt x="20472" y="15225"/>
                </a:lnTo>
                <a:cubicBezTo>
                  <a:pt x="20488" y="15394"/>
                  <a:pt x="20657" y="15525"/>
                  <a:pt x="20864" y="15530"/>
                </a:cubicBezTo>
                <a:cubicBezTo>
                  <a:pt x="20872" y="15531"/>
                  <a:pt x="20880" y="15531"/>
                  <a:pt x="20888" y="15531"/>
                </a:cubicBezTo>
                <a:cubicBezTo>
                  <a:pt x="21080" y="15531"/>
                  <a:pt x="21247" y="15404"/>
                  <a:pt x="21273" y="15242"/>
                </a:cubicBezTo>
                <a:lnTo>
                  <a:pt x="21960" y="10452"/>
                </a:lnTo>
                <a:lnTo>
                  <a:pt x="22532" y="14021"/>
                </a:lnTo>
                <a:cubicBezTo>
                  <a:pt x="22558" y="14183"/>
                  <a:pt x="22724" y="14305"/>
                  <a:pt x="22926" y="14305"/>
                </a:cubicBezTo>
                <a:cubicBezTo>
                  <a:pt x="22934" y="14305"/>
                  <a:pt x="22943" y="14305"/>
                  <a:pt x="22951" y="14304"/>
                </a:cubicBezTo>
                <a:cubicBezTo>
                  <a:pt x="23158" y="14293"/>
                  <a:pt x="23322" y="14157"/>
                  <a:pt x="23327" y="13983"/>
                </a:cubicBezTo>
                <a:lnTo>
                  <a:pt x="23523" y="7733"/>
                </a:lnTo>
                <a:lnTo>
                  <a:pt x="24090" y="13176"/>
                </a:lnTo>
                <a:cubicBezTo>
                  <a:pt x="24106" y="13340"/>
                  <a:pt x="24270" y="13460"/>
                  <a:pt x="24466" y="13476"/>
                </a:cubicBezTo>
                <a:cubicBezTo>
                  <a:pt x="24475" y="13477"/>
                  <a:pt x="24484" y="13477"/>
                  <a:pt x="24493" y="13477"/>
                </a:cubicBezTo>
                <a:cubicBezTo>
                  <a:pt x="24683" y="13477"/>
                  <a:pt x="24844" y="13365"/>
                  <a:pt x="24880" y="13209"/>
                </a:cubicBezTo>
                <a:lnTo>
                  <a:pt x="25485" y="10686"/>
                </a:lnTo>
                <a:lnTo>
                  <a:pt x="29670" y="10686"/>
                </a:lnTo>
                <a:lnTo>
                  <a:pt x="30493" y="12528"/>
                </a:lnTo>
                <a:cubicBezTo>
                  <a:pt x="30553" y="12658"/>
                  <a:pt x="30700" y="12742"/>
                  <a:pt x="30868" y="12742"/>
                </a:cubicBezTo>
                <a:cubicBezTo>
                  <a:pt x="30882" y="12742"/>
                  <a:pt x="30897" y="12742"/>
                  <a:pt x="30912" y="12741"/>
                </a:cubicBezTo>
                <a:cubicBezTo>
                  <a:pt x="31092" y="12730"/>
                  <a:pt x="31239" y="12615"/>
                  <a:pt x="31266" y="12463"/>
                </a:cubicBezTo>
                <a:lnTo>
                  <a:pt x="32182" y="7406"/>
                </a:lnTo>
                <a:lnTo>
                  <a:pt x="32601" y="17078"/>
                </a:lnTo>
                <a:cubicBezTo>
                  <a:pt x="32607" y="17252"/>
                  <a:pt x="32781" y="17394"/>
                  <a:pt x="32994" y="17394"/>
                </a:cubicBezTo>
                <a:lnTo>
                  <a:pt x="32999" y="17394"/>
                </a:lnTo>
                <a:cubicBezTo>
                  <a:pt x="33206" y="17394"/>
                  <a:pt x="33381" y="17263"/>
                  <a:pt x="33397" y="17089"/>
                </a:cubicBezTo>
                <a:lnTo>
                  <a:pt x="34492" y="5395"/>
                </a:lnTo>
                <a:lnTo>
                  <a:pt x="34999" y="13269"/>
                </a:lnTo>
                <a:cubicBezTo>
                  <a:pt x="35015" y="13433"/>
                  <a:pt x="35173" y="13569"/>
                  <a:pt x="35380" y="13580"/>
                </a:cubicBezTo>
                <a:cubicBezTo>
                  <a:pt x="35385" y="13580"/>
                  <a:pt x="35390" y="13580"/>
                  <a:pt x="35394" y="13580"/>
                </a:cubicBezTo>
                <a:cubicBezTo>
                  <a:pt x="35590" y="13580"/>
                  <a:pt x="35763" y="13467"/>
                  <a:pt x="35795" y="13307"/>
                </a:cubicBezTo>
                <a:lnTo>
                  <a:pt x="36590" y="9542"/>
                </a:lnTo>
                <a:lnTo>
                  <a:pt x="37037" y="14392"/>
                </a:lnTo>
                <a:cubicBezTo>
                  <a:pt x="37053" y="14560"/>
                  <a:pt x="37217" y="14686"/>
                  <a:pt x="37418" y="14697"/>
                </a:cubicBezTo>
                <a:cubicBezTo>
                  <a:pt x="37423" y="14697"/>
                  <a:pt x="37427" y="14697"/>
                  <a:pt x="37432" y="14697"/>
                </a:cubicBezTo>
                <a:cubicBezTo>
                  <a:pt x="37623" y="14697"/>
                  <a:pt x="37795" y="14584"/>
                  <a:pt x="37832" y="14424"/>
                </a:cubicBezTo>
                <a:lnTo>
                  <a:pt x="38568" y="10855"/>
                </a:lnTo>
                <a:lnTo>
                  <a:pt x="42115" y="10855"/>
                </a:lnTo>
                <a:cubicBezTo>
                  <a:pt x="42333" y="10855"/>
                  <a:pt x="42513" y="10708"/>
                  <a:pt x="42513" y="10528"/>
                </a:cubicBezTo>
                <a:cubicBezTo>
                  <a:pt x="42513" y="10348"/>
                  <a:pt x="42333" y="10201"/>
                  <a:pt x="42115" y="10201"/>
                </a:cubicBezTo>
                <a:lnTo>
                  <a:pt x="38230" y="10201"/>
                </a:lnTo>
                <a:cubicBezTo>
                  <a:pt x="38034" y="10201"/>
                  <a:pt x="37871" y="10316"/>
                  <a:pt x="37838" y="10474"/>
                </a:cubicBezTo>
                <a:lnTo>
                  <a:pt x="37582" y="11656"/>
                </a:lnTo>
                <a:lnTo>
                  <a:pt x="37140" y="6850"/>
                </a:lnTo>
                <a:cubicBezTo>
                  <a:pt x="37124" y="6681"/>
                  <a:pt x="36961" y="6556"/>
                  <a:pt x="36759" y="6545"/>
                </a:cubicBezTo>
                <a:cubicBezTo>
                  <a:pt x="36754" y="6545"/>
                  <a:pt x="36750" y="6545"/>
                  <a:pt x="36745" y="6545"/>
                </a:cubicBezTo>
                <a:cubicBezTo>
                  <a:pt x="36549" y="6545"/>
                  <a:pt x="36377" y="6658"/>
                  <a:pt x="36345" y="6817"/>
                </a:cubicBezTo>
                <a:lnTo>
                  <a:pt x="35604" y="10327"/>
                </a:lnTo>
                <a:lnTo>
                  <a:pt x="34955" y="311"/>
                </a:lnTo>
                <a:cubicBezTo>
                  <a:pt x="34944" y="137"/>
                  <a:pt x="34770" y="1"/>
                  <a:pt x="3455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8" name="Google Shape;9248;p88"/>
          <p:cNvGrpSpPr/>
          <p:nvPr/>
        </p:nvGrpSpPr>
        <p:grpSpPr>
          <a:xfrm>
            <a:off x="2882968" y="1560496"/>
            <a:ext cx="554302" cy="1133118"/>
            <a:chOff x="3039218" y="1560945"/>
            <a:chExt cx="554302" cy="1133118"/>
          </a:xfrm>
        </p:grpSpPr>
        <p:sp>
          <p:nvSpPr>
            <p:cNvPr id="9249" name="Google Shape;9249;p88"/>
            <p:cNvSpPr/>
            <p:nvPr/>
          </p:nvSpPr>
          <p:spPr>
            <a:xfrm>
              <a:off x="3067043" y="2114615"/>
              <a:ext cx="25904" cy="6925"/>
            </a:xfrm>
            <a:custGeom>
              <a:rect b="b" l="l" r="r" t="t"/>
              <a:pathLst>
                <a:path extrusionOk="0" h="274" w="1025">
                  <a:moveTo>
                    <a:pt x="992" y="1"/>
                  </a:moveTo>
                  <a:cubicBezTo>
                    <a:pt x="992" y="1"/>
                    <a:pt x="0" y="61"/>
                    <a:pt x="38" y="208"/>
                  </a:cubicBezTo>
                  <a:cubicBezTo>
                    <a:pt x="51" y="257"/>
                    <a:pt x="165" y="273"/>
                    <a:pt x="311" y="273"/>
                  </a:cubicBezTo>
                  <a:cubicBezTo>
                    <a:pt x="603" y="273"/>
                    <a:pt x="1024" y="208"/>
                    <a:pt x="1024" y="208"/>
                  </a:cubicBezTo>
                  <a:lnTo>
                    <a:pt x="99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8"/>
            <p:cNvSpPr/>
            <p:nvPr/>
          </p:nvSpPr>
          <p:spPr>
            <a:xfrm>
              <a:off x="3039218" y="2118482"/>
              <a:ext cx="30378" cy="19940"/>
            </a:xfrm>
            <a:custGeom>
              <a:rect b="b" l="l" r="r" t="t"/>
              <a:pathLst>
                <a:path extrusionOk="0" h="789" w="1202">
                  <a:moveTo>
                    <a:pt x="1101" y="0"/>
                  </a:moveTo>
                  <a:cubicBezTo>
                    <a:pt x="1101" y="0"/>
                    <a:pt x="0" y="540"/>
                    <a:pt x="153" y="752"/>
                  </a:cubicBezTo>
                  <a:cubicBezTo>
                    <a:pt x="171" y="777"/>
                    <a:pt x="199" y="788"/>
                    <a:pt x="235" y="788"/>
                  </a:cubicBezTo>
                  <a:cubicBezTo>
                    <a:pt x="503" y="788"/>
                    <a:pt x="1201" y="160"/>
                    <a:pt x="1177" y="93"/>
                  </a:cubicBezTo>
                  <a:cubicBezTo>
                    <a:pt x="1172" y="49"/>
                    <a:pt x="1139" y="17"/>
                    <a:pt x="1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8"/>
            <p:cNvSpPr/>
            <p:nvPr/>
          </p:nvSpPr>
          <p:spPr>
            <a:xfrm>
              <a:off x="3062620" y="2148480"/>
              <a:ext cx="22543" cy="28078"/>
            </a:xfrm>
            <a:custGeom>
              <a:rect b="b" l="l" r="r" t="t"/>
              <a:pathLst>
                <a:path extrusionOk="0" h="1111" w="892">
                  <a:moveTo>
                    <a:pt x="742" y="0"/>
                  </a:moveTo>
                  <a:cubicBezTo>
                    <a:pt x="737" y="0"/>
                    <a:pt x="731" y="0"/>
                    <a:pt x="725" y="1"/>
                  </a:cubicBezTo>
                  <a:cubicBezTo>
                    <a:pt x="725" y="1"/>
                    <a:pt x="1" y="987"/>
                    <a:pt x="235" y="1102"/>
                  </a:cubicBezTo>
                  <a:cubicBezTo>
                    <a:pt x="247" y="1108"/>
                    <a:pt x="259" y="1111"/>
                    <a:pt x="272" y="1111"/>
                  </a:cubicBezTo>
                  <a:cubicBezTo>
                    <a:pt x="511" y="1111"/>
                    <a:pt x="891" y="96"/>
                    <a:pt x="834" y="39"/>
                  </a:cubicBezTo>
                  <a:cubicBezTo>
                    <a:pt x="811" y="15"/>
                    <a:pt x="779" y="0"/>
                    <a:pt x="7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8"/>
            <p:cNvSpPr/>
            <p:nvPr/>
          </p:nvSpPr>
          <p:spPr>
            <a:xfrm>
              <a:off x="3049554" y="2174309"/>
              <a:ext cx="22518" cy="28128"/>
            </a:xfrm>
            <a:custGeom>
              <a:rect b="b" l="l" r="r" t="t"/>
              <a:pathLst>
                <a:path extrusionOk="0" h="1113" w="891">
                  <a:moveTo>
                    <a:pt x="751" y="0"/>
                  </a:moveTo>
                  <a:cubicBezTo>
                    <a:pt x="743" y="0"/>
                    <a:pt x="734" y="1"/>
                    <a:pt x="725" y="3"/>
                  </a:cubicBezTo>
                  <a:cubicBezTo>
                    <a:pt x="725" y="3"/>
                    <a:pt x="0" y="990"/>
                    <a:pt x="234" y="1104"/>
                  </a:cubicBezTo>
                  <a:cubicBezTo>
                    <a:pt x="246" y="1110"/>
                    <a:pt x="257" y="1112"/>
                    <a:pt x="270" y="1112"/>
                  </a:cubicBezTo>
                  <a:cubicBezTo>
                    <a:pt x="509" y="1112"/>
                    <a:pt x="891" y="93"/>
                    <a:pt x="834" y="42"/>
                  </a:cubicBezTo>
                  <a:cubicBezTo>
                    <a:pt x="812" y="16"/>
                    <a:pt x="784" y="0"/>
                    <a:pt x="7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8"/>
            <p:cNvSpPr/>
            <p:nvPr/>
          </p:nvSpPr>
          <p:spPr>
            <a:xfrm>
              <a:off x="3059739" y="2185024"/>
              <a:ext cx="23478" cy="31717"/>
            </a:xfrm>
            <a:custGeom>
              <a:rect b="b" l="l" r="r" t="t"/>
              <a:pathLst>
                <a:path extrusionOk="0" h="1255" w="929">
                  <a:moveTo>
                    <a:pt x="774" y="0"/>
                  </a:moveTo>
                  <a:cubicBezTo>
                    <a:pt x="763" y="0"/>
                    <a:pt x="752" y="2"/>
                    <a:pt x="741" y="4"/>
                  </a:cubicBezTo>
                  <a:cubicBezTo>
                    <a:pt x="741" y="4"/>
                    <a:pt x="0" y="1132"/>
                    <a:pt x="262" y="1247"/>
                  </a:cubicBezTo>
                  <a:cubicBezTo>
                    <a:pt x="273" y="1252"/>
                    <a:pt x="285" y="1254"/>
                    <a:pt x="297" y="1254"/>
                  </a:cubicBezTo>
                  <a:cubicBezTo>
                    <a:pt x="563" y="1254"/>
                    <a:pt x="929" y="95"/>
                    <a:pt x="861" y="43"/>
                  </a:cubicBezTo>
                  <a:cubicBezTo>
                    <a:pt x="841" y="14"/>
                    <a:pt x="807" y="0"/>
                    <a:pt x="7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8"/>
            <p:cNvSpPr/>
            <p:nvPr/>
          </p:nvSpPr>
          <p:spPr>
            <a:xfrm>
              <a:off x="3189741" y="2601161"/>
              <a:ext cx="123254" cy="92902"/>
            </a:xfrm>
            <a:custGeom>
              <a:rect b="b" l="l" r="r" t="t"/>
              <a:pathLst>
                <a:path extrusionOk="0" h="3676" w="4877">
                  <a:moveTo>
                    <a:pt x="3357" y="0"/>
                  </a:moveTo>
                  <a:cubicBezTo>
                    <a:pt x="3060" y="0"/>
                    <a:pt x="2834" y="65"/>
                    <a:pt x="2834" y="65"/>
                  </a:cubicBezTo>
                  <a:cubicBezTo>
                    <a:pt x="2855" y="376"/>
                    <a:pt x="2899" y="490"/>
                    <a:pt x="2316" y="806"/>
                  </a:cubicBezTo>
                  <a:cubicBezTo>
                    <a:pt x="1738" y="1117"/>
                    <a:pt x="850" y="2005"/>
                    <a:pt x="850" y="2005"/>
                  </a:cubicBezTo>
                  <a:cubicBezTo>
                    <a:pt x="0" y="2539"/>
                    <a:pt x="289" y="2599"/>
                    <a:pt x="289" y="2599"/>
                  </a:cubicBezTo>
                  <a:cubicBezTo>
                    <a:pt x="301" y="2616"/>
                    <a:pt x="324" y="2623"/>
                    <a:pt x="353" y="2623"/>
                  </a:cubicBezTo>
                  <a:cubicBezTo>
                    <a:pt x="526" y="2623"/>
                    <a:pt x="942" y="2359"/>
                    <a:pt x="943" y="2359"/>
                  </a:cubicBezTo>
                  <a:lnTo>
                    <a:pt x="943" y="2359"/>
                  </a:lnTo>
                  <a:cubicBezTo>
                    <a:pt x="431" y="2703"/>
                    <a:pt x="289" y="2964"/>
                    <a:pt x="354" y="3079"/>
                  </a:cubicBezTo>
                  <a:cubicBezTo>
                    <a:pt x="371" y="3111"/>
                    <a:pt x="400" y="3123"/>
                    <a:pt x="432" y="3123"/>
                  </a:cubicBezTo>
                  <a:cubicBezTo>
                    <a:pt x="511" y="3123"/>
                    <a:pt x="610" y="3051"/>
                    <a:pt x="610" y="3051"/>
                  </a:cubicBezTo>
                  <a:lnTo>
                    <a:pt x="1135" y="2668"/>
                  </a:lnTo>
                  <a:lnTo>
                    <a:pt x="1135" y="2668"/>
                  </a:lnTo>
                  <a:cubicBezTo>
                    <a:pt x="900" y="2870"/>
                    <a:pt x="590" y="3208"/>
                    <a:pt x="687" y="3296"/>
                  </a:cubicBezTo>
                  <a:cubicBezTo>
                    <a:pt x="726" y="3332"/>
                    <a:pt x="768" y="3345"/>
                    <a:pt x="809" y="3345"/>
                  </a:cubicBezTo>
                  <a:cubicBezTo>
                    <a:pt x="906" y="3345"/>
                    <a:pt x="992" y="3275"/>
                    <a:pt x="992" y="3275"/>
                  </a:cubicBezTo>
                  <a:lnTo>
                    <a:pt x="1657" y="2648"/>
                  </a:lnTo>
                  <a:lnTo>
                    <a:pt x="1657" y="2648"/>
                  </a:lnTo>
                  <a:cubicBezTo>
                    <a:pt x="1656" y="2648"/>
                    <a:pt x="1264" y="3051"/>
                    <a:pt x="1144" y="3269"/>
                  </a:cubicBezTo>
                  <a:cubicBezTo>
                    <a:pt x="1068" y="3408"/>
                    <a:pt x="1157" y="3485"/>
                    <a:pt x="1253" y="3485"/>
                  </a:cubicBezTo>
                  <a:cubicBezTo>
                    <a:pt x="1308" y="3485"/>
                    <a:pt x="1365" y="3459"/>
                    <a:pt x="1395" y="3405"/>
                  </a:cubicBezTo>
                  <a:cubicBezTo>
                    <a:pt x="1471" y="3258"/>
                    <a:pt x="2120" y="2768"/>
                    <a:pt x="2120" y="2768"/>
                  </a:cubicBezTo>
                  <a:cubicBezTo>
                    <a:pt x="2207" y="2299"/>
                    <a:pt x="3030" y="1896"/>
                    <a:pt x="3030" y="1896"/>
                  </a:cubicBezTo>
                  <a:lnTo>
                    <a:pt x="3030" y="1896"/>
                  </a:lnTo>
                  <a:cubicBezTo>
                    <a:pt x="2910" y="2049"/>
                    <a:pt x="2152" y="2806"/>
                    <a:pt x="2152" y="2806"/>
                  </a:cubicBezTo>
                  <a:cubicBezTo>
                    <a:pt x="2049" y="2828"/>
                    <a:pt x="1449" y="3509"/>
                    <a:pt x="1787" y="3656"/>
                  </a:cubicBezTo>
                  <a:cubicBezTo>
                    <a:pt x="1818" y="3669"/>
                    <a:pt x="1848" y="3676"/>
                    <a:pt x="1878" y="3676"/>
                  </a:cubicBezTo>
                  <a:cubicBezTo>
                    <a:pt x="2172" y="3676"/>
                    <a:pt x="2398" y="3068"/>
                    <a:pt x="2398" y="3068"/>
                  </a:cubicBezTo>
                  <a:cubicBezTo>
                    <a:pt x="2420" y="3069"/>
                    <a:pt x="2442" y="3070"/>
                    <a:pt x="2464" y="3070"/>
                  </a:cubicBezTo>
                  <a:cubicBezTo>
                    <a:pt x="3149" y="3070"/>
                    <a:pt x="3645" y="2267"/>
                    <a:pt x="3798" y="1929"/>
                  </a:cubicBezTo>
                  <a:cubicBezTo>
                    <a:pt x="3956" y="1575"/>
                    <a:pt x="4218" y="1640"/>
                    <a:pt x="4545" y="1466"/>
                  </a:cubicBezTo>
                  <a:cubicBezTo>
                    <a:pt x="4877" y="1291"/>
                    <a:pt x="4648" y="910"/>
                    <a:pt x="4648" y="910"/>
                  </a:cubicBezTo>
                  <a:cubicBezTo>
                    <a:pt x="4421" y="151"/>
                    <a:pt x="3808" y="0"/>
                    <a:pt x="33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8"/>
            <p:cNvSpPr/>
            <p:nvPr/>
          </p:nvSpPr>
          <p:spPr>
            <a:xfrm>
              <a:off x="3318353" y="2601161"/>
              <a:ext cx="123128" cy="92902"/>
            </a:xfrm>
            <a:custGeom>
              <a:rect b="b" l="l" r="r" t="t"/>
              <a:pathLst>
                <a:path extrusionOk="0" h="3676" w="4872">
                  <a:moveTo>
                    <a:pt x="1519" y="0"/>
                  </a:moveTo>
                  <a:cubicBezTo>
                    <a:pt x="1069" y="0"/>
                    <a:pt x="456" y="151"/>
                    <a:pt x="229" y="910"/>
                  </a:cubicBezTo>
                  <a:cubicBezTo>
                    <a:pt x="229" y="910"/>
                    <a:pt x="0" y="1291"/>
                    <a:pt x="327" y="1466"/>
                  </a:cubicBezTo>
                  <a:cubicBezTo>
                    <a:pt x="654" y="1640"/>
                    <a:pt x="921" y="1575"/>
                    <a:pt x="1079" y="1929"/>
                  </a:cubicBezTo>
                  <a:cubicBezTo>
                    <a:pt x="1232" y="2267"/>
                    <a:pt x="1728" y="3070"/>
                    <a:pt x="2413" y="3070"/>
                  </a:cubicBezTo>
                  <a:cubicBezTo>
                    <a:pt x="2435" y="3070"/>
                    <a:pt x="2457" y="3069"/>
                    <a:pt x="2480" y="3068"/>
                  </a:cubicBezTo>
                  <a:cubicBezTo>
                    <a:pt x="2480" y="3068"/>
                    <a:pt x="2705" y="3676"/>
                    <a:pt x="2996" y="3676"/>
                  </a:cubicBezTo>
                  <a:cubicBezTo>
                    <a:pt x="3025" y="3676"/>
                    <a:pt x="3054" y="3669"/>
                    <a:pt x="3085" y="3656"/>
                  </a:cubicBezTo>
                  <a:cubicBezTo>
                    <a:pt x="3422" y="3509"/>
                    <a:pt x="2823" y="2828"/>
                    <a:pt x="2719" y="2806"/>
                  </a:cubicBezTo>
                  <a:cubicBezTo>
                    <a:pt x="2719" y="2806"/>
                    <a:pt x="1962" y="2049"/>
                    <a:pt x="1842" y="1896"/>
                  </a:cubicBezTo>
                  <a:lnTo>
                    <a:pt x="1842" y="1896"/>
                  </a:lnTo>
                  <a:cubicBezTo>
                    <a:pt x="1842" y="1896"/>
                    <a:pt x="2665" y="2299"/>
                    <a:pt x="2752" y="2768"/>
                  </a:cubicBezTo>
                  <a:cubicBezTo>
                    <a:pt x="2752" y="2768"/>
                    <a:pt x="3406" y="3258"/>
                    <a:pt x="3482" y="3405"/>
                  </a:cubicBezTo>
                  <a:cubicBezTo>
                    <a:pt x="3510" y="3459"/>
                    <a:pt x="3566" y="3485"/>
                    <a:pt x="3621" y="3485"/>
                  </a:cubicBezTo>
                  <a:cubicBezTo>
                    <a:pt x="3715" y="3485"/>
                    <a:pt x="3804" y="3408"/>
                    <a:pt x="3728" y="3269"/>
                  </a:cubicBezTo>
                  <a:cubicBezTo>
                    <a:pt x="3608" y="3051"/>
                    <a:pt x="3216" y="2648"/>
                    <a:pt x="3215" y="2648"/>
                  </a:cubicBezTo>
                  <a:lnTo>
                    <a:pt x="3215" y="2648"/>
                  </a:lnTo>
                  <a:lnTo>
                    <a:pt x="3880" y="3275"/>
                  </a:lnTo>
                  <a:cubicBezTo>
                    <a:pt x="3880" y="3275"/>
                    <a:pt x="3966" y="3345"/>
                    <a:pt x="4063" y="3345"/>
                  </a:cubicBezTo>
                  <a:cubicBezTo>
                    <a:pt x="4104" y="3345"/>
                    <a:pt x="4146" y="3332"/>
                    <a:pt x="4185" y="3296"/>
                  </a:cubicBezTo>
                  <a:cubicBezTo>
                    <a:pt x="4283" y="3207"/>
                    <a:pt x="3962" y="2860"/>
                    <a:pt x="3729" y="2660"/>
                  </a:cubicBezTo>
                  <a:lnTo>
                    <a:pt x="3729" y="2660"/>
                  </a:lnTo>
                  <a:lnTo>
                    <a:pt x="4262" y="3051"/>
                  </a:lnTo>
                  <a:cubicBezTo>
                    <a:pt x="4262" y="3051"/>
                    <a:pt x="4364" y="3123"/>
                    <a:pt x="4444" y="3123"/>
                  </a:cubicBezTo>
                  <a:cubicBezTo>
                    <a:pt x="4477" y="3123"/>
                    <a:pt x="4506" y="3111"/>
                    <a:pt x="4523" y="3079"/>
                  </a:cubicBezTo>
                  <a:cubicBezTo>
                    <a:pt x="4583" y="2964"/>
                    <a:pt x="4447" y="2703"/>
                    <a:pt x="3929" y="2359"/>
                  </a:cubicBezTo>
                  <a:lnTo>
                    <a:pt x="3929" y="2359"/>
                  </a:lnTo>
                  <a:cubicBezTo>
                    <a:pt x="3929" y="2359"/>
                    <a:pt x="4350" y="2623"/>
                    <a:pt x="4524" y="2623"/>
                  </a:cubicBezTo>
                  <a:cubicBezTo>
                    <a:pt x="4554" y="2623"/>
                    <a:pt x="4576" y="2616"/>
                    <a:pt x="4588" y="2599"/>
                  </a:cubicBezTo>
                  <a:cubicBezTo>
                    <a:pt x="4588" y="2599"/>
                    <a:pt x="4872" y="2539"/>
                    <a:pt x="4022" y="2005"/>
                  </a:cubicBezTo>
                  <a:cubicBezTo>
                    <a:pt x="4022" y="2005"/>
                    <a:pt x="3139" y="1117"/>
                    <a:pt x="2556" y="806"/>
                  </a:cubicBezTo>
                  <a:cubicBezTo>
                    <a:pt x="1967" y="490"/>
                    <a:pt x="2017" y="376"/>
                    <a:pt x="2038" y="65"/>
                  </a:cubicBezTo>
                  <a:cubicBezTo>
                    <a:pt x="2040" y="65"/>
                    <a:pt x="1815" y="0"/>
                    <a:pt x="15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8"/>
            <p:cNvSpPr/>
            <p:nvPr/>
          </p:nvSpPr>
          <p:spPr>
            <a:xfrm>
              <a:off x="3198814" y="1987343"/>
              <a:ext cx="235110" cy="126742"/>
            </a:xfrm>
            <a:custGeom>
              <a:rect b="b" l="l" r="r" t="t"/>
              <a:pathLst>
                <a:path extrusionOk="0" h="5015" w="9303">
                  <a:moveTo>
                    <a:pt x="2438" y="1"/>
                  </a:moveTo>
                  <a:cubicBezTo>
                    <a:pt x="2196" y="1"/>
                    <a:pt x="1925" y="61"/>
                    <a:pt x="1624" y="209"/>
                  </a:cubicBezTo>
                  <a:cubicBezTo>
                    <a:pt x="1" y="1010"/>
                    <a:pt x="507" y="1942"/>
                    <a:pt x="1292" y="2361"/>
                  </a:cubicBezTo>
                  <a:cubicBezTo>
                    <a:pt x="2077" y="2781"/>
                    <a:pt x="2338" y="3337"/>
                    <a:pt x="2600" y="3794"/>
                  </a:cubicBezTo>
                  <a:cubicBezTo>
                    <a:pt x="2713" y="3998"/>
                    <a:pt x="2809" y="4026"/>
                    <a:pt x="2915" y="4026"/>
                  </a:cubicBezTo>
                  <a:cubicBezTo>
                    <a:pt x="2955" y="4026"/>
                    <a:pt x="2996" y="4022"/>
                    <a:pt x="3039" y="4022"/>
                  </a:cubicBezTo>
                  <a:cubicBezTo>
                    <a:pt x="3144" y="4022"/>
                    <a:pt x="3264" y="4044"/>
                    <a:pt x="3417" y="4197"/>
                  </a:cubicBezTo>
                  <a:cubicBezTo>
                    <a:pt x="3788" y="4568"/>
                    <a:pt x="4126" y="4988"/>
                    <a:pt x="4627" y="5015"/>
                  </a:cubicBezTo>
                  <a:lnTo>
                    <a:pt x="4681" y="5015"/>
                  </a:lnTo>
                  <a:cubicBezTo>
                    <a:pt x="5183" y="4982"/>
                    <a:pt x="5521" y="4563"/>
                    <a:pt x="5891" y="4197"/>
                  </a:cubicBezTo>
                  <a:cubicBezTo>
                    <a:pt x="6044" y="4044"/>
                    <a:pt x="6164" y="4022"/>
                    <a:pt x="6269" y="4022"/>
                  </a:cubicBezTo>
                  <a:cubicBezTo>
                    <a:pt x="6312" y="4022"/>
                    <a:pt x="6353" y="4026"/>
                    <a:pt x="6393" y="4026"/>
                  </a:cubicBezTo>
                  <a:cubicBezTo>
                    <a:pt x="6499" y="4026"/>
                    <a:pt x="6596" y="3998"/>
                    <a:pt x="6708" y="3794"/>
                  </a:cubicBezTo>
                  <a:cubicBezTo>
                    <a:pt x="6964" y="3337"/>
                    <a:pt x="7231" y="2781"/>
                    <a:pt x="8016" y="2361"/>
                  </a:cubicBezTo>
                  <a:cubicBezTo>
                    <a:pt x="8801" y="1942"/>
                    <a:pt x="9302" y="1015"/>
                    <a:pt x="7678" y="209"/>
                  </a:cubicBezTo>
                  <a:cubicBezTo>
                    <a:pt x="7378" y="61"/>
                    <a:pt x="7107" y="1"/>
                    <a:pt x="6865" y="1"/>
                  </a:cubicBezTo>
                  <a:cubicBezTo>
                    <a:pt x="5795" y="1"/>
                    <a:pt x="5292" y="1179"/>
                    <a:pt x="5292" y="1179"/>
                  </a:cubicBezTo>
                  <a:cubicBezTo>
                    <a:pt x="5292" y="1179"/>
                    <a:pt x="4899" y="1770"/>
                    <a:pt x="5162" y="1770"/>
                  </a:cubicBezTo>
                  <a:cubicBezTo>
                    <a:pt x="5198" y="1770"/>
                    <a:pt x="5245" y="1759"/>
                    <a:pt x="5308" y="1735"/>
                  </a:cubicBezTo>
                  <a:cubicBezTo>
                    <a:pt x="5390" y="1702"/>
                    <a:pt x="5469" y="1687"/>
                    <a:pt x="5544" y="1687"/>
                  </a:cubicBezTo>
                  <a:cubicBezTo>
                    <a:pt x="5949" y="1687"/>
                    <a:pt x="6242" y="2133"/>
                    <a:pt x="6283" y="2753"/>
                  </a:cubicBezTo>
                  <a:cubicBezTo>
                    <a:pt x="6327" y="3495"/>
                    <a:pt x="5858" y="3233"/>
                    <a:pt x="5308" y="3903"/>
                  </a:cubicBezTo>
                  <a:cubicBezTo>
                    <a:pt x="5042" y="4233"/>
                    <a:pt x="4874" y="4316"/>
                    <a:pt x="4771" y="4316"/>
                  </a:cubicBezTo>
                  <a:cubicBezTo>
                    <a:pt x="4733" y="4316"/>
                    <a:pt x="4704" y="4305"/>
                    <a:pt x="4681" y="4290"/>
                  </a:cubicBezTo>
                  <a:lnTo>
                    <a:pt x="4681" y="4219"/>
                  </a:lnTo>
                  <a:cubicBezTo>
                    <a:pt x="4670" y="4236"/>
                    <a:pt x="4665" y="4252"/>
                    <a:pt x="4654" y="4263"/>
                  </a:cubicBezTo>
                  <a:cubicBezTo>
                    <a:pt x="4638" y="4252"/>
                    <a:pt x="4632" y="4236"/>
                    <a:pt x="4621" y="4219"/>
                  </a:cubicBezTo>
                  <a:lnTo>
                    <a:pt x="4621" y="4290"/>
                  </a:lnTo>
                  <a:cubicBezTo>
                    <a:pt x="4601" y="4305"/>
                    <a:pt x="4572" y="4316"/>
                    <a:pt x="4534" y="4316"/>
                  </a:cubicBezTo>
                  <a:cubicBezTo>
                    <a:pt x="4431" y="4316"/>
                    <a:pt x="4261" y="4233"/>
                    <a:pt x="3995" y="3903"/>
                  </a:cubicBezTo>
                  <a:cubicBezTo>
                    <a:pt x="3444" y="3228"/>
                    <a:pt x="2976" y="3495"/>
                    <a:pt x="3019" y="2753"/>
                  </a:cubicBezTo>
                  <a:cubicBezTo>
                    <a:pt x="3061" y="2129"/>
                    <a:pt x="3354" y="1686"/>
                    <a:pt x="3758" y="1686"/>
                  </a:cubicBezTo>
                  <a:cubicBezTo>
                    <a:pt x="3833" y="1686"/>
                    <a:pt x="3912" y="1702"/>
                    <a:pt x="3995" y="1735"/>
                  </a:cubicBezTo>
                  <a:cubicBezTo>
                    <a:pt x="4056" y="1758"/>
                    <a:pt x="4103" y="1769"/>
                    <a:pt x="4139" y="1769"/>
                  </a:cubicBezTo>
                  <a:cubicBezTo>
                    <a:pt x="4406" y="1769"/>
                    <a:pt x="4011" y="1179"/>
                    <a:pt x="4011" y="1179"/>
                  </a:cubicBezTo>
                  <a:cubicBezTo>
                    <a:pt x="4011" y="1179"/>
                    <a:pt x="3507" y="1"/>
                    <a:pt x="24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8"/>
            <p:cNvSpPr/>
            <p:nvPr/>
          </p:nvSpPr>
          <p:spPr>
            <a:xfrm>
              <a:off x="3304301" y="2011327"/>
              <a:ext cx="25500" cy="16553"/>
            </a:xfrm>
            <a:custGeom>
              <a:rect b="b" l="l" r="r" t="t"/>
              <a:pathLst>
                <a:path extrusionOk="0" h="655" w="1009">
                  <a:moveTo>
                    <a:pt x="126" y="1"/>
                  </a:moveTo>
                  <a:cubicBezTo>
                    <a:pt x="55" y="1"/>
                    <a:pt x="1" y="55"/>
                    <a:pt x="1" y="126"/>
                  </a:cubicBezTo>
                  <a:lnTo>
                    <a:pt x="1" y="529"/>
                  </a:lnTo>
                  <a:cubicBezTo>
                    <a:pt x="1" y="600"/>
                    <a:pt x="55" y="655"/>
                    <a:pt x="126" y="655"/>
                  </a:cubicBezTo>
                  <a:lnTo>
                    <a:pt x="889" y="655"/>
                  </a:lnTo>
                  <a:cubicBezTo>
                    <a:pt x="954" y="655"/>
                    <a:pt x="1009" y="600"/>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8"/>
            <p:cNvSpPr/>
            <p:nvPr/>
          </p:nvSpPr>
          <p:spPr>
            <a:xfrm>
              <a:off x="3304301" y="2005944"/>
              <a:ext cx="25500" cy="5560"/>
            </a:xfrm>
            <a:custGeom>
              <a:rect b="b" l="l" r="r" t="t"/>
              <a:pathLst>
                <a:path extrusionOk="0" h="220" w="1009">
                  <a:moveTo>
                    <a:pt x="105" y="1"/>
                  </a:moveTo>
                  <a:cubicBezTo>
                    <a:pt x="45" y="1"/>
                    <a:pt x="1" y="48"/>
                    <a:pt x="6" y="110"/>
                  </a:cubicBezTo>
                  <a:cubicBezTo>
                    <a:pt x="6"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8"/>
            <p:cNvSpPr/>
            <p:nvPr/>
          </p:nvSpPr>
          <p:spPr>
            <a:xfrm>
              <a:off x="3304301" y="1989441"/>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8"/>
            <p:cNvSpPr/>
            <p:nvPr/>
          </p:nvSpPr>
          <p:spPr>
            <a:xfrm>
              <a:off x="3304301" y="1984058"/>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8"/>
            <p:cNvSpPr/>
            <p:nvPr/>
          </p:nvSpPr>
          <p:spPr>
            <a:xfrm>
              <a:off x="3304301" y="1967555"/>
              <a:ext cx="25500" cy="16402"/>
            </a:xfrm>
            <a:custGeom>
              <a:rect b="b" l="l" r="r" t="t"/>
              <a:pathLst>
                <a:path extrusionOk="0" h="649" w="1009">
                  <a:moveTo>
                    <a:pt x="126" y="0"/>
                  </a:moveTo>
                  <a:cubicBezTo>
                    <a:pt x="55" y="0"/>
                    <a:pt x="1" y="55"/>
                    <a:pt x="1" y="125"/>
                  </a:cubicBezTo>
                  <a:lnTo>
                    <a:pt x="1" y="529"/>
                  </a:lnTo>
                  <a:cubicBezTo>
                    <a:pt x="1" y="594"/>
                    <a:pt x="55" y="649"/>
                    <a:pt x="126" y="649"/>
                  </a:cubicBezTo>
                  <a:lnTo>
                    <a:pt x="889" y="649"/>
                  </a:lnTo>
                  <a:cubicBezTo>
                    <a:pt x="954" y="649"/>
                    <a:pt x="1009" y="594"/>
                    <a:pt x="1009" y="529"/>
                  </a:cubicBezTo>
                  <a:lnTo>
                    <a:pt x="1009" y="125"/>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8"/>
            <p:cNvSpPr/>
            <p:nvPr/>
          </p:nvSpPr>
          <p:spPr>
            <a:xfrm>
              <a:off x="3304301" y="1962045"/>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8"/>
            <p:cNvSpPr/>
            <p:nvPr/>
          </p:nvSpPr>
          <p:spPr>
            <a:xfrm>
              <a:off x="3304301" y="1945643"/>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8"/>
            <p:cNvSpPr/>
            <p:nvPr/>
          </p:nvSpPr>
          <p:spPr>
            <a:xfrm>
              <a:off x="3304301" y="1940134"/>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8"/>
            <p:cNvSpPr/>
            <p:nvPr/>
          </p:nvSpPr>
          <p:spPr>
            <a:xfrm>
              <a:off x="3304301" y="1923757"/>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8"/>
            <p:cNvSpPr/>
            <p:nvPr/>
          </p:nvSpPr>
          <p:spPr>
            <a:xfrm>
              <a:off x="3304301" y="1918248"/>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8"/>
            <p:cNvSpPr/>
            <p:nvPr/>
          </p:nvSpPr>
          <p:spPr>
            <a:xfrm>
              <a:off x="3304301" y="1901846"/>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8"/>
            <p:cNvSpPr/>
            <p:nvPr/>
          </p:nvSpPr>
          <p:spPr>
            <a:xfrm>
              <a:off x="3304301" y="1896337"/>
              <a:ext cx="25500" cy="5535"/>
            </a:xfrm>
            <a:custGeom>
              <a:rect b="b" l="l" r="r" t="t"/>
              <a:pathLst>
                <a:path extrusionOk="0" h="219" w="1009">
                  <a:moveTo>
                    <a:pt x="105" y="1"/>
                  </a:moveTo>
                  <a:cubicBezTo>
                    <a:pt x="45" y="1"/>
                    <a:pt x="6" y="48"/>
                    <a:pt x="6" y="110"/>
                  </a:cubicBezTo>
                  <a:cubicBezTo>
                    <a:pt x="1" y="170"/>
                    <a:pt x="50" y="219"/>
                    <a:pt x="115" y="219"/>
                  </a:cubicBezTo>
                  <a:lnTo>
                    <a:pt x="900" y="219"/>
                  </a:lnTo>
                  <a:cubicBezTo>
                    <a:pt x="960" y="219"/>
                    <a:pt x="1009" y="170"/>
                    <a:pt x="1009" y="110"/>
                  </a:cubicBezTo>
                  <a:cubicBezTo>
                    <a:pt x="1009" y="45"/>
                    <a:pt x="960"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8"/>
            <p:cNvSpPr/>
            <p:nvPr/>
          </p:nvSpPr>
          <p:spPr>
            <a:xfrm>
              <a:off x="3304301" y="1879960"/>
              <a:ext cx="25500" cy="16402"/>
            </a:xfrm>
            <a:custGeom>
              <a:rect b="b" l="l" r="r" t="t"/>
              <a:pathLst>
                <a:path extrusionOk="0" h="649" w="1009">
                  <a:moveTo>
                    <a:pt x="126" y="1"/>
                  </a:moveTo>
                  <a:cubicBezTo>
                    <a:pt x="55" y="1"/>
                    <a:pt x="1" y="55"/>
                    <a:pt x="1" y="120"/>
                  </a:cubicBezTo>
                  <a:lnTo>
                    <a:pt x="1" y="524"/>
                  </a:lnTo>
                  <a:cubicBezTo>
                    <a:pt x="1" y="594"/>
                    <a:pt x="55" y="649"/>
                    <a:pt x="126" y="649"/>
                  </a:cubicBezTo>
                  <a:lnTo>
                    <a:pt x="889" y="649"/>
                  </a:lnTo>
                  <a:cubicBezTo>
                    <a:pt x="954" y="649"/>
                    <a:pt x="1009" y="594"/>
                    <a:pt x="1009" y="524"/>
                  </a:cubicBezTo>
                  <a:lnTo>
                    <a:pt x="1009" y="120"/>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8"/>
            <p:cNvSpPr/>
            <p:nvPr/>
          </p:nvSpPr>
          <p:spPr>
            <a:xfrm>
              <a:off x="3304301" y="1874451"/>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8"/>
            <p:cNvSpPr/>
            <p:nvPr/>
          </p:nvSpPr>
          <p:spPr>
            <a:xfrm>
              <a:off x="3304301" y="1858074"/>
              <a:ext cx="25500" cy="16402"/>
            </a:xfrm>
            <a:custGeom>
              <a:rect b="b" l="l" r="r" t="t"/>
              <a:pathLst>
                <a:path extrusionOk="0" h="649" w="1009">
                  <a:moveTo>
                    <a:pt x="126" y="0"/>
                  </a:moveTo>
                  <a:cubicBezTo>
                    <a:pt x="55" y="0"/>
                    <a:pt x="1" y="49"/>
                    <a:pt x="1" y="120"/>
                  </a:cubicBezTo>
                  <a:lnTo>
                    <a:pt x="1" y="523"/>
                  </a:lnTo>
                  <a:cubicBezTo>
                    <a:pt x="1" y="594"/>
                    <a:pt x="55" y="649"/>
                    <a:pt x="126" y="649"/>
                  </a:cubicBezTo>
                  <a:lnTo>
                    <a:pt x="889" y="649"/>
                  </a:lnTo>
                  <a:cubicBezTo>
                    <a:pt x="954" y="649"/>
                    <a:pt x="1009" y="594"/>
                    <a:pt x="1009" y="523"/>
                  </a:cubicBezTo>
                  <a:lnTo>
                    <a:pt x="1009" y="120"/>
                  </a:lnTo>
                  <a:cubicBezTo>
                    <a:pt x="1009" y="49"/>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8"/>
            <p:cNvSpPr/>
            <p:nvPr/>
          </p:nvSpPr>
          <p:spPr>
            <a:xfrm>
              <a:off x="3304301" y="1852539"/>
              <a:ext cx="25500" cy="5560"/>
            </a:xfrm>
            <a:custGeom>
              <a:rect b="b" l="l" r="r" t="t"/>
              <a:pathLst>
                <a:path extrusionOk="0" h="220" w="1009">
                  <a:moveTo>
                    <a:pt x="105" y="1"/>
                  </a:moveTo>
                  <a:cubicBezTo>
                    <a:pt x="45" y="1"/>
                    <a:pt x="1" y="48"/>
                    <a:pt x="6" y="110"/>
                  </a:cubicBezTo>
                  <a:cubicBezTo>
                    <a:pt x="1"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8"/>
            <p:cNvSpPr/>
            <p:nvPr/>
          </p:nvSpPr>
          <p:spPr>
            <a:xfrm>
              <a:off x="3304301" y="1836036"/>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8"/>
            <p:cNvSpPr/>
            <p:nvPr/>
          </p:nvSpPr>
          <p:spPr>
            <a:xfrm>
              <a:off x="3304301" y="1830527"/>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8"/>
            <p:cNvSpPr/>
            <p:nvPr/>
          </p:nvSpPr>
          <p:spPr>
            <a:xfrm>
              <a:off x="3304301" y="1814125"/>
              <a:ext cx="25500" cy="16427"/>
            </a:xfrm>
            <a:custGeom>
              <a:rect b="b" l="l" r="r" t="t"/>
              <a:pathLst>
                <a:path extrusionOk="0" h="650" w="1009">
                  <a:moveTo>
                    <a:pt x="126" y="1"/>
                  </a:moveTo>
                  <a:cubicBezTo>
                    <a:pt x="55" y="1"/>
                    <a:pt x="1" y="55"/>
                    <a:pt x="1" y="126"/>
                  </a:cubicBezTo>
                  <a:lnTo>
                    <a:pt x="1" y="529"/>
                  </a:lnTo>
                  <a:cubicBezTo>
                    <a:pt x="1" y="595"/>
                    <a:pt x="55" y="649"/>
                    <a:pt x="126" y="649"/>
                  </a:cubicBezTo>
                  <a:lnTo>
                    <a:pt x="889" y="649"/>
                  </a:lnTo>
                  <a:cubicBezTo>
                    <a:pt x="954" y="649"/>
                    <a:pt x="1009" y="595"/>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8"/>
            <p:cNvSpPr/>
            <p:nvPr/>
          </p:nvSpPr>
          <p:spPr>
            <a:xfrm>
              <a:off x="3304301" y="1808616"/>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8"/>
            <p:cNvSpPr/>
            <p:nvPr/>
          </p:nvSpPr>
          <p:spPr>
            <a:xfrm>
              <a:off x="3304301" y="1792239"/>
              <a:ext cx="25500" cy="16402"/>
            </a:xfrm>
            <a:custGeom>
              <a:rect b="b" l="l" r="r" t="t"/>
              <a:pathLst>
                <a:path extrusionOk="0" h="649" w="1009">
                  <a:moveTo>
                    <a:pt x="126" y="1"/>
                  </a:moveTo>
                  <a:cubicBezTo>
                    <a:pt x="55" y="1"/>
                    <a:pt x="1" y="55"/>
                    <a:pt x="1" y="126"/>
                  </a:cubicBezTo>
                  <a:lnTo>
                    <a:pt x="1" y="529"/>
                  </a:lnTo>
                  <a:cubicBezTo>
                    <a:pt x="1" y="594"/>
                    <a:pt x="55" y="649"/>
                    <a:pt x="126" y="649"/>
                  </a:cubicBezTo>
                  <a:lnTo>
                    <a:pt x="889" y="649"/>
                  </a:lnTo>
                  <a:cubicBezTo>
                    <a:pt x="954" y="649"/>
                    <a:pt x="1009" y="594"/>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8"/>
            <p:cNvSpPr/>
            <p:nvPr/>
          </p:nvSpPr>
          <p:spPr>
            <a:xfrm>
              <a:off x="3304301" y="1786730"/>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8"/>
            <p:cNvSpPr/>
            <p:nvPr/>
          </p:nvSpPr>
          <p:spPr>
            <a:xfrm>
              <a:off x="3304301" y="1770353"/>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8"/>
            <p:cNvSpPr/>
            <p:nvPr/>
          </p:nvSpPr>
          <p:spPr>
            <a:xfrm>
              <a:off x="3304301" y="1764819"/>
              <a:ext cx="25500" cy="5560"/>
            </a:xfrm>
            <a:custGeom>
              <a:rect b="b" l="l" r="r" t="t"/>
              <a:pathLst>
                <a:path extrusionOk="0" h="220" w="1009">
                  <a:moveTo>
                    <a:pt x="106" y="1"/>
                  </a:moveTo>
                  <a:cubicBezTo>
                    <a:pt x="45" y="1"/>
                    <a:pt x="1" y="53"/>
                    <a:pt x="6" y="110"/>
                  </a:cubicBezTo>
                  <a:cubicBezTo>
                    <a:pt x="6" y="170"/>
                    <a:pt x="50" y="219"/>
                    <a:pt x="115" y="219"/>
                  </a:cubicBezTo>
                  <a:lnTo>
                    <a:pt x="900" y="219"/>
                  </a:lnTo>
                  <a:cubicBezTo>
                    <a:pt x="960" y="219"/>
                    <a:pt x="1009" y="170"/>
                    <a:pt x="1009" y="110"/>
                  </a:cubicBezTo>
                  <a:cubicBezTo>
                    <a:pt x="1009" y="53"/>
                    <a:pt x="964" y="1"/>
                    <a:pt x="908" y="1"/>
                  </a:cubicBezTo>
                  <a:cubicBezTo>
                    <a:pt x="905" y="1"/>
                    <a:pt x="902" y="1"/>
                    <a:pt x="900" y="1"/>
                  </a:cubicBezTo>
                  <a:lnTo>
                    <a:pt x="115" y="1"/>
                  </a:lnTo>
                  <a:cubicBezTo>
                    <a:pt x="112" y="1"/>
                    <a:pt x="109" y="1"/>
                    <a:pt x="1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8"/>
            <p:cNvSpPr/>
            <p:nvPr/>
          </p:nvSpPr>
          <p:spPr>
            <a:xfrm>
              <a:off x="3304301" y="1748442"/>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8"/>
            <p:cNvSpPr/>
            <p:nvPr/>
          </p:nvSpPr>
          <p:spPr>
            <a:xfrm>
              <a:off x="3304301" y="1742933"/>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8"/>
            <p:cNvSpPr/>
            <p:nvPr/>
          </p:nvSpPr>
          <p:spPr>
            <a:xfrm>
              <a:off x="3304301" y="1726556"/>
              <a:ext cx="25500" cy="16402"/>
            </a:xfrm>
            <a:custGeom>
              <a:rect b="b" l="l" r="r" t="t"/>
              <a:pathLst>
                <a:path extrusionOk="0" h="649" w="1009">
                  <a:moveTo>
                    <a:pt x="126"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8"/>
            <p:cNvSpPr/>
            <p:nvPr/>
          </p:nvSpPr>
          <p:spPr>
            <a:xfrm>
              <a:off x="3304301" y="1721047"/>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8"/>
            <p:cNvSpPr/>
            <p:nvPr/>
          </p:nvSpPr>
          <p:spPr>
            <a:xfrm>
              <a:off x="3304301" y="1704645"/>
              <a:ext cx="25500" cy="16427"/>
            </a:xfrm>
            <a:custGeom>
              <a:rect b="b" l="l" r="r" t="t"/>
              <a:pathLst>
                <a:path extrusionOk="0" h="650" w="1009">
                  <a:moveTo>
                    <a:pt x="126" y="1"/>
                  </a:moveTo>
                  <a:cubicBezTo>
                    <a:pt x="55" y="1"/>
                    <a:pt x="1" y="50"/>
                    <a:pt x="1" y="121"/>
                  </a:cubicBezTo>
                  <a:lnTo>
                    <a:pt x="1" y="524"/>
                  </a:lnTo>
                  <a:cubicBezTo>
                    <a:pt x="1" y="595"/>
                    <a:pt x="55" y="649"/>
                    <a:pt x="126" y="649"/>
                  </a:cubicBezTo>
                  <a:lnTo>
                    <a:pt x="889" y="649"/>
                  </a:lnTo>
                  <a:cubicBezTo>
                    <a:pt x="954" y="649"/>
                    <a:pt x="1009" y="595"/>
                    <a:pt x="1009" y="524"/>
                  </a:cubicBezTo>
                  <a:lnTo>
                    <a:pt x="1009" y="121"/>
                  </a:lnTo>
                  <a:cubicBezTo>
                    <a:pt x="1009" y="50"/>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8"/>
            <p:cNvSpPr/>
            <p:nvPr/>
          </p:nvSpPr>
          <p:spPr>
            <a:xfrm>
              <a:off x="3329776" y="1994116"/>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8"/>
            <p:cNvSpPr/>
            <p:nvPr/>
          </p:nvSpPr>
          <p:spPr>
            <a:xfrm>
              <a:off x="3295077" y="1994116"/>
              <a:ext cx="9654" cy="7203"/>
            </a:xfrm>
            <a:custGeom>
              <a:rect b="b" l="l" r="r" t="t"/>
              <a:pathLst>
                <a:path extrusionOk="0" h="285" w="382">
                  <a:moveTo>
                    <a:pt x="120" y="1"/>
                  </a:moveTo>
                  <a:cubicBezTo>
                    <a:pt x="55" y="1"/>
                    <a:pt x="1" y="55"/>
                    <a:pt x="1" y="121"/>
                  </a:cubicBezTo>
                  <a:lnTo>
                    <a:pt x="1" y="159"/>
                  </a:lnTo>
                  <a:cubicBezTo>
                    <a:pt x="1" y="230"/>
                    <a:pt x="55" y="284"/>
                    <a:pt x="120" y="284"/>
                  </a:cubicBezTo>
                  <a:lnTo>
                    <a:pt x="382"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8"/>
            <p:cNvSpPr/>
            <p:nvPr/>
          </p:nvSpPr>
          <p:spPr>
            <a:xfrm>
              <a:off x="3329776" y="1972230"/>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8"/>
            <p:cNvSpPr/>
            <p:nvPr/>
          </p:nvSpPr>
          <p:spPr>
            <a:xfrm>
              <a:off x="3294950" y="1972230"/>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8"/>
            <p:cNvSpPr/>
            <p:nvPr/>
          </p:nvSpPr>
          <p:spPr>
            <a:xfrm>
              <a:off x="3329776" y="1950319"/>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8"/>
            <p:cNvSpPr/>
            <p:nvPr/>
          </p:nvSpPr>
          <p:spPr>
            <a:xfrm>
              <a:off x="3294950" y="1950319"/>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8"/>
            <p:cNvSpPr/>
            <p:nvPr/>
          </p:nvSpPr>
          <p:spPr>
            <a:xfrm>
              <a:off x="3329776" y="1928306"/>
              <a:ext cx="9401" cy="7177"/>
            </a:xfrm>
            <a:custGeom>
              <a:rect b="b" l="l" r="r" t="t"/>
              <a:pathLst>
                <a:path extrusionOk="0" h="284" w="372">
                  <a:moveTo>
                    <a:pt x="1" y="0"/>
                  </a:moveTo>
                  <a:lnTo>
                    <a:pt x="1" y="283"/>
                  </a:lnTo>
                  <a:lnTo>
                    <a:pt x="251" y="283"/>
                  </a:lnTo>
                  <a:cubicBezTo>
                    <a:pt x="317" y="283"/>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8"/>
            <p:cNvSpPr/>
            <p:nvPr/>
          </p:nvSpPr>
          <p:spPr>
            <a:xfrm>
              <a:off x="3294950" y="1928306"/>
              <a:ext cx="9654" cy="7177"/>
            </a:xfrm>
            <a:custGeom>
              <a:rect b="b" l="l" r="r" t="t"/>
              <a:pathLst>
                <a:path extrusionOk="0" h="284" w="382">
                  <a:moveTo>
                    <a:pt x="125" y="0"/>
                  </a:moveTo>
                  <a:cubicBezTo>
                    <a:pt x="55" y="0"/>
                    <a:pt x="0" y="55"/>
                    <a:pt x="0" y="120"/>
                  </a:cubicBezTo>
                  <a:lnTo>
                    <a:pt x="0" y="164"/>
                  </a:lnTo>
                  <a:cubicBezTo>
                    <a:pt x="0" y="229"/>
                    <a:pt x="55" y="283"/>
                    <a:pt x="125" y="283"/>
                  </a:cubicBezTo>
                  <a:lnTo>
                    <a:pt x="382" y="283"/>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8"/>
            <p:cNvSpPr/>
            <p:nvPr/>
          </p:nvSpPr>
          <p:spPr>
            <a:xfrm>
              <a:off x="3329776" y="1906395"/>
              <a:ext cx="9401" cy="7203"/>
            </a:xfrm>
            <a:custGeom>
              <a:rect b="b" l="l" r="r" t="t"/>
              <a:pathLst>
                <a:path extrusionOk="0" h="285" w="372">
                  <a:moveTo>
                    <a:pt x="1" y="1"/>
                  </a:moveTo>
                  <a:lnTo>
                    <a:pt x="1" y="284"/>
                  </a:lnTo>
                  <a:lnTo>
                    <a:pt x="251" y="284"/>
                  </a:lnTo>
                  <a:cubicBezTo>
                    <a:pt x="317" y="284"/>
                    <a:pt x="371" y="230"/>
                    <a:pt x="371" y="164"/>
                  </a:cubicBezTo>
                  <a:lnTo>
                    <a:pt x="371" y="126"/>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8"/>
            <p:cNvSpPr/>
            <p:nvPr/>
          </p:nvSpPr>
          <p:spPr>
            <a:xfrm>
              <a:off x="3294950" y="1906395"/>
              <a:ext cx="9654" cy="7203"/>
            </a:xfrm>
            <a:custGeom>
              <a:rect b="b" l="l" r="r" t="t"/>
              <a:pathLst>
                <a:path extrusionOk="0" h="285" w="382">
                  <a:moveTo>
                    <a:pt x="125" y="1"/>
                  </a:moveTo>
                  <a:cubicBezTo>
                    <a:pt x="55" y="1"/>
                    <a:pt x="0" y="55"/>
                    <a:pt x="0" y="126"/>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8"/>
            <p:cNvSpPr/>
            <p:nvPr/>
          </p:nvSpPr>
          <p:spPr>
            <a:xfrm>
              <a:off x="3329776" y="1884509"/>
              <a:ext cx="9401" cy="7177"/>
            </a:xfrm>
            <a:custGeom>
              <a:rect b="b" l="l" r="r" t="t"/>
              <a:pathLst>
                <a:path extrusionOk="0" h="284" w="372">
                  <a:moveTo>
                    <a:pt x="1" y="0"/>
                  </a:moveTo>
                  <a:lnTo>
                    <a:pt x="1" y="284"/>
                  </a:lnTo>
                  <a:lnTo>
                    <a:pt x="251" y="284"/>
                  </a:lnTo>
                  <a:cubicBezTo>
                    <a:pt x="317" y="284"/>
                    <a:pt x="371" y="229"/>
                    <a:pt x="371" y="164"/>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8"/>
            <p:cNvSpPr/>
            <p:nvPr/>
          </p:nvSpPr>
          <p:spPr>
            <a:xfrm>
              <a:off x="3294950" y="1884509"/>
              <a:ext cx="9654" cy="7329"/>
            </a:xfrm>
            <a:custGeom>
              <a:rect b="b" l="l" r="r" t="t"/>
              <a:pathLst>
                <a:path extrusionOk="0" h="290" w="382">
                  <a:moveTo>
                    <a:pt x="125" y="0"/>
                  </a:moveTo>
                  <a:cubicBezTo>
                    <a:pt x="55" y="0"/>
                    <a:pt x="0" y="55"/>
                    <a:pt x="0" y="126"/>
                  </a:cubicBezTo>
                  <a:lnTo>
                    <a:pt x="0" y="169"/>
                  </a:lnTo>
                  <a:cubicBezTo>
                    <a:pt x="0" y="235"/>
                    <a:pt x="55" y="289"/>
                    <a:pt x="125" y="289"/>
                  </a:cubicBezTo>
                  <a:lnTo>
                    <a:pt x="382" y="289"/>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8"/>
            <p:cNvSpPr/>
            <p:nvPr/>
          </p:nvSpPr>
          <p:spPr>
            <a:xfrm>
              <a:off x="3329776" y="1862598"/>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8"/>
            <p:cNvSpPr/>
            <p:nvPr/>
          </p:nvSpPr>
          <p:spPr>
            <a:xfrm>
              <a:off x="3294950" y="1862598"/>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8"/>
            <p:cNvSpPr/>
            <p:nvPr/>
          </p:nvSpPr>
          <p:spPr>
            <a:xfrm>
              <a:off x="3329776" y="1840712"/>
              <a:ext cx="9401" cy="7177"/>
            </a:xfrm>
            <a:custGeom>
              <a:rect b="b" l="l" r="r" t="t"/>
              <a:pathLst>
                <a:path extrusionOk="0" h="284" w="372">
                  <a:moveTo>
                    <a:pt x="1" y="1"/>
                  </a:moveTo>
                  <a:lnTo>
                    <a:pt x="1" y="284"/>
                  </a:lnTo>
                  <a:lnTo>
                    <a:pt x="251" y="284"/>
                  </a:lnTo>
                  <a:cubicBezTo>
                    <a:pt x="317" y="284"/>
                    <a:pt x="371" y="229"/>
                    <a:pt x="371" y="164"/>
                  </a:cubicBezTo>
                  <a:lnTo>
                    <a:pt x="371" y="120"/>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8"/>
            <p:cNvSpPr/>
            <p:nvPr/>
          </p:nvSpPr>
          <p:spPr>
            <a:xfrm>
              <a:off x="3294950" y="1840712"/>
              <a:ext cx="9654" cy="7177"/>
            </a:xfrm>
            <a:custGeom>
              <a:rect b="b" l="l" r="r" t="t"/>
              <a:pathLst>
                <a:path extrusionOk="0" h="284" w="382">
                  <a:moveTo>
                    <a:pt x="125" y="1"/>
                  </a:moveTo>
                  <a:cubicBezTo>
                    <a:pt x="55" y="1"/>
                    <a:pt x="0" y="55"/>
                    <a:pt x="0" y="120"/>
                  </a:cubicBezTo>
                  <a:lnTo>
                    <a:pt x="0" y="164"/>
                  </a:lnTo>
                  <a:cubicBezTo>
                    <a:pt x="0" y="229"/>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8"/>
            <p:cNvSpPr/>
            <p:nvPr/>
          </p:nvSpPr>
          <p:spPr>
            <a:xfrm>
              <a:off x="3329776" y="1818826"/>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8"/>
            <p:cNvSpPr/>
            <p:nvPr/>
          </p:nvSpPr>
          <p:spPr>
            <a:xfrm>
              <a:off x="3294950" y="181882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8"/>
            <p:cNvSpPr/>
            <p:nvPr/>
          </p:nvSpPr>
          <p:spPr>
            <a:xfrm>
              <a:off x="3329776" y="179691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8"/>
            <p:cNvSpPr/>
            <p:nvPr/>
          </p:nvSpPr>
          <p:spPr>
            <a:xfrm>
              <a:off x="3294950" y="1796915"/>
              <a:ext cx="9654" cy="7051"/>
            </a:xfrm>
            <a:custGeom>
              <a:rect b="b" l="l" r="r" t="t"/>
              <a:pathLst>
                <a:path extrusionOk="0" h="279" w="382">
                  <a:moveTo>
                    <a:pt x="125" y="1"/>
                  </a:moveTo>
                  <a:cubicBezTo>
                    <a:pt x="55" y="1"/>
                    <a:pt x="0" y="55"/>
                    <a:pt x="0" y="121"/>
                  </a:cubicBezTo>
                  <a:lnTo>
                    <a:pt x="0" y="159"/>
                  </a:lnTo>
                  <a:cubicBezTo>
                    <a:pt x="0" y="224"/>
                    <a:pt x="55" y="279"/>
                    <a:pt x="125" y="279"/>
                  </a:cubicBezTo>
                  <a:lnTo>
                    <a:pt x="382" y="279"/>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8"/>
            <p:cNvSpPr/>
            <p:nvPr/>
          </p:nvSpPr>
          <p:spPr>
            <a:xfrm>
              <a:off x="3329776" y="1774877"/>
              <a:ext cx="9401" cy="7203"/>
            </a:xfrm>
            <a:custGeom>
              <a:rect b="b" l="l" r="r" t="t"/>
              <a:pathLst>
                <a:path extrusionOk="0" h="285" w="372">
                  <a:moveTo>
                    <a:pt x="1" y="1"/>
                  </a:moveTo>
                  <a:lnTo>
                    <a:pt x="1" y="284"/>
                  </a:lnTo>
                  <a:lnTo>
                    <a:pt x="251" y="284"/>
                  </a:lnTo>
                  <a:cubicBezTo>
                    <a:pt x="254" y="285"/>
                    <a:pt x="257" y="285"/>
                    <a:pt x="260" y="285"/>
                  </a:cubicBezTo>
                  <a:cubicBezTo>
                    <a:pt x="322" y="285"/>
                    <a:pt x="371" y="232"/>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8"/>
            <p:cNvSpPr/>
            <p:nvPr/>
          </p:nvSpPr>
          <p:spPr>
            <a:xfrm>
              <a:off x="3294950" y="1774877"/>
              <a:ext cx="9654" cy="7203"/>
            </a:xfrm>
            <a:custGeom>
              <a:rect b="b" l="l" r="r" t="t"/>
              <a:pathLst>
                <a:path extrusionOk="0" h="285" w="382">
                  <a:moveTo>
                    <a:pt x="125" y="1"/>
                  </a:moveTo>
                  <a:cubicBezTo>
                    <a:pt x="55" y="1"/>
                    <a:pt x="0" y="61"/>
                    <a:pt x="0" y="126"/>
                  </a:cubicBezTo>
                  <a:lnTo>
                    <a:pt x="0" y="164"/>
                  </a:lnTo>
                  <a:cubicBezTo>
                    <a:pt x="0" y="235"/>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8"/>
            <p:cNvSpPr/>
            <p:nvPr/>
          </p:nvSpPr>
          <p:spPr>
            <a:xfrm>
              <a:off x="3329776" y="1752991"/>
              <a:ext cx="9401" cy="7177"/>
            </a:xfrm>
            <a:custGeom>
              <a:rect b="b" l="l" r="r" t="t"/>
              <a:pathLst>
                <a:path extrusionOk="0" h="284" w="372">
                  <a:moveTo>
                    <a:pt x="1" y="1"/>
                  </a:moveTo>
                  <a:lnTo>
                    <a:pt x="1" y="284"/>
                  </a:lnTo>
                  <a:lnTo>
                    <a:pt x="251" y="284"/>
                  </a:lnTo>
                  <a:cubicBezTo>
                    <a:pt x="317" y="284"/>
                    <a:pt x="371" y="229"/>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8"/>
            <p:cNvSpPr/>
            <p:nvPr/>
          </p:nvSpPr>
          <p:spPr>
            <a:xfrm>
              <a:off x="3295077" y="1752991"/>
              <a:ext cx="9654" cy="7329"/>
            </a:xfrm>
            <a:custGeom>
              <a:rect b="b" l="l" r="r" t="t"/>
              <a:pathLst>
                <a:path extrusionOk="0" h="290" w="382">
                  <a:moveTo>
                    <a:pt x="120" y="1"/>
                  </a:moveTo>
                  <a:cubicBezTo>
                    <a:pt x="50" y="6"/>
                    <a:pt x="1" y="61"/>
                    <a:pt x="1" y="126"/>
                  </a:cubicBezTo>
                  <a:lnTo>
                    <a:pt x="1" y="170"/>
                  </a:lnTo>
                  <a:cubicBezTo>
                    <a:pt x="1" y="235"/>
                    <a:pt x="55" y="289"/>
                    <a:pt x="120" y="289"/>
                  </a:cubicBezTo>
                  <a:lnTo>
                    <a:pt x="382" y="289"/>
                  </a:lnTo>
                  <a:lnTo>
                    <a:pt x="37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8"/>
            <p:cNvSpPr/>
            <p:nvPr/>
          </p:nvSpPr>
          <p:spPr>
            <a:xfrm>
              <a:off x="3329776" y="1731105"/>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8"/>
            <p:cNvSpPr/>
            <p:nvPr/>
          </p:nvSpPr>
          <p:spPr>
            <a:xfrm>
              <a:off x="3294950" y="1731105"/>
              <a:ext cx="9654" cy="7177"/>
            </a:xfrm>
            <a:custGeom>
              <a:rect b="b" l="l" r="r" t="t"/>
              <a:pathLst>
                <a:path extrusionOk="0" h="284" w="382">
                  <a:moveTo>
                    <a:pt x="125" y="0"/>
                  </a:moveTo>
                  <a:cubicBezTo>
                    <a:pt x="55" y="0"/>
                    <a:pt x="0" y="55"/>
                    <a:pt x="0" y="126"/>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8"/>
            <p:cNvSpPr/>
            <p:nvPr/>
          </p:nvSpPr>
          <p:spPr>
            <a:xfrm>
              <a:off x="3329776" y="1709194"/>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8"/>
            <p:cNvSpPr/>
            <p:nvPr/>
          </p:nvSpPr>
          <p:spPr>
            <a:xfrm>
              <a:off x="3294950" y="1709194"/>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8"/>
            <p:cNvSpPr/>
            <p:nvPr/>
          </p:nvSpPr>
          <p:spPr>
            <a:xfrm>
              <a:off x="3190246" y="1739344"/>
              <a:ext cx="127626" cy="81706"/>
            </a:xfrm>
            <a:custGeom>
              <a:rect b="b" l="l" r="r" t="t"/>
              <a:pathLst>
                <a:path extrusionOk="0" h="3233" w="5050">
                  <a:moveTo>
                    <a:pt x="1553" y="0"/>
                  </a:moveTo>
                  <a:cubicBezTo>
                    <a:pt x="854" y="0"/>
                    <a:pt x="0" y="174"/>
                    <a:pt x="7" y="699"/>
                  </a:cubicBezTo>
                  <a:cubicBezTo>
                    <a:pt x="9" y="967"/>
                    <a:pt x="100" y="1047"/>
                    <a:pt x="229" y="1047"/>
                  </a:cubicBezTo>
                  <a:cubicBezTo>
                    <a:pt x="416" y="1047"/>
                    <a:pt x="683" y="876"/>
                    <a:pt x="865" y="876"/>
                  </a:cubicBezTo>
                  <a:cubicBezTo>
                    <a:pt x="927" y="876"/>
                    <a:pt x="980" y="896"/>
                    <a:pt x="1015" y="949"/>
                  </a:cubicBezTo>
                  <a:cubicBezTo>
                    <a:pt x="1228" y="1271"/>
                    <a:pt x="1108" y="2322"/>
                    <a:pt x="743" y="2322"/>
                  </a:cubicBezTo>
                  <a:cubicBezTo>
                    <a:pt x="372" y="2322"/>
                    <a:pt x="1364" y="3232"/>
                    <a:pt x="1364" y="3232"/>
                  </a:cubicBezTo>
                  <a:cubicBezTo>
                    <a:pt x="1364" y="3232"/>
                    <a:pt x="2563" y="3211"/>
                    <a:pt x="3222" y="2480"/>
                  </a:cubicBezTo>
                  <a:cubicBezTo>
                    <a:pt x="3882" y="1756"/>
                    <a:pt x="4448" y="1897"/>
                    <a:pt x="4149" y="1303"/>
                  </a:cubicBezTo>
                  <a:cubicBezTo>
                    <a:pt x="3905" y="820"/>
                    <a:pt x="4578" y="632"/>
                    <a:pt x="4869" y="632"/>
                  </a:cubicBezTo>
                  <a:cubicBezTo>
                    <a:pt x="4935" y="632"/>
                    <a:pt x="4982" y="642"/>
                    <a:pt x="4993" y="660"/>
                  </a:cubicBezTo>
                  <a:cubicBezTo>
                    <a:pt x="4998" y="667"/>
                    <a:pt x="5002" y="670"/>
                    <a:pt x="5005" y="670"/>
                  </a:cubicBezTo>
                  <a:cubicBezTo>
                    <a:pt x="5050" y="670"/>
                    <a:pt x="4993" y="148"/>
                    <a:pt x="4993" y="148"/>
                  </a:cubicBezTo>
                  <a:lnTo>
                    <a:pt x="4448" y="208"/>
                  </a:lnTo>
                  <a:cubicBezTo>
                    <a:pt x="4448" y="208"/>
                    <a:pt x="3997" y="238"/>
                    <a:pt x="3506" y="238"/>
                  </a:cubicBezTo>
                  <a:cubicBezTo>
                    <a:pt x="3053" y="238"/>
                    <a:pt x="2566" y="212"/>
                    <a:pt x="2372" y="116"/>
                  </a:cubicBezTo>
                  <a:cubicBezTo>
                    <a:pt x="2235" y="47"/>
                    <a:pt x="1915" y="0"/>
                    <a:pt x="15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8"/>
            <p:cNvSpPr/>
            <p:nvPr/>
          </p:nvSpPr>
          <p:spPr>
            <a:xfrm>
              <a:off x="3314865" y="1739344"/>
              <a:ext cx="127778" cy="81706"/>
            </a:xfrm>
            <a:custGeom>
              <a:rect b="b" l="l" r="r" t="t"/>
              <a:pathLst>
                <a:path extrusionOk="0" h="3233" w="5056">
                  <a:moveTo>
                    <a:pt x="3502" y="0"/>
                  </a:moveTo>
                  <a:cubicBezTo>
                    <a:pt x="3140" y="0"/>
                    <a:pt x="2821" y="47"/>
                    <a:pt x="2683" y="116"/>
                  </a:cubicBezTo>
                  <a:cubicBezTo>
                    <a:pt x="2487" y="212"/>
                    <a:pt x="1998" y="238"/>
                    <a:pt x="1544" y="238"/>
                  </a:cubicBezTo>
                  <a:cubicBezTo>
                    <a:pt x="1053" y="238"/>
                    <a:pt x="602" y="208"/>
                    <a:pt x="602" y="208"/>
                  </a:cubicBezTo>
                  <a:lnTo>
                    <a:pt x="57" y="148"/>
                  </a:lnTo>
                  <a:cubicBezTo>
                    <a:pt x="57" y="148"/>
                    <a:pt x="0" y="670"/>
                    <a:pt x="45" y="670"/>
                  </a:cubicBezTo>
                  <a:cubicBezTo>
                    <a:pt x="48" y="670"/>
                    <a:pt x="52" y="667"/>
                    <a:pt x="57" y="660"/>
                  </a:cubicBezTo>
                  <a:cubicBezTo>
                    <a:pt x="69" y="642"/>
                    <a:pt x="116" y="632"/>
                    <a:pt x="183" y="632"/>
                  </a:cubicBezTo>
                  <a:cubicBezTo>
                    <a:pt x="475" y="632"/>
                    <a:pt x="1145" y="820"/>
                    <a:pt x="901" y="1303"/>
                  </a:cubicBezTo>
                  <a:cubicBezTo>
                    <a:pt x="602" y="1897"/>
                    <a:pt x="1168" y="1756"/>
                    <a:pt x="1828" y="2480"/>
                  </a:cubicBezTo>
                  <a:cubicBezTo>
                    <a:pt x="2487" y="3211"/>
                    <a:pt x="3686" y="3232"/>
                    <a:pt x="3686" y="3232"/>
                  </a:cubicBezTo>
                  <a:cubicBezTo>
                    <a:pt x="3686" y="3232"/>
                    <a:pt x="4677" y="2322"/>
                    <a:pt x="4312" y="2322"/>
                  </a:cubicBezTo>
                  <a:cubicBezTo>
                    <a:pt x="3942" y="2322"/>
                    <a:pt x="3827" y="1271"/>
                    <a:pt x="4040" y="949"/>
                  </a:cubicBezTo>
                  <a:cubicBezTo>
                    <a:pt x="4076" y="896"/>
                    <a:pt x="4128" y="876"/>
                    <a:pt x="4189" y="876"/>
                  </a:cubicBezTo>
                  <a:cubicBezTo>
                    <a:pt x="4371" y="876"/>
                    <a:pt x="4636" y="1047"/>
                    <a:pt x="4824" y="1047"/>
                  </a:cubicBezTo>
                  <a:cubicBezTo>
                    <a:pt x="4952" y="1047"/>
                    <a:pt x="5044" y="967"/>
                    <a:pt x="5048" y="699"/>
                  </a:cubicBezTo>
                  <a:cubicBezTo>
                    <a:pt x="5055" y="174"/>
                    <a:pt x="4201" y="0"/>
                    <a:pt x="35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8"/>
            <p:cNvSpPr/>
            <p:nvPr/>
          </p:nvSpPr>
          <p:spPr>
            <a:xfrm>
              <a:off x="3240690" y="2052799"/>
              <a:ext cx="30175" cy="54134"/>
            </a:xfrm>
            <a:custGeom>
              <a:rect b="b" l="l" r="r" t="t"/>
              <a:pathLst>
                <a:path extrusionOk="0" h="2142" w="1194">
                  <a:moveTo>
                    <a:pt x="594" y="0"/>
                  </a:moveTo>
                  <a:cubicBezTo>
                    <a:pt x="267" y="0"/>
                    <a:pt x="0" y="480"/>
                    <a:pt x="0" y="1073"/>
                  </a:cubicBezTo>
                  <a:cubicBezTo>
                    <a:pt x="0" y="1662"/>
                    <a:pt x="267" y="2141"/>
                    <a:pt x="594" y="2141"/>
                  </a:cubicBezTo>
                  <a:cubicBezTo>
                    <a:pt x="927" y="2141"/>
                    <a:pt x="1194" y="1662"/>
                    <a:pt x="1194" y="1073"/>
                  </a:cubicBezTo>
                  <a:cubicBezTo>
                    <a:pt x="1194" y="480"/>
                    <a:pt x="927" y="0"/>
                    <a:pt x="5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8"/>
            <p:cNvSpPr/>
            <p:nvPr/>
          </p:nvSpPr>
          <p:spPr>
            <a:xfrm>
              <a:off x="3186556" y="1765299"/>
              <a:ext cx="34446" cy="33663"/>
            </a:xfrm>
            <a:custGeom>
              <a:rect b="b" l="l" r="r" t="t"/>
              <a:pathLst>
                <a:path extrusionOk="0" h="1332" w="1363">
                  <a:moveTo>
                    <a:pt x="567" y="0"/>
                  </a:moveTo>
                  <a:cubicBezTo>
                    <a:pt x="479" y="0"/>
                    <a:pt x="393" y="22"/>
                    <a:pt x="317" y="69"/>
                  </a:cubicBezTo>
                  <a:cubicBezTo>
                    <a:pt x="50" y="227"/>
                    <a:pt x="1" y="631"/>
                    <a:pt x="202" y="963"/>
                  </a:cubicBezTo>
                  <a:cubicBezTo>
                    <a:pt x="346" y="1196"/>
                    <a:pt x="578" y="1332"/>
                    <a:pt x="796" y="1332"/>
                  </a:cubicBezTo>
                  <a:cubicBezTo>
                    <a:pt x="884" y="1332"/>
                    <a:pt x="970" y="1310"/>
                    <a:pt x="1047" y="1263"/>
                  </a:cubicBezTo>
                  <a:cubicBezTo>
                    <a:pt x="1314" y="1105"/>
                    <a:pt x="1363" y="701"/>
                    <a:pt x="1161" y="375"/>
                  </a:cubicBezTo>
                  <a:cubicBezTo>
                    <a:pt x="1018" y="138"/>
                    <a:pt x="785" y="0"/>
                    <a:pt x="5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8"/>
            <p:cNvSpPr/>
            <p:nvPr/>
          </p:nvSpPr>
          <p:spPr>
            <a:xfrm>
              <a:off x="3144023" y="1950799"/>
              <a:ext cx="37479" cy="24818"/>
            </a:xfrm>
            <a:custGeom>
              <a:rect b="b" l="l" r="r" t="t"/>
              <a:pathLst>
                <a:path extrusionOk="0" h="982" w="1483">
                  <a:moveTo>
                    <a:pt x="525" y="1"/>
                  </a:moveTo>
                  <a:cubicBezTo>
                    <a:pt x="322" y="1"/>
                    <a:pt x="156" y="77"/>
                    <a:pt x="98" y="216"/>
                  </a:cubicBezTo>
                  <a:cubicBezTo>
                    <a:pt x="0" y="440"/>
                    <a:pt x="213" y="745"/>
                    <a:pt x="567" y="897"/>
                  </a:cubicBezTo>
                  <a:cubicBezTo>
                    <a:pt x="700" y="955"/>
                    <a:pt x="835" y="982"/>
                    <a:pt x="957" y="982"/>
                  </a:cubicBezTo>
                  <a:cubicBezTo>
                    <a:pt x="1160" y="982"/>
                    <a:pt x="1326" y="906"/>
                    <a:pt x="1384" y="767"/>
                  </a:cubicBezTo>
                  <a:cubicBezTo>
                    <a:pt x="1482" y="543"/>
                    <a:pt x="1270" y="238"/>
                    <a:pt x="915" y="86"/>
                  </a:cubicBezTo>
                  <a:cubicBezTo>
                    <a:pt x="783" y="28"/>
                    <a:pt x="647" y="1"/>
                    <a:pt x="5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8"/>
            <p:cNvSpPr/>
            <p:nvPr/>
          </p:nvSpPr>
          <p:spPr>
            <a:xfrm>
              <a:off x="3259265" y="2344595"/>
              <a:ext cx="40941" cy="40916"/>
            </a:xfrm>
            <a:custGeom>
              <a:rect b="b" l="l" r="r" t="t"/>
              <a:pathLst>
                <a:path extrusionOk="0" h="1619" w="1620">
                  <a:moveTo>
                    <a:pt x="813" y="0"/>
                  </a:moveTo>
                  <a:cubicBezTo>
                    <a:pt x="366" y="0"/>
                    <a:pt x="1" y="365"/>
                    <a:pt x="1" y="812"/>
                  </a:cubicBezTo>
                  <a:cubicBezTo>
                    <a:pt x="1" y="1259"/>
                    <a:pt x="366" y="1619"/>
                    <a:pt x="813" y="1619"/>
                  </a:cubicBezTo>
                  <a:cubicBezTo>
                    <a:pt x="1260" y="1619"/>
                    <a:pt x="1619" y="1259"/>
                    <a:pt x="1619" y="812"/>
                  </a:cubicBezTo>
                  <a:cubicBezTo>
                    <a:pt x="1619" y="365"/>
                    <a:pt x="1260" y="0"/>
                    <a:pt x="8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8"/>
            <p:cNvSpPr/>
            <p:nvPr/>
          </p:nvSpPr>
          <p:spPr>
            <a:xfrm>
              <a:off x="3089889" y="2102737"/>
              <a:ext cx="44101" cy="29442"/>
            </a:xfrm>
            <a:custGeom>
              <a:rect b="b" l="l" r="r" t="t"/>
              <a:pathLst>
                <a:path extrusionOk="0" h="1165" w="1745">
                  <a:moveTo>
                    <a:pt x="872" y="1"/>
                  </a:moveTo>
                  <a:cubicBezTo>
                    <a:pt x="711" y="1"/>
                    <a:pt x="554" y="65"/>
                    <a:pt x="420" y="171"/>
                  </a:cubicBezTo>
                  <a:cubicBezTo>
                    <a:pt x="420" y="171"/>
                    <a:pt x="1" y="258"/>
                    <a:pt x="104" y="590"/>
                  </a:cubicBezTo>
                  <a:cubicBezTo>
                    <a:pt x="202" y="917"/>
                    <a:pt x="840" y="868"/>
                    <a:pt x="1014" y="1092"/>
                  </a:cubicBezTo>
                  <a:cubicBezTo>
                    <a:pt x="1053" y="1141"/>
                    <a:pt x="1113" y="1164"/>
                    <a:pt x="1179" y="1164"/>
                  </a:cubicBezTo>
                  <a:cubicBezTo>
                    <a:pt x="1418" y="1164"/>
                    <a:pt x="1745" y="866"/>
                    <a:pt x="1510" y="443"/>
                  </a:cubicBezTo>
                  <a:cubicBezTo>
                    <a:pt x="1331" y="128"/>
                    <a:pt x="1099" y="1"/>
                    <a:pt x="8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8"/>
            <p:cNvSpPr/>
            <p:nvPr/>
          </p:nvSpPr>
          <p:spPr>
            <a:xfrm>
              <a:off x="3138665" y="1770176"/>
              <a:ext cx="77207" cy="195407"/>
            </a:xfrm>
            <a:custGeom>
              <a:rect b="b" l="l" r="r" t="t"/>
              <a:pathLst>
                <a:path extrusionOk="0" h="7732" w="3055">
                  <a:moveTo>
                    <a:pt x="2021" y="1"/>
                  </a:moveTo>
                  <a:cubicBezTo>
                    <a:pt x="1997" y="1"/>
                    <a:pt x="1972" y="3"/>
                    <a:pt x="1945" y="7"/>
                  </a:cubicBezTo>
                  <a:cubicBezTo>
                    <a:pt x="1389" y="94"/>
                    <a:pt x="1552" y="825"/>
                    <a:pt x="1678" y="1277"/>
                  </a:cubicBezTo>
                  <a:cubicBezTo>
                    <a:pt x="1803" y="1729"/>
                    <a:pt x="1324" y="5581"/>
                    <a:pt x="1008" y="5968"/>
                  </a:cubicBezTo>
                  <a:cubicBezTo>
                    <a:pt x="695" y="6350"/>
                    <a:pt x="1" y="7413"/>
                    <a:pt x="1128" y="7413"/>
                  </a:cubicBezTo>
                  <a:cubicBezTo>
                    <a:pt x="1142" y="7413"/>
                    <a:pt x="1156" y="7413"/>
                    <a:pt x="1171" y="7412"/>
                  </a:cubicBezTo>
                  <a:cubicBezTo>
                    <a:pt x="1171" y="7412"/>
                    <a:pt x="1422" y="7731"/>
                    <a:pt x="1751" y="7731"/>
                  </a:cubicBezTo>
                  <a:cubicBezTo>
                    <a:pt x="1806" y="7731"/>
                    <a:pt x="1864" y="7722"/>
                    <a:pt x="1923" y="7701"/>
                  </a:cubicBezTo>
                  <a:cubicBezTo>
                    <a:pt x="2332" y="7559"/>
                    <a:pt x="1743" y="6562"/>
                    <a:pt x="1923" y="5859"/>
                  </a:cubicBezTo>
                  <a:cubicBezTo>
                    <a:pt x="2097" y="5156"/>
                    <a:pt x="2288" y="1925"/>
                    <a:pt x="2288" y="1925"/>
                  </a:cubicBezTo>
                  <a:cubicBezTo>
                    <a:pt x="2288" y="1925"/>
                    <a:pt x="3054" y="724"/>
                    <a:pt x="2575" y="724"/>
                  </a:cubicBezTo>
                  <a:cubicBezTo>
                    <a:pt x="2526" y="724"/>
                    <a:pt x="2464" y="737"/>
                    <a:pt x="2386" y="765"/>
                  </a:cubicBezTo>
                  <a:cubicBezTo>
                    <a:pt x="2386" y="765"/>
                    <a:pt x="2386" y="765"/>
                    <a:pt x="2386" y="765"/>
                  </a:cubicBezTo>
                  <a:cubicBezTo>
                    <a:pt x="2377" y="765"/>
                    <a:pt x="2487" y="1"/>
                    <a:pt x="20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8"/>
            <p:cNvSpPr/>
            <p:nvPr/>
          </p:nvSpPr>
          <p:spPr>
            <a:xfrm>
              <a:off x="3097875" y="1963157"/>
              <a:ext cx="80468" cy="150826"/>
            </a:xfrm>
            <a:custGeom>
              <a:rect b="b" l="l" r="r" t="t"/>
              <a:pathLst>
                <a:path extrusionOk="0" h="5968" w="3184">
                  <a:moveTo>
                    <a:pt x="2120" y="1367"/>
                  </a:moveTo>
                  <a:cubicBezTo>
                    <a:pt x="2120" y="1368"/>
                    <a:pt x="1913" y="2784"/>
                    <a:pt x="1722" y="3443"/>
                  </a:cubicBezTo>
                  <a:cubicBezTo>
                    <a:pt x="1532" y="4097"/>
                    <a:pt x="1129" y="5367"/>
                    <a:pt x="1129" y="5367"/>
                  </a:cubicBezTo>
                  <a:cubicBezTo>
                    <a:pt x="1129" y="5367"/>
                    <a:pt x="1041" y="3972"/>
                    <a:pt x="1303" y="3089"/>
                  </a:cubicBezTo>
                  <a:cubicBezTo>
                    <a:pt x="1570" y="2201"/>
                    <a:pt x="2120" y="1368"/>
                    <a:pt x="2120" y="1367"/>
                  </a:cubicBezTo>
                  <a:close/>
                  <a:moveTo>
                    <a:pt x="1940" y="0"/>
                  </a:moveTo>
                  <a:cubicBezTo>
                    <a:pt x="1883" y="0"/>
                    <a:pt x="1830" y="19"/>
                    <a:pt x="1788" y="65"/>
                  </a:cubicBezTo>
                  <a:cubicBezTo>
                    <a:pt x="1570" y="305"/>
                    <a:pt x="1722" y="1182"/>
                    <a:pt x="1303" y="1694"/>
                  </a:cubicBezTo>
                  <a:cubicBezTo>
                    <a:pt x="889" y="2201"/>
                    <a:pt x="556" y="4577"/>
                    <a:pt x="371" y="4860"/>
                  </a:cubicBezTo>
                  <a:cubicBezTo>
                    <a:pt x="180" y="5138"/>
                    <a:pt x="1" y="5552"/>
                    <a:pt x="164" y="5705"/>
                  </a:cubicBezTo>
                  <a:cubicBezTo>
                    <a:pt x="211" y="5748"/>
                    <a:pt x="266" y="5763"/>
                    <a:pt x="328" y="5763"/>
                  </a:cubicBezTo>
                  <a:cubicBezTo>
                    <a:pt x="458" y="5763"/>
                    <a:pt x="614" y="5697"/>
                    <a:pt x="762" y="5697"/>
                  </a:cubicBezTo>
                  <a:cubicBezTo>
                    <a:pt x="790" y="5697"/>
                    <a:pt x="818" y="5699"/>
                    <a:pt x="845" y="5705"/>
                  </a:cubicBezTo>
                  <a:cubicBezTo>
                    <a:pt x="1064" y="5750"/>
                    <a:pt x="1029" y="5967"/>
                    <a:pt x="1224" y="5967"/>
                  </a:cubicBezTo>
                  <a:cubicBezTo>
                    <a:pt x="1243" y="5967"/>
                    <a:pt x="1263" y="5965"/>
                    <a:pt x="1287" y="5961"/>
                  </a:cubicBezTo>
                  <a:cubicBezTo>
                    <a:pt x="1554" y="5906"/>
                    <a:pt x="1630" y="4784"/>
                    <a:pt x="1919" y="4326"/>
                  </a:cubicBezTo>
                  <a:cubicBezTo>
                    <a:pt x="2213" y="3869"/>
                    <a:pt x="2567" y="1188"/>
                    <a:pt x="2921" y="757"/>
                  </a:cubicBezTo>
                  <a:cubicBezTo>
                    <a:pt x="3183" y="438"/>
                    <a:pt x="3010" y="218"/>
                    <a:pt x="2758" y="218"/>
                  </a:cubicBezTo>
                  <a:cubicBezTo>
                    <a:pt x="2670" y="218"/>
                    <a:pt x="2572" y="245"/>
                    <a:pt x="2480" y="305"/>
                  </a:cubicBezTo>
                  <a:cubicBezTo>
                    <a:pt x="2480" y="305"/>
                    <a:pt x="2172" y="0"/>
                    <a:pt x="1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8"/>
            <p:cNvSpPr/>
            <p:nvPr/>
          </p:nvSpPr>
          <p:spPr>
            <a:xfrm>
              <a:off x="3075711" y="2121414"/>
              <a:ext cx="22543" cy="28128"/>
            </a:xfrm>
            <a:custGeom>
              <a:rect b="b" l="l" r="r" t="t"/>
              <a:pathLst>
                <a:path extrusionOk="0" h="1113" w="892">
                  <a:moveTo>
                    <a:pt x="749" y="1"/>
                  </a:moveTo>
                  <a:cubicBezTo>
                    <a:pt x="741" y="1"/>
                    <a:pt x="733" y="2"/>
                    <a:pt x="725" y="4"/>
                  </a:cubicBezTo>
                  <a:cubicBezTo>
                    <a:pt x="725" y="4"/>
                    <a:pt x="0" y="990"/>
                    <a:pt x="229" y="1105"/>
                  </a:cubicBezTo>
                  <a:cubicBezTo>
                    <a:pt x="241" y="1110"/>
                    <a:pt x="252" y="1113"/>
                    <a:pt x="265" y="1113"/>
                  </a:cubicBezTo>
                  <a:cubicBezTo>
                    <a:pt x="504" y="1113"/>
                    <a:pt x="891" y="94"/>
                    <a:pt x="834" y="42"/>
                  </a:cubicBezTo>
                  <a:cubicBezTo>
                    <a:pt x="812" y="16"/>
                    <a:pt x="781" y="1"/>
                    <a:pt x="7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8"/>
            <p:cNvSpPr/>
            <p:nvPr/>
          </p:nvSpPr>
          <p:spPr>
            <a:xfrm>
              <a:off x="3085214" y="2125129"/>
              <a:ext cx="23630" cy="31692"/>
            </a:xfrm>
            <a:custGeom>
              <a:rect b="b" l="l" r="r" t="t"/>
              <a:pathLst>
                <a:path extrusionOk="0" h="1254" w="935">
                  <a:moveTo>
                    <a:pt x="778" y="0"/>
                  </a:moveTo>
                  <a:cubicBezTo>
                    <a:pt x="768" y="0"/>
                    <a:pt x="757" y="2"/>
                    <a:pt x="747" y="4"/>
                  </a:cubicBezTo>
                  <a:cubicBezTo>
                    <a:pt x="747" y="4"/>
                    <a:pt x="0" y="1132"/>
                    <a:pt x="267" y="1247"/>
                  </a:cubicBezTo>
                  <a:cubicBezTo>
                    <a:pt x="279" y="1251"/>
                    <a:pt x="291" y="1254"/>
                    <a:pt x="303" y="1254"/>
                  </a:cubicBezTo>
                  <a:cubicBezTo>
                    <a:pt x="568" y="1254"/>
                    <a:pt x="934" y="94"/>
                    <a:pt x="867" y="42"/>
                  </a:cubicBezTo>
                  <a:cubicBezTo>
                    <a:pt x="842" y="13"/>
                    <a:pt x="811" y="0"/>
                    <a:pt x="77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8"/>
            <p:cNvSpPr/>
            <p:nvPr/>
          </p:nvSpPr>
          <p:spPr>
            <a:xfrm>
              <a:off x="3072527" y="2155708"/>
              <a:ext cx="23503" cy="31818"/>
            </a:xfrm>
            <a:custGeom>
              <a:rect b="b" l="l" r="r" t="t"/>
              <a:pathLst>
                <a:path extrusionOk="0" h="1259" w="930">
                  <a:moveTo>
                    <a:pt x="770" y="0"/>
                  </a:moveTo>
                  <a:cubicBezTo>
                    <a:pt x="760" y="0"/>
                    <a:pt x="751" y="2"/>
                    <a:pt x="742" y="4"/>
                  </a:cubicBezTo>
                  <a:cubicBezTo>
                    <a:pt x="742" y="4"/>
                    <a:pt x="1" y="1137"/>
                    <a:pt x="268" y="1252"/>
                  </a:cubicBezTo>
                  <a:cubicBezTo>
                    <a:pt x="279" y="1257"/>
                    <a:pt x="291" y="1259"/>
                    <a:pt x="303" y="1259"/>
                  </a:cubicBezTo>
                  <a:cubicBezTo>
                    <a:pt x="564" y="1259"/>
                    <a:pt x="930" y="99"/>
                    <a:pt x="867" y="42"/>
                  </a:cubicBezTo>
                  <a:cubicBezTo>
                    <a:pt x="841" y="16"/>
                    <a:pt x="805" y="0"/>
                    <a:pt x="7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8"/>
            <p:cNvSpPr/>
            <p:nvPr/>
          </p:nvSpPr>
          <p:spPr>
            <a:xfrm>
              <a:off x="3098836" y="2129349"/>
              <a:ext cx="18980" cy="29594"/>
            </a:xfrm>
            <a:custGeom>
              <a:rect b="b" l="l" r="r" t="t"/>
              <a:pathLst>
                <a:path extrusionOk="0" h="1171" w="751">
                  <a:moveTo>
                    <a:pt x="610" y="1"/>
                  </a:moveTo>
                  <a:cubicBezTo>
                    <a:pt x="598" y="1"/>
                    <a:pt x="585" y="3"/>
                    <a:pt x="573" y="6"/>
                  </a:cubicBezTo>
                  <a:cubicBezTo>
                    <a:pt x="573" y="6"/>
                    <a:pt x="1" y="1090"/>
                    <a:pt x="251" y="1167"/>
                  </a:cubicBezTo>
                  <a:cubicBezTo>
                    <a:pt x="260" y="1169"/>
                    <a:pt x="268" y="1171"/>
                    <a:pt x="276" y="1171"/>
                  </a:cubicBezTo>
                  <a:cubicBezTo>
                    <a:pt x="513" y="1171"/>
                    <a:pt x="750" y="75"/>
                    <a:pt x="687" y="28"/>
                  </a:cubicBezTo>
                  <a:cubicBezTo>
                    <a:pt x="665" y="9"/>
                    <a:pt x="638"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8"/>
            <p:cNvSpPr/>
            <p:nvPr/>
          </p:nvSpPr>
          <p:spPr>
            <a:xfrm>
              <a:off x="3090041" y="2158033"/>
              <a:ext cx="18954" cy="29695"/>
            </a:xfrm>
            <a:custGeom>
              <a:rect b="b" l="l" r="r" t="t"/>
              <a:pathLst>
                <a:path extrusionOk="0" h="1175" w="750">
                  <a:moveTo>
                    <a:pt x="603" y="0"/>
                  </a:moveTo>
                  <a:cubicBezTo>
                    <a:pt x="592" y="0"/>
                    <a:pt x="582" y="2"/>
                    <a:pt x="572" y="4"/>
                  </a:cubicBezTo>
                  <a:cubicBezTo>
                    <a:pt x="572" y="4"/>
                    <a:pt x="0" y="1089"/>
                    <a:pt x="251" y="1171"/>
                  </a:cubicBezTo>
                  <a:cubicBezTo>
                    <a:pt x="259" y="1173"/>
                    <a:pt x="267" y="1175"/>
                    <a:pt x="275" y="1175"/>
                  </a:cubicBezTo>
                  <a:cubicBezTo>
                    <a:pt x="513" y="1175"/>
                    <a:pt x="750" y="74"/>
                    <a:pt x="687" y="32"/>
                  </a:cubicBezTo>
                  <a:cubicBezTo>
                    <a:pt x="662" y="12"/>
                    <a:pt x="632" y="0"/>
                    <a:pt x="6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8"/>
            <p:cNvSpPr/>
            <p:nvPr/>
          </p:nvSpPr>
          <p:spPr>
            <a:xfrm>
              <a:off x="3080943" y="2185479"/>
              <a:ext cx="18980" cy="29645"/>
            </a:xfrm>
            <a:custGeom>
              <a:rect b="b" l="l" r="r" t="t"/>
              <a:pathLst>
                <a:path extrusionOk="0" h="1173" w="751">
                  <a:moveTo>
                    <a:pt x="610" y="1"/>
                  </a:moveTo>
                  <a:cubicBezTo>
                    <a:pt x="598" y="1"/>
                    <a:pt x="585" y="3"/>
                    <a:pt x="573" y="8"/>
                  </a:cubicBezTo>
                  <a:cubicBezTo>
                    <a:pt x="573" y="8"/>
                    <a:pt x="0" y="1093"/>
                    <a:pt x="251" y="1169"/>
                  </a:cubicBezTo>
                  <a:cubicBezTo>
                    <a:pt x="259" y="1172"/>
                    <a:pt x="268" y="1173"/>
                    <a:pt x="276" y="1173"/>
                  </a:cubicBezTo>
                  <a:cubicBezTo>
                    <a:pt x="513" y="1173"/>
                    <a:pt x="750" y="77"/>
                    <a:pt x="687" y="30"/>
                  </a:cubicBezTo>
                  <a:cubicBezTo>
                    <a:pt x="665" y="12"/>
                    <a:pt x="637"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8"/>
            <p:cNvSpPr/>
            <p:nvPr/>
          </p:nvSpPr>
          <p:spPr>
            <a:xfrm>
              <a:off x="3113569" y="2129349"/>
              <a:ext cx="14178" cy="25272"/>
            </a:xfrm>
            <a:custGeom>
              <a:rect b="b" l="l" r="r" t="t"/>
              <a:pathLst>
                <a:path extrusionOk="0" h="1000" w="561">
                  <a:moveTo>
                    <a:pt x="442" y="0"/>
                  </a:moveTo>
                  <a:cubicBezTo>
                    <a:pt x="430" y="0"/>
                    <a:pt x="419" y="2"/>
                    <a:pt x="409" y="6"/>
                  </a:cubicBezTo>
                  <a:cubicBezTo>
                    <a:pt x="409" y="6"/>
                    <a:pt x="1" y="949"/>
                    <a:pt x="213" y="998"/>
                  </a:cubicBezTo>
                  <a:cubicBezTo>
                    <a:pt x="219" y="999"/>
                    <a:pt x="224" y="1000"/>
                    <a:pt x="229" y="1000"/>
                  </a:cubicBezTo>
                  <a:cubicBezTo>
                    <a:pt x="437" y="1000"/>
                    <a:pt x="561" y="54"/>
                    <a:pt x="502" y="17"/>
                  </a:cubicBezTo>
                  <a:cubicBezTo>
                    <a:pt x="484" y="6"/>
                    <a:pt x="462" y="0"/>
                    <a:pt x="4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8"/>
            <p:cNvSpPr/>
            <p:nvPr/>
          </p:nvSpPr>
          <p:spPr>
            <a:xfrm>
              <a:off x="3107934" y="2153813"/>
              <a:ext cx="14304" cy="25323"/>
            </a:xfrm>
            <a:custGeom>
              <a:rect b="b" l="l" r="r" t="t"/>
              <a:pathLst>
                <a:path extrusionOk="0" h="1002" w="566">
                  <a:moveTo>
                    <a:pt x="451" y="1"/>
                  </a:moveTo>
                  <a:cubicBezTo>
                    <a:pt x="437" y="1"/>
                    <a:pt x="423" y="4"/>
                    <a:pt x="409" y="8"/>
                  </a:cubicBezTo>
                  <a:cubicBezTo>
                    <a:pt x="409" y="8"/>
                    <a:pt x="0" y="951"/>
                    <a:pt x="218" y="1000"/>
                  </a:cubicBezTo>
                  <a:cubicBezTo>
                    <a:pt x="223" y="1001"/>
                    <a:pt x="229" y="1001"/>
                    <a:pt x="234" y="1001"/>
                  </a:cubicBezTo>
                  <a:cubicBezTo>
                    <a:pt x="437" y="1001"/>
                    <a:pt x="566" y="56"/>
                    <a:pt x="507" y="19"/>
                  </a:cubicBezTo>
                  <a:cubicBezTo>
                    <a:pt x="491" y="6"/>
                    <a:pt x="471" y="1"/>
                    <a:pt x="4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8"/>
            <p:cNvSpPr/>
            <p:nvPr/>
          </p:nvSpPr>
          <p:spPr>
            <a:xfrm>
              <a:off x="3102146" y="2177316"/>
              <a:ext cx="14304" cy="25247"/>
            </a:xfrm>
            <a:custGeom>
              <a:rect b="b" l="l" r="r" t="t"/>
              <a:pathLst>
                <a:path extrusionOk="0" h="999" w="566">
                  <a:moveTo>
                    <a:pt x="449" y="0"/>
                  </a:moveTo>
                  <a:cubicBezTo>
                    <a:pt x="436" y="0"/>
                    <a:pt x="422" y="3"/>
                    <a:pt x="409" y="10"/>
                  </a:cubicBezTo>
                  <a:cubicBezTo>
                    <a:pt x="409" y="10"/>
                    <a:pt x="1" y="947"/>
                    <a:pt x="218" y="996"/>
                  </a:cubicBezTo>
                  <a:cubicBezTo>
                    <a:pt x="224" y="998"/>
                    <a:pt x="230" y="998"/>
                    <a:pt x="235" y="998"/>
                  </a:cubicBezTo>
                  <a:cubicBezTo>
                    <a:pt x="438" y="998"/>
                    <a:pt x="566" y="53"/>
                    <a:pt x="507" y="21"/>
                  </a:cubicBezTo>
                  <a:cubicBezTo>
                    <a:pt x="491" y="7"/>
                    <a:pt x="470" y="0"/>
                    <a:pt x="4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8"/>
            <p:cNvSpPr/>
            <p:nvPr/>
          </p:nvSpPr>
          <p:spPr>
            <a:xfrm>
              <a:off x="3196741" y="2071450"/>
              <a:ext cx="115546" cy="287399"/>
            </a:xfrm>
            <a:custGeom>
              <a:rect b="b" l="l" r="r" t="t"/>
              <a:pathLst>
                <a:path extrusionOk="0" h="11372" w="4572">
                  <a:moveTo>
                    <a:pt x="1678" y="1"/>
                  </a:moveTo>
                  <a:cubicBezTo>
                    <a:pt x="1521" y="1"/>
                    <a:pt x="1299" y="103"/>
                    <a:pt x="987" y="401"/>
                  </a:cubicBezTo>
                  <a:cubicBezTo>
                    <a:pt x="1" y="1344"/>
                    <a:pt x="1167" y="2123"/>
                    <a:pt x="1167" y="2123"/>
                  </a:cubicBezTo>
                  <a:cubicBezTo>
                    <a:pt x="1167" y="2123"/>
                    <a:pt x="2600" y="8264"/>
                    <a:pt x="2600" y="9239"/>
                  </a:cubicBezTo>
                  <a:cubicBezTo>
                    <a:pt x="2600" y="10214"/>
                    <a:pt x="1990" y="11157"/>
                    <a:pt x="2404" y="11337"/>
                  </a:cubicBezTo>
                  <a:cubicBezTo>
                    <a:pt x="2458" y="11361"/>
                    <a:pt x="2507" y="11372"/>
                    <a:pt x="2553" y="11372"/>
                  </a:cubicBezTo>
                  <a:cubicBezTo>
                    <a:pt x="2857" y="11372"/>
                    <a:pt x="3021" y="10906"/>
                    <a:pt x="3390" y="10868"/>
                  </a:cubicBezTo>
                  <a:cubicBezTo>
                    <a:pt x="3410" y="10866"/>
                    <a:pt x="3430" y="10865"/>
                    <a:pt x="3448" y="10865"/>
                  </a:cubicBezTo>
                  <a:cubicBezTo>
                    <a:pt x="3811" y="10865"/>
                    <a:pt x="3775" y="11311"/>
                    <a:pt x="4164" y="11337"/>
                  </a:cubicBezTo>
                  <a:cubicBezTo>
                    <a:pt x="4169" y="11337"/>
                    <a:pt x="4173" y="11337"/>
                    <a:pt x="4177" y="11337"/>
                  </a:cubicBezTo>
                  <a:cubicBezTo>
                    <a:pt x="4571" y="11337"/>
                    <a:pt x="4254" y="9905"/>
                    <a:pt x="4044" y="9544"/>
                  </a:cubicBezTo>
                  <a:cubicBezTo>
                    <a:pt x="3832" y="9179"/>
                    <a:pt x="1837" y="1785"/>
                    <a:pt x="2191" y="1572"/>
                  </a:cubicBezTo>
                  <a:cubicBezTo>
                    <a:pt x="2540" y="1365"/>
                    <a:pt x="2431" y="766"/>
                    <a:pt x="2055" y="477"/>
                  </a:cubicBezTo>
                  <a:cubicBezTo>
                    <a:pt x="2055" y="477"/>
                    <a:pt x="2017" y="1"/>
                    <a:pt x="16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8"/>
            <p:cNvSpPr/>
            <p:nvPr/>
          </p:nvSpPr>
          <p:spPr>
            <a:xfrm>
              <a:off x="3239578" y="2364181"/>
              <a:ext cx="78648" cy="262885"/>
            </a:xfrm>
            <a:custGeom>
              <a:rect b="b" l="l" r="r" t="t"/>
              <a:pathLst>
                <a:path extrusionOk="0" h="10402" w="3112">
                  <a:moveTo>
                    <a:pt x="981" y="1743"/>
                  </a:moveTo>
                  <a:cubicBezTo>
                    <a:pt x="1523" y="2537"/>
                    <a:pt x="1512" y="7813"/>
                    <a:pt x="1500" y="7813"/>
                  </a:cubicBezTo>
                  <a:cubicBezTo>
                    <a:pt x="1500" y="7813"/>
                    <a:pt x="1499" y="7806"/>
                    <a:pt x="1499" y="7791"/>
                  </a:cubicBezTo>
                  <a:lnTo>
                    <a:pt x="1499" y="7786"/>
                  </a:lnTo>
                  <a:cubicBezTo>
                    <a:pt x="1488" y="7372"/>
                    <a:pt x="1107" y="5056"/>
                    <a:pt x="981" y="4544"/>
                  </a:cubicBezTo>
                  <a:cubicBezTo>
                    <a:pt x="856" y="4031"/>
                    <a:pt x="981" y="1743"/>
                    <a:pt x="981" y="1743"/>
                  </a:cubicBezTo>
                  <a:close/>
                  <a:moveTo>
                    <a:pt x="981" y="0"/>
                  </a:moveTo>
                  <a:cubicBezTo>
                    <a:pt x="920" y="0"/>
                    <a:pt x="854" y="7"/>
                    <a:pt x="780" y="21"/>
                  </a:cubicBezTo>
                  <a:cubicBezTo>
                    <a:pt x="1" y="174"/>
                    <a:pt x="524" y="1187"/>
                    <a:pt x="524" y="1187"/>
                  </a:cubicBezTo>
                  <a:cubicBezTo>
                    <a:pt x="524" y="1187"/>
                    <a:pt x="704" y="1732"/>
                    <a:pt x="660" y="3808"/>
                  </a:cubicBezTo>
                  <a:cubicBezTo>
                    <a:pt x="616" y="5890"/>
                    <a:pt x="1684" y="7720"/>
                    <a:pt x="1020" y="8510"/>
                  </a:cubicBezTo>
                  <a:cubicBezTo>
                    <a:pt x="355" y="9301"/>
                    <a:pt x="1227" y="9840"/>
                    <a:pt x="1227" y="9840"/>
                  </a:cubicBezTo>
                  <a:cubicBezTo>
                    <a:pt x="1227" y="9840"/>
                    <a:pt x="1745" y="10401"/>
                    <a:pt x="2258" y="10401"/>
                  </a:cubicBezTo>
                  <a:cubicBezTo>
                    <a:pt x="2349" y="10401"/>
                    <a:pt x="2441" y="10383"/>
                    <a:pt x="2529" y="10341"/>
                  </a:cubicBezTo>
                  <a:cubicBezTo>
                    <a:pt x="3112" y="10063"/>
                    <a:pt x="2355" y="8707"/>
                    <a:pt x="2355" y="8707"/>
                  </a:cubicBezTo>
                  <a:cubicBezTo>
                    <a:pt x="2355" y="8707"/>
                    <a:pt x="2273" y="2931"/>
                    <a:pt x="2256" y="2506"/>
                  </a:cubicBezTo>
                  <a:cubicBezTo>
                    <a:pt x="2240" y="2081"/>
                    <a:pt x="2823" y="925"/>
                    <a:pt x="2578" y="413"/>
                  </a:cubicBezTo>
                  <a:cubicBezTo>
                    <a:pt x="2511" y="276"/>
                    <a:pt x="2408" y="226"/>
                    <a:pt x="2294" y="226"/>
                  </a:cubicBezTo>
                  <a:cubicBezTo>
                    <a:pt x="1979" y="226"/>
                    <a:pt x="1575" y="604"/>
                    <a:pt x="1575" y="604"/>
                  </a:cubicBezTo>
                  <a:cubicBezTo>
                    <a:pt x="1575" y="604"/>
                    <a:pt x="1566" y="0"/>
                    <a:pt x="98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8"/>
            <p:cNvSpPr/>
            <p:nvPr/>
          </p:nvSpPr>
          <p:spPr>
            <a:xfrm>
              <a:off x="3361872" y="2052799"/>
              <a:ext cx="30327" cy="54260"/>
            </a:xfrm>
            <a:custGeom>
              <a:rect b="b" l="l" r="r" t="t"/>
              <a:pathLst>
                <a:path extrusionOk="0" h="2147" w="1200">
                  <a:moveTo>
                    <a:pt x="600" y="0"/>
                  </a:moveTo>
                  <a:cubicBezTo>
                    <a:pt x="267" y="0"/>
                    <a:pt x="0" y="480"/>
                    <a:pt x="0" y="1073"/>
                  </a:cubicBezTo>
                  <a:cubicBezTo>
                    <a:pt x="0" y="1662"/>
                    <a:pt x="267" y="2147"/>
                    <a:pt x="600" y="2147"/>
                  </a:cubicBezTo>
                  <a:cubicBezTo>
                    <a:pt x="927" y="2147"/>
                    <a:pt x="1199" y="1662"/>
                    <a:pt x="1199" y="1073"/>
                  </a:cubicBezTo>
                  <a:cubicBezTo>
                    <a:pt x="1199" y="480"/>
                    <a:pt x="927"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8"/>
            <p:cNvSpPr/>
            <p:nvPr/>
          </p:nvSpPr>
          <p:spPr>
            <a:xfrm>
              <a:off x="3411709" y="1765299"/>
              <a:ext cx="34598" cy="33663"/>
            </a:xfrm>
            <a:custGeom>
              <a:rect b="b" l="l" r="r" t="t"/>
              <a:pathLst>
                <a:path extrusionOk="0" h="1332" w="1369">
                  <a:moveTo>
                    <a:pt x="797" y="0"/>
                  </a:moveTo>
                  <a:cubicBezTo>
                    <a:pt x="579" y="0"/>
                    <a:pt x="346" y="138"/>
                    <a:pt x="202" y="375"/>
                  </a:cubicBezTo>
                  <a:cubicBezTo>
                    <a:pt x="1" y="701"/>
                    <a:pt x="50" y="1105"/>
                    <a:pt x="317" y="1263"/>
                  </a:cubicBezTo>
                  <a:cubicBezTo>
                    <a:pt x="394" y="1310"/>
                    <a:pt x="480" y="1332"/>
                    <a:pt x="568" y="1332"/>
                  </a:cubicBezTo>
                  <a:cubicBezTo>
                    <a:pt x="786" y="1332"/>
                    <a:pt x="1018" y="1196"/>
                    <a:pt x="1161" y="963"/>
                  </a:cubicBezTo>
                  <a:cubicBezTo>
                    <a:pt x="1369" y="631"/>
                    <a:pt x="1314" y="227"/>
                    <a:pt x="1047" y="69"/>
                  </a:cubicBezTo>
                  <a:cubicBezTo>
                    <a:pt x="970" y="22"/>
                    <a:pt x="885" y="0"/>
                    <a:pt x="7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8"/>
            <p:cNvSpPr/>
            <p:nvPr/>
          </p:nvSpPr>
          <p:spPr>
            <a:xfrm>
              <a:off x="3451235" y="1950799"/>
              <a:ext cx="37479" cy="24818"/>
            </a:xfrm>
            <a:custGeom>
              <a:rect b="b" l="l" r="r" t="t"/>
              <a:pathLst>
                <a:path extrusionOk="0" h="982" w="1483">
                  <a:moveTo>
                    <a:pt x="960" y="1"/>
                  </a:moveTo>
                  <a:cubicBezTo>
                    <a:pt x="838" y="1"/>
                    <a:pt x="702" y="28"/>
                    <a:pt x="567" y="86"/>
                  </a:cubicBezTo>
                  <a:cubicBezTo>
                    <a:pt x="213" y="238"/>
                    <a:pt x="1" y="543"/>
                    <a:pt x="99" y="767"/>
                  </a:cubicBezTo>
                  <a:cubicBezTo>
                    <a:pt x="157" y="906"/>
                    <a:pt x="323" y="982"/>
                    <a:pt x="526" y="982"/>
                  </a:cubicBezTo>
                  <a:cubicBezTo>
                    <a:pt x="648" y="982"/>
                    <a:pt x="783" y="955"/>
                    <a:pt x="916" y="897"/>
                  </a:cubicBezTo>
                  <a:cubicBezTo>
                    <a:pt x="1270" y="745"/>
                    <a:pt x="1483" y="440"/>
                    <a:pt x="1385" y="216"/>
                  </a:cubicBezTo>
                  <a:cubicBezTo>
                    <a:pt x="1327" y="77"/>
                    <a:pt x="1163" y="1"/>
                    <a:pt x="9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8"/>
            <p:cNvSpPr/>
            <p:nvPr/>
          </p:nvSpPr>
          <p:spPr>
            <a:xfrm>
              <a:off x="3332530" y="2344595"/>
              <a:ext cx="40916" cy="40916"/>
            </a:xfrm>
            <a:custGeom>
              <a:rect b="b" l="l" r="r" t="t"/>
              <a:pathLst>
                <a:path extrusionOk="0" h="1619" w="1619">
                  <a:moveTo>
                    <a:pt x="807" y="0"/>
                  </a:moveTo>
                  <a:cubicBezTo>
                    <a:pt x="360" y="0"/>
                    <a:pt x="1" y="365"/>
                    <a:pt x="1" y="812"/>
                  </a:cubicBezTo>
                  <a:cubicBezTo>
                    <a:pt x="1" y="1259"/>
                    <a:pt x="360" y="1619"/>
                    <a:pt x="807" y="1619"/>
                  </a:cubicBezTo>
                  <a:cubicBezTo>
                    <a:pt x="1254" y="1619"/>
                    <a:pt x="1619" y="1259"/>
                    <a:pt x="1619" y="812"/>
                  </a:cubicBezTo>
                  <a:cubicBezTo>
                    <a:pt x="1619" y="365"/>
                    <a:pt x="1254" y="0"/>
                    <a:pt x="8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8"/>
            <p:cNvSpPr/>
            <p:nvPr/>
          </p:nvSpPr>
          <p:spPr>
            <a:xfrm>
              <a:off x="3272761" y="1653695"/>
              <a:ext cx="87342" cy="60907"/>
            </a:xfrm>
            <a:custGeom>
              <a:rect b="b" l="l" r="r" t="t"/>
              <a:pathLst>
                <a:path extrusionOk="0" h="2410" w="3456">
                  <a:moveTo>
                    <a:pt x="50" y="1"/>
                  </a:moveTo>
                  <a:cubicBezTo>
                    <a:pt x="1" y="540"/>
                    <a:pt x="77" y="1080"/>
                    <a:pt x="273" y="1581"/>
                  </a:cubicBezTo>
                  <a:cubicBezTo>
                    <a:pt x="567" y="2344"/>
                    <a:pt x="1516" y="2404"/>
                    <a:pt x="1695" y="2409"/>
                  </a:cubicBezTo>
                  <a:lnTo>
                    <a:pt x="1723" y="2409"/>
                  </a:lnTo>
                  <a:cubicBezTo>
                    <a:pt x="1902" y="2404"/>
                    <a:pt x="2883" y="2344"/>
                    <a:pt x="3178" y="1581"/>
                  </a:cubicBezTo>
                  <a:cubicBezTo>
                    <a:pt x="3374" y="1080"/>
                    <a:pt x="3455" y="540"/>
                    <a:pt x="3406" y="1"/>
                  </a:cubicBezTo>
                  <a:lnTo>
                    <a:pt x="3406" y="1"/>
                  </a:lnTo>
                  <a:lnTo>
                    <a:pt x="2927" y="437"/>
                  </a:lnTo>
                  <a:cubicBezTo>
                    <a:pt x="2927" y="437"/>
                    <a:pt x="2981" y="1309"/>
                    <a:pt x="2709" y="1521"/>
                  </a:cubicBezTo>
                  <a:cubicBezTo>
                    <a:pt x="2442" y="1734"/>
                    <a:pt x="1728" y="1734"/>
                    <a:pt x="1728" y="1734"/>
                  </a:cubicBezTo>
                  <a:cubicBezTo>
                    <a:pt x="1728" y="1734"/>
                    <a:pt x="1020" y="1734"/>
                    <a:pt x="747" y="1521"/>
                  </a:cubicBezTo>
                  <a:cubicBezTo>
                    <a:pt x="475" y="1309"/>
                    <a:pt x="529" y="437"/>
                    <a:pt x="529" y="437"/>
                  </a:cubicBezTo>
                  <a:lnTo>
                    <a:pt x="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8"/>
            <p:cNvSpPr/>
            <p:nvPr/>
          </p:nvSpPr>
          <p:spPr>
            <a:xfrm>
              <a:off x="3258305" y="1560945"/>
              <a:ext cx="116254" cy="121561"/>
            </a:xfrm>
            <a:custGeom>
              <a:rect b="b" l="l" r="r" t="t"/>
              <a:pathLst>
                <a:path extrusionOk="0" h="4810" w="4600">
                  <a:moveTo>
                    <a:pt x="2128" y="1"/>
                  </a:moveTo>
                  <a:cubicBezTo>
                    <a:pt x="1845" y="1"/>
                    <a:pt x="1259" y="95"/>
                    <a:pt x="731" y="777"/>
                  </a:cubicBezTo>
                  <a:cubicBezTo>
                    <a:pt x="1" y="1720"/>
                    <a:pt x="502" y="2548"/>
                    <a:pt x="502" y="2548"/>
                  </a:cubicBezTo>
                  <a:lnTo>
                    <a:pt x="480" y="3175"/>
                  </a:lnTo>
                  <a:cubicBezTo>
                    <a:pt x="66" y="3725"/>
                    <a:pt x="927" y="4129"/>
                    <a:pt x="1205" y="4216"/>
                  </a:cubicBezTo>
                  <a:cubicBezTo>
                    <a:pt x="1477" y="4298"/>
                    <a:pt x="1434" y="4810"/>
                    <a:pt x="1434" y="4810"/>
                  </a:cubicBezTo>
                  <a:lnTo>
                    <a:pt x="3161" y="4810"/>
                  </a:lnTo>
                  <a:cubicBezTo>
                    <a:pt x="3161" y="4810"/>
                    <a:pt x="3117" y="4298"/>
                    <a:pt x="3390" y="4216"/>
                  </a:cubicBezTo>
                  <a:cubicBezTo>
                    <a:pt x="3668" y="4129"/>
                    <a:pt x="4529" y="3725"/>
                    <a:pt x="4115" y="3175"/>
                  </a:cubicBezTo>
                  <a:lnTo>
                    <a:pt x="4093" y="2548"/>
                  </a:lnTo>
                  <a:cubicBezTo>
                    <a:pt x="4093" y="2548"/>
                    <a:pt x="4600" y="1720"/>
                    <a:pt x="3869" y="777"/>
                  </a:cubicBezTo>
                  <a:cubicBezTo>
                    <a:pt x="3337" y="95"/>
                    <a:pt x="2753" y="1"/>
                    <a:pt x="2471" y="1"/>
                  </a:cubicBezTo>
                  <a:cubicBezTo>
                    <a:pt x="2364" y="1"/>
                    <a:pt x="2300" y="15"/>
                    <a:pt x="2300" y="15"/>
                  </a:cubicBezTo>
                  <a:cubicBezTo>
                    <a:pt x="2300" y="15"/>
                    <a:pt x="2236" y="1"/>
                    <a:pt x="212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8"/>
            <p:cNvSpPr/>
            <p:nvPr/>
          </p:nvSpPr>
          <p:spPr>
            <a:xfrm>
              <a:off x="3416865" y="1770176"/>
              <a:ext cx="77207" cy="195407"/>
            </a:xfrm>
            <a:custGeom>
              <a:rect b="b" l="l" r="r" t="t"/>
              <a:pathLst>
                <a:path extrusionOk="0" h="7732" w="3055">
                  <a:moveTo>
                    <a:pt x="1033" y="1"/>
                  </a:moveTo>
                  <a:cubicBezTo>
                    <a:pt x="568" y="1"/>
                    <a:pt x="683" y="765"/>
                    <a:pt x="669" y="765"/>
                  </a:cubicBezTo>
                  <a:cubicBezTo>
                    <a:pt x="669" y="765"/>
                    <a:pt x="669" y="765"/>
                    <a:pt x="669" y="765"/>
                  </a:cubicBezTo>
                  <a:cubicBezTo>
                    <a:pt x="591" y="737"/>
                    <a:pt x="529" y="724"/>
                    <a:pt x="480" y="724"/>
                  </a:cubicBezTo>
                  <a:cubicBezTo>
                    <a:pt x="0" y="724"/>
                    <a:pt x="767" y="1925"/>
                    <a:pt x="767" y="1925"/>
                  </a:cubicBezTo>
                  <a:cubicBezTo>
                    <a:pt x="767" y="1925"/>
                    <a:pt x="957" y="5156"/>
                    <a:pt x="1137" y="5859"/>
                  </a:cubicBezTo>
                  <a:cubicBezTo>
                    <a:pt x="1312" y="6562"/>
                    <a:pt x="729" y="7559"/>
                    <a:pt x="1137" y="7701"/>
                  </a:cubicBezTo>
                  <a:cubicBezTo>
                    <a:pt x="1196" y="7722"/>
                    <a:pt x="1254" y="7731"/>
                    <a:pt x="1309" y="7731"/>
                  </a:cubicBezTo>
                  <a:cubicBezTo>
                    <a:pt x="1636" y="7731"/>
                    <a:pt x="1884" y="7412"/>
                    <a:pt x="1884" y="7412"/>
                  </a:cubicBezTo>
                  <a:cubicBezTo>
                    <a:pt x="1898" y="7413"/>
                    <a:pt x="1913" y="7413"/>
                    <a:pt x="1927" y="7413"/>
                  </a:cubicBezTo>
                  <a:cubicBezTo>
                    <a:pt x="3054" y="7413"/>
                    <a:pt x="2359" y="6350"/>
                    <a:pt x="2047" y="5968"/>
                  </a:cubicBezTo>
                  <a:cubicBezTo>
                    <a:pt x="1731" y="5581"/>
                    <a:pt x="1252" y="1729"/>
                    <a:pt x="1377" y="1277"/>
                  </a:cubicBezTo>
                  <a:cubicBezTo>
                    <a:pt x="1502" y="825"/>
                    <a:pt x="1666" y="94"/>
                    <a:pt x="1110" y="7"/>
                  </a:cubicBezTo>
                  <a:cubicBezTo>
                    <a:pt x="1083" y="3"/>
                    <a:pt x="1057" y="1"/>
                    <a:pt x="10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8"/>
            <p:cNvSpPr/>
            <p:nvPr/>
          </p:nvSpPr>
          <p:spPr>
            <a:xfrm>
              <a:off x="3454243" y="1963208"/>
              <a:ext cx="80468" cy="150801"/>
            </a:xfrm>
            <a:custGeom>
              <a:rect b="b" l="l" r="r" t="t"/>
              <a:pathLst>
                <a:path extrusionOk="0" h="5967" w="3184">
                  <a:moveTo>
                    <a:pt x="1070" y="1365"/>
                  </a:moveTo>
                  <a:lnTo>
                    <a:pt x="1070" y="1365"/>
                  </a:lnTo>
                  <a:cubicBezTo>
                    <a:pt x="1070" y="1366"/>
                    <a:pt x="1620" y="2199"/>
                    <a:pt x="1887" y="3082"/>
                  </a:cubicBezTo>
                  <a:cubicBezTo>
                    <a:pt x="2154" y="3970"/>
                    <a:pt x="2061" y="5360"/>
                    <a:pt x="2061" y="5360"/>
                  </a:cubicBezTo>
                  <a:cubicBezTo>
                    <a:pt x="2061" y="5360"/>
                    <a:pt x="1658" y="4095"/>
                    <a:pt x="1467" y="3441"/>
                  </a:cubicBezTo>
                  <a:cubicBezTo>
                    <a:pt x="1277" y="2782"/>
                    <a:pt x="1070" y="1366"/>
                    <a:pt x="1070" y="1365"/>
                  </a:cubicBezTo>
                  <a:close/>
                  <a:moveTo>
                    <a:pt x="1244" y="1"/>
                  </a:moveTo>
                  <a:cubicBezTo>
                    <a:pt x="1010" y="1"/>
                    <a:pt x="704" y="303"/>
                    <a:pt x="704" y="303"/>
                  </a:cubicBezTo>
                  <a:cubicBezTo>
                    <a:pt x="614" y="243"/>
                    <a:pt x="517" y="216"/>
                    <a:pt x="429" y="216"/>
                  </a:cubicBezTo>
                  <a:cubicBezTo>
                    <a:pt x="178" y="216"/>
                    <a:pt x="1" y="436"/>
                    <a:pt x="263" y="755"/>
                  </a:cubicBezTo>
                  <a:cubicBezTo>
                    <a:pt x="617" y="1186"/>
                    <a:pt x="977" y="3867"/>
                    <a:pt x="1266" y="4324"/>
                  </a:cubicBezTo>
                  <a:cubicBezTo>
                    <a:pt x="1555" y="4782"/>
                    <a:pt x="1631" y="5904"/>
                    <a:pt x="1898" y="5959"/>
                  </a:cubicBezTo>
                  <a:cubicBezTo>
                    <a:pt x="1923" y="5964"/>
                    <a:pt x="1946" y="5966"/>
                    <a:pt x="1966" y="5966"/>
                  </a:cubicBezTo>
                  <a:cubicBezTo>
                    <a:pt x="2156" y="5966"/>
                    <a:pt x="2127" y="5753"/>
                    <a:pt x="2339" y="5708"/>
                  </a:cubicBezTo>
                  <a:cubicBezTo>
                    <a:pt x="2369" y="5701"/>
                    <a:pt x="2400" y="5699"/>
                    <a:pt x="2430" y="5699"/>
                  </a:cubicBezTo>
                  <a:cubicBezTo>
                    <a:pt x="2578" y="5699"/>
                    <a:pt x="2732" y="5763"/>
                    <a:pt x="2861" y="5763"/>
                  </a:cubicBezTo>
                  <a:cubicBezTo>
                    <a:pt x="2921" y="5763"/>
                    <a:pt x="2975" y="5749"/>
                    <a:pt x="3020" y="5708"/>
                  </a:cubicBezTo>
                  <a:cubicBezTo>
                    <a:pt x="3184" y="5556"/>
                    <a:pt x="3009" y="5136"/>
                    <a:pt x="2819" y="4858"/>
                  </a:cubicBezTo>
                  <a:cubicBezTo>
                    <a:pt x="2628" y="4580"/>
                    <a:pt x="2301" y="2199"/>
                    <a:pt x="1881" y="1692"/>
                  </a:cubicBezTo>
                  <a:cubicBezTo>
                    <a:pt x="1462" y="1180"/>
                    <a:pt x="1614" y="303"/>
                    <a:pt x="1402" y="69"/>
                  </a:cubicBezTo>
                  <a:cubicBezTo>
                    <a:pt x="1358" y="20"/>
                    <a:pt x="1303" y="1"/>
                    <a:pt x="12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8"/>
            <p:cNvSpPr/>
            <p:nvPr/>
          </p:nvSpPr>
          <p:spPr>
            <a:xfrm>
              <a:off x="3539790" y="2114615"/>
              <a:ext cx="25904" cy="6925"/>
            </a:xfrm>
            <a:custGeom>
              <a:rect b="b" l="l" r="r" t="t"/>
              <a:pathLst>
                <a:path extrusionOk="0" h="274" w="1025">
                  <a:moveTo>
                    <a:pt x="33" y="1"/>
                  </a:moveTo>
                  <a:lnTo>
                    <a:pt x="0" y="208"/>
                  </a:lnTo>
                  <a:cubicBezTo>
                    <a:pt x="0" y="208"/>
                    <a:pt x="424" y="273"/>
                    <a:pt x="716" y="273"/>
                  </a:cubicBezTo>
                  <a:cubicBezTo>
                    <a:pt x="863" y="273"/>
                    <a:pt x="976" y="257"/>
                    <a:pt x="987" y="208"/>
                  </a:cubicBezTo>
                  <a:cubicBezTo>
                    <a:pt x="1025" y="61"/>
                    <a:pt x="33"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3" name="Google Shape;9343;p88"/>
            <p:cNvGrpSpPr/>
            <p:nvPr/>
          </p:nvGrpSpPr>
          <p:grpSpPr>
            <a:xfrm>
              <a:off x="3498748" y="2102737"/>
              <a:ext cx="94772" cy="114004"/>
              <a:chOff x="3498748" y="2102737"/>
              <a:chExt cx="94772" cy="114004"/>
            </a:xfrm>
          </p:grpSpPr>
          <p:sp>
            <p:nvSpPr>
              <p:cNvPr id="9344" name="Google Shape;9344;p88"/>
              <p:cNvSpPr/>
              <p:nvPr/>
            </p:nvSpPr>
            <p:spPr>
              <a:xfrm>
                <a:off x="3563142" y="2118482"/>
                <a:ext cx="30378" cy="19940"/>
              </a:xfrm>
              <a:custGeom>
                <a:rect b="b" l="l" r="r" t="t"/>
                <a:pathLst>
                  <a:path extrusionOk="0" h="789" w="1202">
                    <a:moveTo>
                      <a:pt x="101" y="0"/>
                    </a:moveTo>
                    <a:cubicBezTo>
                      <a:pt x="63" y="17"/>
                      <a:pt x="30" y="49"/>
                      <a:pt x="24" y="93"/>
                    </a:cubicBezTo>
                    <a:cubicBezTo>
                      <a:pt x="0" y="160"/>
                      <a:pt x="698" y="788"/>
                      <a:pt x="967" y="788"/>
                    </a:cubicBezTo>
                    <a:cubicBezTo>
                      <a:pt x="1003" y="788"/>
                      <a:pt x="1031" y="777"/>
                      <a:pt x="1049" y="752"/>
                    </a:cubicBezTo>
                    <a:cubicBezTo>
                      <a:pt x="1201" y="540"/>
                      <a:pt x="101" y="0"/>
                      <a:pt x="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8"/>
              <p:cNvSpPr/>
              <p:nvPr/>
            </p:nvSpPr>
            <p:spPr>
              <a:xfrm>
                <a:off x="3560665" y="2174309"/>
                <a:ext cx="22518" cy="28128"/>
              </a:xfrm>
              <a:custGeom>
                <a:rect b="b" l="l" r="r" t="t"/>
                <a:pathLst>
                  <a:path extrusionOk="0" h="1113" w="891">
                    <a:moveTo>
                      <a:pt x="139" y="0"/>
                    </a:moveTo>
                    <a:cubicBezTo>
                      <a:pt x="105" y="0"/>
                      <a:pt x="74" y="16"/>
                      <a:pt x="57" y="42"/>
                    </a:cubicBezTo>
                    <a:cubicBezTo>
                      <a:pt x="0" y="93"/>
                      <a:pt x="382" y="1112"/>
                      <a:pt x="621" y="1112"/>
                    </a:cubicBezTo>
                    <a:cubicBezTo>
                      <a:pt x="633" y="1112"/>
                      <a:pt x="645" y="1110"/>
                      <a:pt x="656" y="1104"/>
                    </a:cubicBezTo>
                    <a:cubicBezTo>
                      <a:pt x="891" y="990"/>
                      <a:pt x="166" y="3"/>
                      <a:pt x="166" y="3"/>
                    </a:cubicBezTo>
                    <a:cubicBezTo>
                      <a:pt x="157" y="1"/>
                      <a:pt x="148"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8"/>
              <p:cNvSpPr/>
              <p:nvPr/>
            </p:nvSpPr>
            <p:spPr>
              <a:xfrm>
                <a:off x="3498748" y="2102737"/>
                <a:ext cx="44101" cy="29442"/>
              </a:xfrm>
              <a:custGeom>
                <a:rect b="b" l="l" r="r" t="t"/>
                <a:pathLst>
                  <a:path extrusionOk="0" h="1165" w="1745">
                    <a:moveTo>
                      <a:pt x="874" y="1"/>
                    </a:moveTo>
                    <a:cubicBezTo>
                      <a:pt x="646" y="1"/>
                      <a:pt x="413" y="128"/>
                      <a:pt x="235" y="443"/>
                    </a:cubicBezTo>
                    <a:cubicBezTo>
                      <a:pt x="0" y="866"/>
                      <a:pt x="330" y="1164"/>
                      <a:pt x="568" y="1164"/>
                    </a:cubicBezTo>
                    <a:cubicBezTo>
                      <a:pt x="634" y="1164"/>
                      <a:pt x="693" y="1141"/>
                      <a:pt x="731" y="1092"/>
                    </a:cubicBezTo>
                    <a:cubicBezTo>
                      <a:pt x="911" y="868"/>
                      <a:pt x="1543" y="917"/>
                      <a:pt x="1641" y="590"/>
                    </a:cubicBezTo>
                    <a:cubicBezTo>
                      <a:pt x="1744" y="258"/>
                      <a:pt x="1330" y="171"/>
                      <a:pt x="1330" y="171"/>
                    </a:cubicBezTo>
                    <a:cubicBezTo>
                      <a:pt x="1194" y="65"/>
                      <a:pt x="1035" y="1"/>
                      <a:pt x="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8"/>
              <p:cNvSpPr/>
              <p:nvPr/>
            </p:nvSpPr>
            <p:spPr>
              <a:xfrm>
                <a:off x="3537259" y="2125714"/>
                <a:ext cx="22543" cy="28128"/>
              </a:xfrm>
              <a:custGeom>
                <a:rect b="b" l="l" r="r" t="t"/>
                <a:pathLst>
                  <a:path extrusionOk="0" h="1113" w="892">
                    <a:moveTo>
                      <a:pt x="140" y="1"/>
                    </a:moveTo>
                    <a:cubicBezTo>
                      <a:pt x="106" y="1"/>
                      <a:pt x="74" y="16"/>
                      <a:pt x="53" y="42"/>
                    </a:cubicBezTo>
                    <a:cubicBezTo>
                      <a:pt x="1" y="94"/>
                      <a:pt x="383" y="1113"/>
                      <a:pt x="622" y="1113"/>
                    </a:cubicBezTo>
                    <a:cubicBezTo>
                      <a:pt x="634" y="1113"/>
                      <a:pt x="646" y="1110"/>
                      <a:pt x="658" y="1105"/>
                    </a:cubicBezTo>
                    <a:cubicBezTo>
                      <a:pt x="892" y="990"/>
                      <a:pt x="167" y="4"/>
                      <a:pt x="167" y="4"/>
                    </a:cubicBezTo>
                    <a:cubicBezTo>
                      <a:pt x="158" y="2"/>
                      <a:pt x="149"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8"/>
              <p:cNvSpPr/>
              <p:nvPr/>
            </p:nvSpPr>
            <p:spPr>
              <a:xfrm>
                <a:off x="3547574" y="2148480"/>
                <a:ext cx="22543" cy="28078"/>
              </a:xfrm>
              <a:custGeom>
                <a:rect b="b" l="l" r="r" t="t"/>
                <a:pathLst>
                  <a:path extrusionOk="0" h="1111" w="892">
                    <a:moveTo>
                      <a:pt x="150" y="0"/>
                    </a:moveTo>
                    <a:cubicBezTo>
                      <a:pt x="113" y="0"/>
                      <a:pt x="81" y="15"/>
                      <a:pt x="57" y="39"/>
                    </a:cubicBezTo>
                    <a:cubicBezTo>
                      <a:pt x="1" y="96"/>
                      <a:pt x="381" y="1111"/>
                      <a:pt x="620" y="1111"/>
                    </a:cubicBezTo>
                    <a:cubicBezTo>
                      <a:pt x="633" y="1111"/>
                      <a:pt x="645" y="1108"/>
                      <a:pt x="657" y="1102"/>
                    </a:cubicBezTo>
                    <a:cubicBezTo>
                      <a:pt x="891" y="987"/>
                      <a:pt x="166" y="1"/>
                      <a:pt x="166" y="1"/>
                    </a:cubicBezTo>
                    <a:cubicBezTo>
                      <a:pt x="161" y="0"/>
                      <a:pt x="155" y="0"/>
                      <a:pt x="15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8"/>
              <p:cNvSpPr/>
              <p:nvPr/>
            </p:nvSpPr>
            <p:spPr>
              <a:xfrm>
                <a:off x="3523894" y="2125129"/>
                <a:ext cx="23503" cy="31692"/>
              </a:xfrm>
              <a:custGeom>
                <a:rect b="b" l="l" r="r" t="t"/>
                <a:pathLst>
                  <a:path extrusionOk="0" h="1254" w="930">
                    <a:moveTo>
                      <a:pt x="156" y="0"/>
                    </a:moveTo>
                    <a:cubicBezTo>
                      <a:pt x="122" y="0"/>
                      <a:pt x="89" y="13"/>
                      <a:pt x="68" y="42"/>
                    </a:cubicBezTo>
                    <a:cubicBezTo>
                      <a:pt x="0" y="94"/>
                      <a:pt x="367" y="1254"/>
                      <a:pt x="632" y="1254"/>
                    </a:cubicBezTo>
                    <a:cubicBezTo>
                      <a:pt x="644" y="1254"/>
                      <a:pt x="656" y="1251"/>
                      <a:pt x="668" y="1247"/>
                    </a:cubicBezTo>
                    <a:cubicBezTo>
                      <a:pt x="929" y="1132"/>
                      <a:pt x="188" y="4"/>
                      <a:pt x="188" y="4"/>
                    </a:cubicBezTo>
                    <a:cubicBezTo>
                      <a:pt x="177"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8"/>
              <p:cNvSpPr/>
              <p:nvPr/>
            </p:nvSpPr>
            <p:spPr>
              <a:xfrm>
                <a:off x="3536682" y="2155708"/>
                <a:ext cx="23503" cy="31818"/>
              </a:xfrm>
              <a:custGeom>
                <a:rect b="b" l="l" r="r" t="t"/>
                <a:pathLst>
                  <a:path extrusionOk="0" h="1259" w="930">
                    <a:moveTo>
                      <a:pt x="161" y="0"/>
                    </a:moveTo>
                    <a:cubicBezTo>
                      <a:pt x="125" y="0"/>
                      <a:pt x="89" y="16"/>
                      <a:pt x="63" y="42"/>
                    </a:cubicBezTo>
                    <a:cubicBezTo>
                      <a:pt x="1" y="99"/>
                      <a:pt x="367" y="1259"/>
                      <a:pt x="628" y="1259"/>
                    </a:cubicBezTo>
                    <a:cubicBezTo>
                      <a:pt x="640" y="1259"/>
                      <a:pt x="652" y="1257"/>
                      <a:pt x="663" y="1252"/>
                    </a:cubicBezTo>
                    <a:cubicBezTo>
                      <a:pt x="930" y="1137"/>
                      <a:pt x="189" y="4"/>
                      <a:pt x="189" y="4"/>
                    </a:cubicBezTo>
                    <a:cubicBezTo>
                      <a:pt x="180" y="2"/>
                      <a:pt x="170" y="0"/>
                      <a:pt x="1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8"/>
              <p:cNvSpPr/>
              <p:nvPr/>
            </p:nvSpPr>
            <p:spPr>
              <a:xfrm>
                <a:off x="3549495" y="2185024"/>
                <a:ext cx="23503" cy="31717"/>
              </a:xfrm>
              <a:custGeom>
                <a:rect b="b" l="l" r="r" t="t"/>
                <a:pathLst>
                  <a:path extrusionOk="0" h="1255" w="930">
                    <a:moveTo>
                      <a:pt x="156" y="0"/>
                    </a:moveTo>
                    <a:cubicBezTo>
                      <a:pt x="122" y="0"/>
                      <a:pt x="89" y="14"/>
                      <a:pt x="69" y="43"/>
                    </a:cubicBezTo>
                    <a:cubicBezTo>
                      <a:pt x="1" y="95"/>
                      <a:pt x="367" y="1254"/>
                      <a:pt x="633" y="1254"/>
                    </a:cubicBezTo>
                    <a:cubicBezTo>
                      <a:pt x="645" y="1254"/>
                      <a:pt x="656" y="1252"/>
                      <a:pt x="668" y="1247"/>
                    </a:cubicBezTo>
                    <a:cubicBezTo>
                      <a:pt x="930" y="1132"/>
                      <a:pt x="189" y="4"/>
                      <a:pt x="189" y="4"/>
                    </a:cubicBezTo>
                    <a:cubicBezTo>
                      <a:pt x="178"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8"/>
              <p:cNvSpPr/>
              <p:nvPr/>
            </p:nvSpPr>
            <p:spPr>
              <a:xfrm>
                <a:off x="3514922" y="2129349"/>
                <a:ext cx="18980" cy="29594"/>
              </a:xfrm>
              <a:custGeom>
                <a:rect b="b" l="l" r="r" t="t"/>
                <a:pathLst>
                  <a:path extrusionOk="0" h="1171" w="751">
                    <a:moveTo>
                      <a:pt x="141" y="1"/>
                    </a:moveTo>
                    <a:cubicBezTo>
                      <a:pt x="113" y="1"/>
                      <a:pt x="86" y="9"/>
                      <a:pt x="63" y="28"/>
                    </a:cubicBezTo>
                    <a:cubicBezTo>
                      <a:pt x="0" y="75"/>
                      <a:pt x="237" y="1171"/>
                      <a:pt x="475" y="1171"/>
                    </a:cubicBezTo>
                    <a:cubicBezTo>
                      <a:pt x="483" y="1171"/>
                      <a:pt x="491" y="1169"/>
                      <a:pt x="499" y="1167"/>
                    </a:cubicBezTo>
                    <a:cubicBezTo>
                      <a:pt x="750" y="1090"/>
                      <a:pt x="178" y="6"/>
                      <a:pt x="178" y="6"/>
                    </a:cubicBezTo>
                    <a:cubicBezTo>
                      <a:pt x="166" y="3"/>
                      <a:pt x="153" y="1"/>
                      <a:pt x="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8"/>
              <p:cNvSpPr/>
              <p:nvPr/>
            </p:nvSpPr>
            <p:spPr>
              <a:xfrm>
                <a:off x="3523742" y="2158033"/>
                <a:ext cx="18954" cy="29695"/>
              </a:xfrm>
              <a:custGeom>
                <a:rect b="b" l="l" r="r" t="t"/>
                <a:pathLst>
                  <a:path extrusionOk="0" h="1175" w="750">
                    <a:moveTo>
                      <a:pt x="147" y="0"/>
                    </a:moveTo>
                    <a:cubicBezTo>
                      <a:pt x="118" y="0"/>
                      <a:pt x="87" y="12"/>
                      <a:pt x="63" y="32"/>
                    </a:cubicBezTo>
                    <a:cubicBezTo>
                      <a:pt x="0" y="74"/>
                      <a:pt x="237" y="1175"/>
                      <a:pt x="479" y="1175"/>
                    </a:cubicBezTo>
                    <a:cubicBezTo>
                      <a:pt x="488" y="1175"/>
                      <a:pt x="496" y="1173"/>
                      <a:pt x="505" y="1171"/>
                    </a:cubicBezTo>
                    <a:cubicBezTo>
                      <a:pt x="750" y="1089"/>
                      <a:pt x="178" y="4"/>
                      <a:pt x="178" y="4"/>
                    </a:cubicBezTo>
                    <a:cubicBezTo>
                      <a:pt x="168" y="2"/>
                      <a:pt x="158" y="0"/>
                      <a:pt x="1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8"/>
              <p:cNvSpPr/>
              <p:nvPr/>
            </p:nvSpPr>
            <p:spPr>
              <a:xfrm>
                <a:off x="3532815" y="2185479"/>
                <a:ext cx="18980" cy="29645"/>
              </a:xfrm>
              <a:custGeom>
                <a:rect b="b" l="l" r="r" t="t"/>
                <a:pathLst>
                  <a:path extrusionOk="0" h="1173" w="751">
                    <a:moveTo>
                      <a:pt x="140" y="1"/>
                    </a:moveTo>
                    <a:cubicBezTo>
                      <a:pt x="113" y="1"/>
                      <a:pt x="86" y="12"/>
                      <a:pt x="64" y="30"/>
                    </a:cubicBezTo>
                    <a:cubicBezTo>
                      <a:pt x="1" y="77"/>
                      <a:pt x="238" y="1173"/>
                      <a:pt x="475" y="1173"/>
                    </a:cubicBezTo>
                    <a:cubicBezTo>
                      <a:pt x="483" y="1173"/>
                      <a:pt x="492" y="1172"/>
                      <a:pt x="500" y="1169"/>
                    </a:cubicBezTo>
                    <a:cubicBezTo>
                      <a:pt x="750" y="1093"/>
                      <a:pt x="178" y="8"/>
                      <a:pt x="178" y="8"/>
                    </a:cubicBezTo>
                    <a:cubicBezTo>
                      <a:pt x="166" y="3"/>
                      <a:pt x="153"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8"/>
              <p:cNvSpPr/>
              <p:nvPr/>
            </p:nvSpPr>
            <p:spPr>
              <a:xfrm>
                <a:off x="3504990" y="2129349"/>
                <a:ext cx="14304" cy="25272"/>
              </a:xfrm>
              <a:custGeom>
                <a:rect b="b" l="l" r="r" t="t"/>
                <a:pathLst>
                  <a:path extrusionOk="0" h="1000" w="566">
                    <a:moveTo>
                      <a:pt x="121" y="0"/>
                    </a:moveTo>
                    <a:cubicBezTo>
                      <a:pt x="98" y="0"/>
                      <a:pt x="76" y="6"/>
                      <a:pt x="59" y="17"/>
                    </a:cubicBezTo>
                    <a:cubicBezTo>
                      <a:pt x="0" y="54"/>
                      <a:pt x="129" y="1000"/>
                      <a:pt x="332" y="1000"/>
                    </a:cubicBezTo>
                    <a:cubicBezTo>
                      <a:pt x="337" y="1000"/>
                      <a:pt x="342" y="999"/>
                      <a:pt x="348" y="998"/>
                    </a:cubicBezTo>
                    <a:cubicBezTo>
                      <a:pt x="565" y="949"/>
                      <a:pt x="157" y="6"/>
                      <a:pt x="157" y="6"/>
                    </a:cubicBezTo>
                    <a:cubicBezTo>
                      <a:pt x="145" y="2"/>
                      <a:pt x="133" y="0"/>
                      <a:pt x="1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8"/>
              <p:cNvSpPr/>
              <p:nvPr/>
            </p:nvSpPr>
            <p:spPr>
              <a:xfrm>
                <a:off x="3510499" y="2153813"/>
                <a:ext cx="14304" cy="25323"/>
              </a:xfrm>
              <a:custGeom>
                <a:rect b="b" l="l" r="r" t="t"/>
                <a:pathLst>
                  <a:path extrusionOk="0" h="1002" w="566">
                    <a:moveTo>
                      <a:pt x="114" y="1"/>
                    </a:moveTo>
                    <a:cubicBezTo>
                      <a:pt x="94" y="1"/>
                      <a:pt x="75" y="6"/>
                      <a:pt x="59" y="19"/>
                    </a:cubicBezTo>
                    <a:cubicBezTo>
                      <a:pt x="0" y="56"/>
                      <a:pt x="129" y="1001"/>
                      <a:pt x="332" y="1001"/>
                    </a:cubicBezTo>
                    <a:cubicBezTo>
                      <a:pt x="337" y="1001"/>
                      <a:pt x="342" y="1001"/>
                      <a:pt x="347" y="1000"/>
                    </a:cubicBezTo>
                    <a:cubicBezTo>
                      <a:pt x="565" y="951"/>
                      <a:pt x="157" y="8"/>
                      <a:pt x="157" y="8"/>
                    </a:cubicBezTo>
                    <a:cubicBezTo>
                      <a:pt x="143" y="4"/>
                      <a:pt x="129" y="1"/>
                      <a:pt x="1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8"/>
              <p:cNvSpPr/>
              <p:nvPr/>
            </p:nvSpPr>
            <p:spPr>
              <a:xfrm>
                <a:off x="3516287" y="2177316"/>
                <a:ext cx="14304" cy="25247"/>
              </a:xfrm>
              <a:custGeom>
                <a:rect b="b" l="l" r="r" t="t"/>
                <a:pathLst>
                  <a:path extrusionOk="0" h="999" w="566">
                    <a:moveTo>
                      <a:pt x="116" y="0"/>
                    </a:moveTo>
                    <a:cubicBezTo>
                      <a:pt x="96" y="0"/>
                      <a:pt x="75" y="7"/>
                      <a:pt x="59" y="21"/>
                    </a:cubicBezTo>
                    <a:cubicBezTo>
                      <a:pt x="0" y="53"/>
                      <a:pt x="128" y="998"/>
                      <a:pt x="331" y="998"/>
                    </a:cubicBezTo>
                    <a:cubicBezTo>
                      <a:pt x="336" y="998"/>
                      <a:pt x="342" y="998"/>
                      <a:pt x="347" y="996"/>
                    </a:cubicBezTo>
                    <a:cubicBezTo>
                      <a:pt x="565" y="947"/>
                      <a:pt x="157" y="10"/>
                      <a:pt x="157" y="10"/>
                    </a:cubicBezTo>
                    <a:cubicBezTo>
                      <a:pt x="144" y="3"/>
                      <a:pt x="130" y="0"/>
                      <a:pt x="1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8" name="Google Shape;9358;p88"/>
            <p:cNvSpPr/>
            <p:nvPr/>
          </p:nvSpPr>
          <p:spPr>
            <a:xfrm>
              <a:off x="3268262" y="2017165"/>
              <a:ext cx="96187" cy="59618"/>
            </a:xfrm>
            <a:custGeom>
              <a:rect b="b" l="l" r="r" t="t"/>
              <a:pathLst>
                <a:path extrusionOk="0" h="2359" w="3806">
                  <a:moveTo>
                    <a:pt x="2539" y="0"/>
                  </a:moveTo>
                  <a:cubicBezTo>
                    <a:pt x="2486" y="0"/>
                    <a:pt x="2446" y="18"/>
                    <a:pt x="2429" y="59"/>
                  </a:cubicBezTo>
                  <a:cubicBezTo>
                    <a:pt x="2315" y="315"/>
                    <a:pt x="1999" y="402"/>
                    <a:pt x="1906" y="418"/>
                  </a:cubicBezTo>
                  <a:cubicBezTo>
                    <a:pt x="1808" y="397"/>
                    <a:pt x="1497" y="315"/>
                    <a:pt x="1378" y="59"/>
                  </a:cubicBezTo>
                  <a:cubicBezTo>
                    <a:pt x="1360" y="20"/>
                    <a:pt x="1320" y="2"/>
                    <a:pt x="1268" y="2"/>
                  </a:cubicBezTo>
                  <a:cubicBezTo>
                    <a:pt x="919" y="2"/>
                    <a:pt x="0" y="790"/>
                    <a:pt x="1171" y="1306"/>
                  </a:cubicBezTo>
                  <a:cubicBezTo>
                    <a:pt x="1171" y="1306"/>
                    <a:pt x="1018" y="1693"/>
                    <a:pt x="1247" y="1857"/>
                  </a:cubicBezTo>
                  <a:cubicBezTo>
                    <a:pt x="1427" y="1993"/>
                    <a:pt x="1748" y="1879"/>
                    <a:pt x="1873" y="2097"/>
                  </a:cubicBezTo>
                  <a:lnTo>
                    <a:pt x="1873" y="2358"/>
                  </a:lnTo>
                  <a:cubicBezTo>
                    <a:pt x="1873" y="2293"/>
                    <a:pt x="1884" y="2227"/>
                    <a:pt x="1906" y="2162"/>
                  </a:cubicBezTo>
                  <a:cubicBezTo>
                    <a:pt x="1922" y="2227"/>
                    <a:pt x="1933" y="2293"/>
                    <a:pt x="1933" y="2358"/>
                  </a:cubicBezTo>
                  <a:lnTo>
                    <a:pt x="1933" y="2097"/>
                  </a:lnTo>
                  <a:cubicBezTo>
                    <a:pt x="2059" y="1879"/>
                    <a:pt x="2380" y="1993"/>
                    <a:pt x="2560" y="1857"/>
                  </a:cubicBezTo>
                  <a:cubicBezTo>
                    <a:pt x="2789" y="1693"/>
                    <a:pt x="2642" y="1306"/>
                    <a:pt x="2642" y="1306"/>
                  </a:cubicBezTo>
                  <a:cubicBezTo>
                    <a:pt x="3805" y="791"/>
                    <a:pt x="2887" y="0"/>
                    <a:pt x="25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8"/>
            <p:cNvSpPr/>
            <p:nvPr/>
          </p:nvSpPr>
          <p:spPr>
            <a:xfrm>
              <a:off x="3320602" y="2071450"/>
              <a:ext cx="115521" cy="287399"/>
            </a:xfrm>
            <a:custGeom>
              <a:rect b="b" l="l" r="r" t="t"/>
              <a:pathLst>
                <a:path extrusionOk="0" h="11372" w="4571">
                  <a:moveTo>
                    <a:pt x="2889" y="1"/>
                  </a:moveTo>
                  <a:cubicBezTo>
                    <a:pt x="2552" y="1"/>
                    <a:pt x="2516" y="477"/>
                    <a:pt x="2516" y="477"/>
                  </a:cubicBezTo>
                  <a:cubicBezTo>
                    <a:pt x="2135" y="766"/>
                    <a:pt x="2031" y="1365"/>
                    <a:pt x="2380" y="1572"/>
                  </a:cubicBezTo>
                  <a:cubicBezTo>
                    <a:pt x="2729" y="1785"/>
                    <a:pt x="734" y="9179"/>
                    <a:pt x="522" y="9544"/>
                  </a:cubicBezTo>
                  <a:cubicBezTo>
                    <a:pt x="312" y="9905"/>
                    <a:pt x="0" y="11337"/>
                    <a:pt x="389" y="11337"/>
                  </a:cubicBezTo>
                  <a:cubicBezTo>
                    <a:pt x="393" y="11337"/>
                    <a:pt x="397" y="11337"/>
                    <a:pt x="402" y="11337"/>
                  </a:cubicBezTo>
                  <a:cubicBezTo>
                    <a:pt x="791" y="11311"/>
                    <a:pt x="755" y="10865"/>
                    <a:pt x="1118" y="10865"/>
                  </a:cubicBezTo>
                  <a:cubicBezTo>
                    <a:pt x="1136" y="10865"/>
                    <a:pt x="1155" y="10866"/>
                    <a:pt x="1176" y="10868"/>
                  </a:cubicBezTo>
                  <a:cubicBezTo>
                    <a:pt x="1545" y="10906"/>
                    <a:pt x="1708" y="11372"/>
                    <a:pt x="2017" y="11372"/>
                  </a:cubicBezTo>
                  <a:cubicBezTo>
                    <a:pt x="2063" y="11372"/>
                    <a:pt x="2113" y="11361"/>
                    <a:pt x="2167" y="11337"/>
                  </a:cubicBezTo>
                  <a:cubicBezTo>
                    <a:pt x="2576" y="11157"/>
                    <a:pt x="1966" y="10214"/>
                    <a:pt x="1966" y="9239"/>
                  </a:cubicBezTo>
                  <a:cubicBezTo>
                    <a:pt x="1966" y="8264"/>
                    <a:pt x="3399" y="2123"/>
                    <a:pt x="3399" y="2123"/>
                  </a:cubicBezTo>
                  <a:cubicBezTo>
                    <a:pt x="3399" y="2123"/>
                    <a:pt x="4570" y="1344"/>
                    <a:pt x="3579" y="401"/>
                  </a:cubicBezTo>
                  <a:cubicBezTo>
                    <a:pt x="3267" y="103"/>
                    <a:pt x="3046" y="1"/>
                    <a:pt x="2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8"/>
            <p:cNvSpPr/>
            <p:nvPr/>
          </p:nvSpPr>
          <p:spPr>
            <a:xfrm>
              <a:off x="3314359" y="2364181"/>
              <a:ext cx="78648" cy="262885"/>
            </a:xfrm>
            <a:custGeom>
              <a:rect b="b" l="l" r="r" t="t"/>
              <a:pathLst>
                <a:path extrusionOk="0" h="10402" w="3112">
                  <a:moveTo>
                    <a:pt x="2136" y="1743"/>
                  </a:moveTo>
                  <a:cubicBezTo>
                    <a:pt x="2136" y="1743"/>
                    <a:pt x="2262" y="4031"/>
                    <a:pt x="2136" y="4544"/>
                  </a:cubicBezTo>
                  <a:cubicBezTo>
                    <a:pt x="2011" y="5056"/>
                    <a:pt x="1630" y="7372"/>
                    <a:pt x="1619" y="7791"/>
                  </a:cubicBezTo>
                  <a:cubicBezTo>
                    <a:pt x="1619" y="7806"/>
                    <a:pt x="1618" y="7813"/>
                    <a:pt x="1618" y="7813"/>
                  </a:cubicBezTo>
                  <a:cubicBezTo>
                    <a:pt x="1611" y="7813"/>
                    <a:pt x="1595" y="2537"/>
                    <a:pt x="2136" y="1743"/>
                  </a:cubicBezTo>
                  <a:close/>
                  <a:moveTo>
                    <a:pt x="2132" y="0"/>
                  </a:moveTo>
                  <a:cubicBezTo>
                    <a:pt x="1550" y="0"/>
                    <a:pt x="1537" y="604"/>
                    <a:pt x="1537" y="604"/>
                  </a:cubicBezTo>
                  <a:cubicBezTo>
                    <a:pt x="1537" y="604"/>
                    <a:pt x="1136" y="226"/>
                    <a:pt x="823" y="226"/>
                  </a:cubicBezTo>
                  <a:cubicBezTo>
                    <a:pt x="709" y="226"/>
                    <a:pt x="607" y="276"/>
                    <a:pt x="540" y="413"/>
                  </a:cubicBezTo>
                  <a:cubicBezTo>
                    <a:pt x="289" y="925"/>
                    <a:pt x="872" y="2075"/>
                    <a:pt x="861" y="2506"/>
                  </a:cubicBezTo>
                  <a:cubicBezTo>
                    <a:pt x="845" y="2936"/>
                    <a:pt x="763" y="8707"/>
                    <a:pt x="763" y="8707"/>
                  </a:cubicBezTo>
                  <a:cubicBezTo>
                    <a:pt x="763" y="8707"/>
                    <a:pt x="0" y="10069"/>
                    <a:pt x="583" y="10341"/>
                  </a:cubicBezTo>
                  <a:cubicBezTo>
                    <a:pt x="672" y="10383"/>
                    <a:pt x="763" y="10401"/>
                    <a:pt x="855" y="10401"/>
                  </a:cubicBezTo>
                  <a:cubicBezTo>
                    <a:pt x="1368" y="10401"/>
                    <a:pt x="1886" y="9840"/>
                    <a:pt x="1886" y="9840"/>
                  </a:cubicBezTo>
                  <a:cubicBezTo>
                    <a:pt x="1886" y="9840"/>
                    <a:pt x="2763" y="9301"/>
                    <a:pt x="2098" y="8510"/>
                  </a:cubicBezTo>
                  <a:cubicBezTo>
                    <a:pt x="1433" y="7720"/>
                    <a:pt x="2501" y="5890"/>
                    <a:pt x="2458" y="3813"/>
                  </a:cubicBezTo>
                  <a:cubicBezTo>
                    <a:pt x="2414" y="1732"/>
                    <a:pt x="2594" y="1187"/>
                    <a:pt x="2594" y="1187"/>
                  </a:cubicBezTo>
                  <a:cubicBezTo>
                    <a:pt x="2594" y="1187"/>
                    <a:pt x="3112" y="174"/>
                    <a:pt x="2333" y="21"/>
                  </a:cubicBezTo>
                  <a:cubicBezTo>
                    <a:pt x="2259" y="7"/>
                    <a:pt x="2193" y="0"/>
                    <a:pt x="21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8"/>
            <p:cNvSpPr/>
            <p:nvPr/>
          </p:nvSpPr>
          <p:spPr>
            <a:xfrm>
              <a:off x="3205283" y="1741138"/>
              <a:ext cx="222019" cy="211278"/>
            </a:xfrm>
            <a:custGeom>
              <a:rect b="b" l="l" r="r" t="t"/>
              <a:pathLst>
                <a:path extrusionOk="0" h="8360" w="8785">
                  <a:moveTo>
                    <a:pt x="4398" y="252"/>
                  </a:moveTo>
                  <a:cubicBezTo>
                    <a:pt x="5553" y="290"/>
                    <a:pt x="6567" y="502"/>
                    <a:pt x="6567" y="709"/>
                  </a:cubicBezTo>
                  <a:cubicBezTo>
                    <a:pt x="6567" y="726"/>
                    <a:pt x="6567" y="737"/>
                    <a:pt x="6561" y="747"/>
                  </a:cubicBezTo>
                  <a:cubicBezTo>
                    <a:pt x="5771" y="480"/>
                    <a:pt x="4720" y="415"/>
                    <a:pt x="4387" y="404"/>
                  </a:cubicBezTo>
                  <a:lnTo>
                    <a:pt x="4371" y="404"/>
                  </a:lnTo>
                  <a:cubicBezTo>
                    <a:pt x="4044" y="415"/>
                    <a:pt x="3020" y="480"/>
                    <a:pt x="2235" y="747"/>
                  </a:cubicBezTo>
                  <a:cubicBezTo>
                    <a:pt x="2229" y="737"/>
                    <a:pt x="2229" y="726"/>
                    <a:pt x="2229" y="709"/>
                  </a:cubicBezTo>
                  <a:cubicBezTo>
                    <a:pt x="2229" y="502"/>
                    <a:pt x="3243" y="290"/>
                    <a:pt x="4398" y="252"/>
                  </a:cubicBezTo>
                  <a:close/>
                  <a:moveTo>
                    <a:pt x="2273" y="1118"/>
                  </a:moveTo>
                  <a:cubicBezTo>
                    <a:pt x="2458" y="1238"/>
                    <a:pt x="2660" y="1331"/>
                    <a:pt x="2867" y="1396"/>
                  </a:cubicBezTo>
                  <a:cubicBezTo>
                    <a:pt x="2747" y="1412"/>
                    <a:pt x="2627" y="1429"/>
                    <a:pt x="2507" y="1450"/>
                  </a:cubicBezTo>
                  <a:cubicBezTo>
                    <a:pt x="2202" y="1499"/>
                    <a:pt x="1908" y="1587"/>
                    <a:pt x="1625" y="1701"/>
                  </a:cubicBezTo>
                  <a:cubicBezTo>
                    <a:pt x="1619" y="1685"/>
                    <a:pt x="1619" y="1663"/>
                    <a:pt x="1619" y="1641"/>
                  </a:cubicBezTo>
                  <a:cubicBezTo>
                    <a:pt x="1619" y="1434"/>
                    <a:pt x="1886" y="1260"/>
                    <a:pt x="2273" y="1118"/>
                  </a:cubicBezTo>
                  <a:close/>
                  <a:moveTo>
                    <a:pt x="6518" y="1123"/>
                  </a:moveTo>
                  <a:cubicBezTo>
                    <a:pt x="6910" y="1260"/>
                    <a:pt x="7177" y="1434"/>
                    <a:pt x="7177" y="1647"/>
                  </a:cubicBezTo>
                  <a:cubicBezTo>
                    <a:pt x="7177" y="1663"/>
                    <a:pt x="7172" y="1685"/>
                    <a:pt x="7166" y="1701"/>
                  </a:cubicBezTo>
                  <a:cubicBezTo>
                    <a:pt x="6883" y="1587"/>
                    <a:pt x="6589" y="1499"/>
                    <a:pt x="6289" y="1450"/>
                  </a:cubicBezTo>
                  <a:cubicBezTo>
                    <a:pt x="6169" y="1429"/>
                    <a:pt x="6044" y="1412"/>
                    <a:pt x="5929" y="1396"/>
                  </a:cubicBezTo>
                  <a:cubicBezTo>
                    <a:pt x="6136" y="1331"/>
                    <a:pt x="6333" y="1238"/>
                    <a:pt x="6518" y="1123"/>
                  </a:cubicBezTo>
                  <a:close/>
                  <a:moveTo>
                    <a:pt x="1521" y="2170"/>
                  </a:moveTo>
                  <a:cubicBezTo>
                    <a:pt x="1685" y="2290"/>
                    <a:pt x="1864" y="2377"/>
                    <a:pt x="2055" y="2426"/>
                  </a:cubicBezTo>
                  <a:cubicBezTo>
                    <a:pt x="1788" y="2491"/>
                    <a:pt x="1532" y="2578"/>
                    <a:pt x="1281" y="2687"/>
                  </a:cubicBezTo>
                  <a:cubicBezTo>
                    <a:pt x="1265" y="2649"/>
                    <a:pt x="1260" y="2611"/>
                    <a:pt x="1260" y="2567"/>
                  </a:cubicBezTo>
                  <a:cubicBezTo>
                    <a:pt x="1260" y="2404"/>
                    <a:pt x="1363" y="2273"/>
                    <a:pt x="1521" y="2170"/>
                  </a:cubicBezTo>
                  <a:close/>
                  <a:moveTo>
                    <a:pt x="7270" y="2170"/>
                  </a:moveTo>
                  <a:cubicBezTo>
                    <a:pt x="7428" y="2273"/>
                    <a:pt x="7537" y="2404"/>
                    <a:pt x="7537" y="2567"/>
                  </a:cubicBezTo>
                  <a:cubicBezTo>
                    <a:pt x="7537" y="2611"/>
                    <a:pt x="7526" y="2649"/>
                    <a:pt x="7509" y="2687"/>
                  </a:cubicBezTo>
                  <a:cubicBezTo>
                    <a:pt x="7264" y="2578"/>
                    <a:pt x="7003" y="2491"/>
                    <a:pt x="6741" y="2426"/>
                  </a:cubicBezTo>
                  <a:cubicBezTo>
                    <a:pt x="6932" y="2377"/>
                    <a:pt x="7112" y="2290"/>
                    <a:pt x="7270" y="2170"/>
                  </a:cubicBezTo>
                  <a:close/>
                  <a:moveTo>
                    <a:pt x="982" y="4028"/>
                  </a:moveTo>
                  <a:cubicBezTo>
                    <a:pt x="1570" y="4377"/>
                    <a:pt x="2769" y="4436"/>
                    <a:pt x="3494" y="4436"/>
                  </a:cubicBezTo>
                  <a:cubicBezTo>
                    <a:pt x="3652" y="4436"/>
                    <a:pt x="3782" y="4436"/>
                    <a:pt x="3880" y="4431"/>
                  </a:cubicBezTo>
                  <a:lnTo>
                    <a:pt x="3880" y="4431"/>
                  </a:lnTo>
                  <a:cubicBezTo>
                    <a:pt x="3799" y="4594"/>
                    <a:pt x="3706" y="4752"/>
                    <a:pt x="3603" y="4900"/>
                  </a:cubicBezTo>
                  <a:cubicBezTo>
                    <a:pt x="3319" y="4913"/>
                    <a:pt x="3064" y="4919"/>
                    <a:pt x="2835" y="4919"/>
                  </a:cubicBezTo>
                  <a:cubicBezTo>
                    <a:pt x="1207" y="4919"/>
                    <a:pt x="886" y="4612"/>
                    <a:pt x="824" y="4469"/>
                  </a:cubicBezTo>
                  <a:cubicBezTo>
                    <a:pt x="769" y="4327"/>
                    <a:pt x="878" y="4148"/>
                    <a:pt x="982" y="4028"/>
                  </a:cubicBezTo>
                  <a:close/>
                  <a:moveTo>
                    <a:pt x="7815" y="4028"/>
                  </a:moveTo>
                  <a:cubicBezTo>
                    <a:pt x="7913" y="4148"/>
                    <a:pt x="8027" y="4327"/>
                    <a:pt x="7967" y="4469"/>
                  </a:cubicBezTo>
                  <a:cubicBezTo>
                    <a:pt x="7910" y="4616"/>
                    <a:pt x="7588" y="4921"/>
                    <a:pt x="5984" y="4921"/>
                  </a:cubicBezTo>
                  <a:cubicBezTo>
                    <a:pt x="5748" y="4921"/>
                    <a:pt x="5483" y="4914"/>
                    <a:pt x="5188" y="4900"/>
                  </a:cubicBezTo>
                  <a:cubicBezTo>
                    <a:pt x="5085" y="4752"/>
                    <a:pt x="4992" y="4594"/>
                    <a:pt x="4910" y="4431"/>
                  </a:cubicBezTo>
                  <a:cubicBezTo>
                    <a:pt x="5014" y="4431"/>
                    <a:pt x="5145" y="4436"/>
                    <a:pt x="5303" y="4436"/>
                  </a:cubicBezTo>
                  <a:cubicBezTo>
                    <a:pt x="6022" y="4436"/>
                    <a:pt x="7221" y="4377"/>
                    <a:pt x="7815" y="4028"/>
                  </a:cubicBezTo>
                  <a:close/>
                  <a:moveTo>
                    <a:pt x="8043" y="4911"/>
                  </a:moveTo>
                  <a:cubicBezTo>
                    <a:pt x="8114" y="5003"/>
                    <a:pt x="8169" y="5128"/>
                    <a:pt x="8131" y="5227"/>
                  </a:cubicBezTo>
                  <a:cubicBezTo>
                    <a:pt x="8083" y="5337"/>
                    <a:pt x="7803" y="5686"/>
                    <a:pt x="6022" y="5686"/>
                  </a:cubicBezTo>
                  <a:cubicBezTo>
                    <a:pt x="5957" y="5686"/>
                    <a:pt x="5889" y="5685"/>
                    <a:pt x="5820" y="5684"/>
                  </a:cubicBezTo>
                  <a:cubicBezTo>
                    <a:pt x="5690" y="5537"/>
                    <a:pt x="5575" y="5401"/>
                    <a:pt x="5472" y="5276"/>
                  </a:cubicBezTo>
                  <a:lnTo>
                    <a:pt x="5472" y="5276"/>
                  </a:lnTo>
                  <a:cubicBezTo>
                    <a:pt x="5640" y="5281"/>
                    <a:pt x="5799" y="5281"/>
                    <a:pt x="5951" y="5281"/>
                  </a:cubicBezTo>
                  <a:cubicBezTo>
                    <a:pt x="6986" y="5281"/>
                    <a:pt x="7678" y="5161"/>
                    <a:pt x="8043" y="4911"/>
                  </a:cubicBezTo>
                  <a:close/>
                  <a:moveTo>
                    <a:pt x="747" y="4916"/>
                  </a:moveTo>
                  <a:cubicBezTo>
                    <a:pt x="1112" y="5167"/>
                    <a:pt x="1804" y="5286"/>
                    <a:pt x="2845" y="5286"/>
                  </a:cubicBezTo>
                  <a:cubicBezTo>
                    <a:pt x="2998" y="5286"/>
                    <a:pt x="3156" y="5286"/>
                    <a:pt x="3319" y="5281"/>
                  </a:cubicBezTo>
                  <a:lnTo>
                    <a:pt x="3319" y="5281"/>
                  </a:lnTo>
                  <a:cubicBezTo>
                    <a:pt x="3221" y="5401"/>
                    <a:pt x="3107" y="5537"/>
                    <a:pt x="2970" y="5684"/>
                  </a:cubicBezTo>
                  <a:cubicBezTo>
                    <a:pt x="2900" y="5685"/>
                    <a:pt x="2832" y="5686"/>
                    <a:pt x="2766" y="5686"/>
                  </a:cubicBezTo>
                  <a:cubicBezTo>
                    <a:pt x="988" y="5686"/>
                    <a:pt x="708" y="5342"/>
                    <a:pt x="666" y="5232"/>
                  </a:cubicBezTo>
                  <a:cubicBezTo>
                    <a:pt x="627" y="5134"/>
                    <a:pt x="682" y="5009"/>
                    <a:pt x="747" y="4916"/>
                  </a:cubicBezTo>
                  <a:close/>
                  <a:moveTo>
                    <a:pt x="627" y="5690"/>
                  </a:moveTo>
                  <a:cubicBezTo>
                    <a:pt x="993" y="5924"/>
                    <a:pt x="1668" y="6038"/>
                    <a:pt x="2654" y="6049"/>
                  </a:cubicBezTo>
                  <a:cubicBezTo>
                    <a:pt x="2529" y="6202"/>
                    <a:pt x="2409" y="6360"/>
                    <a:pt x="2300" y="6523"/>
                  </a:cubicBezTo>
                  <a:cubicBezTo>
                    <a:pt x="2058" y="6545"/>
                    <a:pt x="1849" y="6555"/>
                    <a:pt x="1668" y="6555"/>
                  </a:cubicBezTo>
                  <a:cubicBezTo>
                    <a:pt x="808" y="6555"/>
                    <a:pt x="583" y="6343"/>
                    <a:pt x="529" y="6235"/>
                  </a:cubicBezTo>
                  <a:cubicBezTo>
                    <a:pt x="442" y="6077"/>
                    <a:pt x="535" y="5848"/>
                    <a:pt x="627" y="5690"/>
                  </a:cubicBezTo>
                  <a:close/>
                  <a:moveTo>
                    <a:pt x="8174" y="5690"/>
                  </a:moveTo>
                  <a:cubicBezTo>
                    <a:pt x="8261" y="5848"/>
                    <a:pt x="8354" y="6077"/>
                    <a:pt x="8267" y="6235"/>
                  </a:cubicBezTo>
                  <a:lnTo>
                    <a:pt x="8267" y="6240"/>
                  </a:lnTo>
                  <a:cubicBezTo>
                    <a:pt x="8213" y="6348"/>
                    <a:pt x="7986" y="6555"/>
                    <a:pt x="7135" y="6555"/>
                  </a:cubicBezTo>
                  <a:cubicBezTo>
                    <a:pt x="6952" y="6555"/>
                    <a:pt x="6741" y="6546"/>
                    <a:pt x="6496" y="6523"/>
                  </a:cubicBezTo>
                  <a:cubicBezTo>
                    <a:pt x="6387" y="6360"/>
                    <a:pt x="6267" y="6202"/>
                    <a:pt x="6142" y="6049"/>
                  </a:cubicBezTo>
                  <a:cubicBezTo>
                    <a:pt x="7134" y="6038"/>
                    <a:pt x="7804" y="5924"/>
                    <a:pt x="8174" y="5690"/>
                  </a:cubicBezTo>
                  <a:close/>
                  <a:moveTo>
                    <a:pt x="546" y="6725"/>
                  </a:moveTo>
                  <a:cubicBezTo>
                    <a:pt x="802" y="6856"/>
                    <a:pt x="1172" y="6916"/>
                    <a:pt x="1657" y="6916"/>
                  </a:cubicBezTo>
                  <a:cubicBezTo>
                    <a:pt x="1788" y="6916"/>
                    <a:pt x="1924" y="6916"/>
                    <a:pt x="2066" y="6905"/>
                  </a:cubicBezTo>
                  <a:lnTo>
                    <a:pt x="2066" y="6905"/>
                  </a:lnTo>
                  <a:cubicBezTo>
                    <a:pt x="2050" y="6948"/>
                    <a:pt x="2028" y="6987"/>
                    <a:pt x="2006" y="7019"/>
                  </a:cubicBezTo>
                  <a:cubicBezTo>
                    <a:pt x="1534" y="7147"/>
                    <a:pt x="1212" y="7189"/>
                    <a:pt x="993" y="7189"/>
                  </a:cubicBezTo>
                  <a:cubicBezTo>
                    <a:pt x="681" y="7189"/>
                    <a:pt x="578" y="7104"/>
                    <a:pt x="546" y="7063"/>
                  </a:cubicBezTo>
                  <a:cubicBezTo>
                    <a:pt x="486" y="6981"/>
                    <a:pt x="508" y="6845"/>
                    <a:pt x="546" y="6725"/>
                  </a:cubicBezTo>
                  <a:close/>
                  <a:moveTo>
                    <a:pt x="8245" y="6730"/>
                  </a:moveTo>
                  <a:cubicBezTo>
                    <a:pt x="8283" y="6845"/>
                    <a:pt x="8305" y="6981"/>
                    <a:pt x="8245" y="7068"/>
                  </a:cubicBezTo>
                  <a:cubicBezTo>
                    <a:pt x="8216" y="7107"/>
                    <a:pt x="8112" y="7191"/>
                    <a:pt x="7796" y="7191"/>
                  </a:cubicBezTo>
                  <a:cubicBezTo>
                    <a:pt x="7577" y="7191"/>
                    <a:pt x="7255" y="7150"/>
                    <a:pt x="6785" y="7025"/>
                  </a:cubicBezTo>
                  <a:cubicBezTo>
                    <a:pt x="6768" y="6987"/>
                    <a:pt x="6747" y="6948"/>
                    <a:pt x="6725" y="6910"/>
                  </a:cubicBezTo>
                  <a:lnTo>
                    <a:pt x="6725" y="6910"/>
                  </a:lnTo>
                  <a:cubicBezTo>
                    <a:pt x="6867" y="6921"/>
                    <a:pt x="7003" y="6921"/>
                    <a:pt x="7134" y="6921"/>
                  </a:cubicBezTo>
                  <a:cubicBezTo>
                    <a:pt x="7624" y="6921"/>
                    <a:pt x="7989" y="6856"/>
                    <a:pt x="8245" y="6730"/>
                  </a:cubicBezTo>
                  <a:close/>
                  <a:moveTo>
                    <a:pt x="1810" y="7444"/>
                  </a:moveTo>
                  <a:cubicBezTo>
                    <a:pt x="1630" y="7848"/>
                    <a:pt x="1559" y="7973"/>
                    <a:pt x="1069" y="7995"/>
                  </a:cubicBezTo>
                  <a:cubicBezTo>
                    <a:pt x="1039" y="7996"/>
                    <a:pt x="1009" y="7997"/>
                    <a:pt x="978" y="7997"/>
                  </a:cubicBezTo>
                  <a:cubicBezTo>
                    <a:pt x="814" y="7997"/>
                    <a:pt x="642" y="7968"/>
                    <a:pt x="573" y="7858"/>
                  </a:cubicBezTo>
                  <a:cubicBezTo>
                    <a:pt x="513" y="7766"/>
                    <a:pt x="529" y="7613"/>
                    <a:pt x="567" y="7493"/>
                  </a:cubicBezTo>
                  <a:lnTo>
                    <a:pt x="567" y="7493"/>
                  </a:lnTo>
                  <a:cubicBezTo>
                    <a:pt x="690" y="7533"/>
                    <a:pt x="821" y="7554"/>
                    <a:pt x="953" y="7554"/>
                  </a:cubicBezTo>
                  <a:cubicBezTo>
                    <a:pt x="968" y="7554"/>
                    <a:pt x="983" y="7554"/>
                    <a:pt x="998" y="7553"/>
                  </a:cubicBezTo>
                  <a:cubicBezTo>
                    <a:pt x="1270" y="7548"/>
                    <a:pt x="1543" y="7510"/>
                    <a:pt x="1810" y="7444"/>
                  </a:cubicBezTo>
                  <a:close/>
                  <a:moveTo>
                    <a:pt x="6981" y="7450"/>
                  </a:moveTo>
                  <a:cubicBezTo>
                    <a:pt x="7253" y="7515"/>
                    <a:pt x="7526" y="7553"/>
                    <a:pt x="7798" y="7559"/>
                  </a:cubicBezTo>
                  <a:cubicBezTo>
                    <a:pt x="7945" y="7559"/>
                    <a:pt x="8093" y="7542"/>
                    <a:pt x="8229" y="7499"/>
                  </a:cubicBezTo>
                  <a:lnTo>
                    <a:pt x="8229" y="7499"/>
                  </a:lnTo>
                  <a:cubicBezTo>
                    <a:pt x="8261" y="7613"/>
                    <a:pt x="8283" y="7766"/>
                    <a:pt x="8218" y="7858"/>
                  </a:cubicBezTo>
                  <a:lnTo>
                    <a:pt x="8223" y="7864"/>
                  </a:lnTo>
                  <a:cubicBezTo>
                    <a:pt x="8150" y="7976"/>
                    <a:pt x="7954" y="8001"/>
                    <a:pt x="7785" y="8001"/>
                  </a:cubicBezTo>
                  <a:cubicBezTo>
                    <a:pt x="7765" y="8001"/>
                    <a:pt x="7746" y="8001"/>
                    <a:pt x="7727" y="8000"/>
                  </a:cubicBezTo>
                  <a:cubicBezTo>
                    <a:pt x="7237" y="7978"/>
                    <a:pt x="7161" y="7853"/>
                    <a:pt x="6981" y="7450"/>
                  </a:cubicBezTo>
                  <a:close/>
                  <a:moveTo>
                    <a:pt x="4393" y="1"/>
                  </a:moveTo>
                  <a:cubicBezTo>
                    <a:pt x="3668" y="28"/>
                    <a:pt x="1979" y="137"/>
                    <a:pt x="1979" y="709"/>
                  </a:cubicBezTo>
                  <a:cubicBezTo>
                    <a:pt x="1979" y="753"/>
                    <a:pt x="1984" y="791"/>
                    <a:pt x="2001" y="829"/>
                  </a:cubicBezTo>
                  <a:cubicBezTo>
                    <a:pt x="1565" y="1014"/>
                    <a:pt x="1249" y="1276"/>
                    <a:pt x="1249" y="1641"/>
                  </a:cubicBezTo>
                  <a:cubicBezTo>
                    <a:pt x="1249" y="1723"/>
                    <a:pt x="1265" y="1799"/>
                    <a:pt x="1292" y="1875"/>
                  </a:cubicBezTo>
                  <a:cubicBezTo>
                    <a:pt x="1020" y="2061"/>
                    <a:pt x="884" y="2290"/>
                    <a:pt x="884" y="2562"/>
                  </a:cubicBezTo>
                  <a:cubicBezTo>
                    <a:pt x="884" y="2671"/>
                    <a:pt x="905" y="2775"/>
                    <a:pt x="954" y="2873"/>
                  </a:cubicBezTo>
                  <a:cubicBezTo>
                    <a:pt x="731" y="3031"/>
                    <a:pt x="595" y="3221"/>
                    <a:pt x="595" y="3456"/>
                  </a:cubicBezTo>
                  <a:cubicBezTo>
                    <a:pt x="595" y="3570"/>
                    <a:pt x="633" y="3684"/>
                    <a:pt x="698" y="3777"/>
                  </a:cubicBezTo>
                  <a:cubicBezTo>
                    <a:pt x="551" y="3951"/>
                    <a:pt x="344" y="4278"/>
                    <a:pt x="475" y="4605"/>
                  </a:cubicBezTo>
                  <a:cubicBezTo>
                    <a:pt x="480" y="4611"/>
                    <a:pt x="486" y="4622"/>
                    <a:pt x="491" y="4633"/>
                  </a:cubicBezTo>
                  <a:cubicBezTo>
                    <a:pt x="366" y="4791"/>
                    <a:pt x="202" y="5069"/>
                    <a:pt x="317" y="5357"/>
                  </a:cubicBezTo>
                  <a:cubicBezTo>
                    <a:pt x="328" y="5379"/>
                    <a:pt x="339" y="5401"/>
                    <a:pt x="350" y="5428"/>
                  </a:cubicBezTo>
                  <a:cubicBezTo>
                    <a:pt x="219" y="5624"/>
                    <a:pt x="1" y="6038"/>
                    <a:pt x="192" y="6404"/>
                  </a:cubicBezTo>
                  <a:cubicBezTo>
                    <a:pt x="208" y="6431"/>
                    <a:pt x="224" y="6458"/>
                    <a:pt x="241" y="6480"/>
                  </a:cubicBezTo>
                  <a:cubicBezTo>
                    <a:pt x="153" y="6665"/>
                    <a:pt x="44" y="7014"/>
                    <a:pt x="241" y="7281"/>
                  </a:cubicBezTo>
                  <a:cubicBezTo>
                    <a:pt x="175" y="7461"/>
                    <a:pt x="83" y="7793"/>
                    <a:pt x="251" y="8055"/>
                  </a:cubicBezTo>
                  <a:cubicBezTo>
                    <a:pt x="382" y="8256"/>
                    <a:pt x="627" y="8360"/>
                    <a:pt x="976" y="8360"/>
                  </a:cubicBezTo>
                  <a:lnTo>
                    <a:pt x="1069" y="8360"/>
                  </a:lnTo>
                  <a:cubicBezTo>
                    <a:pt x="1804" y="8327"/>
                    <a:pt x="1941" y="8016"/>
                    <a:pt x="2153" y="7548"/>
                  </a:cubicBezTo>
                  <a:cubicBezTo>
                    <a:pt x="2251" y="7314"/>
                    <a:pt x="2366" y="7085"/>
                    <a:pt x="2496" y="6867"/>
                  </a:cubicBezTo>
                  <a:lnTo>
                    <a:pt x="2545" y="6861"/>
                  </a:lnTo>
                  <a:lnTo>
                    <a:pt x="2540" y="6807"/>
                  </a:lnTo>
                  <a:cubicBezTo>
                    <a:pt x="2714" y="6529"/>
                    <a:pt x="2916" y="6273"/>
                    <a:pt x="3139" y="6033"/>
                  </a:cubicBezTo>
                  <a:cubicBezTo>
                    <a:pt x="4502" y="4551"/>
                    <a:pt x="4365" y="4044"/>
                    <a:pt x="4251" y="3897"/>
                  </a:cubicBezTo>
                  <a:lnTo>
                    <a:pt x="4251" y="3897"/>
                  </a:lnTo>
                  <a:lnTo>
                    <a:pt x="4022" y="4077"/>
                  </a:lnTo>
                  <a:lnTo>
                    <a:pt x="4022" y="4060"/>
                  </a:lnTo>
                  <a:cubicBezTo>
                    <a:pt x="3895" y="4067"/>
                    <a:pt x="3725" y="4071"/>
                    <a:pt x="3530" y="4071"/>
                  </a:cubicBezTo>
                  <a:cubicBezTo>
                    <a:pt x="2703" y="4071"/>
                    <a:pt x="1426" y="3991"/>
                    <a:pt x="1047" y="3630"/>
                  </a:cubicBezTo>
                  <a:cubicBezTo>
                    <a:pt x="993" y="3592"/>
                    <a:pt x="960" y="3526"/>
                    <a:pt x="960" y="3456"/>
                  </a:cubicBezTo>
                  <a:cubicBezTo>
                    <a:pt x="960" y="3347"/>
                    <a:pt x="1042" y="3243"/>
                    <a:pt x="1183" y="3145"/>
                  </a:cubicBezTo>
                  <a:cubicBezTo>
                    <a:pt x="1597" y="3461"/>
                    <a:pt x="2382" y="3537"/>
                    <a:pt x="3020" y="3537"/>
                  </a:cubicBezTo>
                  <a:cubicBezTo>
                    <a:pt x="3352" y="3537"/>
                    <a:pt x="3679" y="3521"/>
                    <a:pt x="4006" y="3483"/>
                  </a:cubicBezTo>
                  <a:lnTo>
                    <a:pt x="3968" y="3123"/>
                  </a:lnTo>
                  <a:cubicBezTo>
                    <a:pt x="3761" y="3146"/>
                    <a:pt x="3417" y="3171"/>
                    <a:pt x="3042" y="3171"/>
                  </a:cubicBezTo>
                  <a:cubicBezTo>
                    <a:pt x="2519" y="3171"/>
                    <a:pt x="1934" y="3123"/>
                    <a:pt x="1576" y="2954"/>
                  </a:cubicBezTo>
                  <a:cubicBezTo>
                    <a:pt x="2011" y="2791"/>
                    <a:pt x="2622" y="2666"/>
                    <a:pt x="3216" y="2589"/>
                  </a:cubicBezTo>
                  <a:cubicBezTo>
                    <a:pt x="3319" y="2595"/>
                    <a:pt x="3423" y="2595"/>
                    <a:pt x="3521" y="2595"/>
                  </a:cubicBezTo>
                  <a:cubicBezTo>
                    <a:pt x="3788" y="2595"/>
                    <a:pt x="3989" y="2584"/>
                    <a:pt x="4049" y="2578"/>
                  </a:cubicBezTo>
                  <a:lnTo>
                    <a:pt x="4022" y="2213"/>
                  </a:lnTo>
                  <a:lnTo>
                    <a:pt x="3984" y="2213"/>
                  </a:lnTo>
                  <a:lnTo>
                    <a:pt x="3984" y="2148"/>
                  </a:lnTo>
                  <a:cubicBezTo>
                    <a:pt x="3837" y="2153"/>
                    <a:pt x="3548" y="2175"/>
                    <a:pt x="3194" y="2213"/>
                  </a:cubicBezTo>
                  <a:cubicBezTo>
                    <a:pt x="2731" y="2197"/>
                    <a:pt x="2219" y="2132"/>
                    <a:pt x="1902" y="1974"/>
                  </a:cubicBezTo>
                  <a:cubicBezTo>
                    <a:pt x="2115" y="1903"/>
                    <a:pt x="2338" y="1843"/>
                    <a:pt x="2562" y="1805"/>
                  </a:cubicBezTo>
                  <a:cubicBezTo>
                    <a:pt x="3030" y="1723"/>
                    <a:pt x="3510" y="1679"/>
                    <a:pt x="3989" y="1674"/>
                  </a:cubicBezTo>
                  <a:lnTo>
                    <a:pt x="3989" y="1309"/>
                  </a:lnTo>
                  <a:cubicBezTo>
                    <a:pt x="3979" y="1309"/>
                    <a:pt x="3799" y="1309"/>
                    <a:pt x="3537" y="1325"/>
                  </a:cubicBezTo>
                  <a:cubicBezTo>
                    <a:pt x="3216" y="1249"/>
                    <a:pt x="2894" y="1145"/>
                    <a:pt x="2589" y="1014"/>
                  </a:cubicBezTo>
                  <a:cubicBezTo>
                    <a:pt x="3178" y="843"/>
                    <a:pt x="3784" y="757"/>
                    <a:pt x="4389" y="757"/>
                  </a:cubicBezTo>
                  <a:cubicBezTo>
                    <a:pt x="4995" y="757"/>
                    <a:pt x="5600" y="843"/>
                    <a:pt x="6185" y="1014"/>
                  </a:cubicBezTo>
                  <a:cubicBezTo>
                    <a:pt x="5880" y="1145"/>
                    <a:pt x="5564" y="1249"/>
                    <a:pt x="5237" y="1325"/>
                  </a:cubicBezTo>
                  <a:cubicBezTo>
                    <a:pt x="4976" y="1309"/>
                    <a:pt x="4801" y="1309"/>
                    <a:pt x="4785" y="1309"/>
                  </a:cubicBezTo>
                  <a:lnTo>
                    <a:pt x="4785" y="1674"/>
                  </a:lnTo>
                  <a:cubicBezTo>
                    <a:pt x="5265" y="1679"/>
                    <a:pt x="5744" y="1723"/>
                    <a:pt x="6218" y="1805"/>
                  </a:cubicBezTo>
                  <a:cubicBezTo>
                    <a:pt x="6441" y="1843"/>
                    <a:pt x="6659" y="1903"/>
                    <a:pt x="6877" y="1974"/>
                  </a:cubicBezTo>
                  <a:cubicBezTo>
                    <a:pt x="6561" y="2132"/>
                    <a:pt x="6044" y="2197"/>
                    <a:pt x="5581" y="2213"/>
                  </a:cubicBezTo>
                  <a:cubicBezTo>
                    <a:pt x="5232" y="2170"/>
                    <a:pt x="4938" y="2153"/>
                    <a:pt x="4796" y="2148"/>
                  </a:cubicBezTo>
                  <a:lnTo>
                    <a:pt x="4796" y="2213"/>
                  </a:lnTo>
                  <a:lnTo>
                    <a:pt x="4752" y="2213"/>
                  </a:lnTo>
                  <a:lnTo>
                    <a:pt x="4731" y="2578"/>
                  </a:lnTo>
                  <a:cubicBezTo>
                    <a:pt x="4790" y="2584"/>
                    <a:pt x="4987" y="2595"/>
                    <a:pt x="5259" y="2595"/>
                  </a:cubicBezTo>
                  <a:cubicBezTo>
                    <a:pt x="5352" y="2595"/>
                    <a:pt x="5455" y="2595"/>
                    <a:pt x="5564" y="2589"/>
                  </a:cubicBezTo>
                  <a:cubicBezTo>
                    <a:pt x="6153" y="2666"/>
                    <a:pt x="6768" y="2791"/>
                    <a:pt x="7204" y="2954"/>
                  </a:cubicBezTo>
                  <a:cubicBezTo>
                    <a:pt x="6846" y="3123"/>
                    <a:pt x="6261" y="3171"/>
                    <a:pt x="5738" y="3171"/>
                  </a:cubicBezTo>
                  <a:cubicBezTo>
                    <a:pt x="5363" y="3171"/>
                    <a:pt x="5019" y="3146"/>
                    <a:pt x="4812" y="3123"/>
                  </a:cubicBezTo>
                  <a:lnTo>
                    <a:pt x="4769" y="3483"/>
                  </a:lnTo>
                  <a:cubicBezTo>
                    <a:pt x="5096" y="3521"/>
                    <a:pt x="5428" y="3537"/>
                    <a:pt x="5755" y="3537"/>
                  </a:cubicBezTo>
                  <a:cubicBezTo>
                    <a:pt x="6392" y="3537"/>
                    <a:pt x="7177" y="3461"/>
                    <a:pt x="7591" y="3145"/>
                  </a:cubicBezTo>
                  <a:cubicBezTo>
                    <a:pt x="7733" y="3243"/>
                    <a:pt x="7815" y="3347"/>
                    <a:pt x="7815" y="3456"/>
                  </a:cubicBezTo>
                  <a:cubicBezTo>
                    <a:pt x="7815" y="3526"/>
                    <a:pt x="7782" y="3592"/>
                    <a:pt x="7733" y="3630"/>
                  </a:cubicBezTo>
                  <a:cubicBezTo>
                    <a:pt x="7354" y="3991"/>
                    <a:pt x="6077" y="4071"/>
                    <a:pt x="5247" y="4071"/>
                  </a:cubicBezTo>
                  <a:cubicBezTo>
                    <a:pt x="5051" y="4071"/>
                    <a:pt x="4880" y="4067"/>
                    <a:pt x="4752" y="4060"/>
                  </a:cubicBezTo>
                  <a:lnTo>
                    <a:pt x="4752" y="4077"/>
                  </a:lnTo>
                  <a:lnTo>
                    <a:pt x="4529" y="3897"/>
                  </a:lnTo>
                  <a:lnTo>
                    <a:pt x="4529" y="3897"/>
                  </a:lnTo>
                  <a:cubicBezTo>
                    <a:pt x="4409" y="4044"/>
                    <a:pt x="4278" y="4551"/>
                    <a:pt x="5640" y="6033"/>
                  </a:cubicBezTo>
                  <a:cubicBezTo>
                    <a:pt x="5858" y="6273"/>
                    <a:pt x="6060" y="6529"/>
                    <a:pt x="6240" y="6807"/>
                  </a:cubicBezTo>
                  <a:lnTo>
                    <a:pt x="6234" y="6861"/>
                  </a:lnTo>
                  <a:lnTo>
                    <a:pt x="6278" y="6867"/>
                  </a:lnTo>
                  <a:cubicBezTo>
                    <a:pt x="6409" y="7085"/>
                    <a:pt x="6523" y="7314"/>
                    <a:pt x="6627" y="7548"/>
                  </a:cubicBezTo>
                  <a:cubicBezTo>
                    <a:pt x="6834" y="8016"/>
                    <a:pt x="6970" y="8327"/>
                    <a:pt x="7706" y="8360"/>
                  </a:cubicBezTo>
                  <a:lnTo>
                    <a:pt x="7798" y="8360"/>
                  </a:lnTo>
                  <a:cubicBezTo>
                    <a:pt x="8152" y="8360"/>
                    <a:pt x="8398" y="8256"/>
                    <a:pt x="8523" y="8055"/>
                  </a:cubicBezTo>
                  <a:cubicBezTo>
                    <a:pt x="8692" y="7793"/>
                    <a:pt x="8605" y="7461"/>
                    <a:pt x="8534" y="7281"/>
                  </a:cubicBezTo>
                  <a:cubicBezTo>
                    <a:pt x="8736" y="7014"/>
                    <a:pt x="8627" y="6665"/>
                    <a:pt x="8539" y="6485"/>
                  </a:cubicBezTo>
                  <a:cubicBezTo>
                    <a:pt x="8556" y="6458"/>
                    <a:pt x="8572" y="6431"/>
                    <a:pt x="8588" y="6409"/>
                  </a:cubicBezTo>
                  <a:cubicBezTo>
                    <a:pt x="8785" y="6044"/>
                    <a:pt x="8567" y="5630"/>
                    <a:pt x="8430" y="5428"/>
                  </a:cubicBezTo>
                  <a:cubicBezTo>
                    <a:pt x="8447" y="5406"/>
                    <a:pt x="8458" y="5385"/>
                    <a:pt x="8463" y="5363"/>
                  </a:cubicBezTo>
                  <a:cubicBezTo>
                    <a:pt x="8577" y="5074"/>
                    <a:pt x="8419" y="4796"/>
                    <a:pt x="8289" y="4633"/>
                  </a:cubicBezTo>
                  <a:cubicBezTo>
                    <a:pt x="8294" y="4627"/>
                    <a:pt x="8300" y="4616"/>
                    <a:pt x="8305" y="4605"/>
                  </a:cubicBezTo>
                  <a:cubicBezTo>
                    <a:pt x="8441" y="4278"/>
                    <a:pt x="8229" y="3957"/>
                    <a:pt x="8082" y="3783"/>
                  </a:cubicBezTo>
                  <a:cubicBezTo>
                    <a:pt x="8147" y="3684"/>
                    <a:pt x="8185" y="3570"/>
                    <a:pt x="8185" y="3456"/>
                  </a:cubicBezTo>
                  <a:cubicBezTo>
                    <a:pt x="8185" y="3221"/>
                    <a:pt x="8049" y="3031"/>
                    <a:pt x="7831" y="2873"/>
                  </a:cubicBezTo>
                  <a:cubicBezTo>
                    <a:pt x="7875" y="2775"/>
                    <a:pt x="7896" y="2671"/>
                    <a:pt x="7896" y="2562"/>
                  </a:cubicBezTo>
                  <a:cubicBezTo>
                    <a:pt x="7896" y="2290"/>
                    <a:pt x="7760" y="2061"/>
                    <a:pt x="7488" y="1875"/>
                  </a:cubicBezTo>
                  <a:cubicBezTo>
                    <a:pt x="7520" y="1799"/>
                    <a:pt x="7531" y="1723"/>
                    <a:pt x="7531" y="1641"/>
                  </a:cubicBezTo>
                  <a:cubicBezTo>
                    <a:pt x="7531" y="1276"/>
                    <a:pt x="7215" y="1014"/>
                    <a:pt x="6779" y="829"/>
                  </a:cubicBezTo>
                  <a:cubicBezTo>
                    <a:pt x="6796" y="791"/>
                    <a:pt x="6801" y="753"/>
                    <a:pt x="6807" y="709"/>
                  </a:cubicBezTo>
                  <a:cubicBezTo>
                    <a:pt x="6807" y="143"/>
                    <a:pt x="5117" y="28"/>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8"/>
            <p:cNvSpPr/>
            <p:nvPr/>
          </p:nvSpPr>
          <p:spPr>
            <a:xfrm>
              <a:off x="3304301" y="1771162"/>
              <a:ext cx="24135" cy="107029"/>
            </a:xfrm>
            <a:custGeom>
              <a:rect b="b" l="l" r="r" t="t"/>
              <a:pathLst>
                <a:path extrusionOk="0" h="4235" w="955">
                  <a:moveTo>
                    <a:pt x="475" y="1"/>
                  </a:moveTo>
                  <a:cubicBezTo>
                    <a:pt x="475" y="1"/>
                    <a:pt x="213" y="34"/>
                    <a:pt x="137" y="77"/>
                  </a:cubicBezTo>
                  <a:cubicBezTo>
                    <a:pt x="61" y="115"/>
                    <a:pt x="1" y="1102"/>
                    <a:pt x="126" y="1211"/>
                  </a:cubicBezTo>
                  <a:cubicBezTo>
                    <a:pt x="251" y="1314"/>
                    <a:pt x="44" y="1478"/>
                    <a:pt x="55" y="1739"/>
                  </a:cubicBezTo>
                  <a:cubicBezTo>
                    <a:pt x="61" y="2006"/>
                    <a:pt x="126" y="2872"/>
                    <a:pt x="191" y="3014"/>
                  </a:cubicBezTo>
                  <a:cubicBezTo>
                    <a:pt x="251" y="3150"/>
                    <a:pt x="240" y="4235"/>
                    <a:pt x="475" y="4235"/>
                  </a:cubicBezTo>
                  <a:cubicBezTo>
                    <a:pt x="709" y="4235"/>
                    <a:pt x="698" y="3150"/>
                    <a:pt x="763" y="3014"/>
                  </a:cubicBezTo>
                  <a:cubicBezTo>
                    <a:pt x="823" y="2878"/>
                    <a:pt x="889" y="2006"/>
                    <a:pt x="900" y="1739"/>
                  </a:cubicBezTo>
                  <a:cubicBezTo>
                    <a:pt x="905" y="1478"/>
                    <a:pt x="704" y="1314"/>
                    <a:pt x="829" y="1211"/>
                  </a:cubicBezTo>
                  <a:cubicBezTo>
                    <a:pt x="954" y="1102"/>
                    <a:pt x="894" y="121"/>
                    <a:pt x="818" y="77"/>
                  </a:cubicBezTo>
                  <a:cubicBezTo>
                    <a:pt x="742" y="28"/>
                    <a:pt x="475"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8"/>
            <p:cNvSpPr/>
            <p:nvPr/>
          </p:nvSpPr>
          <p:spPr>
            <a:xfrm>
              <a:off x="3281581" y="1617733"/>
              <a:ext cx="31970" cy="31110"/>
            </a:xfrm>
            <a:custGeom>
              <a:rect b="b" l="l" r="r" t="t"/>
              <a:pathLst>
                <a:path extrusionOk="0" h="1231" w="1265">
                  <a:moveTo>
                    <a:pt x="811" y="1"/>
                  </a:moveTo>
                  <a:cubicBezTo>
                    <a:pt x="603" y="1"/>
                    <a:pt x="245" y="106"/>
                    <a:pt x="126" y="241"/>
                  </a:cubicBezTo>
                  <a:cubicBezTo>
                    <a:pt x="1" y="383"/>
                    <a:pt x="1" y="868"/>
                    <a:pt x="88" y="983"/>
                  </a:cubicBezTo>
                  <a:cubicBezTo>
                    <a:pt x="162" y="1080"/>
                    <a:pt x="321" y="1230"/>
                    <a:pt x="505" y="1230"/>
                  </a:cubicBezTo>
                  <a:cubicBezTo>
                    <a:pt x="536" y="1230"/>
                    <a:pt x="568" y="1226"/>
                    <a:pt x="600" y="1217"/>
                  </a:cubicBezTo>
                  <a:cubicBezTo>
                    <a:pt x="823" y="1151"/>
                    <a:pt x="1058" y="683"/>
                    <a:pt x="1161" y="568"/>
                  </a:cubicBezTo>
                  <a:cubicBezTo>
                    <a:pt x="1265" y="454"/>
                    <a:pt x="1134" y="18"/>
                    <a:pt x="840" y="2"/>
                  </a:cubicBezTo>
                  <a:cubicBezTo>
                    <a:pt x="830" y="1"/>
                    <a:pt x="821" y="1"/>
                    <a:pt x="81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8"/>
            <p:cNvSpPr/>
            <p:nvPr/>
          </p:nvSpPr>
          <p:spPr>
            <a:xfrm>
              <a:off x="3320703" y="1617733"/>
              <a:ext cx="31818" cy="31110"/>
            </a:xfrm>
            <a:custGeom>
              <a:rect b="b" l="l" r="r" t="t"/>
              <a:pathLst>
                <a:path extrusionOk="0" h="1231" w="1259">
                  <a:moveTo>
                    <a:pt x="453" y="1"/>
                  </a:moveTo>
                  <a:cubicBezTo>
                    <a:pt x="444" y="1"/>
                    <a:pt x="434" y="1"/>
                    <a:pt x="425" y="2"/>
                  </a:cubicBezTo>
                  <a:cubicBezTo>
                    <a:pt x="131" y="18"/>
                    <a:pt x="0" y="454"/>
                    <a:pt x="104" y="568"/>
                  </a:cubicBezTo>
                  <a:cubicBezTo>
                    <a:pt x="207" y="683"/>
                    <a:pt x="436" y="1151"/>
                    <a:pt x="659" y="1217"/>
                  </a:cubicBezTo>
                  <a:cubicBezTo>
                    <a:pt x="691" y="1226"/>
                    <a:pt x="723" y="1230"/>
                    <a:pt x="754" y="1230"/>
                  </a:cubicBezTo>
                  <a:cubicBezTo>
                    <a:pt x="938" y="1230"/>
                    <a:pt x="1097" y="1080"/>
                    <a:pt x="1172" y="983"/>
                  </a:cubicBezTo>
                  <a:cubicBezTo>
                    <a:pt x="1259" y="868"/>
                    <a:pt x="1259" y="383"/>
                    <a:pt x="1133" y="241"/>
                  </a:cubicBezTo>
                  <a:cubicBezTo>
                    <a:pt x="1014" y="106"/>
                    <a:pt x="656" y="1"/>
                    <a:pt x="4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8"/>
            <p:cNvSpPr/>
            <p:nvPr/>
          </p:nvSpPr>
          <p:spPr>
            <a:xfrm>
              <a:off x="3305817" y="1641994"/>
              <a:ext cx="23984" cy="19359"/>
            </a:xfrm>
            <a:custGeom>
              <a:rect b="b" l="l" r="r" t="t"/>
              <a:pathLst>
                <a:path extrusionOk="0" h="766" w="949">
                  <a:moveTo>
                    <a:pt x="475" y="1"/>
                  </a:moveTo>
                  <a:cubicBezTo>
                    <a:pt x="355" y="1"/>
                    <a:pt x="1" y="655"/>
                    <a:pt x="208" y="742"/>
                  </a:cubicBezTo>
                  <a:cubicBezTo>
                    <a:pt x="247" y="758"/>
                    <a:pt x="281" y="765"/>
                    <a:pt x="311" y="765"/>
                  </a:cubicBezTo>
                  <a:cubicBezTo>
                    <a:pt x="435" y="765"/>
                    <a:pt x="475" y="644"/>
                    <a:pt x="475" y="644"/>
                  </a:cubicBezTo>
                  <a:cubicBezTo>
                    <a:pt x="475" y="644"/>
                    <a:pt x="514" y="765"/>
                    <a:pt x="639" y="765"/>
                  </a:cubicBezTo>
                  <a:cubicBezTo>
                    <a:pt x="668" y="765"/>
                    <a:pt x="702" y="758"/>
                    <a:pt x="742" y="742"/>
                  </a:cubicBezTo>
                  <a:cubicBezTo>
                    <a:pt x="949" y="655"/>
                    <a:pt x="594"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88"/>
          <p:cNvGrpSpPr/>
          <p:nvPr/>
        </p:nvGrpSpPr>
        <p:grpSpPr>
          <a:xfrm>
            <a:off x="3572045" y="1558993"/>
            <a:ext cx="451013" cy="1136125"/>
            <a:chOff x="3827467" y="1557988"/>
            <a:chExt cx="451013" cy="1136125"/>
          </a:xfrm>
        </p:grpSpPr>
        <p:sp>
          <p:nvSpPr>
            <p:cNvPr id="9367" name="Google Shape;9367;p88"/>
            <p:cNvSpPr/>
            <p:nvPr/>
          </p:nvSpPr>
          <p:spPr>
            <a:xfrm>
              <a:off x="3827467" y="1557988"/>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8" name="Google Shape;9368;p88"/>
            <p:cNvGrpSpPr/>
            <p:nvPr/>
          </p:nvGrpSpPr>
          <p:grpSpPr>
            <a:xfrm>
              <a:off x="3979228" y="1581563"/>
              <a:ext cx="147768" cy="558502"/>
              <a:chOff x="3979228" y="1581563"/>
              <a:chExt cx="147768" cy="558502"/>
            </a:xfrm>
          </p:grpSpPr>
          <p:sp>
            <p:nvSpPr>
              <p:cNvPr id="9369" name="Google Shape;9369;p88"/>
              <p:cNvSpPr/>
              <p:nvPr/>
            </p:nvSpPr>
            <p:spPr>
              <a:xfrm>
                <a:off x="3979228" y="1780614"/>
                <a:ext cx="147768" cy="143194"/>
              </a:xfrm>
              <a:custGeom>
                <a:rect b="b" l="l" r="r" t="t"/>
                <a:pathLst>
                  <a:path extrusionOk="0" h="5666" w="5847">
                    <a:moveTo>
                      <a:pt x="2918" y="0"/>
                    </a:moveTo>
                    <a:cubicBezTo>
                      <a:pt x="2881" y="0"/>
                      <a:pt x="2844" y="8"/>
                      <a:pt x="2812" y="25"/>
                    </a:cubicBezTo>
                    <a:cubicBezTo>
                      <a:pt x="2768" y="52"/>
                      <a:pt x="2741" y="101"/>
                      <a:pt x="2746" y="150"/>
                    </a:cubicBezTo>
                    <a:lnTo>
                      <a:pt x="2774" y="1785"/>
                    </a:lnTo>
                    <a:cubicBezTo>
                      <a:pt x="2774" y="1785"/>
                      <a:pt x="2720" y="1882"/>
                      <a:pt x="2677" y="1882"/>
                    </a:cubicBezTo>
                    <a:cubicBezTo>
                      <a:pt x="2655" y="1882"/>
                      <a:pt x="2636" y="1857"/>
                      <a:pt x="2626" y="1785"/>
                    </a:cubicBezTo>
                    <a:cubicBezTo>
                      <a:pt x="2594" y="1567"/>
                      <a:pt x="2594" y="689"/>
                      <a:pt x="2507" y="471"/>
                    </a:cubicBezTo>
                    <a:cubicBezTo>
                      <a:pt x="2453" y="339"/>
                      <a:pt x="2311" y="240"/>
                      <a:pt x="2136" y="240"/>
                    </a:cubicBezTo>
                    <a:cubicBezTo>
                      <a:pt x="2023" y="240"/>
                      <a:pt x="1897" y="281"/>
                      <a:pt x="1771" y="379"/>
                    </a:cubicBezTo>
                    <a:cubicBezTo>
                      <a:pt x="1444" y="629"/>
                      <a:pt x="529" y="2095"/>
                      <a:pt x="322" y="2880"/>
                    </a:cubicBezTo>
                    <a:cubicBezTo>
                      <a:pt x="114" y="3659"/>
                      <a:pt x="0" y="4629"/>
                      <a:pt x="27" y="5005"/>
                    </a:cubicBezTo>
                    <a:cubicBezTo>
                      <a:pt x="59" y="5366"/>
                      <a:pt x="165" y="5666"/>
                      <a:pt x="486" y="5666"/>
                    </a:cubicBezTo>
                    <a:cubicBezTo>
                      <a:pt x="500" y="5666"/>
                      <a:pt x="514" y="5665"/>
                      <a:pt x="529" y="5664"/>
                    </a:cubicBezTo>
                    <a:cubicBezTo>
                      <a:pt x="883" y="5632"/>
                      <a:pt x="1270" y="5414"/>
                      <a:pt x="1357" y="5316"/>
                    </a:cubicBezTo>
                    <a:cubicBezTo>
                      <a:pt x="1444" y="5223"/>
                      <a:pt x="1477" y="5098"/>
                      <a:pt x="1771" y="5098"/>
                    </a:cubicBezTo>
                    <a:cubicBezTo>
                      <a:pt x="2065" y="5098"/>
                      <a:pt x="2452" y="5038"/>
                      <a:pt x="2534" y="4760"/>
                    </a:cubicBezTo>
                    <a:cubicBezTo>
                      <a:pt x="2621" y="4476"/>
                      <a:pt x="2741" y="3724"/>
                      <a:pt x="2774" y="3414"/>
                    </a:cubicBezTo>
                    <a:cubicBezTo>
                      <a:pt x="2806" y="3098"/>
                      <a:pt x="2741" y="2913"/>
                      <a:pt x="2774" y="2662"/>
                    </a:cubicBezTo>
                    <a:cubicBezTo>
                      <a:pt x="2790" y="2509"/>
                      <a:pt x="2801" y="2351"/>
                      <a:pt x="2801" y="2193"/>
                    </a:cubicBezTo>
                    <a:cubicBezTo>
                      <a:pt x="2834" y="2221"/>
                      <a:pt x="2877" y="2237"/>
                      <a:pt x="2921" y="2237"/>
                    </a:cubicBezTo>
                    <a:cubicBezTo>
                      <a:pt x="2964" y="2237"/>
                      <a:pt x="3008" y="2221"/>
                      <a:pt x="3046" y="2193"/>
                    </a:cubicBezTo>
                    <a:cubicBezTo>
                      <a:pt x="3046" y="2351"/>
                      <a:pt x="3057" y="2509"/>
                      <a:pt x="3073" y="2662"/>
                    </a:cubicBezTo>
                    <a:cubicBezTo>
                      <a:pt x="3101" y="2913"/>
                      <a:pt x="3046" y="3103"/>
                      <a:pt x="3073" y="3414"/>
                    </a:cubicBezTo>
                    <a:cubicBezTo>
                      <a:pt x="3101" y="3724"/>
                      <a:pt x="3220" y="4476"/>
                      <a:pt x="3308" y="4760"/>
                    </a:cubicBezTo>
                    <a:cubicBezTo>
                      <a:pt x="3400" y="5038"/>
                      <a:pt x="3782" y="5098"/>
                      <a:pt x="4076" y="5098"/>
                    </a:cubicBezTo>
                    <a:cubicBezTo>
                      <a:pt x="4370" y="5098"/>
                      <a:pt x="4403" y="5223"/>
                      <a:pt x="4490" y="5316"/>
                    </a:cubicBezTo>
                    <a:cubicBezTo>
                      <a:pt x="4577" y="5414"/>
                      <a:pt x="4964" y="5632"/>
                      <a:pt x="5318" y="5664"/>
                    </a:cubicBezTo>
                    <a:cubicBezTo>
                      <a:pt x="5333" y="5665"/>
                      <a:pt x="5347" y="5666"/>
                      <a:pt x="5361" y="5666"/>
                    </a:cubicBezTo>
                    <a:cubicBezTo>
                      <a:pt x="5682" y="5666"/>
                      <a:pt x="5788" y="5366"/>
                      <a:pt x="5820" y="5005"/>
                    </a:cubicBezTo>
                    <a:cubicBezTo>
                      <a:pt x="5847" y="4629"/>
                      <a:pt x="5722" y="3665"/>
                      <a:pt x="5514" y="2880"/>
                    </a:cubicBezTo>
                    <a:cubicBezTo>
                      <a:pt x="5313" y="2101"/>
                      <a:pt x="4397" y="629"/>
                      <a:pt x="4070" y="379"/>
                    </a:cubicBezTo>
                    <a:cubicBezTo>
                      <a:pt x="3943" y="281"/>
                      <a:pt x="3816" y="240"/>
                      <a:pt x="3703" y="240"/>
                    </a:cubicBezTo>
                    <a:cubicBezTo>
                      <a:pt x="3528" y="240"/>
                      <a:pt x="3388" y="339"/>
                      <a:pt x="3335" y="471"/>
                    </a:cubicBezTo>
                    <a:cubicBezTo>
                      <a:pt x="3242" y="695"/>
                      <a:pt x="3242" y="1567"/>
                      <a:pt x="3215" y="1785"/>
                    </a:cubicBezTo>
                    <a:cubicBezTo>
                      <a:pt x="3206" y="1857"/>
                      <a:pt x="3187" y="1882"/>
                      <a:pt x="3165" y="1882"/>
                    </a:cubicBezTo>
                    <a:cubicBezTo>
                      <a:pt x="3121" y="1882"/>
                      <a:pt x="3068" y="1785"/>
                      <a:pt x="3068" y="1785"/>
                    </a:cubicBezTo>
                    <a:lnTo>
                      <a:pt x="3095" y="150"/>
                    </a:lnTo>
                    <a:cubicBezTo>
                      <a:pt x="3095" y="101"/>
                      <a:pt x="3068" y="52"/>
                      <a:pt x="3024" y="25"/>
                    </a:cubicBezTo>
                    <a:cubicBezTo>
                      <a:pt x="2992" y="8"/>
                      <a:pt x="2955" y="0"/>
                      <a:pt x="29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8"/>
              <p:cNvSpPr/>
              <p:nvPr/>
            </p:nvSpPr>
            <p:spPr>
              <a:xfrm>
                <a:off x="4008696" y="1581563"/>
                <a:ext cx="88024" cy="80796"/>
              </a:xfrm>
              <a:custGeom>
                <a:rect b="b" l="l" r="r" t="t"/>
                <a:pathLst>
                  <a:path extrusionOk="0" h="3197" w="3483">
                    <a:moveTo>
                      <a:pt x="1263" y="1"/>
                    </a:moveTo>
                    <a:cubicBezTo>
                      <a:pt x="1025" y="1"/>
                      <a:pt x="746" y="51"/>
                      <a:pt x="512" y="385"/>
                    </a:cubicBezTo>
                    <a:cubicBezTo>
                      <a:pt x="191" y="831"/>
                      <a:pt x="0" y="1164"/>
                      <a:pt x="120" y="1676"/>
                    </a:cubicBezTo>
                    <a:cubicBezTo>
                      <a:pt x="196" y="2003"/>
                      <a:pt x="338" y="2139"/>
                      <a:pt x="540" y="2221"/>
                    </a:cubicBezTo>
                    <a:cubicBezTo>
                      <a:pt x="692" y="2281"/>
                      <a:pt x="834" y="2319"/>
                      <a:pt x="834" y="2319"/>
                    </a:cubicBezTo>
                    <a:cubicBezTo>
                      <a:pt x="883" y="2477"/>
                      <a:pt x="1014" y="2597"/>
                      <a:pt x="1177" y="2635"/>
                    </a:cubicBezTo>
                    <a:cubicBezTo>
                      <a:pt x="1373" y="2673"/>
                      <a:pt x="1586" y="2722"/>
                      <a:pt x="1586" y="2722"/>
                    </a:cubicBezTo>
                    <a:lnTo>
                      <a:pt x="1618" y="3098"/>
                    </a:lnTo>
                    <a:cubicBezTo>
                      <a:pt x="1618" y="3136"/>
                      <a:pt x="1646" y="3169"/>
                      <a:pt x="1684" y="3185"/>
                    </a:cubicBezTo>
                    <a:lnTo>
                      <a:pt x="1733" y="3196"/>
                    </a:lnTo>
                    <a:lnTo>
                      <a:pt x="1787" y="3185"/>
                    </a:lnTo>
                    <a:cubicBezTo>
                      <a:pt x="1831" y="3169"/>
                      <a:pt x="1858" y="3136"/>
                      <a:pt x="1864" y="3098"/>
                    </a:cubicBezTo>
                    <a:lnTo>
                      <a:pt x="1896" y="2722"/>
                    </a:lnTo>
                    <a:cubicBezTo>
                      <a:pt x="1896" y="2722"/>
                      <a:pt x="2103" y="2673"/>
                      <a:pt x="2300" y="2635"/>
                    </a:cubicBezTo>
                    <a:cubicBezTo>
                      <a:pt x="2463" y="2597"/>
                      <a:pt x="2594" y="2477"/>
                      <a:pt x="2648" y="2319"/>
                    </a:cubicBezTo>
                    <a:cubicBezTo>
                      <a:pt x="2648" y="2319"/>
                      <a:pt x="2790" y="2281"/>
                      <a:pt x="2937" y="2221"/>
                    </a:cubicBezTo>
                    <a:cubicBezTo>
                      <a:pt x="3144" y="2139"/>
                      <a:pt x="3280" y="2008"/>
                      <a:pt x="3362" y="1676"/>
                    </a:cubicBezTo>
                    <a:cubicBezTo>
                      <a:pt x="3482" y="1164"/>
                      <a:pt x="3291" y="831"/>
                      <a:pt x="2970" y="385"/>
                    </a:cubicBezTo>
                    <a:cubicBezTo>
                      <a:pt x="2731" y="51"/>
                      <a:pt x="2456" y="1"/>
                      <a:pt x="2219" y="1"/>
                    </a:cubicBezTo>
                    <a:cubicBezTo>
                      <a:pt x="2185" y="1"/>
                      <a:pt x="2152" y="2"/>
                      <a:pt x="2120" y="3"/>
                    </a:cubicBezTo>
                    <a:cubicBezTo>
                      <a:pt x="1744" y="14"/>
                      <a:pt x="1738" y="330"/>
                      <a:pt x="1738" y="330"/>
                    </a:cubicBezTo>
                    <a:cubicBezTo>
                      <a:pt x="1738" y="330"/>
                      <a:pt x="1738" y="14"/>
                      <a:pt x="1362" y="3"/>
                    </a:cubicBezTo>
                    <a:cubicBezTo>
                      <a:pt x="1330" y="2"/>
                      <a:pt x="1297" y="1"/>
                      <a:pt x="12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8"/>
              <p:cNvSpPr/>
              <p:nvPr/>
            </p:nvSpPr>
            <p:spPr>
              <a:xfrm>
                <a:off x="4018199" y="1882715"/>
                <a:ext cx="105361" cy="130583"/>
              </a:xfrm>
              <a:custGeom>
                <a:rect b="b" l="l" r="r" t="t"/>
                <a:pathLst>
                  <a:path extrusionOk="0" h="5167" w="4169">
                    <a:moveTo>
                      <a:pt x="1613" y="1"/>
                    </a:moveTo>
                    <a:cubicBezTo>
                      <a:pt x="1613" y="1"/>
                      <a:pt x="1373" y="1259"/>
                      <a:pt x="1744" y="1804"/>
                    </a:cubicBezTo>
                    <a:cubicBezTo>
                      <a:pt x="1864" y="1973"/>
                      <a:pt x="2043" y="2098"/>
                      <a:pt x="2251" y="2142"/>
                    </a:cubicBezTo>
                    <a:cubicBezTo>
                      <a:pt x="2234" y="2251"/>
                      <a:pt x="2256" y="2360"/>
                      <a:pt x="2305" y="2453"/>
                    </a:cubicBezTo>
                    <a:cubicBezTo>
                      <a:pt x="2392" y="2594"/>
                      <a:pt x="2474" y="2709"/>
                      <a:pt x="2474" y="2709"/>
                    </a:cubicBezTo>
                    <a:cubicBezTo>
                      <a:pt x="2425" y="2774"/>
                      <a:pt x="2381" y="2850"/>
                      <a:pt x="2365" y="2932"/>
                    </a:cubicBezTo>
                    <a:cubicBezTo>
                      <a:pt x="2327" y="3052"/>
                      <a:pt x="2305" y="3177"/>
                      <a:pt x="2305" y="3303"/>
                    </a:cubicBezTo>
                    <a:cubicBezTo>
                      <a:pt x="2223" y="3335"/>
                      <a:pt x="2147" y="3384"/>
                      <a:pt x="2082" y="3439"/>
                    </a:cubicBezTo>
                    <a:cubicBezTo>
                      <a:pt x="1940" y="3553"/>
                      <a:pt x="1798" y="3837"/>
                      <a:pt x="1798" y="3837"/>
                    </a:cubicBezTo>
                    <a:cubicBezTo>
                      <a:pt x="1726" y="3778"/>
                      <a:pt x="1635" y="3745"/>
                      <a:pt x="1544" y="3745"/>
                    </a:cubicBezTo>
                    <a:cubicBezTo>
                      <a:pt x="1525" y="3745"/>
                      <a:pt x="1506" y="3747"/>
                      <a:pt x="1488" y="3749"/>
                    </a:cubicBezTo>
                    <a:cubicBezTo>
                      <a:pt x="1292" y="3782"/>
                      <a:pt x="1177" y="3864"/>
                      <a:pt x="1090" y="3864"/>
                    </a:cubicBezTo>
                    <a:cubicBezTo>
                      <a:pt x="1008" y="3864"/>
                      <a:pt x="926" y="3684"/>
                      <a:pt x="643" y="3640"/>
                    </a:cubicBezTo>
                    <a:cubicBezTo>
                      <a:pt x="599" y="3633"/>
                      <a:pt x="558" y="3629"/>
                      <a:pt x="520" y="3629"/>
                    </a:cubicBezTo>
                    <a:cubicBezTo>
                      <a:pt x="266" y="3629"/>
                      <a:pt x="152" y="3808"/>
                      <a:pt x="76" y="4202"/>
                    </a:cubicBezTo>
                    <a:cubicBezTo>
                      <a:pt x="0" y="4605"/>
                      <a:pt x="87" y="5166"/>
                      <a:pt x="87" y="5166"/>
                    </a:cubicBezTo>
                    <a:lnTo>
                      <a:pt x="409" y="5112"/>
                    </a:lnTo>
                    <a:cubicBezTo>
                      <a:pt x="409" y="5112"/>
                      <a:pt x="360" y="4512"/>
                      <a:pt x="414" y="4371"/>
                    </a:cubicBezTo>
                    <a:cubicBezTo>
                      <a:pt x="458" y="4262"/>
                      <a:pt x="504" y="4185"/>
                      <a:pt x="579" y="4185"/>
                    </a:cubicBezTo>
                    <a:cubicBezTo>
                      <a:pt x="598" y="4185"/>
                      <a:pt x="620" y="4190"/>
                      <a:pt x="643" y="4202"/>
                    </a:cubicBezTo>
                    <a:cubicBezTo>
                      <a:pt x="737" y="4253"/>
                      <a:pt x="795" y="4322"/>
                      <a:pt x="879" y="4322"/>
                    </a:cubicBezTo>
                    <a:cubicBezTo>
                      <a:pt x="892" y="4322"/>
                      <a:pt x="906" y="4320"/>
                      <a:pt x="921" y="4316"/>
                    </a:cubicBezTo>
                    <a:cubicBezTo>
                      <a:pt x="1000" y="4297"/>
                      <a:pt x="944" y="4266"/>
                      <a:pt x="957" y="4266"/>
                    </a:cubicBezTo>
                    <a:cubicBezTo>
                      <a:pt x="963" y="4266"/>
                      <a:pt x="983" y="4272"/>
                      <a:pt x="1035" y="4289"/>
                    </a:cubicBezTo>
                    <a:cubicBezTo>
                      <a:pt x="1204" y="4343"/>
                      <a:pt x="1319" y="4572"/>
                      <a:pt x="1744" y="4681"/>
                    </a:cubicBezTo>
                    <a:cubicBezTo>
                      <a:pt x="1872" y="4716"/>
                      <a:pt x="2037" y="4740"/>
                      <a:pt x="2220" y="4740"/>
                    </a:cubicBezTo>
                    <a:cubicBezTo>
                      <a:pt x="2636" y="4740"/>
                      <a:pt x="3141" y="4614"/>
                      <a:pt x="3493" y="4202"/>
                    </a:cubicBezTo>
                    <a:cubicBezTo>
                      <a:pt x="4000" y="3608"/>
                      <a:pt x="4169" y="2818"/>
                      <a:pt x="3831" y="2087"/>
                    </a:cubicBezTo>
                    <a:cubicBezTo>
                      <a:pt x="3562" y="1493"/>
                      <a:pt x="3343" y="1436"/>
                      <a:pt x="3120" y="1436"/>
                    </a:cubicBezTo>
                    <a:cubicBezTo>
                      <a:pt x="3067" y="1436"/>
                      <a:pt x="3013" y="1439"/>
                      <a:pt x="2959" y="1439"/>
                    </a:cubicBezTo>
                    <a:cubicBezTo>
                      <a:pt x="2676" y="1439"/>
                      <a:pt x="2561" y="1717"/>
                      <a:pt x="2311" y="1717"/>
                    </a:cubicBezTo>
                    <a:cubicBezTo>
                      <a:pt x="2054" y="1717"/>
                      <a:pt x="2071" y="1657"/>
                      <a:pt x="1967" y="1406"/>
                    </a:cubicBezTo>
                    <a:cubicBezTo>
                      <a:pt x="1913" y="1265"/>
                      <a:pt x="1880" y="802"/>
                      <a:pt x="1880" y="802"/>
                    </a:cubicBezTo>
                    <a:lnTo>
                      <a:pt x="16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8"/>
              <p:cNvSpPr/>
              <p:nvPr/>
            </p:nvSpPr>
            <p:spPr>
              <a:xfrm>
                <a:off x="3989413" y="2001041"/>
                <a:ext cx="124366" cy="139024"/>
              </a:xfrm>
              <a:custGeom>
                <a:rect b="b" l="l" r="r" t="t"/>
                <a:pathLst>
                  <a:path extrusionOk="0" h="5501" w="4921">
                    <a:moveTo>
                      <a:pt x="4286" y="0"/>
                    </a:moveTo>
                    <a:cubicBezTo>
                      <a:pt x="4184" y="0"/>
                      <a:pt x="4094" y="63"/>
                      <a:pt x="4065" y="163"/>
                    </a:cubicBezTo>
                    <a:cubicBezTo>
                      <a:pt x="4065" y="163"/>
                      <a:pt x="3998" y="60"/>
                      <a:pt x="3901" y="60"/>
                    </a:cubicBezTo>
                    <a:cubicBezTo>
                      <a:pt x="3877" y="60"/>
                      <a:pt x="3852" y="66"/>
                      <a:pt x="3825" y="81"/>
                    </a:cubicBezTo>
                    <a:cubicBezTo>
                      <a:pt x="3749" y="125"/>
                      <a:pt x="3689" y="190"/>
                      <a:pt x="3662" y="272"/>
                    </a:cubicBezTo>
                    <a:cubicBezTo>
                      <a:pt x="3662" y="272"/>
                      <a:pt x="3631" y="247"/>
                      <a:pt x="3586" y="247"/>
                    </a:cubicBezTo>
                    <a:cubicBezTo>
                      <a:pt x="3547" y="247"/>
                      <a:pt x="3499" y="264"/>
                      <a:pt x="3450" y="326"/>
                    </a:cubicBezTo>
                    <a:cubicBezTo>
                      <a:pt x="3379" y="402"/>
                      <a:pt x="3286" y="457"/>
                      <a:pt x="3182" y="479"/>
                    </a:cubicBezTo>
                    <a:lnTo>
                      <a:pt x="3024" y="560"/>
                    </a:lnTo>
                    <a:cubicBezTo>
                      <a:pt x="2926" y="609"/>
                      <a:pt x="2845" y="686"/>
                      <a:pt x="2785" y="773"/>
                    </a:cubicBezTo>
                    <a:cubicBezTo>
                      <a:pt x="2692" y="757"/>
                      <a:pt x="2605" y="746"/>
                      <a:pt x="2518" y="746"/>
                    </a:cubicBezTo>
                    <a:cubicBezTo>
                      <a:pt x="2431" y="751"/>
                      <a:pt x="2343" y="778"/>
                      <a:pt x="2278" y="827"/>
                    </a:cubicBezTo>
                    <a:cubicBezTo>
                      <a:pt x="2207" y="795"/>
                      <a:pt x="2136" y="778"/>
                      <a:pt x="2060" y="773"/>
                    </a:cubicBezTo>
                    <a:cubicBezTo>
                      <a:pt x="1973" y="773"/>
                      <a:pt x="1880" y="762"/>
                      <a:pt x="1793" y="746"/>
                    </a:cubicBezTo>
                    <a:cubicBezTo>
                      <a:pt x="1771" y="664"/>
                      <a:pt x="1717" y="593"/>
                      <a:pt x="1635" y="560"/>
                    </a:cubicBezTo>
                    <a:cubicBezTo>
                      <a:pt x="1602" y="544"/>
                      <a:pt x="1566" y="536"/>
                      <a:pt x="1529" y="536"/>
                    </a:cubicBezTo>
                    <a:cubicBezTo>
                      <a:pt x="1492" y="536"/>
                      <a:pt x="1455" y="544"/>
                      <a:pt x="1422" y="560"/>
                    </a:cubicBezTo>
                    <a:cubicBezTo>
                      <a:pt x="1401" y="479"/>
                      <a:pt x="1352" y="402"/>
                      <a:pt x="1286" y="348"/>
                    </a:cubicBezTo>
                    <a:cubicBezTo>
                      <a:pt x="1242" y="309"/>
                      <a:pt x="1192" y="290"/>
                      <a:pt x="1137" y="290"/>
                    </a:cubicBezTo>
                    <a:cubicBezTo>
                      <a:pt x="1123" y="290"/>
                      <a:pt x="1109" y="291"/>
                      <a:pt x="1096" y="293"/>
                    </a:cubicBezTo>
                    <a:lnTo>
                      <a:pt x="1019" y="184"/>
                    </a:lnTo>
                    <a:cubicBezTo>
                      <a:pt x="975" y="181"/>
                      <a:pt x="931" y="179"/>
                      <a:pt x="887" y="179"/>
                    </a:cubicBezTo>
                    <a:cubicBezTo>
                      <a:pt x="786" y="179"/>
                      <a:pt x="688" y="189"/>
                      <a:pt x="589" y="212"/>
                    </a:cubicBezTo>
                    <a:cubicBezTo>
                      <a:pt x="349" y="266"/>
                      <a:pt x="376" y="375"/>
                      <a:pt x="376" y="375"/>
                    </a:cubicBezTo>
                    <a:cubicBezTo>
                      <a:pt x="376" y="375"/>
                      <a:pt x="273" y="402"/>
                      <a:pt x="137" y="697"/>
                    </a:cubicBezTo>
                    <a:cubicBezTo>
                      <a:pt x="0" y="985"/>
                      <a:pt x="109" y="1094"/>
                      <a:pt x="82" y="1252"/>
                    </a:cubicBezTo>
                    <a:cubicBezTo>
                      <a:pt x="55" y="1416"/>
                      <a:pt x="137" y="1443"/>
                      <a:pt x="137" y="1443"/>
                    </a:cubicBezTo>
                    <a:lnTo>
                      <a:pt x="137" y="1547"/>
                    </a:lnTo>
                    <a:cubicBezTo>
                      <a:pt x="137" y="1656"/>
                      <a:pt x="191" y="1819"/>
                      <a:pt x="137" y="1950"/>
                    </a:cubicBezTo>
                    <a:cubicBezTo>
                      <a:pt x="82" y="2081"/>
                      <a:pt x="82" y="2059"/>
                      <a:pt x="109" y="2217"/>
                    </a:cubicBezTo>
                    <a:cubicBezTo>
                      <a:pt x="137" y="2375"/>
                      <a:pt x="82" y="2429"/>
                      <a:pt x="55" y="2538"/>
                    </a:cubicBezTo>
                    <a:cubicBezTo>
                      <a:pt x="44" y="2620"/>
                      <a:pt x="55" y="2702"/>
                      <a:pt x="82" y="2778"/>
                    </a:cubicBezTo>
                    <a:lnTo>
                      <a:pt x="28" y="2991"/>
                    </a:lnTo>
                    <a:cubicBezTo>
                      <a:pt x="0" y="3127"/>
                      <a:pt x="44" y="3263"/>
                      <a:pt x="137" y="3367"/>
                    </a:cubicBezTo>
                    <a:cubicBezTo>
                      <a:pt x="137" y="3367"/>
                      <a:pt x="164" y="3683"/>
                      <a:pt x="376" y="3846"/>
                    </a:cubicBezTo>
                    <a:cubicBezTo>
                      <a:pt x="426" y="3888"/>
                      <a:pt x="487" y="3909"/>
                      <a:pt x="549" y="3909"/>
                    </a:cubicBezTo>
                    <a:cubicBezTo>
                      <a:pt x="624" y="3909"/>
                      <a:pt x="699" y="3879"/>
                      <a:pt x="752" y="3819"/>
                    </a:cubicBezTo>
                    <a:cubicBezTo>
                      <a:pt x="801" y="4075"/>
                      <a:pt x="943" y="4304"/>
                      <a:pt x="1150" y="4462"/>
                    </a:cubicBezTo>
                    <a:cubicBezTo>
                      <a:pt x="1341" y="4462"/>
                      <a:pt x="1254" y="4413"/>
                      <a:pt x="1281" y="4304"/>
                    </a:cubicBezTo>
                    <a:cubicBezTo>
                      <a:pt x="1308" y="4195"/>
                      <a:pt x="1068" y="4119"/>
                      <a:pt x="992" y="4037"/>
                    </a:cubicBezTo>
                    <a:cubicBezTo>
                      <a:pt x="910" y="3955"/>
                      <a:pt x="883" y="3743"/>
                      <a:pt x="883" y="3743"/>
                    </a:cubicBezTo>
                    <a:cubicBezTo>
                      <a:pt x="976" y="3645"/>
                      <a:pt x="1057" y="3541"/>
                      <a:pt x="1123" y="3421"/>
                    </a:cubicBezTo>
                    <a:cubicBezTo>
                      <a:pt x="1205" y="3263"/>
                      <a:pt x="1096" y="3127"/>
                      <a:pt x="1014" y="2914"/>
                    </a:cubicBezTo>
                    <a:cubicBezTo>
                      <a:pt x="963" y="2774"/>
                      <a:pt x="899" y="2750"/>
                      <a:pt x="861" y="2750"/>
                    </a:cubicBezTo>
                    <a:cubicBezTo>
                      <a:pt x="841" y="2750"/>
                      <a:pt x="829" y="2756"/>
                      <a:pt x="829" y="2756"/>
                    </a:cubicBezTo>
                    <a:cubicBezTo>
                      <a:pt x="861" y="2631"/>
                      <a:pt x="867" y="2506"/>
                      <a:pt x="856" y="2380"/>
                    </a:cubicBezTo>
                    <a:cubicBezTo>
                      <a:pt x="829" y="2222"/>
                      <a:pt x="774" y="2222"/>
                      <a:pt x="774" y="2222"/>
                    </a:cubicBezTo>
                    <a:cubicBezTo>
                      <a:pt x="774" y="2222"/>
                      <a:pt x="829" y="1983"/>
                      <a:pt x="856" y="1874"/>
                    </a:cubicBezTo>
                    <a:cubicBezTo>
                      <a:pt x="883" y="1765"/>
                      <a:pt x="698" y="1525"/>
                      <a:pt x="698" y="1525"/>
                    </a:cubicBezTo>
                    <a:cubicBezTo>
                      <a:pt x="741" y="1421"/>
                      <a:pt x="796" y="1323"/>
                      <a:pt x="856" y="1231"/>
                    </a:cubicBezTo>
                    <a:cubicBezTo>
                      <a:pt x="938" y="1127"/>
                      <a:pt x="856" y="991"/>
                      <a:pt x="856" y="991"/>
                    </a:cubicBezTo>
                    <a:lnTo>
                      <a:pt x="856" y="991"/>
                    </a:lnTo>
                    <a:lnTo>
                      <a:pt x="1068" y="1018"/>
                    </a:lnTo>
                    <a:cubicBezTo>
                      <a:pt x="1068" y="1018"/>
                      <a:pt x="1150" y="1258"/>
                      <a:pt x="1281" y="1312"/>
                    </a:cubicBezTo>
                    <a:cubicBezTo>
                      <a:pt x="1300" y="1320"/>
                      <a:pt x="1320" y="1324"/>
                      <a:pt x="1339" y="1324"/>
                    </a:cubicBezTo>
                    <a:cubicBezTo>
                      <a:pt x="1453" y="1324"/>
                      <a:pt x="1553" y="1203"/>
                      <a:pt x="1553" y="1203"/>
                    </a:cubicBezTo>
                    <a:cubicBezTo>
                      <a:pt x="1635" y="1318"/>
                      <a:pt x="1760" y="1383"/>
                      <a:pt x="1897" y="1394"/>
                    </a:cubicBezTo>
                    <a:cubicBezTo>
                      <a:pt x="2033" y="1389"/>
                      <a:pt x="2169" y="1361"/>
                      <a:pt x="2300" y="1312"/>
                    </a:cubicBezTo>
                    <a:cubicBezTo>
                      <a:pt x="2300" y="1312"/>
                      <a:pt x="2512" y="1449"/>
                      <a:pt x="2698" y="1449"/>
                    </a:cubicBezTo>
                    <a:cubicBezTo>
                      <a:pt x="2888" y="1449"/>
                      <a:pt x="2937" y="1236"/>
                      <a:pt x="2937" y="1236"/>
                    </a:cubicBezTo>
                    <a:cubicBezTo>
                      <a:pt x="2937" y="1236"/>
                      <a:pt x="3083" y="1269"/>
                      <a:pt x="3193" y="1269"/>
                    </a:cubicBezTo>
                    <a:cubicBezTo>
                      <a:pt x="3217" y="1269"/>
                      <a:pt x="3240" y="1267"/>
                      <a:pt x="3259" y="1263"/>
                    </a:cubicBezTo>
                    <a:cubicBezTo>
                      <a:pt x="3346" y="1225"/>
                      <a:pt x="3417" y="1171"/>
                      <a:pt x="3471" y="1100"/>
                    </a:cubicBezTo>
                    <a:cubicBezTo>
                      <a:pt x="3471" y="1100"/>
                      <a:pt x="3507" y="1118"/>
                      <a:pt x="3572" y="1118"/>
                    </a:cubicBezTo>
                    <a:cubicBezTo>
                      <a:pt x="3621" y="1118"/>
                      <a:pt x="3686" y="1108"/>
                      <a:pt x="3766" y="1073"/>
                    </a:cubicBezTo>
                    <a:cubicBezTo>
                      <a:pt x="3880" y="1024"/>
                      <a:pt x="3989" y="964"/>
                      <a:pt x="4087" y="887"/>
                    </a:cubicBezTo>
                    <a:lnTo>
                      <a:pt x="4087" y="887"/>
                    </a:lnTo>
                    <a:cubicBezTo>
                      <a:pt x="4087" y="887"/>
                      <a:pt x="4011" y="1285"/>
                      <a:pt x="4060" y="1449"/>
                    </a:cubicBezTo>
                    <a:cubicBezTo>
                      <a:pt x="4098" y="1563"/>
                      <a:pt x="4125" y="1677"/>
                      <a:pt x="4142" y="1797"/>
                    </a:cubicBezTo>
                    <a:cubicBezTo>
                      <a:pt x="4060" y="1895"/>
                      <a:pt x="4005" y="2015"/>
                      <a:pt x="3984" y="2141"/>
                    </a:cubicBezTo>
                    <a:cubicBezTo>
                      <a:pt x="3951" y="2331"/>
                      <a:pt x="4087" y="2571"/>
                      <a:pt x="4087" y="2571"/>
                    </a:cubicBezTo>
                    <a:lnTo>
                      <a:pt x="4033" y="2784"/>
                    </a:lnTo>
                    <a:cubicBezTo>
                      <a:pt x="4000" y="2904"/>
                      <a:pt x="4022" y="3029"/>
                      <a:pt x="4087" y="3132"/>
                    </a:cubicBezTo>
                    <a:lnTo>
                      <a:pt x="4011" y="3318"/>
                    </a:lnTo>
                    <a:cubicBezTo>
                      <a:pt x="3929" y="3503"/>
                      <a:pt x="4011" y="3557"/>
                      <a:pt x="4011" y="3557"/>
                    </a:cubicBezTo>
                    <a:lnTo>
                      <a:pt x="3902" y="3666"/>
                    </a:lnTo>
                    <a:cubicBezTo>
                      <a:pt x="3793" y="3770"/>
                      <a:pt x="3875" y="3824"/>
                      <a:pt x="3875" y="3824"/>
                    </a:cubicBezTo>
                    <a:lnTo>
                      <a:pt x="3662" y="4037"/>
                    </a:lnTo>
                    <a:cubicBezTo>
                      <a:pt x="3662" y="4037"/>
                      <a:pt x="3558" y="3901"/>
                      <a:pt x="3422" y="3901"/>
                    </a:cubicBezTo>
                    <a:cubicBezTo>
                      <a:pt x="3335" y="3906"/>
                      <a:pt x="3248" y="3933"/>
                      <a:pt x="3182" y="3982"/>
                    </a:cubicBezTo>
                    <a:cubicBezTo>
                      <a:pt x="3182" y="3982"/>
                      <a:pt x="2965" y="3852"/>
                      <a:pt x="2807" y="3770"/>
                    </a:cubicBezTo>
                    <a:cubicBezTo>
                      <a:pt x="2747" y="3739"/>
                      <a:pt x="2682" y="3724"/>
                      <a:pt x="2612" y="3724"/>
                    </a:cubicBezTo>
                    <a:cubicBezTo>
                      <a:pt x="2497" y="3724"/>
                      <a:pt x="2367" y="3765"/>
                      <a:pt x="2218" y="3846"/>
                    </a:cubicBezTo>
                    <a:cubicBezTo>
                      <a:pt x="1978" y="3982"/>
                      <a:pt x="1951" y="4140"/>
                      <a:pt x="1924" y="4407"/>
                    </a:cubicBezTo>
                    <a:cubicBezTo>
                      <a:pt x="1897" y="4674"/>
                      <a:pt x="2087" y="4996"/>
                      <a:pt x="2136" y="5105"/>
                    </a:cubicBezTo>
                    <a:cubicBezTo>
                      <a:pt x="2191" y="5214"/>
                      <a:pt x="2109" y="5317"/>
                      <a:pt x="2191" y="5454"/>
                    </a:cubicBezTo>
                    <a:cubicBezTo>
                      <a:pt x="2212" y="5488"/>
                      <a:pt x="2242" y="5500"/>
                      <a:pt x="2275" y="5500"/>
                    </a:cubicBezTo>
                    <a:cubicBezTo>
                      <a:pt x="2369" y="5500"/>
                      <a:pt x="2485" y="5399"/>
                      <a:pt x="2485" y="5399"/>
                    </a:cubicBezTo>
                    <a:cubicBezTo>
                      <a:pt x="2485" y="5399"/>
                      <a:pt x="2562" y="5445"/>
                      <a:pt x="2644" y="5445"/>
                    </a:cubicBezTo>
                    <a:cubicBezTo>
                      <a:pt x="2671" y="5445"/>
                      <a:pt x="2699" y="5440"/>
                      <a:pt x="2725" y="5426"/>
                    </a:cubicBezTo>
                    <a:cubicBezTo>
                      <a:pt x="2834" y="5372"/>
                      <a:pt x="2779" y="5159"/>
                      <a:pt x="2888" y="4969"/>
                    </a:cubicBezTo>
                    <a:cubicBezTo>
                      <a:pt x="2997" y="4783"/>
                      <a:pt x="2943" y="4647"/>
                      <a:pt x="3024" y="4516"/>
                    </a:cubicBezTo>
                    <a:cubicBezTo>
                      <a:pt x="3043" y="4483"/>
                      <a:pt x="3061" y="4469"/>
                      <a:pt x="3077" y="4469"/>
                    </a:cubicBezTo>
                    <a:cubicBezTo>
                      <a:pt x="3126" y="4469"/>
                      <a:pt x="3162" y="4596"/>
                      <a:pt x="3182" y="4674"/>
                    </a:cubicBezTo>
                    <a:cubicBezTo>
                      <a:pt x="3201" y="4747"/>
                      <a:pt x="3301" y="4796"/>
                      <a:pt x="3415" y="4796"/>
                    </a:cubicBezTo>
                    <a:cubicBezTo>
                      <a:pt x="3471" y="4796"/>
                      <a:pt x="3531" y="4783"/>
                      <a:pt x="3586" y="4756"/>
                    </a:cubicBezTo>
                    <a:cubicBezTo>
                      <a:pt x="3638" y="4729"/>
                      <a:pt x="3695" y="4720"/>
                      <a:pt x="3754" y="4720"/>
                    </a:cubicBezTo>
                    <a:cubicBezTo>
                      <a:pt x="3873" y="4720"/>
                      <a:pt x="4005" y="4756"/>
                      <a:pt x="4147" y="4756"/>
                    </a:cubicBezTo>
                    <a:cubicBezTo>
                      <a:pt x="4354" y="4756"/>
                      <a:pt x="4332" y="4756"/>
                      <a:pt x="4490" y="4489"/>
                    </a:cubicBezTo>
                    <a:cubicBezTo>
                      <a:pt x="4654" y="4222"/>
                      <a:pt x="4572" y="4086"/>
                      <a:pt x="4654" y="3928"/>
                    </a:cubicBezTo>
                    <a:cubicBezTo>
                      <a:pt x="4730" y="3770"/>
                      <a:pt x="4839" y="3557"/>
                      <a:pt x="4812" y="3318"/>
                    </a:cubicBezTo>
                    <a:cubicBezTo>
                      <a:pt x="4785" y="3078"/>
                      <a:pt x="4785" y="3023"/>
                      <a:pt x="4757" y="2887"/>
                    </a:cubicBezTo>
                    <a:cubicBezTo>
                      <a:pt x="4730" y="2756"/>
                      <a:pt x="4839" y="2696"/>
                      <a:pt x="4812" y="2517"/>
                    </a:cubicBezTo>
                    <a:cubicBezTo>
                      <a:pt x="4785" y="2331"/>
                      <a:pt x="4757" y="2331"/>
                      <a:pt x="4839" y="2195"/>
                    </a:cubicBezTo>
                    <a:cubicBezTo>
                      <a:pt x="4888" y="2130"/>
                      <a:pt x="4861" y="2037"/>
                      <a:pt x="4785" y="2010"/>
                    </a:cubicBezTo>
                    <a:cubicBezTo>
                      <a:pt x="4806" y="1934"/>
                      <a:pt x="4834" y="1863"/>
                      <a:pt x="4866" y="1792"/>
                    </a:cubicBezTo>
                    <a:cubicBezTo>
                      <a:pt x="4921" y="1688"/>
                      <a:pt x="4812" y="1552"/>
                      <a:pt x="4812" y="1552"/>
                    </a:cubicBezTo>
                    <a:lnTo>
                      <a:pt x="4866" y="1416"/>
                    </a:lnTo>
                    <a:cubicBezTo>
                      <a:pt x="4921" y="1285"/>
                      <a:pt x="4703" y="1203"/>
                      <a:pt x="4703" y="1203"/>
                    </a:cubicBezTo>
                    <a:cubicBezTo>
                      <a:pt x="4768" y="1122"/>
                      <a:pt x="4806" y="1018"/>
                      <a:pt x="4812" y="909"/>
                    </a:cubicBezTo>
                    <a:cubicBezTo>
                      <a:pt x="4806" y="811"/>
                      <a:pt x="4741" y="718"/>
                      <a:pt x="4654" y="669"/>
                    </a:cubicBezTo>
                    <a:cubicBezTo>
                      <a:pt x="4697" y="571"/>
                      <a:pt x="4725" y="462"/>
                      <a:pt x="4730" y="348"/>
                    </a:cubicBezTo>
                    <a:cubicBezTo>
                      <a:pt x="4730" y="190"/>
                      <a:pt x="4545" y="32"/>
                      <a:pt x="4332" y="5"/>
                    </a:cubicBezTo>
                    <a:cubicBezTo>
                      <a:pt x="4317" y="2"/>
                      <a:pt x="4301"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8"/>
              <p:cNvSpPr/>
              <p:nvPr/>
            </p:nvSpPr>
            <p:spPr>
              <a:xfrm>
                <a:off x="3986785" y="1906092"/>
                <a:ext cx="116531" cy="79533"/>
              </a:xfrm>
              <a:custGeom>
                <a:rect b="b" l="l" r="r" t="t"/>
                <a:pathLst>
                  <a:path extrusionOk="0" h="3147" w="4611">
                    <a:moveTo>
                      <a:pt x="1352" y="1"/>
                    </a:moveTo>
                    <a:cubicBezTo>
                      <a:pt x="1277" y="1"/>
                      <a:pt x="1203" y="9"/>
                      <a:pt x="1129" y="24"/>
                    </a:cubicBezTo>
                    <a:cubicBezTo>
                      <a:pt x="753" y="100"/>
                      <a:pt x="448" y="198"/>
                      <a:pt x="273" y="378"/>
                    </a:cubicBezTo>
                    <a:cubicBezTo>
                      <a:pt x="1" y="650"/>
                      <a:pt x="93" y="787"/>
                      <a:pt x="126" y="1141"/>
                    </a:cubicBezTo>
                    <a:cubicBezTo>
                      <a:pt x="153" y="1495"/>
                      <a:pt x="213" y="1942"/>
                      <a:pt x="213" y="2323"/>
                    </a:cubicBezTo>
                    <a:cubicBezTo>
                      <a:pt x="213" y="2710"/>
                      <a:pt x="186" y="2884"/>
                      <a:pt x="300" y="3031"/>
                    </a:cubicBezTo>
                    <a:cubicBezTo>
                      <a:pt x="367" y="3113"/>
                      <a:pt x="420" y="3146"/>
                      <a:pt x="502" y="3146"/>
                    </a:cubicBezTo>
                    <a:cubicBezTo>
                      <a:pt x="568" y="3146"/>
                      <a:pt x="651" y="3125"/>
                      <a:pt x="775" y="3091"/>
                    </a:cubicBezTo>
                    <a:cubicBezTo>
                      <a:pt x="1189" y="2972"/>
                      <a:pt x="1042" y="2764"/>
                      <a:pt x="1336" y="2677"/>
                    </a:cubicBezTo>
                    <a:cubicBezTo>
                      <a:pt x="1630" y="2590"/>
                      <a:pt x="1897" y="2530"/>
                      <a:pt x="1897" y="2530"/>
                    </a:cubicBezTo>
                    <a:cubicBezTo>
                      <a:pt x="2131" y="2470"/>
                      <a:pt x="2338" y="2116"/>
                      <a:pt x="2338" y="2116"/>
                    </a:cubicBezTo>
                    <a:cubicBezTo>
                      <a:pt x="2371" y="2187"/>
                      <a:pt x="2415" y="2258"/>
                      <a:pt x="2458" y="2323"/>
                    </a:cubicBezTo>
                    <a:cubicBezTo>
                      <a:pt x="2502" y="2416"/>
                      <a:pt x="2529" y="2514"/>
                      <a:pt x="2545" y="2617"/>
                    </a:cubicBezTo>
                    <a:lnTo>
                      <a:pt x="2660" y="2590"/>
                    </a:lnTo>
                    <a:cubicBezTo>
                      <a:pt x="2644" y="2492"/>
                      <a:pt x="2644" y="2389"/>
                      <a:pt x="2660" y="2290"/>
                    </a:cubicBezTo>
                    <a:cubicBezTo>
                      <a:pt x="2693" y="2116"/>
                      <a:pt x="2605" y="2089"/>
                      <a:pt x="2927" y="2056"/>
                    </a:cubicBezTo>
                    <a:cubicBezTo>
                      <a:pt x="3254" y="2023"/>
                      <a:pt x="3461" y="1909"/>
                      <a:pt x="3695" y="1522"/>
                    </a:cubicBezTo>
                    <a:cubicBezTo>
                      <a:pt x="3929" y="1141"/>
                      <a:pt x="3989" y="934"/>
                      <a:pt x="4137" y="814"/>
                    </a:cubicBezTo>
                    <a:cubicBezTo>
                      <a:pt x="4284" y="699"/>
                      <a:pt x="4371" y="694"/>
                      <a:pt x="4523" y="547"/>
                    </a:cubicBezTo>
                    <a:cubicBezTo>
                      <a:pt x="4523" y="547"/>
                      <a:pt x="4611" y="492"/>
                      <a:pt x="4256" y="345"/>
                    </a:cubicBezTo>
                    <a:cubicBezTo>
                      <a:pt x="4040" y="255"/>
                      <a:pt x="3901" y="220"/>
                      <a:pt x="3725" y="220"/>
                    </a:cubicBezTo>
                    <a:cubicBezTo>
                      <a:pt x="3613" y="220"/>
                      <a:pt x="3486" y="235"/>
                      <a:pt x="3314" y="258"/>
                    </a:cubicBezTo>
                    <a:cubicBezTo>
                      <a:pt x="3057" y="289"/>
                      <a:pt x="2822" y="342"/>
                      <a:pt x="2596" y="342"/>
                    </a:cubicBezTo>
                    <a:cubicBezTo>
                      <a:pt x="2428" y="342"/>
                      <a:pt x="2266" y="313"/>
                      <a:pt x="2104" y="225"/>
                    </a:cubicBezTo>
                    <a:cubicBezTo>
                      <a:pt x="1814" y="70"/>
                      <a:pt x="1577" y="1"/>
                      <a:pt x="13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8"/>
              <p:cNvSpPr/>
              <p:nvPr/>
            </p:nvSpPr>
            <p:spPr>
              <a:xfrm>
                <a:off x="4034727" y="1804598"/>
                <a:ext cx="76980" cy="78597"/>
              </a:xfrm>
              <a:custGeom>
                <a:rect b="b" l="l" r="r" t="t"/>
                <a:pathLst>
                  <a:path extrusionOk="0" h="3110" w="3046">
                    <a:moveTo>
                      <a:pt x="486" y="0"/>
                    </a:moveTo>
                    <a:cubicBezTo>
                      <a:pt x="471" y="0"/>
                      <a:pt x="458" y="3"/>
                      <a:pt x="447" y="7"/>
                    </a:cubicBezTo>
                    <a:cubicBezTo>
                      <a:pt x="371" y="46"/>
                      <a:pt x="311" y="193"/>
                      <a:pt x="354" y="264"/>
                    </a:cubicBezTo>
                    <a:cubicBezTo>
                      <a:pt x="252" y="242"/>
                      <a:pt x="226" y="197"/>
                      <a:pt x="194" y="197"/>
                    </a:cubicBezTo>
                    <a:cubicBezTo>
                      <a:pt x="185" y="197"/>
                      <a:pt x="175" y="201"/>
                      <a:pt x="163" y="209"/>
                    </a:cubicBezTo>
                    <a:cubicBezTo>
                      <a:pt x="93" y="258"/>
                      <a:pt x="38" y="427"/>
                      <a:pt x="38" y="427"/>
                    </a:cubicBezTo>
                    <a:cubicBezTo>
                      <a:pt x="114" y="438"/>
                      <a:pt x="180" y="487"/>
                      <a:pt x="207" y="552"/>
                    </a:cubicBezTo>
                    <a:cubicBezTo>
                      <a:pt x="262" y="667"/>
                      <a:pt x="289" y="645"/>
                      <a:pt x="278" y="765"/>
                    </a:cubicBezTo>
                    <a:lnTo>
                      <a:pt x="272" y="765"/>
                    </a:lnTo>
                    <a:cubicBezTo>
                      <a:pt x="153" y="781"/>
                      <a:pt x="120" y="759"/>
                      <a:pt x="0" y="825"/>
                    </a:cubicBezTo>
                    <a:cubicBezTo>
                      <a:pt x="71" y="1114"/>
                      <a:pt x="142" y="1397"/>
                      <a:pt x="289" y="1648"/>
                    </a:cubicBezTo>
                    <a:lnTo>
                      <a:pt x="300" y="1735"/>
                    </a:lnTo>
                    <a:cubicBezTo>
                      <a:pt x="256" y="2323"/>
                      <a:pt x="708" y="2884"/>
                      <a:pt x="1270" y="3053"/>
                    </a:cubicBezTo>
                    <a:cubicBezTo>
                      <a:pt x="1406" y="3093"/>
                      <a:pt x="1544" y="3110"/>
                      <a:pt x="1683" y="3110"/>
                    </a:cubicBezTo>
                    <a:cubicBezTo>
                      <a:pt x="2040" y="3110"/>
                      <a:pt x="2401" y="3001"/>
                      <a:pt x="2746" y="2895"/>
                    </a:cubicBezTo>
                    <a:cubicBezTo>
                      <a:pt x="2812" y="2879"/>
                      <a:pt x="2970" y="2803"/>
                      <a:pt x="2986" y="2743"/>
                    </a:cubicBezTo>
                    <a:cubicBezTo>
                      <a:pt x="3046" y="2541"/>
                      <a:pt x="2921" y="2443"/>
                      <a:pt x="2910" y="2389"/>
                    </a:cubicBezTo>
                    <a:cubicBezTo>
                      <a:pt x="2795" y="1773"/>
                      <a:pt x="2496" y="1375"/>
                      <a:pt x="1940" y="1092"/>
                    </a:cubicBezTo>
                    <a:cubicBezTo>
                      <a:pt x="1738" y="983"/>
                      <a:pt x="1569" y="917"/>
                      <a:pt x="1569" y="917"/>
                    </a:cubicBezTo>
                    <a:cubicBezTo>
                      <a:pt x="1591" y="857"/>
                      <a:pt x="1580" y="792"/>
                      <a:pt x="1537" y="743"/>
                    </a:cubicBezTo>
                    <a:cubicBezTo>
                      <a:pt x="1526" y="667"/>
                      <a:pt x="1575" y="541"/>
                      <a:pt x="1537" y="438"/>
                    </a:cubicBezTo>
                    <a:cubicBezTo>
                      <a:pt x="1474" y="264"/>
                      <a:pt x="1385" y="228"/>
                      <a:pt x="1321" y="228"/>
                    </a:cubicBezTo>
                    <a:cubicBezTo>
                      <a:pt x="1275" y="228"/>
                      <a:pt x="1242" y="247"/>
                      <a:pt x="1242" y="247"/>
                    </a:cubicBezTo>
                    <a:cubicBezTo>
                      <a:pt x="1242" y="247"/>
                      <a:pt x="1025" y="101"/>
                      <a:pt x="845" y="101"/>
                    </a:cubicBezTo>
                    <a:cubicBezTo>
                      <a:pt x="797" y="101"/>
                      <a:pt x="752"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5" name="Google Shape;9375;p88"/>
          <p:cNvGrpSpPr/>
          <p:nvPr/>
        </p:nvGrpSpPr>
        <p:grpSpPr>
          <a:xfrm>
            <a:off x="4170709" y="1558993"/>
            <a:ext cx="402414" cy="1136125"/>
            <a:chOff x="4588296" y="1557988"/>
            <a:chExt cx="402414" cy="1136125"/>
          </a:xfrm>
        </p:grpSpPr>
        <p:sp>
          <p:nvSpPr>
            <p:cNvPr id="9376" name="Google Shape;9376;p88"/>
            <p:cNvSpPr/>
            <p:nvPr/>
          </p:nvSpPr>
          <p:spPr>
            <a:xfrm>
              <a:off x="4588296" y="1557988"/>
              <a:ext cx="402414" cy="1136125"/>
            </a:xfrm>
            <a:custGeom>
              <a:rect b="b" l="l" r="r" t="t"/>
              <a:pathLst>
                <a:path extrusionOk="0" h="44955" w="15923">
                  <a:moveTo>
                    <a:pt x="7907" y="1"/>
                  </a:moveTo>
                  <a:lnTo>
                    <a:pt x="7907" y="17"/>
                  </a:lnTo>
                  <a:cubicBezTo>
                    <a:pt x="7586" y="61"/>
                    <a:pt x="6670" y="235"/>
                    <a:pt x="6262" y="764"/>
                  </a:cubicBezTo>
                  <a:cubicBezTo>
                    <a:pt x="5760" y="1412"/>
                    <a:pt x="5973" y="2818"/>
                    <a:pt x="5973" y="2818"/>
                  </a:cubicBezTo>
                  <a:cubicBezTo>
                    <a:pt x="5499" y="2976"/>
                    <a:pt x="5646" y="3597"/>
                    <a:pt x="5859" y="3848"/>
                  </a:cubicBezTo>
                  <a:cubicBezTo>
                    <a:pt x="6071" y="4098"/>
                    <a:pt x="6060" y="4420"/>
                    <a:pt x="6164" y="4523"/>
                  </a:cubicBezTo>
                  <a:cubicBezTo>
                    <a:pt x="6203" y="4570"/>
                    <a:pt x="6256" y="4595"/>
                    <a:pt x="6311" y="4595"/>
                  </a:cubicBezTo>
                  <a:cubicBezTo>
                    <a:pt x="6333" y="4595"/>
                    <a:pt x="6355" y="4591"/>
                    <a:pt x="6376" y="4583"/>
                  </a:cubicBezTo>
                  <a:cubicBezTo>
                    <a:pt x="6474" y="4812"/>
                    <a:pt x="6534" y="5057"/>
                    <a:pt x="6551" y="5308"/>
                  </a:cubicBezTo>
                  <a:cubicBezTo>
                    <a:pt x="6551" y="6540"/>
                    <a:pt x="5608" y="7177"/>
                    <a:pt x="3695" y="7624"/>
                  </a:cubicBezTo>
                  <a:cubicBezTo>
                    <a:pt x="1788" y="8071"/>
                    <a:pt x="1848" y="10610"/>
                    <a:pt x="1963" y="11618"/>
                  </a:cubicBezTo>
                  <a:cubicBezTo>
                    <a:pt x="2077" y="12621"/>
                    <a:pt x="1690" y="14419"/>
                    <a:pt x="1243" y="15743"/>
                  </a:cubicBezTo>
                  <a:cubicBezTo>
                    <a:pt x="791" y="17067"/>
                    <a:pt x="600" y="18827"/>
                    <a:pt x="508" y="20053"/>
                  </a:cubicBezTo>
                  <a:cubicBezTo>
                    <a:pt x="415" y="21274"/>
                    <a:pt x="388" y="22696"/>
                    <a:pt x="339" y="23110"/>
                  </a:cubicBezTo>
                  <a:cubicBezTo>
                    <a:pt x="295" y="23524"/>
                    <a:pt x="159" y="24151"/>
                    <a:pt x="83" y="24625"/>
                  </a:cubicBezTo>
                  <a:cubicBezTo>
                    <a:pt x="1" y="25099"/>
                    <a:pt x="219" y="25213"/>
                    <a:pt x="611" y="25655"/>
                  </a:cubicBezTo>
                  <a:cubicBezTo>
                    <a:pt x="886" y="25963"/>
                    <a:pt x="1153" y="26166"/>
                    <a:pt x="1418" y="26166"/>
                  </a:cubicBezTo>
                  <a:cubicBezTo>
                    <a:pt x="1536" y="26166"/>
                    <a:pt x="1654" y="26125"/>
                    <a:pt x="1772" y="26036"/>
                  </a:cubicBezTo>
                  <a:cubicBezTo>
                    <a:pt x="2148" y="25742"/>
                    <a:pt x="2262" y="25290"/>
                    <a:pt x="2137" y="25104"/>
                  </a:cubicBezTo>
                  <a:cubicBezTo>
                    <a:pt x="2079" y="25021"/>
                    <a:pt x="2020" y="24998"/>
                    <a:pt x="1975" y="24998"/>
                  </a:cubicBezTo>
                  <a:cubicBezTo>
                    <a:pt x="1922" y="24998"/>
                    <a:pt x="1886" y="25028"/>
                    <a:pt x="1886" y="25028"/>
                  </a:cubicBezTo>
                  <a:cubicBezTo>
                    <a:pt x="1875" y="24843"/>
                    <a:pt x="1897" y="24652"/>
                    <a:pt x="1952" y="24472"/>
                  </a:cubicBezTo>
                  <a:cubicBezTo>
                    <a:pt x="2050" y="24129"/>
                    <a:pt x="1935" y="23655"/>
                    <a:pt x="1783" y="23290"/>
                  </a:cubicBezTo>
                  <a:cubicBezTo>
                    <a:pt x="1630" y="22930"/>
                    <a:pt x="1423" y="22058"/>
                    <a:pt x="1935" y="20974"/>
                  </a:cubicBezTo>
                  <a:cubicBezTo>
                    <a:pt x="2453" y="19895"/>
                    <a:pt x="3249" y="16604"/>
                    <a:pt x="3221" y="15885"/>
                  </a:cubicBezTo>
                  <a:cubicBezTo>
                    <a:pt x="3199" y="15165"/>
                    <a:pt x="3739" y="13672"/>
                    <a:pt x="3739" y="13672"/>
                  </a:cubicBezTo>
                  <a:cubicBezTo>
                    <a:pt x="3739" y="13672"/>
                    <a:pt x="4148" y="14958"/>
                    <a:pt x="4562" y="16190"/>
                  </a:cubicBezTo>
                  <a:cubicBezTo>
                    <a:pt x="4976" y="17427"/>
                    <a:pt x="4044" y="19819"/>
                    <a:pt x="3635" y="22521"/>
                  </a:cubicBezTo>
                  <a:cubicBezTo>
                    <a:pt x="3221" y="25219"/>
                    <a:pt x="3559" y="27714"/>
                    <a:pt x="3608" y="29028"/>
                  </a:cubicBezTo>
                  <a:cubicBezTo>
                    <a:pt x="3663" y="30335"/>
                    <a:pt x="3891" y="30695"/>
                    <a:pt x="3532" y="31572"/>
                  </a:cubicBezTo>
                  <a:cubicBezTo>
                    <a:pt x="3172" y="32444"/>
                    <a:pt x="3276" y="33605"/>
                    <a:pt x="3276" y="33605"/>
                  </a:cubicBezTo>
                  <a:cubicBezTo>
                    <a:pt x="2480" y="34580"/>
                    <a:pt x="2170" y="36585"/>
                    <a:pt x="2398" y="39233"/>
                  </a:cubicBezTo>
                  <a:cubicBezTo>
                    <a:pt x="2633" y="41882"/>
                    <a:pt x="2660" y="42269"/>
                    <a:pt x="2606" y="43195"/>
                  </a:cubicBezTo>
                  <a:cubicBezTo>
                    <a:pt x="2551" y="44121"/>
                    <a:pt x="1728" y="44072"/>
                    <a:pt x="1576" y="44454"/>
                  </a:cubicBezTo>
                  <a:cubicBezTo>
                    <a:pt x="1423" y="44840"/>
                    <a:pt x="2426" y="44791"/>
                    <a:pt x="3249" y="44917"/>
                  </a:cubicBezTo>
                  <a:cubicBezTo>
                    <a:pt x="3409" y="44942"/>
                    <a:pt x="3542" y="44955"/>
                    <a:pt x="3651" y="44955"/>
                  </a:cubicBezTo>
                  <a:cubicBezTo>
                    <a:pt x="4099" y="44955"/>
                    <a:pt x="4153" y="44740"/>
                    <a:pt x="4175" y="44328"/>
                  </a:cubicBezTo>
                  <a:cubicBezTo>
                    <a:pt x="4202" y="43811"/>
                    <a:pt x="4044" y="42732"/>
                    <a:pt x="4071" y="41293"/>
                  </a:cubicBezTo>
                  <a:cubicBezTo>
                    <a:pt x="4099" y="39855"/>
                    <a:pt x="5047" y="37206"/>
                    <a:pt x="5101" y="36149"/>
                  </a:cubicBezTo>
                  <a:cubicBezTo>
                    <a:pt x="5150" y="35092"/>
                    <a:pt x="5047" y="34400"/>
                    <a:pt x="5641" y="33626"/>
                  </a:cubicBezTo>
                  <a:cubicBezTo>
                    <a:pt x="6229" y="32858"/>
                    <a:pt x="6567" y="29769"/>
                    <a:pt x="7183" y="28281"/>
                  </a:cubicBezTo>
                  <a:cubicBezTo>
                    <a:pt x="7629" y="27202"/>
                    <a:pt x="7864" y="25693"/>
                    <a:pt x="7962" y="24924"/>
                  </a:cubicBezTo>
                  <a:cubicBezTo>
                    <a:pt x="8060" y="25693"/>
                    <a:pt x="8300" y="27202"/>
                    <a:pt x="8741" y="28281"/>
                  </a:cubicBezTo>
                  <a:cubicBezTo>
                    <a:pt x="9357" y="29769"/>
                    <a:pt x="9695" y="32858"/>
                    <a:pt x="10283" y="33626"/>
                  </a:cubicBezTo>
                  <a:cubicBezTo>
                    <a:pt x="10877" y="34400"/>
                    <a:pt x="10774" y="35092"/>
                    <a:pt x="10823" y="36149"/>
                  </a:cubicBezTo>
                  <a:cubicBezTo>
                    <a:pt x="10877" y="37201"/>
                    <a:pt x="11825" y="39849"/>
                    <a:pt x="11852" y="41293"/>
                  </a:cubicBezTo>
                  <a:cubicBezTo>
                    <a:pt x="11880" y="42732"/>
                    <a:pt x="11727" y="43811"/>
                    <a:pt x="11749" y="44328"/>
                  </a:cubicBezTo>
                  <a:cubicBezTo>
                    <a:pt x="11771" y="44740"/>
                    <a:pt x="11825" y="44955"/>
                    <a:pt x="12273" y="44955"/>
                  </a:cubicBezTo>
                  <a:cubicBezTo>
                    <a:pt x="12382" y="44955"/>
                    <a:pt x="12514" y="44942"/>
                    <a:pt x="12675" y="44917"/>
                  </a:cubicBezTo>
                  <a:cubicBezTo>
                    <a:pt x="13498" y="44791"/>
                    <a:pt x="14501" y="44840"/>
                    <a:pt x="14348" y="44454"/>
                  </a:cubicBezTo>
                  <a:cubicBezTo>
                    <a:pt x="14196" y="44067"/>
                    <a:pt x="13373" y="44121"/>
                    <a:pt x="13318" y="43195"/>
                  </a:cubicBezTo>
                  <a:cubicBezTo>
                    <a:pt x="13269" y="42269"/>
                    <a:pt x="13291" y="41882"/>
                    <a:pt x="13525" y="39233"/>
                  </a:cubicBezTo>
                  <a:cubicBezTo>
                    <a:pt x="13754" y="36585"/>
                    <a:pt x="13449" y="34580"/>
                    <a:pt x="12648" y="33605"/>
                  </a:cubicBezTo>
                  <a:cubicBezTo>
                    <a:pt x="12648" y="33605"/>
                    <a:pt x="12752" y="32444"/>
                    <a:pt x="12392" y="31572"/>
                  </a:cubicBezTo>
                  <a:cubicBezTo>
                    <a:pt x="12032" y="30695"/>
                    <a:pt x="12261" y="30335"/>
                    <a:pt x="12316" y="29028"/>
                  </a:cubicBezTo>
                  <a:cubicBezTo>
                    <a:pt x="12365" y="27714"/>
                    <a:pt x="12702" y="25219"/>
                    <a:pt x="12288" y="22521"/>
                  </a:cubicBezTo>
                  <a:cubicBezTo>
                    <a:pt x="11880" y="19819"/>
                    <a:pt x="10953" y="17427"/>
                    <a:pt x="11362" y="16190"/>
                  </a:cubicBezTo>
                  <a:cubicBezTo>
                    <a:pt x="11776" y="14958"/>
                    <a:pt x="12185" y="13672"/>
                    <a:pt x="12185" y="13672"/>
                  </a:cubicBezTo>
                  <a:cubicBezTo>
                    <a:pt x="12185" y="13672"/>
                    <a:pt x="12724" y="15165"/>
                    <a:pt x="12702" y="15885"/>
                  </a:cubicBezTo>
                  <a:cubicBezTo>
                    <a:pt x="12675" y="16604"/>
                    <a:pt x="13471" y="19895"/>
                    <a:pt x="13988" y="20974"/>
                  </a:cubicBezTo>
                  <a:cubicBezTo>
                    <a:pt x="14501" y="22058"/>
                    <a:pt x="14294" y="22930"/>
                    <a:pt x="14141" y="23290"/>
                  </a:cubicBezTo>
                  <a:cubicBezTo>
                    <a:pt x="13988" y="23655"/>
                    <a:pt x="13874" y="24134"/>
                    <a:pt x="13972" y="24472"/>
                  </a:cubicBezTo>
                  <a:cubicBezTo>
                    <a:pt x="14027" y="24652"/>
                    <a:pt x="14048" y="24843"/>
                    <a:pt x="14037" y="25028"/>
                  </a:cubicBezTo>
                  <a:cubicBezTo>
                    <a:pt x="14037" y="25028"/>
                    <a:pt x="14003" y="24999"/>
                    <a:pt x="13951" y="24999"/>
                  </a:cubicBezTo>
                  <a:cubicBezTo>
                    <a:pt x="13905" y="24999"/>
                    <a:pt x="13846" y="25022"/>
                    <a:pt x="13787" y="25110"/>
                  </a:cubicBezTo>
                  <a:cubicBezTo>
                    <a:pt x="13662" y="25290"/>
                    <a:pt x="13776" y="25742"/>
                    <a:pt x="14152" y="26036"/>
                  </a:cubicBezTo>
                  <a:cubicBezTo>
                    <a:pt x="14268" y="26125"/>
                    <a:pt x="14385" y="26166"/>
                    <a:pt x="14503" y="26166"/>
                  </a:cubicBezTo>
                  <a:cubicBezTo>
                    <a:pt x="14768" y="26166"/>
                    <a:pt x="15038" y="25963"/>
                    <a:pt x="15313" y="25655"/>
                  </a:cubicBezTo>
                  <a:cubicBezTo>
                    <a:pt x="15710" y="25213"/>
                    <a:pt x="15923" y="25093"/>
                    <a:pt x="15841" y="24625"/>
                  </a:cubicBezTo>
                  <a:cubicBezTo>
                    <a:pt x="15765" y="24151"/>
                    <a:pt x="15629" y="23524"/>
                    <a:pt x="15580" y="23110"/>
                  </a:cubicBezTo>
                  <a:cubicBezTo>
                    <a:pt x="15531" y="22696"/>
                    <a:pt x="15503" y="21268"/>
                    <a:pt x="15416" y="20048"/>
                  </a:cubicBezTo>
                  <a:cubicBezTo>
                    <a:pt x="15323" y="18827"/>
                    <a:pt x="15133" y="17067"/>
                    <a:pt x="14680" y="15737"/>
                  </a:cubicBezTo>
                  <a:cubicBezTo>
                    <a:pt x="14228" y="14413"/>
                    <a:pt x="13847" y="12615"/>
                    <a:pt x="13961" y="11613"/>
                  </a:cubicBezTo>
                  <a:cubicBezTo>
                    <a:pt x="14076" y="10610"/>
                    <a:pt x="14136" y="8065"/>
                    <a:pt x="12223" y="7619"/>
                  </a:cubicBezTo>
                  <a:cubicBezTo>
                    <a:pt x="10316" y="7177"/>
                    <a:pt x="9368" y="6540"/>
                    <a:pt x="9368" y="5303"/>
                  </a:cubicBezTo>
                  <a:cubicBezTo>
                    <a:pt x="9390" y="5057"/>
                    <a:pt x="9449" y="4812"/>
                    <a:pt x="9542" y="4578"/>
                  </a:cubicBezTo>
                  <a:cubicBezTo>
                    <a:pt x="9564" y="4586"/>
                    <a:pt x="9587" y="4590"/>
                    <a:pt x="9609" y="4590"/>
                  </a:cubicBezTo>
                  <a:cubicBezTo>
                    <a:pt x="9665" y="4590"/>
                    <a:pt x="9720" y="4566"/>
                    <a:pt x="9755" y="4523"/>
                  </a:cubicBezTo>
                  <a:cubicBezTo>
                    <a:pt x="9864" y="4415"/>
                    <a:pt x="9853" y="4098"/>
                    <a:pt x="10065" y="3848"/>
                  </a:cubicBezTo>
                  <a:cubicBezTo>
                    <a:pt x="10278" y="3597"/>
                    <a:pt x="10419" y="2971"/>
                    <a:pt x="9951" y="2818"/>
                  </a:cubicBezTo>
                  <a:cubicBezTo>
                    <a:pt x="9951" y="2818"/>
                    <a:pt x="10163" y="1407"/>
                    <a:pt x="9662" y="764"/>
                  </a:cubicBezTo>
                  <a:cubicBezTo>
                    <a:pt x="9253" y="230"/>
                    <a:pt x="8332" y="61"/>
                    <a:pt x="8016" y="12"/>
                  </a:cubicBezTo>
                  <a:lnTo>
                    <a:pt x="8016" y="1"/>
                  </a:lnTo>
                  <a:lnTo>
                    <a:pt x="7962" y="6"/>
                  </a:lnTo>
                  <a:lnTo>
                    <a:pt x="790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7" name="Google Shape;9377;p88"/>
            <p:cNvGrpSpPr/>
            <p:nvPr/>
          </p:nvGrpSpPr>
          <p:grpSpPr>
            <a:xfrm>
              <a:off x="4708538" y="1583316"/>
              <a:ext cx="163226" cy="588527"/>
              <a:chOff x="4708538" y="1583316"/>
              <a:chExt cx="163226" cy="588527"/>
            </a:xfrm>
          </p:grpSpPr>
          <p:sp>
            <p:nvSpPr>
              <p:cNvPr id="9378" name="Google Shape;9378;p88"/>
              <p:cNvSpPr/>
              <p:nvPr/>
            </p:nvSpPr>
            <p:spPr>
              <a:xfrm>
                <a:off x="4708538" y="1775367"/>
                <a:ext cx="163226" cy="158038"/>
              </a:xfrm>
              <a:custGeom>
                <a:rect b="b" l="l" r="r" t="t"/>
                <a:pathLst>
                  <a:path extrusionOk="0" h="5667" w="5853">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8"/>
              <p:cNvSpPr/>
              <p:nvPr/>
            </p:nvSpPr>
            <p:spPr>
              <a:xfrm>
                <a:off x="4745162" y="1583316"/>
                <a:ext cx="88150" cy="80796"/>
              </a:xfrm>
              <a:custGeom>
                <a:rect b="b" l="l" r="r" t="t"/>
                <a:pathLst>
                  <a:path extrusionOk="0" h="3197" w="3488">
                    <a:moveTo>
                      <a:pt x="1269" y="1"/>
                    </a:moveTo>
                    <a:cubicBezTo>
                      <a:pt x="1031" y="1"/>
                      <a:pt x="751" y="51"/>
                      <a:pt x="513" y="385"/>
                    </a:cubicBezTo>
                    <a:cubicBezTo>
                      <a:pt x="196" y="831"/>
                      <a:pt x="0" y="1164"/>
                      <a:pt x="120" y="1676"/>
                    </a:cubicBezTo>
                    <a:cubicBezTo>
                      <a:pt x="202" y="2003"/>
                      <a:pt x="344" y="2139"/>
                      <a:pt x="545" y="2221"/>
                    </a:cubicBezTo>
                    <a:cubicBezTo>
                      <a:pt x="692" y="2281"/>
                      <a:pt x="834" y="2319"/>
                      <a:pt x="834" y="2319"/>
                    </a:cubicBezTo>
                    <a:cubicBezTo>
                      <a:pt x="888" y="2477"/>
                      <a:pt x="1019" y="2597"/>
                      <a:pt x="1183" y="2635"/>
                    </a:cubicBezTo>
                    <a:cubicBezTo>
                      <a:pt x="1379" y="2673"/>
                      <a:pt x="1586" y="2722"/>
                      <a:pt x="1586" y="2722"/>
                    </a:cubicBezTo>
                    <a:lnTo>
                      <a:pt x="1619" y="3098"/>
                    </a:lnTo>
                    <a:cubicBezTo>
                      <a:pt x="1624" y="3136"/>
                      <a:pt x="1651" y="3169"/>
                      <a:pt x="1689" y="3185"/>
                    </a:cubicBezTo>
                    <a:lnTo>
                      <a:pt x="1739" y="3196"/>
                    </a:lnTo>
                    <a:lnTo>
                      <a:pt x="1793" y="3185"/>
                    </a:lnTo>
                    <a:cubicBezTo>
                      <a:pt x="1831" y="3169"/>
                      <a:pt x="1858" y="3136"/>
                      <a:pt x="1864" y="3098"/>
                    </a:cubicBezTo>
                    <a:lnTo>
                      <a:pt x="1897" y="2722"/>
                    </a:lnTo>
                    <a:cubicBezTo>
                      <a:pt x="1897" y="2722"/>
                      <a:pt x="2109" y="2673"/>
                      <a:pt x="2305" y="2635"/>
                    </a:cubicBezTo>
                    <a:cubicBezTo>
                      <a:pt x="2469" y="2597"/>
                      <a:pt x="2599" y="2477"/>
                      <a:pt x="2649" y="2319"/>
                    </a:cubicBezTo>
                    <a:cubicBezTo>
                      <a:pt x="2649" y="2319"/>
                      <a:pt x="2790" y="2281"/>
                      <a:pt x="2943" y="2221"/>
                    </a:cubicBezTo>
                    <a:cubicBezTo>
                      <a:pt x="3144" y="2139"/>
                      <a:pt x="3286" y="2008"/>
                      <a:pt x="3362" y="1676"/>
                    </a:cubicBezTo>
                    <a:cubicBezTo>
                      <a:pt x="3488" y="1164"/>
                      <a:pt x="3297" y="831"/>
                      <a:pt x="2975" y="385"/>
                    </a:cubicBezTo>
                    <a:cubicBezTo>
                      <a:pt x="2737" y="51"/>
                      <a:pt x="2457" y="1"/>
                      <a:pt x="2223" y="1"/>
                    </a:cubicBezTo>
                    <a:cubicBezTo>
                      <a:pt x="2189" y="1"/>
                      <a:pt x="2157" y="2"/>
                      <a:pt x="2125" y="3"/>
                    </a:cubicBezTo>
                    <a:cubicBezTo>
                      <a:pt x="1744" y="14"/>
                      <a:pt x="1744" y="330"/>
                      <a:pt x="1744" y="330"/>
                    </a:cubicBezTo>
                    <a:cubicBezTo>
                      <a:pt x="1744" y="330"/>
                      <a:pt x="1744" y="14"/>
                      <a:pt x="1368" y="3"/>
                    </a:cubicBezTo>
                    <a:cubicBezTo>
                      <a:pt x="1336" y="2"/>
                      <a:pt x="1303" y="1"/>
                      <a:pt x="12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8"/>
              <p:cNvSpPr/>
              <p:nvPr/>
            </p:nvSpPr>
            <p:spPr>
              <a:xfrm>
                <a:off x="4751848" y="1888032"/>
                <a:ext cx="116291" cy="144095"/>
              </a:xfrm>
              <a:custGeom>
                <a:rect b="b" l="l" r="r" t="t"/>
                <a:pathLst>
                  <a:path extrusionOk="0" h="5167" w="417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8"/>
              <p:cNvSpPr/>
              <p:nvPr/>
            </p:nvSpPr>
            <p:spPr>
              <a:xfrm>
                <a:off x="4720084" y="2018461"/>
                <a:ext cx="137095" cy="153381"/>
              </a:xfrm>
              <a:custGeom>
                <a:rect b="b" l="l" r="r" t="t"/>
                <a:pathLst>
                  <a:path extrusionOk="0" h="5500" w="4916">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8"/>
              <p:cNvSpPr/>
              <p:nvPr/>
            </p:nvSpPr>
            <p:spPr>
              <a:xfrm>
                <a:off x="4717044" y="1913828"/>
                <a:ext cx="128757" cy="87762"/>
              </a:xfrm>
              <a:custGeom>
                <a:rect b="b" l="l" r="r" t="t"/>
                <a:pathLst>
                  <a:path extrusionOk="0" h="3147" w="4617">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8"/>
              <p:cNvSpPr/>
              <p:nvPr/>
            </p:nvSpPr>
            <p:spPr>
              <a:xfrm>
                <a:off x="4770086" y="1801832"/>
                <a:ext cx="84973" cy="86730"/>
              </a:xfrm>
              <a:custGeom>
                <a:rect b="b" l="l" r="r" t="t"/>
                <a:pathLst>
                  <a:path extrusionOk="0" h="3110" w="3047">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84" name="Google Shape;9384;p88"/>
          <p:cNvGrpSpPr/>
          <p:nvPr/>
        </p:nvGrpSpPr>
        <p:grpSpPr>
          <a:xfrm>
            <a:off x="2925871" y="2837181"/>
            <a:ext cx="2132746" cy="348002"/>
            <a:chOff x="2925871" y="2837181"/>
            <a:chExt cx="2132746" cy="348002"/>
          </a:xfrm>
        </p:grpSpPr>
        <p:grpSp>
          <p:nvGrpSpPr>
            <p:cNvPr id="9385" name="Google Shape;9385;p88"/>
            <p:cNvGrpSpPr/>
            <p:nvPr/>
          </p:nvGrpSpPr>
          <p:grpSpPr>
            <a:xfrm>
              <a:off x="2925871" y="2837181"/>
              <a:ext cx="2132746" cy="348002"/>
              <a:chOff x="2925871" y="2837181"/>
              <a:chExt cx="2132746" cy="348002"/>
            </a:xfrm>
          </p:grpSpPr>
          <p:sp>
            <p:nvSpPr>
              <p:cNvPr id="9386" name="Google Shape;9386;p88"/>
              <p:cNvSpPr/>
              <p:nvPr/>
            </p:nvSpPr>
            <p:spPr>
              <a:xfrm>
                <a:off x="2986196" y="2942669"/>
                <a:ext cx="175871" cy="137053"/>
              </a:xfrm>
              <a:custGeom>
                <a:rect b="b" l="l" r="r" t="t"/>
                <a:pathLst>
                  <a:path extrusionOk="0" h="5423" w="6959">
                    <a:moveTo>
                      <a:pt x="0" y="0"/>
                    </a:moveTo>
                    <a:lnTo>
                      <a:pt x="0" y="5422"/>
                    </a:lnTo>
                    <a:lnTo>
                      <a:pt x="6959" y="5422"/>
                    </a:lnTo>
                    <a:lnTo>
                      <a:pt x="6959"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8"/>
              <p:cNvSpPr/>
              <p:nvPr/>
            </p:nvSpPr>
            <p:spPr>
              <a:xfrm>
                <a:off x="4537776" y="3000366"/>
                <a:ext cx="520841" cy="21633"/>
              </a:xfrm>
              <a:custGeom>
                <a:rect b="b" l="l" r="r" t="t"/>
                <a:pathLst>
                  <a:path extrusionOk="0" h="856" w="20609">
                    <a:moveTo>
                      <a:pt x="0" y="0"/>
                    </a:moveTo>
                    <a:lnTo>
                      <a:pt x="0" y="856"/>
                    </a:lnTo>
                    <a:lnTo>
                      <a:pt x="20608" y="856"/>
                    </a:lnTo>
                    <a:lnTo>
                      <a:pt x="1954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8"/>
              <p:cNvSpPr/>
              <p:nvPr/>
            </p:nvSpPr>
            <p:spPr>
              <a:xfrm>
                <a:off x="4476490" y="2956998"/>
                <a:ext cx="148046" cy="108242"/>
              </a:xfrm>
              <a:custGeom>
                <a:rect b="b" l="l" r="r" t="t"/>
                <a:pathLst>
                  <a:path extrusionOk="0" h="4283" w="5858">
                    <a:moveTo>
                      <a:pt x="0" y="0"/>
                    </a:moveTo>
                    <a:lnTo>
                      <a:pt x="0" y="4283"/>
                    </a:lnTo>
                    <a:lnTo>
                      <a:pt x="4142" y="4283"/>
                    </a:lnTo>
                    <a:cubicBezTo>
                      <a:pt x="5090" y="4283"/>
                      <a:pt x="5858" y="3515"/>
                      <a:pt x="5858" y="2572"/>
                    </a:cubicBezTo>
                    <a:lnTo>
                      <a:pt x="5858" y="1716"/>
                    </a:lnTo>
                    <a:cubicBezTo>
                      <a:pt x="5858" y="768"/>
                      <a:pt x="5090" y="0"/>
                      <a:pt x="4142"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8"/>
              <p:cNvSpPr/>
              <p:nvPr/>
            </p:nvSpPr>
            <p:spPr>
              <a:xfrm>
                <a:off x="3210237" y="2901626"/>
                <a:ext cx="1252505" cy="219113"/>
              </a:xfrm>
              <a:custGeom>
                <a:rect b="b" l="l" r="r" t="t"/>
                <a:pathLst>
                  <a:path extrusionOk="0" h="8670" w="49560">
                    <a:moveTo>
                      <a:pt x="1" y="1"/>
                    </a:moveTo>
                    <a:lnTo>
                      <a:pt x="1" y="8670"/>
                    </a:lnTo>
                    <a:lnTo>
                      <a:pt x="47843" y="8670"/>
                    </a:lnTo>
                    <a:cubicBezTo>
                      <a:pt x="48791" y="8670"/>
                      <a:pt x="49559" y="7902"/>
                      <a:pt x="49559" y="6959"/>
                    </a:cubicBezTo>
                    <a:lnTo>
                      <a:pt x="49559" y="1711"/>
                    </a:lnTo>
                    <a:cubicBezTo>
                      <a:pt x="49559" y="763"/>
                      <a:pt x="48791" y="1"/>
                      <a:pt x="478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8"/>
              <p:cNvSpPr/>
              <p:nvPr/>
            </p:nvSpPr>
            <p:spPr>
              <a:xfrm>
                <a:off x="3161764"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4" y="13770"/>
                      <a:pt x="2388" y="13231"/>
                      <a:pt x="2388" y="12577"/>
                    </a:cubicBezTo>
                    <a:lnTo>
                      <a:pt x="2388" y="1194"/>
                    </a:lnTo>
                    <a:cubicBezTo>
                      <a:pt x="2388" y="534"/>
                      <a:pt x="1854"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8"/>
              <p:cNvSpPr/>
              <p:nvPr/>
            </p:nvSpPr>
            <p:spPr>
              <a:xfrm>
                <a:off x="2925871"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3" y="13770"/>
                      <a:pt x="2387" y="13231"/>
                      <a:pt x="2387" y="12577"/>
                    </a:cubicBezTo>
                    <a:lnTo>
                      <a:pt x="2387" y="1194"/>
                    </a:lnTo>
                    <a:cubicBezTo>
                      <a:pt x="2387" y="534"/>
                      <a:pt x="1853"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8"/>
              <p:cNvSpPr/>
              <p:nvPr/>
            </p:nvSpPr>
            <p:spPr>
              <a:xfrm>
                <a:off x="4462717" y="2931650"/>
                <a:ext cx="27572" cy="159065"/>
              </a:xfrm>
              <a:custGeom>
                <a:rect b="b" l="l" r="r" t="t"/>
                <a:pathLst>
                  <a:path extrusionOk="0" h="6294" w="1091">
                    <a:moveTo>
                      <a:pt x="545" y="0"/>
                    </a:moveTo>
                    <a:cubicBezTo>
                      <a:pt x="246" y="0"/>
                      <a:pt x="0" y="240"/>
                      <a:pt x="0" y="545"/>
                    </a:cubicBezTo>
                    <a:lnTo>
                      <a:pt x="0" y="5749"/>
                    </a:lnTo>
                    <a:cubicBezTo>
                      <a:pt x="0" y="6049"/>
                      <a:pt x="246" y="6294"/>
                      <a:pt x="545" y="6294"/>
                    </a:cubicBezTo>
                    <a:cubicBezTo>
                      <a:pt x="845" y="6294"/>
                      <a:pt x="1090" y="6049"/>
                      <a:pt x="1090" y="5749"/>
                    </a:cubicBezTo>
                    <a:lnTo>
                      <a:pt x="1090" y="545"/>
                    </a:lnTo>
                    <a:cubicBezTo>
                      <a:pt x="1090" y="240"/>
                      <a:pt x="845" y="0"/>
                      <a:pt x="54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3" name="Google Shape;9393;p88"/>
            <p:cNvSpPr/>
            <p:nvPr/>
          </p:nvSpPr>
          <p:spPr>
            <a:xfrm>
              <a:off x="3222275" y="2920500"/>
              <a:ext cx="1214896" cy="181229"/>
            </a:xfrm>
            <a:custGeom>
              <a:rect b="b" l="l" r="r" t="t"/>
              <a:pathLst>
                <a:path extrusionOk="0" h="7171" w="49532">
                  <a:moveTo>
                    <a:pt x="0" y="0"/>
                  </a:moveTo>
                  <a:lnTo>
                    <a:pt x="0" y="7171"/>
                  </a:lnTo>
                  <a:lnTo>
                    <a:pt x="48567" y="7171"/>
                  </a:lnTo>
                  <a:cubicBezTo>
                    <a:pt x="49101" y="7171"/>
                    <a:pt x="49531" y="6740"/>
                    <a:pt x="49531" y="6206"/>
                  </a:cubicBezTo>
                  <a:lnTo>
                    <a:pt x="49531" y="964"/>
                  </a:lnTo>
                  <a:cubicBezTo>
                    <a:pt x="49531" y="430"/>
                    <a:pt x="49101" y="0"/>
                    <a:pt x="485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8"/>
            <p:cNvSpPr/>
            <p:nvPr/>
          </p:nvSpPr>
          <p:spPr>
            <a:xfrm>
              <a:off x="3222275" y="2920500"/>
              <a:ext cx="968006" cy="181381"/>
            </a:xfrm>
            <a:custGeom>
              <a:rect b="b" l="l" r="r" t="t"/>
              <a:pathLst>
                <a:path extrusionOk="0" h="7177" w="39762">
                  <a:moveTo>
                    <a:pt x="0" y="0"/>
                  </a:moveTo>
                  <a:lnTo>
                    <a:pt x="0" y="7176"/>
                  </a:lnTo>
                  <a:lnTo>
                    <a:pt x="39761" y="7176"/>
                  </a:lnTo>
                  <a:lnTo>
                    <a:pt x="3976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8"/>
            <p:cNvSpPr/>
            <p:nvPr/>
          </p:nvSpPr>
          <p:spPr>
            <a:xfrm>
              <a:off x="3222275" y="2920500"/>
              <a:ext cx="724118" cy="181381"/>
            </a:xfrm>
            <a:custGeom>
              <a:rect b="b" l="l" r="r" t="t"/>
              <a:pathLst>
                <a:path extrusionOk="0" h="7177" w="30112">
                  <a:moveTo>
                    <a:pt x="0" y="0"/>
                  </a:moveTo>
                  <a:lnTo>
                    <a:pt x="0" y="7176"/>
                  </a:lnTo>
                  <a:lnTo>
                    <a:pt x="30111" y="7176"/>
                  </a:lnTo>
                  <a:lnTo>
                    <a:pt x="301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8"/>
            <p:cNvSpPr/>
            <p:nvPr/>
          </p:nvSpPr>
          <p:spPr>
            <a:xfrm>
              <a:off x="3222274" y="2920500"/>
              <a:ext cx="480243" cy="181381"/>
            </a:xfrm>
            <a:custGeom>
              <a:rect b="b" l="l" r="r" t="t"/>
              <a:pathLst>
                <a:path extrusionOk="0" h="7177" w="20462">
                  <a:moveTo>
                    <a:pt x="0" y="0"/>
                  </a:moveTo>
                  <a:lnTo>
                    <a:pt x="0" y="7176"/>
                  </a:lnTo>
                  <a:lnTo>
                    <a:pt x="20461" y="7176"/>
                  </a:lnTo>
                  <a:lnTo>
                    <a:pt x="2046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8"/>
            <p:cNvSpPr/>
            <p:nvPr/>
          </p:nvSpPr>
          <p:spPr>
            <a:xfrm>
              <a:off x="3222276" y="2920500"/>
              <a:ext cx="233593" cy="181381"/>
            </a:xfrm>
            <a:custGeom>
              <a:rect b="b" l="l" r="r" t="t"/>
              <a:pathLst>
                <a:path extrusionOk="0" h="7177" w="10703">
                  <a:moveTo>
                    <a:pt x="0" y="0"/>
                  </a:moveTo>
                  <a:lnTo>
                    <a:pt x="0" y="7176"/>
                  </a:lnTo>
                  <a:lnTo>
                    <a:pt x="10702" y="7176"/>
                  </a:lnTo>
                  <a:lnTo>
                    <a:pt x="1070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88"/>
          <p:cNvGrpSpPr/>
          <p:nvPr/>
        </p:nvGrpSpPr>
        <p:grpSpPr>
          <a:xfrm>
            <a:off x="3526573" y="3256553"/>
            <a:ext cx="447702" cy="1135923"/>
            <a:chOff x="3526573" y="3256553"/>
            <a:chExt cx="447702" cy="1135923"/>
          </a:xfrm>
        </p:grpSpPr>
        <p:sp>
          <p:nvSpPr>
            <p:cNvPr id="9399" name="Google Shape;9399;p88"/>
            <p:cNvSpPr/>
            <p:nvPr/>
          </p:nvSpPr>
          <p:spPr>
            <a:xfrm>
              <a:off x="3526573"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0" name="Google Shape;9400;p88"/>
            <p:cNvGrpSpPr/>
            <p:nvPr/>
          </p:nvGrpSpPr>
          <p:grpSpPr>
            <a:xfrm>
              <a:off x="3539512" y="3261380"/>
              <a:ext cx="426827" cy="1112925"/>
              <a:chOff x="3539512" y="3261380"/>
              <a:chExt cx="426827" cy="1112925"/>
            </a:xfrm>
          </p:grpSpPr>
          <p:sp>
            <p:nvSpPr>
              <p:cNvPr id="9401" name="Google Shape;9401;p88"/>
              <p:cNvSpPr/>
              <p:nvPr/>
            </p:nvSpPr>
            <p:spPr>
              <a:xfrm>
                <a:off x="3539512" y="3319229"/>
                <a:ext cx="211809" cy="1054874"/>
              </a:xfrm>
              <a:custGeom>
                <a:rect b="b" l="l" r="r" t="t"/>
                <a:pathLst>
                  <a:path extrusionOk="0" h="41740" w="8381">
                    <a:moveTo>
                      <a:pt x="8125" y="3066"/>
                    </a:moveTo>
                    <a:lnTo>
                      <a:pt x="8125" y="3605"/>
                    </a:lnTo>
                    <a:cubicBezTo>
                      <a:pt x="7881" y="3629"/>
                      <a:pt x="7650" y="3720"/>
                      <a:pt x="7406" y="3720"/>
                    </a:cubicBezTo>
                    <a:cubicBezTo>
                      <a:pt x="7372" y="3720"/>
                      <a:pt x="7337" y="3718"/>
                      <a:pt x="7302" y="3714"/>
                    </a:cubicBezTo>
                    <a:lnTo>
                      <a:pt x="7308" y="3714"/>
                    </a:lnTo>
                    <a:cubicBezTo>
                      <a:pt x="7373" y="3654"/>
                      <a:pt x="7433" y="3589"/>
                      <a:pt x="7493" y="3523"/>
                    </a:cubicBezTo>
                    <a:cubicBezTo>
                      <a:pt x="7667" y="3333"/>
                      <a:pt x="7885" y="3175"/>
                      <a:pt x="8125" y="3066"/>
                    </a:cubicBezTo>
                    <a:close/>
                    <a:moveTo>
                      <a:pt x="3308" y="11130"/>
                    </a:moveTo>
                    <a:cubicBezTo>
                      <a:pt x="3226" y="11408"/>
                      <a:pt x="3117" y="11675"/>
                      <a:pt x="2981" y="11926"/>
                    </a:cubicBezTo>
                    <a:cubicBezTo>
                      <a:pt x="2856" y="12171"/>
                      <a:pt x="2741" y="12449"/>
                      <a:pt x="2545" y="12645"/>
                    </a:cubicBezTo>
                    <a:cubicBezTo>
                      <a:pt x="2536" y="12654"/>
                      <a:pt x="2546" y="12663"/>
                      <a:pt x="2552" y="12663"/>
                    </a:cubicBezTo>
                    <a:cubicBezTo>
                      <a:pt x="2554" y="12663"/>
                      <a:pt x="2555" y="12662"/>
                      <a:pt x="2556" y="12661"/>
                    </a:cubicBezTo>
                    <a:cubicBezTo>
                      <a:pt x="2676" y="12574"/>
                      <a:pt x="2779" y="12471"/>
                      <a:pt x="2861" y="12351"/>
                    </a:cubicBezTo>
                    <a:cubicBezTo>
                      <a:pt x="2861" y="12356"/>
                      <a:pt x="2861" y="12362"/>
                      <a:pt x="2861" y="12362"/>
                    </a:cubicBezTo>
                    <a:cubicBezTo>
                      <a:pt x="2883" y="12487"/>
                      <a:pt x="2894" y="12612"/>
                      <a:pt x="2894" y="12738"/>
                    </a:cubicBezTo>
                    <a:cubicBezTo>
                      <a:pt x="2769" y="12847"/>
                      <a:pt x="2676" y="12950"/>
                      <a:pt x="2512" y="13010"/>
                    </a:cubicBezTo>
                    <a:cubicBezTo>
                      <a:pt x="2414" y="13043"/>
                      <a:pt x="2322" y="13092"/>
                      <a:pt x="2240" y="13157"/>
                    </a:cubicBezTo>
                    <a:cubicBezTo>
                      <a:pt x="2186" y="13201"/>
                      <a:pt x="2136" y="13255"/>
                      <a:pt x="2093" y="13310"/>
                    </a:cubicBezTo>
                    <a:cubicBezTo>
                      <a:pt x="2169" y="12912"/>
                      <a:pt x="2305" y="12525"/>
                      <a:pt x="2491" y="12165"/>
                    </a:cubicBezTo>
                    <a:cubicBezTo>
                      <a:pt x="2692" y="11779"/>
                      <a:pt x="3003" y="11452"/>
                      <a:pt x="3308" y="11130"/>
                    </a:cubicBezTo>
                    <a:close/>
                    <a:moveTo>
                      <a:pt x="8147" y="13277"/>
                    </a:moveTo>
                    <a:lnTo>
                      <a:pt x="8147" y="14143"/>
                    </a:lnTo>
                    <a:cubicBezTo>
                      <a:pt x="8140" y="14142"/>
                      <a:pt x="8133" y="14141"/>
                      <a:pt x="8127" y="14141"/>
                    </a:cubicBezTo>
                    <a:cubicBezTo>
                      <a:pt x="8109" y="14141"/>
                      <a:pt x="8094" y="14147"/>
                      <a:pt x="8081" y="14160"/>
                    </a:cubicBezTo>
                    <a:cubicBezTo>
                      <a:pt x="8010" y="14231"/>
                      <a:pt x="7929" y="14296"/>
                      <a:pt x="7842" y="14350"/>
                    </a:cubicBezTo>
                    <a:cubicBezTo>
                      <a:pt x="7591" y="14192"/>
                      <a:pt x="7444" y="14023"/>
                      <a:pt x="7122" y="14018"/>
                    </a:cubicBezTo>
                    <a:cubicBezTo>
                      <a:pt x="7111" y="14017"/>
                      <a:pt x="7099" y="14016"/>
                      <a:pt x="7087" y="14016"/>
                    </a:cubicBezTo>
                    <a:cubicBezTo>
                      <a:pt x="7055" y="14016"/>
                      <a:pt x="7023" y="14021"/>
                      <a:pt x="6992" y="14029"/>
                    </a:cubicBezTo>
                    <a:cubicBezTo>
                      <a:pt x="7117" y="13882"/>
                      <a:pt x="7237" y="13735"/>
                      <a:pt x="7411" y="13626"/>
                    </a:cubicBezTo>
                    <a:cubicBezTo>
                      <a:pt x="7645" y="13484"/>
                      <a:pt x="7918" y="13430"/>
                      <a:pt x="8147" y="13277"/>
                    </a:cubicBezTo>
                    <a:close/>
                    <a:moveTo>
                      <a:pt x="3172" y="11817"/>
                    </a:moveTo>
                    <a:cubicBezTo>
                      <a:pt x="3166" y="12040"/>
                      <a:pt x="3183" y="12263"/>
                      <a:pt x="3210" y="12487"/>
                    </a:cubicBezTo>
                    <a:cubicBezTo>
                      <a:pt x="3243" y="12825"/>
                      <a:pt x="3172" y="13184"/>
                      <a:pt x="3134" y="13522"/>
                    </a:cubicBezTo>
                    <a:cubicBezTo>
                      <a:pt x="3068" y="14171"/>
                      <a:pt x="2976" y="14835"/>
                      <a:pt x="2774" y="15457"/>
                    </a:cubicBezTo>
                    <a:cubicBezTo>
                      <a:pt x="2741" y="15560"/>
                      <a:pt x="2703" y="15664"/>
                      <a:pt x="2670" y="15767"/>
                    </a:cubicBezTo>
                    <a:cubicBezTo>
                      <a:pt x="2616" y="15566"/>
                      <a:pt x="2507" y="15375"/>
                      <a:pt x="2469" y="15173"/>
                    </a:cubicBezTo>
                    <a:cubicBezTo>
                      <a:pt x="2403" y="14765"/>
                      <a:pt x="2540" y="14350"/>
                      <a:pt x="2681" y="13974"/>
                    </a:cubicBezTo>
                    <a:cubicBezTo>
                      <a:pt x="2888" y="13440"/>
                      <a:pt x="3079" y="12928"/>
                      <a:pt x="2948" y="12345"/>
                    </a:cubicBezTo>
                    <a:cubicBezTo>
                      <a:pt x="2941" y="12327"/>
                      <a:pt x="2926" y="12316"/>
                      <a:pt x="2910" y="12316"/>
                    </a:cubicBezTo>
                    <a:cubicBezTo>
                      <a:pt x="2903" y="12316"/>
                      <a:pt x="2895" y="12318"/>
                      <a:pt x="2888" y="12323"/>
                    </a:cubicBezTo>
                    <a:cubicBezTo>
                      <a:pt x="2997" y="12165"/>
                      <a:pt x="3090" y="11996"/>
                      <a:pt x="3172" y="11817"/>
                    </a:cubicBezTo>
                    <a:close/>
                    <a:moveTo>
                      <a:pt x="8141" y="15010"/>
                    </a:moveTo>
                    <a:cubicBezTo>
                      <a:pt x="8141" y="15315"/>
                      <a:pt x="8136" y="15620"/>
                      <a:pt x="8136" y="15925"/>
                    </a:cubicBezTo>
                    <a:lnTo>
                      <a:pt x="8141" y="15925"/>
                    </a:lnTo>
                    <a:cubicBezTo>
                      <a:pt x="7624" y="16268"/>
                      <a:pt x="7144" y="16644"/>
                      <a:pt x="6877" y="17227"/>
                    </a:cubicBezTo>
                    <a:cubicBezTo>
                      <a:pt x="6741" y="17538"/>
                      <a:pt x="6725" y="17892"/>
                      <a:pt x="6725" y="18230"/>
                    </a:cubicBezTo>
                    <a:cubicBezTo>
                      <a:pt x="6550" y="18257"/>
                      <a:pt x="6392" y="18257"/>
                      <a:pt x="6212" y="18328"/>
                    </a:cubicBezTo>
                    <a:cubicBezTo>
                      <a:pt x="6136" y="18355"/>
                      <a:pt x="6065" y="18394"/>
                      <a:pt x="6000" y="18443"/>
                    </a:cubicBezTo>
                    <a:cubicBezTo>
                      <a:pt x="6191" y="17026"/>
                      <a:pt x="7275" y="16056"/>
                      <a:pt x="8141" y="15010"/>
                    </a:cubicBezTo>
                    <a:close/>
                    <a:moveTo>
                      <a:pt x="2883" y="12912"/>
                    </a:moveTo>
                    <a:cubicBezTo>
                      <a:pt x="2839" y="13397"/>
                      <a:pt x="2649" y="13827"/>
                      <a:pt x="2496" y="14323"/>
                    </a:cubicBezTo>
                    <a:cubicBezTo>
                      <a:pt x="2403" y="14596"/>
                      <a:pt x="2376" y="14890"/>
                      <a:pt x="2398" y="15179"/>
                    </a:cubicBezTo>
                    <a:cubicBezTo>
                      <a:pt x="2425" y="15424"/>
                      <a:pt x="2583" y="15636"/>
                      <a:pt x="2632" y="15865"/>
                    </a:cubicBezTo>
                    <a:cubicBezTo>
                      <a:pt x="2485" y="16279"/>
                      <a:pt x="2322" y="16672"/>
                      <a:pt x="2202" y="17091"/>
                    </a:cubicBezTo>
                    <a:lnTo>
                      <a:pt x="2207" y="17091"/>
                    </a:lnTo>
                    <a:cubicBezTo>
                      <a:pt x="2049" y="17636"/>
                      <a:pt x="1968" y="18203"/>
                      <a:pt x="1962" y="18770"/>
                    </a:cubicBezTo>
                    <a:cubicBezTo>
                      <a:pt x="1946" y="18873"/>
                      <a:pt x="1919" y="18971"/>
                      <a:pt x="1891" y="19069"/>
                    </a:cubicBezTo>
                    <a:cubicBezTo>
                      <a:pt x="1820" y="19140"/>
                      <a:pt x="1744" y="19205"/>
                      <a:pt x="1657" y="19249"/>
                    </a:cubicBezTo>
                    <a:cubicBezTo>
                      <a:pt x="1722" y="18682"/>
                      <a:pt x="1641" y="18088"/>
                      <a:pt x="1673" y="17516"/>
                    </a:cubicBezTo>
                    <a:cubicBezTo>
                      <a:pt x="1711" y="16808"/>
                      <a:pt x="1733" y="16100"/>
                      <a:pt x="1766" y="15391"/>
                    </a:cubicBezTo>
                    <a:cubicBezTo>
                      <a:pt x="1788" y="14868"/>
                      <a:pt x="1799" y="14334"/>
                      <a:pt x="1962" y="13827"/>
                    </a:cubicBezTo>
                    <a:cubicBezTo>
                      <a:pt x="2033" y="13582"/>
                      <a:pt x="2180" y="13364"/>
                      <a:pt x="2382" y="13201"/>
                    </a:cubicBezTo>
                    <a:cubicBezTo>
                      <a:pt x="2485" y="13119"/>
                      <a:pt x="2643" y="13097"/>
                      <a:pt x="2758" y="13026"/>
                    </a:cubicBezTo>
                    <a:cubicBezTo>
                      <a:pt x="2801" y="12994"/>
                      <a:pt x="2845" y="12955"/>
                      <a:pt x="2883" y="12912"/>
                    </a:cubicBezTo>
                    <a:close/>
                    <a:moveTo>
                      <a:pt x="4202" y="37274"/>
                    </a:moveTo>
                    <a:lnTo>
                      <a:pt x="4202" y="37274"/>
                    </a:lnTo>
                    <a:cubicBezTo>
                      <a:pt x="4240" y="37351"/>
                      <a:pt x="4289" y="37421"/>
                      <a:pt x="4349" y="37481"/>
                    </a:cubicBezTo>
                    <a:cubicBezTo>
                      <a:pt x="4469" y="37628"/>
                      <a:pt x="4561" y="37792"/>
                      <a:pt x="4616" y="37972"/>
                    </a:cubicBezTo>
                    <a:cubicBezTo>
                      <a:pt x="4262" y="38500"/>
                      <a:pt x="4463" y="39111"/>
                      <a:pt x="4420" y="39699"/>
                    </a:cubicBezTo>
                    <a:cubicBezTo>
                      <a:pt x="4398" y="40037"/>
                      <a:pt x="4332" y="40364"/>
                      <a:pt x="4109" y="40625"/>
                    </a:cubicBezTo>
                    <a:cubicBezTo>
                      <a:pt x="3880" y="40881"/>
                      <a:pt x="3379" y="41050"/>
                      <a:pt x="3014" y="41078"/>
                    </a:cubicBezTo>
                    <a:cubicBezTo>
                      <a:pt x="3090" y="40936"/>
                      <a:pt x="3155" y="40789"/>
                      <a:pt x="3215" y="40642"/>
                    </a:cubicBezTo>
                    <a:cubicBezTo>
                      <a:pt x="3313" y="40380"/>
                      <a:pt x="3308" y="40091"/>
                      <a:pt x="3297" y="39813"/>
                    </a:cubicBezTo>
                    <a:cubicBezTo>
                      <a:pt x="3493" y="39525"/>
                      <a:pt x="3662" y="39225"/>
                      <a:pt x="3809" y="38914"/>
                    </a:cubicBezTo>
                    <a:cubicBezTo>
                      <a:pt x="3831" y="39394"/>
                      <a:pt x="3896" y="39868"/>
                      <a:pt x="3847" y="40353"/>
                    </a:cubicBezTo>
                    <a:cubicBezTo>
                      <a:pt x="3847" y="40361"/>
                      <a:pt x="3854" y="40365"/>
                      <a:pt x="3862" y="40365"/>
                    </a:cubicBezTo>
                    <a:cubicBezTo>
                      <a:pt x="3869" y="40365"/>
                      <a:pt x="3877" y="40361"/>
                      <a:pt x="3880" y="40353"/>
                    </a:cubicBezTo>
                    <a:cubicBezTo>
                      <a:pt x="3956" y="39824"/>
                      <a:pt x="3896" y="39290"/>
                      <a:pt x="3880" y="38756"/>
                    </a:cubicBezTo>
                    <a:cubicBezTo>
                      <a:pt x="3956" y="38582"/>
                      <a:pt x="4022" y="38408"/>
                      <a:pt x="4076" y="38228"/>
                    </a:cubicBezTo>
                    <a:cubicBezTo>
                      <a:pt x="4169" y="37917"/>
                      <a:pt x="4207" y="37596"/>
                      <a:pt x="4202" y="37274"/>
                    </a:cubicBezTo>
                    <a:close/>
                    <a:moveTo>
                      <a:pt x="8201" y="1"/>
                    </a:moveTo>
                    <a:cubicBezTo>
                      <a:pt x="8194" y="1"/>
                      <a:pt x="8188" y="3"/>
                      <a:pt x="8185" y="9"/>
                    </a:cubicBezTo>
                    <a:cubicBezTo>
                      <a:pt x="8174" y="194"/>
                      <a:pt x="8163" y="1534"/>
                      <a:pt x="8152" y="1720"/>
                    </a:cubicBezTo>
                    <a:cubicBezTo>
                      <a:pt x="8045" y="1623"/>
                      <a:pt x="7903" y="1583"/>
                      <a:pt x="7752" y="1583"/>
                    </a:cubicBezTo>
                    <a:cubicBezTo>
                      <a:pt x="7444" y="1583"/>
                      <a:pt x="7098" y="1749"/>
                      <a:pt x="6926" y="1943"/>
                    </a:cubicBezTo>
                    <a:cubicBezTo>
                      <a:pt x="6922" y="1948"/>
                      <a:pt x="6928" y="1955"/>
                      <a:pt x="6933" y="1955"/>
                    </a:cubicBezTo>
                    <a:cubicBezTo>
                      <a:pt x="6935" y="1955"/>
                      <a:pt x="6936" y="1955"/>
                      <a:pt x="6937" y="1954"/>
                    </a:cubicBezTo>
                    <a:cubicBezTo>
                      <a:pt x="7148" y="1771"/>
                      <a:pt x="7424" y="1656"/>
                      <a:pt x="7697" y="1656"/>
                    </a:cubicBezTo>
                    <a:cubicBezTo>
                      <a:pt x="7855" y="1656"/>
                      <a:pt x="8011" y="1694"/>
                      <a:pt x="8152" y="1780"/>
                    </a:cubicBezTo>
                    <a:cubicBezTo>
                      <a:pt x="8147" y="1894"/>
                      <a:pt x="8141" y="2003"/>
                      <a:pt x="8136" y="2117"/>
                    </a:cubicBezTo>
                    <a:cubicBezTo>
                      <a:pt x="8004" y="2045"/>
                      <a:pt x="7845" y="2007"/>
                      <a:pt x="7688" y="2007"/>
                    </a:cubicBezTo>
                    <a:cubicBezTo>
                      <a:pt x="7501" y="2007"/>
                      <a:pt x="7316" y="2062"/>
                      <a:pt x="7182" y="2177"/>
                    </a:cubicBezTo>
                    <a:cubicBezTo>
                      <a:pt x="7182" y="2183"/>
                      <a:pt x="7182" y="2188"/>
                      <a:pt x="7188" y="2188"/>
                    </a:cubicBezTo>
                    <a:cubicBezTo>
                      <a:pt x="7325" y="2100"/>
                      <a:pt x="7481" y="2053"/>
                      <a:pt x="7640" y="2053"/>
                    </a:cubicBezTo>
                    <a:cubicBezTo>
                      <a:pt x="7715" y="2053"/>
                      <a:pt x="7790" y="2064"/>
                      <a:pt x="7863" y="2085"/>
                    </a:cubicBezTo>
                    <a:cubicBezTo>
                      <a:pt x="7809" y="2128"/>
                      <a:pt x="7765" y="2199"/>
                      <a:pt x="7716" y="2248"/>
                    </a:cubicBezTo>
                    <a:cubicBezTo>
                      <a:pt x="7629" y="2335"/>
                      <a:pt x="7520" y="2390"/>
                      <a:pt x="7400" y="2401"/>
                    </a:cubicBezTo>
                    <a:cubicBezTo>
                      <a:pt x="7395" y="2401"/>
                      <a:pt x="7395" y="2406"/>
                      <a:pt x="7400" y="2406"/>
                    </a:cubicBezTo>
                    <a:cubicBezTo>
                      <a:pt x="7408" y="2407"/>
                      <a:pt x="7417" y="2407"/>
                      <a:pt x="7425" y="2407"/>
                    </a:cubicBezTo>
                    <a:cubicBezTo>
                      <a:pt x="7515" y="2407"/>
                      <a:pt x="7603" y="2380"/>
                      <a:pt x="7678" y="2330"/>
                    </a:cubicBezTo>
                    <a:cubicBezTo>
                      <a:pt x="7771" y="2270"/>
                      <a:pt x="7852" y="2188"/>
                      <a:pt x="7918" y="2096"/>
                    </a:cubicBezTo>
                    <a:cubicBezTo>
                      <a:pt x="7994" y="2117"/>
                      <a:pt x="8070" y="2139"/>
                      <a:pt x="8147" y="2172"/>
                    </a:cubicBezTo>
                    <a:cubicBezTo>
                      <a:pt x="8141" y="2297"/>
                      <a:pt x="8136" y="2423"/>
                      <a:pt x="8136" y="2542"/>
                    </a:cubicBezTo>
                    <a:cubicBezTo>
                      <a:pt x="7901" y="2553"/>
                      <a:pt x="7689" y="2662"/>
                      <a:pt x="7476" y="2750"/>
                    </a:cubicBezTo>
                    <a:cubicBezTo>
                      <a:pt x="7452" y="2754"/>
                      <a:pt x="7458" y="2789"/>
                      <a:pt x="7479" y="2789"/>
                    </a:cubicBezTo>
                    <a:cubicBezTo>
                      <a:pt x="7482" y="2789"/>
                      <a:pt x="7484" y="2789"/>
                      <a:pt x="7487" y="2788"/>
                    </a:cubicBezTo>
                    <a:cubicBezTo>
                      <a:pt x="7694" y="2706"/>
                      <a:pt x="7912" y="2641"/>
                      <a:pt x="8130" y="2597"/>
                    </a:cubicBezTo>
                    <a:lnTo>
                      <a:pt x="8130" y="2597"/>
                    </a:lnTo>
                    <a:cubicBezTo>
                      <a:pt x="8130" y="2722"/>
                      <a:pt x="8130" y="2842"/>
                      <a:pt x="8125" y="2962"/>
                    </a:cubicBezTo>
                    <a:cubicBezTo>
                      <a:pt x="7357" y="3322"/>
                      <a:pt x="6953" y="4188"/>
                      <a:pt x="6027" y="4237"/>
                    </a:cubicBezTo>
                    <a:cubicBezTo>
                      <a:pt x="6005" y="4237"/>
                      <a:pt x="6005" y="4270"/>
                      <a:pt x="6027" y="4270"/>
                    </a:cubicBezTo>
                    <a:cubicBezTo>
                      <a:pt x="6403" y="4221"/>
                      <a:pt x="6768" y="4090"/>
                      <a:pt x="7084" y="3883"/>
                    </a:cubicBezTo>
                    <a:cubicBezTo>
                      <a:pt x="7139" y="3845"/>
                      <a:pt x="7188" y="3812"/>
                      <a:pt x="7237" y="3769"/>
                    </a:cubicBezTo>
                    <a:cubicBezTo>
                      <a:pt x="7303" y="3785"/>
                      <a:pt x="7368" y="3791"/>
                      <a:pt x="7431" y="3791"/>
                    </a:cubicBezTo>
                    <a:cubicBezTo>
                      <a:pt x="7665" y="3791"/>
                      <a:pt x="7885" y="3702"/>
                      <a:pt x="8125" y="3676"/>
                    </a:cubicBezTo>
                    <a:lnTo>
                      <a:pt x="8125" y="3807"/>
                    </a:lnTo>
                    <a:lnTo>
                      <a:pt x="8114" y="3807"/>
                    </a:lnTo>
                    <a:cubicBezTo>
                      <a:pt x="7994" y="3910"/>
                      <a:pt x="7874" y="4019"/>
                      <a:pt x="7765" y="4139"/>
                    </a:cubicBezTo>
                    <a:cubicBezTo>
                      <a:pt x="7771" y="4128"/>
                      <a:pt x="7765" y="4123"/>
                      <a:pt x="7760" y="4117"/>
                    </a:cubicBezTo>
                    <a:cubicBezTo>
                      <a:pt x="7685" y="4083"/>
                      <a:pt x="7608" y="4070"/>
                      <a:pt x="7531" y="4070"/>
                    </a:cubicBezTo>
                    <a:cubicBezTo>
                      <a:pt x="7172" y="4070"/>
                      <a:pt x="6796" y="4371"/>
                      <a:pt x="6447" y="4384"/>
                    </a:cubicBezTo>
                    <a:cubicBezTo>
                      <a:pt x="6419" y="4384"/>
                      <a:pt x="6425" y="4428"/>
                      <a:pt x="6447" y="4428"/>
                    </a:cubicBezTo>
                    <a:cubicBezTo>
                      <a:pt x="6878" y="4423"/>
                      <a:pt x="7232" y="4147"/>
                      <a:pt x="7663" y="4147"/>
                    </a:cubicBezTo>
                    <a:cubicBezTo>
                      <a:pt x="7690" y="4147"/>
                      <a:pt x="7716" y="4148"/>
                      <a:pt x="7743" y="4150"/>
                    </a:cubicBezTo>
                    <a:lnTo>
                      <a:pt x="7749" y="4150"/>
                    </a:lnTo>
                    <a:cubicBezTo>
                      <a:pt x="7515" y="4390"/>
                      <a:pt x="7286" y="4619"/>
                      <a:pt x="6926" y="4689"/>
                    </a:cubicBezTo>
                    <a:cubicBezTo>
                      <a:pt x="6800" y="4714"/>
                      <a:pt x="6672" y="4723"/>
                      <a:pt x="6543" y="4723"/>
                    </a:cubicBezTo>
                    <a:cubicBezTo>
                      <a:pt x="6190" y="4723"/>
                      <a:pt x="5829" y="4655"/>
                      <a:pt x="5482" y="4651"/>
                    </a:cubicBezTo>
                    <a:cubicBezTo>
                      <a:pt x="5455" y="4651"/>
                      <a:pt x="5460" y="4695"/>
                      <a:pt x="5488" y="4695"/>
                    </a:cubicBezTo>
                    <a:cubicBezTo>
                      <a:pt x="5832" y="4702"/>
                      <a:pt x="6204" y="4777"/>
                      <a:pt x="6564" y="4777"/>
                    </a:cubicBezTo>
                    <a:cubicBezTo>
                      <a:pt x="6729" y="4777"/>
                      <a:pt x="6891" y="4761"/>
                      <a:pt x="7046" y="4717"/>
                    </a:cubicBezTo>
                    <a:cubicBezTo>
                      <a:pt x="7509" y="4591"/>
                      <a:pt x="7787" y="4204"/>
                      <a:pt x="8119" y="3883"/>
                    </a:cubicBezTo>
                    <a:cubicBezTo>
                      <a:pt x="8119" y="4101"/>
                      <a:pt x="8125" y="4319"/>
                      <a:pt x="8130" y="4537"/>
                    </a:cubicBezTo>
                    <a:lnTo>
                      <a:pt x="8125" y="4537"/>
                    </a:lnTo>
                    <a:cubicBezTo>
                      <a:pt x="7891" y="4668"/>
                      <a:pt x="7667" y="4722"/>
                      <a:pt x="7466" y="4902"/>
                    </a:cubicBezTo>
                    <a:cubicBezTo>
                      <a:pt x="7313" y="5044"/>
                      <a:pt x="7166" y="5174"/>
                      <a:pt x="6970" y="5229"/>
                    </a:cubicBezTo>
                    <a:cubicBezTo>
                      <a:pt x="6463" y="4973"/>
                      <a:pt x="5782" y="4984"/>
                      <a:pt x="5237" y="4935"/>
                    </a:cubicBezTo>
                    <a:cubicBezTo>
                      <a:pt x="5215" y="4935"/>
                      <a:pt x="5210" y="4967"/>
                      <a:pt x="5231" y="4967"/>
                    </a:cubicBezTo>
                    <a:cubicBezTo>
                      <a:pt x="5482" y="5005"/>
                      <a:pt x="5733" y="5044"/>
                      <a:pt x="5978" y="5076"/>
                    </a:cubicBezTo>
                    <a:cubicBezTo>
                      <a:pt x="6272" y="5120"/>
                      <a:pt x="6577" y="5131"/>
                      <a:pt x="6850" y="5251"/>
                    </a:cubicBezTo>
                    <a:lnTo>
                      <a:pt x="6833" y="5251"/>
                    </a:lnTo>
                    <a:cubicBezTo>
                      <a:pt x="6777" y="5258"/>
                      <a:pt x="6720" y="5260"/>
                      <a:pt x="6663" y="5260"/>
                    </a:cubicBezTo>
                    <a:cubicBezTo>
                      <a:pt x="6549" y="5260"/>
                      <a:pt x="6434" y="5251"/>
                      <a:pt x="6321" y="5251"/>
                    </a:cubicBezTo>
                    <a:cubicBezTo>
                      <a:pt x="6141" y="5262"/>
                      <a:pt x="5967" y="5300"/>
                      <a:pt x="5793" y="5360"/>
                    </a:cubicBezTo>
                    <a:cubicBezTo>
                      <a:pt x="5548" y="5218"/>
                      <a:pt x="5231" y="5283"/>
                      <a:pt x="4964" y="5180"/>
                    </a:cubicBezTo>
                    <a:cubicBezTo>
                      <a:pt x="4961" y="5178"/>
                      <a:pt x="4958" y="5178"/>
                      <a:pt x="4955" y="5178"/>
                    </a:cubicBezTo>
                    <a:cubicBezTo>
                      <a:pt x="4933" y="5178"/>
                      <a:pt x="4919" y="5209"/>
                      <a:pt x="4948" y="5223"/>
                    </a:cubicBezTo>
                    <a:cubicBezTo>
                      <a:pt x="5182" y="5321"/>
                      <a:pt x="5449" y="5300"/>
                      <a:pt x="5684" y="5398"/>
                    </a:cubicBezTo>
                    <a:lnTo>
                      <a:pt x="5673" y="5398"/>
                    </a:lnTo>
                    <a:cubicBezTo>
                      <a:pt x="5668" y="5396"/>
                      <a:pt x="5664" y="5396"/>
                      <a:pt x="5660" y="5396"/>
                    </a:cubicBezTo>
                    <a:cubicBezTo>
                      <a:pt x="5648" y="5396"/>
                      <a:pt x="5637" y="5401"/>
                      <a:pt x="5629" y="5409"/>
                    </a:cubicBezTo>
                    <a:lnTo>
                      <a:pt x="5618" y="5414"/>
                    </a:lnTo>
                    <a:cubicBezTo>
                      <a:pt x="5520" y="5452"/>
                      <a:pt x="5417" y="5485"/>
                      <a:pt x="5313" y="5518"/>
                    </a:cubicBezTo>
                    <a:cubicBezTo>
                      <a:pt x="5202" y="5539"/>
                      <a:pt x="5087" y="5546"/>
                      <a:pt x="4971" y="5546"/>
                    </a:cubicBezTo>
                    <a:cubicBezTo>
                      <a:pt x="4729" y="5546"/>
                      <a:pt x="4481" y="5514"/>
                      <a:pt x="4245" y="5507"/>
                    </a:cubicBezTo>
                    <a:cubicBezTo>
                      <a:pt x="4234" y="5507"/>
                      <a:pt x="4234" y="5523"/>
                      <a:pt x="4245" y="5523"/>
                    </a:cubicBezTo>
                    <a:cubicBezTo>
                      <a:pt x="4503" y="5578"/>
                      <a:pt x="4763" y="5605"/>
                      <a:pt x="5024" y="5605"/>
                    </a:cubicBezTo>
                    <a:cubicBezTo>
                      <a:pt x="5122" y="5605"/>
                      <a:pt x="5220" y="5601"/>
                      <a:pt x="5319" y="5594"/>
                    </a:cubicBezTo>
                    <a:cubicBezTo>
                      <a:pt x="5368" y="5594"/>
                      <a:pt x="5417" y="5583"/>
                      <a:pt x="5460" y="5578"/>
                    </a:cubicBezTo>
                    <a:lnTo>
                      <a:pt x="5460" y="5578"/>
                    </a:lnTo>
                    <a:cubicBezTo>
                      <a:pt x="5302" y="5746"/>
                      <a:pt x="5182" y="5954"/>
                      <a:pt x="4997" y="6106"/>
                    </a:cubicBezTo>
                    <a:cubicBezTo>
                      <a:pt x="4864" y="6216"/>
                      <a:pt x="4710" y="6265"/>
                      <a:pt x="4557" y="6265"/>
                    </a:cubicBezTo>
                    <a:cubicBezTo>
                      <a:pt x="4160" y="6265"/>
                      <a:pt x="3777" y="5934"/>
                      <a:pt x="3820" y="5501"/>
                    </a:cubicBezTo>
                    <a:cubicBezTo>
                      <a:pt x="3820" y="5483"/>
                      <a:pt x="3806" y="5473"/>
                      <a:pt x="3793" y="5473"/>
                    </a:cubicBezTo>
                    <a:cubicBezTo>
                      <a:pt x="3783" y="5473"/>
                      <a:pt x="3774" y="5479"/>
                      <a:pt x="3771" y="5490"/>
                    </a:cubicBezTo>
                    <a:cubicBezTo>
                      <a:pt x="3706" y="5970"/>
                      <a:pt x="4033" y="6259"/>
                      <a:pt x="4490" y="6297"/>
                    </a:cubicBezTo>
                    <a:cubicBezTo>
                      <a:pt x="4515" y="6299"/>
                      <a:pt x="4540" y="6300"/>
                      <a:pt x="4564" y="6300"/>
                    </a:cubicBezTo>
                    <a:cubicBezTo>
                      <a:pt x="4718" y="6300"/>
                      <a:pt x="4865" y="6256"/>
                      <a:pt x="4992" y="6172"/>
                    </a:cubicBezTo>
                    <a:lnTo>
                      <a:pt x="4992" y="6172"/>
                    </a:lnTo>
                    <a:cubicBezTo>
                      <a:pt x="4866" y="6297"/>
                      <a:pt x="4752" y="6439"/>
                      <a:pt x="4643" y="6580"/>
                    </a:cubicBezTo>
                    <a:lnTo>
                      <a:pt x="4627" y="6580"/>
                    </a:lnTo>
                    <a:cubicBezTo>
                      <a:pt x="4229" y="6558"/>
                      <a:pt x="3902" y="6362"/>
                      <a:pt x="3629" y="6073"/>
                    </a:cubicBezTo>
                    <a:cubicBezTo>
                      <a:pt x="3627" y="6071"/>
                      <a:pt x="3624" y="6070"/>
                      <a:pt x="3622" y="6070"/>
                    </a:cubicBezTo>
                    <a:cubicBezTo>
                      <a:pt x="3613" y="6070"/>
                      <a:pt x="3605" y="6083"/>
                      <a:pt x="3613" y="6095"/>
                    </a:cubicBezTo>
                    <a:cubicBezTo>
                      <a:pt x="3782" y="6297"/>
                      <a:pt x="3995" y="6455"/>
                      <a:pt x="4240" y="6553"/>
                    </a:cubicBezTo>
                    <a:cubicBezTo>
                      <a:pt x="4191" y="6575"/>
                      <a:pt x="4136" y="6586"/>
                      <a:pt x="4082" y="6597"/>
                    </a:cubicBezTo>
                    <a:cubicBezTo>
                      <a:pt x="4049" y="6602"/>
                      <a:pt x="4015" y="6605"/>
                      <a:pt x="3981" y="6605"/>
                    </a:cubicBezTo>
                    <a:cubicBezTo>
                      <a:pt x="3947" y="6605"/>
                      <a:pt x="3913" y="6602"/>
                      <a:pt x="3880" y="6597"/>
                    </a:cubicBezTo>
                    <a:cubicBezTo>
                      <a:pt x="3864" y="6597"/>
                      <a:pt x="3858" y="6618"/>
                      <a:pt x="3875" y="6624"/>
                    </a:cubicBezTo>
                    <a:cubicBezTo>
                      <a:pt x="3941" y="6638"/>
                      <a:pt x="4029" y="6657"/>
                      <a:pt x="4114" y="6657"/>
                    </a:cubicBezTo>
                    <a:cubicBezTo>
                      <a:pt x="4188" y="6657"/>
                      <a:pt x="4260" y="6642"/>
                      <a:pt x="4311" y="6597"/>
                    </a:cubicBezTo>
                    <a:cubicBezTo>
                      <a:pt x="4311" y="6591"/>
                      <a:pt x="4316" y="6591"/>
                      <a:pt x="4316" y="6586"/>
                    </a:cubicBezTo>
                    <a:cubicBezTo>
                      <a:pt x="4403" y="6613"/>
                      <a:pt x="4496" y="6640"/>
                      <a:pt x="4589" y="6656"/>
                    </a:cubicBezTo>
                    <a:cubicBezTo>
                      <a:pt x="4534" y="6722"/>
                      <a:pt x="4480" y="6793"/>
                      <a:pt x="4425" y="6858"/>
                    </a:cubicBezTo>
                    <a:cubicBezTo>
                      <a:pt x="4345" y="6867"/>
                      <a:pt x="4266" y="6871"/>
                      <a:pt x="4187" y="6871"/>
                    </a:cubicBezTo>
                    <a:cubicBezTo>
                      <a:pt x="4019" y="6871"/>
                      <a:pt x="3853" y="6852"/>
                      <a:pt x="3689" y="6814"/>
                    </a:cubicBezTo>
                    <a:cubicBezTo>
                      <a:pt x="3700" y="6804"/>
                      <a:pt x="3706" y="6787"/>
                      <a:pt x="3700" y="6771"/>
                    </a:cubicBezTo>
                    <a:cubicBezTo>
                      <a:pt x="3608" y="6553"/>
                      <a:pt x="3537" y="6237"/>
                      <a:pt x="3308" y="6117"/>
                    </a:cubicBezTo>
                    <a:cubicBezTo>
                      <a:pt x="3306" y="6115"/>
                      <a:pt x="3303" y="6113"/>
                      <a:pt x="3300" y="6113"/>
                    </a:cubicBezTo>
                    <a:cubicBezTo>
                      <a:pt x="3291" y="6113"/>
                      <a:pt x="3283" y="6126"/>
                      <a:pt x="3292" y="6139"/>
                    </a:cubicBezTo>
                    <a:cubicBezTo>
                      <a:pt x="3373" y="6237"/>
                      <a:pt x="3439" y="6346"/>
                      <a:pt x="3493" y="6466"/>
                    </a:cubicBezTo>
                    <a:cubicBezTo>
                      <a:pt x="3542" y="6575"/>
                      <a:pt x="3575" y="6689"/>
                      <a:pt x="3629" y="6798"/>
                    </a:cubicBezTo>
                    <a:cubicBezTo>
                      <a:pt x="3428" y="6744"/>
                      <a:pt x="3254" y="6607"/>
                      <a:pt x="3166" y="6417"/>
                    </a:cubicBezTo>
                    <a:cubicBezTo>
                      <a:pt x="3162" y="6408"/>
                      <a:pt x="3156" y="6405"/>
                      <a:pt x="3149" y="6405"/>
                    </a:cubicBezTo>
                    <a:cubicBezTo>
                      <a:pt x="3139" y="6405"/>
                      <a:pt x="3130" y="6414"/>
                      <a:pt x="3134" y="6428"/>
                    </a:cubicBezTo>
                    <a:cubicBezTo>
                      <a:pt x="3270" y="6799"/>
                      <a:pt x="3730" y="6934"/>
                      <a:pt x="4135" y="6934"/>
                    </a:cubicBezTo>
                    <a:cubicBezTo>
                      <a:pt x="4217" y="6934"/>
                      <a:pt x="4296" y="6928"/>
                      <a:pt x="4371" y="6918"/>
                    </a:cubicBezTo>
                    <a:lnTo>
                      <a:pt x="4371" y="6918"/>
                    </a:lnTo>
                    <a:cubicBezTo>
                      <a:pt x="4343" y="6956"/>
                      <a:pt x="4316" y="6989"/>
                      <a:pt x="4283" y="7022"/>
                    </a:cubicBezTo>
                    <a:cubicBezTo>
                      <a:pt x="4158" y="7158"/>
                      <a:pt x="4022" y="7289"/>
                      <a:pt x="3875" y="7398"/>
                    </a:cubicBezTo>
                    <a:cubicBezTo>
                      <a:pt x="3788" y="7398"/>
                      <a:pt x="3706" y="7387"/>
                      <a:pt x="3619" y="7365"/>
                    </a:cubicBezTo>
                    <a:cubicBezTo>
                      <a:pt x="3629" y="7354"/>
                      <a:pt x="3629" y="7338"/>
                      <a:pt x="3624" y="7327"/>
                    </a:cubicBezTo>
                    <a:cubicBezTo>
                      <a:pt x="3575" y="7158"/>
                      <a:pt x="3471" y="7016"/>
                      <a:pt x="3324" y="6913"/>
                    </a:cubicBezTo>
                    <a:cubicBezTo>
                      <a:pt x="3321" y="6909"/>
                      <a:pt x="3317" y="6908"/>
                      <a:pt x="3313" y="6908"/>
                    </a:cubicBezTo>
                    <a:cubicBezTo>
                      <a:pt x="3299" y="6908"/>
                      <a:pt x="3285" y="6928"/>
                      <a:pt x="3303" y="6945"/>
                    </a:cubicBezTo>
                    <a:cubicBezTo>
                      <a:pt x="3428" y="7060"/>
                      <a:pt x="3471" y="7196"/>
                      <a:pt x="3542" y="7343"/>
                    </a:cubicBezTo>
                    <a:cubicBezTo>
                      <a:pt x="3243" y="7256"/>
                      <a:pt x="2943" y="7060"/>
                      <a:pt x="2883" y="6765"/>
                    </a:cubicBezTo>
                    <a:cubicBezTo>
                      <a:pt x="2880" y="6750"/>
                      <a:pt x="2869" y="6743"/>
                      <a:pt x="2857" y="6743"/>
                    </a:cubicBezTo>
                    <a:cubicBezTo>
                      <a:pt x="2844" y="6743"/>
                      <a:pt x="2831" y="6753"/>
                      <a:pt x="2834" y="6771"/>
                    </a:cubicBezTo>
                    <a:cubicBezTo>
                      <a:pt x="2899" y="7190"/>
                      <a:pt x="3401" y="7419"/>
                      <a:pt x="3798" y="7457"/>
                    </a:cubicBezTo>
                    <a:cubicBezTo>
                      <a:pt x="3584" y="7606"/>
                      <a:pt x="3344" y="7701"/>
                      <a:pt x="3083" y="7701"/>
                    </a:cubicBezTo>
                    <a:cubicBezTo>
                      <a:pt x="2979" y="7701"/>
                      <a:pt x="2873" y="7686"/>
                      <a:pt x="2763" y="7654"/>
                    </a:cubicBezTo>
                    <a:cubicBezTo>
                      <a:pt x="2747" y="7654"/>
                      <a:pt x="2747" y="7670"/>
                      <a:pt x="2752" y="7675"/>
                    </a:cubicBezTo>
                    <a:cubicBezTo>
                      <a:pt x="2895" y="7734"/>
                      <a:pt x="3031" y="7760"/>
                      <a:pt x="3163" y="7760"/>
                    </a:cubicBezTo>
                    <a:cubicBezTo>
                      <a:pt x="3473" y="7760"/>
                      <a:pt x="3754" y="7614"/>
                      <a:pt x="4011" y="7403"/>
                    </a:cubicBezTo>
                    <a:lnTo>
                      <a:pt x="4011" y="7403"/>
                    </a:lnTo>
                    <a:cubicBezTo>
                      <a:pt x="3989" y="7463"/>
                      <a:pt x="3978" y="7528"/>
                      <a:pt x="3962" y="7594"/>
                    </a:cubicBezTo>
                    <a:cubicBezTo>
                      <a:pt x="3918" y="7757"/>
                      <a:pt x="3837" y="7910"/>
                      <a:pt x="3722" y="8030"/>
                    </a:cubicBezTo>
                    <a:cubicBezTo>
                      <a:pt x="3711" y="8035"/>
                      <a:pt x="3706" y="8041"/>
                      <a:pt x="3700" y="8051"/>
                    </a:cubicBezTo>
                    <a:cubicBezTo>
                      <a:pt x="3493" y="8280"/>
                      <a:pt x="3182" y="8488"/>
                      <a:pt x="2869" y="8488"/>
                    </a:cubicBezTo>
                    <a:cubicBezTo>
                      <a:pt x="2861" y="8488"/>
                      <a:pt x="2853" y="8488"/>
                      <a:pt x="2845" y="8487"/>
                    </a:cubicBezTo>
                    <a:cubicBezTo>
                      <a:pt x="2818" y="8487"/>
                      <a:pt x="2812" y="8520"/>
                      <a:pt x="2834" y="8525"/>
                    </a:cubicBezTo>
                    <a:cubicBezTo>
                      <a:pt x="2876" y="8531"/>
                      <a:pt x="2918" y="8534"/>
                      <a:pt x="2959" y="8534"/>
                    </a:cubicBezTo>
                    <a:cubicBezTo>
                      <a:pt x="3252" y="8534"/>
                      <a:pt x="3517" y="8386"/>
                      <a:pt x="3722" y="8171"/>
                    </a:cubicBezTo>
                    <a:lnTo>
                      <a:pt x="3722" y="8171"/>
                    </a:lnTo>
                    <a:cubicBezTo>
                      <a:pt x="3804" y="8520"/>
                      <a:pt x="3679" y="8787"/>
                      <a:pt x="3482" y="9027"/>
                    </a:cubicBezTo>
                    <a:cubicBezTo>
                      <a:pt x="3466" y="9032"/>
                      <a:pt x="3450" y="9049"/>
                      <a:pt x="3450" y="9065"/>
                    </a:cubicBezTo>
                    <a:cubicBezTo>
                      <a:pt x="3297" y="9228"/>
                      <a:pt x="3139" y="9381"/>
                      <a:pt x="2970" y="9523"/>
                    </a:cubicBezTo>
                    <a:cubicBezTo>
                      <a:pt x="2611" y="9850"/>
                      <a:pt x="2300" y="10209"/>
                      <a:pt x="2109" y="10661"/>
                    </a:cubicBezTo>
                    <a:cubicBezTo>
                      <a:pt x="2102" y="10672"/>
                      <a:pt x="2111" y="10683"/>
                      <a:pt x="2122" y="10683"/>
                    </a:cubicBezTo>
                    <a:cubicBezTo>
                      <a:pt x="2127" y="10683"/>
                      <a:pt x="2133" y="10680"/>
                      <a:pt x="2136" y="10672"/>
                    </a:cubicBezTo>
                    <a:cubicBezTo>
                      <a:pt x="2360" y="10204"/>
                      <a:pt x="2714" y="9882"/>
                      <a:pt x="3079" y="9550"/>
                    </a:cubicBezTo>
                    <a:lnTo>
                      <a:pt x="3079" y="9550"/>
                    </a:lnTo>
                    <a:cubicBezTo>
                      <a:pt x="2921" y="10160"/>
                      <a:pt x="2670" y="10651"/>
                      <a:pt x="2349" y="11190"/>
                    </a:cubicBezTo>
                    <a:cubicBezTo>
                      <a:pt x="2169" y="11490"/>
                      <a:pt x="1924" y="11893"/>
                      <a:pt x="1989" y="12253"/>
                    </a:cubicBezTo>
                    <a:cubicBezTo>
                      <a:pt x="1994" y="12270"/>
                      <a:pt x="2010" y="12279"/>
                      <a:pt x="2024" y="12279"/>
                    </a:cubicBezTo>
                    <a:cubicBezTo>
                      <a:pt x="2041" y="12279"/>
                      <a:pt x="2055" y="12268"/>
                      <a:pt x="2049" y="12247"/>
                    </a:cubicBezTo>
                    <a:cubicBezTo>
                      <a:pt x="1968" y="11811"/>
                      <a:pt x="2398" y="11261"/>
                      <a:pt x="2616" y="10912"/>
                    </a:cubicBezTo>
                    <a:cubicBezTo>
                      <a:pt x="2883" y="10482"/>
                      <a:pt x="3079" y="10013"/>
                      <a:pt x="3194" y="9523"/>
                    </a:cubicBezTo>
                    <a:cubicBezTo>
                      <a:pt x="3199" y="9501"/>
                      <a:pt x="3188" y="9479"/>
                      <a:pt x="3166" y="9474"/>
                    </a:cubicBezTo>
                    <a:cubicBezTo>
                      <a:pt x="3237" y="9414"/>
                      <a:pt x="3303" y="9348"/>
                      <a:pt x="3373" y="9288"/>
                    </a:cubicBezTo>
                    <a:cubicBezTo>
                      <a:pt x="3401" y="9256"/>
                      <a:pt x="3433" y="9228"/>
                      <a:pt x="3461" y="9196"/>
                    </a:cubicBezTo>
                    <a:lnTo>
                      <a:pt x="3461" y="9196"/>
                    </a:lnTo>
                    <a:cubicBezTo>
                      <a:pt x="3548" y="9801"/>
                      <a:pt x="3477" y="10411"/>
                      <a:pt x="3341" y="11005"/>
                    </a:cubicBezTo>
                    <a:cubicBezTo>
                      <a:pt x="2632" y="11642"/>
                      <a:pt x="2164" y="12498"/>
                      <a:pt x="2017" y="13440"/>
                    </a:cubicBezTo>
                    <a:cubicBezTo>
                      <a:pt x="1984" y="13500"/>
                      <a:pt x="1946" y="13560"/>
                      <a:pt x="1919" y="13620"/>
                    </a:cubicBezTo>
                    <a:cubicBezTo>
                      <a:pt x="1701" y="14073"/>
                      <a:pt x="1690" y="14612"/>
                      <a:pt x="1662" y="15102"/>
                    </a:cubicBezTo>
                    <a:cubicBezTo>
                      <a:pt x="1624" y="15860"/>
                      <a:pt x="1608" y="16623"/>
                      <a:pt x="1575" y="17386"/>
                    </a:cubicBezTo>
                    <a:cubicBezTo>
                      <a:pt x="1559" y="17691"/>
                      <a:pt x="1548" y="17996"/>
                      <a:pt x="1553" y="18301"/>
                    </a:cubicBezTo>
                    <a:cubicBezTo>
                      <a:pt x="1553" y="18633"/>
                      <a:pt x="1624" y="18955"/>
                      <a:pt x="1619" y="19282"/>
                    </a:cubicBezTo>
                    <a:cubicBezTo>
                      <a:pt x="1483" y="19353"/>
                      <a:pt x="1330" y="19396"/>
                      <a:pt x="1188" y="19467"/>
                    </a:cubicBezTo>
                    <a:cubicBezTo>
                      <a:pt x="959" y="19581"/>
                      <a:pt x="780" y="19772"/>
                      <a:pt x="622" y="19968"/>
                    </a:cubicBezTo>
                    <a:cubicBezTo>
                      <a:pt x="605" y="19989"/>
                      <a:pt x="624" y="20014"/>
                      <a:pt x="643" y="20014"/>
                    </a:cubicBezTo>
                    <a:cubicBezTo>
                      <a:pt x="649" y="20014"/>
                      <a:pt x="655" y="20011"/>
                      <a:pt x="660" y="20006"/>
                    </a:cubicBezTo>
                    <a:cubicBezTo>
                      <a:pt x="872" y="19739"/>
                      <a:pt x="1161" y="19543"/>
                      <a:pt x="1493" y="19451"/>
                    </a:cubicBezTo>
                    <a:cubicBezTo>
                      <a:pt x="1597" y="19418"/>
                      <a:pt x="1701" y="19380"/>
                      <a:pt x="1793" y="19325"/>
                    </a:cubicBezTo>
                    <a:lnTo>
                      <a:pt x="1793" y="19325"/>
                    </a:lnTo>
                    <a:cubicBezTo>
                      <a:pt x="1766" y="19385"/>
                      <a:pt x="1739" y="19440"/>
                      <a:pt x="1701" y="19489"/>
                    </a:cubicBezTo>
                    <a:cubicBezTo>
                      <a:pt x="1526" y="19756"/>
                      <a:pt x="1265" y="19957"/>
                      <a:pt x="1009" y="20143"/>
                    </a:cubicBezTo>
                    <a:cubicBezTo>
                      <a:pt x="600" y="20448"/>
                      <a:pt x="186" y="20742"/>
                      <a:pt x="11" y="21243"/>
                    </a:cubicBezTo>
                    <a:cubicBezTo>
                      <a:pt x="0" y="21272"/>
                      <a:pt x="26" y="21294"/>
                      <a:pt x="49" y="21294"/>
                    </a:cubicBezTo>
                    <a:cubicBezTo>
                      <a:pt x="60" y="21294"/>
                      <a:pt x="71" y="21289"/>
                      <a:pt x="77" y="21276"/>
                    </a:cubicBezTo>
                    <a:cubicBezTo>
                      <a:pt x="240" y="20840"/>
                      <a:pt x="589" y="20579"/>
                      <a:pt x="949" y="20323"/>
                    </a:cubicBezTo>
                    <a:lnTo>
                      <a:pt x="949" y="20323"/>
                    </a:lnTo>
                    <a:cubicBezTo>
                      <a:pt x="812" y="20758"/>
                      <a:pt x="812" y="21282"/>
                      <a:pt x="812" y="21728"/>
                    </a:cubicBezTo>
                    <a:cubicBezTo>
                      <a:pt x="812" y="21743"/>
                      <a:pt x="823" y="21750"/>
                      <a:pt x="834" y="21750"/>
                    </a:cubicBezTo>
                    <a:cubicBezTo>
                      <a:pt x="848" y="21750"/>
                      <a:pt x="864" y="21741"/>
                      <a:pt x="867" y="21723"/>
                    </a:cubicBezTo>
                    <a:cubicBezTo>
                      <a:pt x="878" y="21260"/>
                      <a:pt x="889" y="20677"/>
                      <a:pt x="1058" y="20241"/>
                    </a:cubicBezTo>
                    <a:cubicBezTo>
                      <a:pt x="1188" y="20148"/>
                      <a:pt x="1319" y="20050"/>
                      <a:pt x="1439" y="19952"/>
                    </a:cubicBezTo>
                    <a:lnTo>
                      <a:pt x="1488" y="19903"/>
                    </a:lnTo>
                    <a:lnTo>
                      <a:pt x="1488" y="19903"/>
                    </a:lnTo>
                    <a:cubicBezTo>
                      <a:pt x="1483" y="20246"/>
                      <a:pt x="1510" y="20584"/>
                      <a:pt x="1477" y="20927"/>
                    </a:cubicBezTo>
                    <a:cubicBezTo>
                      <a:pt x="1434" y="21309"/>
                      <a:pt x="1341" y="21674"/>
                      <a:pt x="1346" y="22061"/>
                    </a:cubicBezTo>
                    <a:cubicBezTo>
                      <a:pt x="1346" y="22075"/>
                      <a:pt x="1361" y="22083"/>
                      <a:pt x="1375" y="22083"/>
                    </a:cubicBezTo>
                    <a:cubicBezTo>
                      <a:pt x="1388" y="22083"/>
                      <a:pt x="1401" y="22076"/>
                      <a:pt x="1401" y="22061"/>
                    </a:cubicBezTo>
                    <a:cubicBezTo>
                      <a:pt x="1417" y="21679"/>
                      <a:pt x="1510" y="21314"/>
                      <a:pt x="1570" y="20938"/>
                    </a:cubicBezTo>
                    <a:cubicBezTo>
                      <a:pt x="1630" y="20568"/>
                      <a:pt x="1602" y="20175"/>
                      <a:pt x="1581" y="19805"/>
                    </a:cubicBezTo>
                    <a:cubicBezTo>
                      <a:pt x="1722" y="19658"/>
                      <a:pt x="1842" y="19489"/>
                      <a:pt x="1935" y="19309"/>
                    </a:cubicBezTo>
                    <a:cubicBezTo>
                      <a:pt x="2000" y="19701"/>
                      <a:pt x="2044" y="20099"/>
                      <a:pt x="2060" y="20497"/>
                    </a:cubicBezTo>
                    <a:cubicBezTo>
                      <a:pt x="2082" y="20971"/>
                      <a:pt x="2033" y="21434"/>
                      <a:pt x="2126" y="21903"/>
                    </a:cubicBezTo>
                    <a:cubicBezTo>
                      <a:pt x="2128" y="21919"/>
                      <a:pt x="2142" y="21927"/>
                      <a:pt x="2154" y="21927"/>
                    </a:cubicBezTo>
                    <a:cubicBezTo>
                      <a:pt x="2166" y="21927"/>
                      <a:pt x="2177" y="21919"/>
                      <a:pt x="2175" y="21903"/>
                    </a:cubicBezTo>
                    <a:cubicBezTo>
                      <a:pt x="2109" y="21429"/>
                      <a:pt x="2164" y="20960"/>
                      <a:pt x="2164" y="20486"/>
                    </a:cubicBezTo>
                    <a:cubicBezTo>
                      <a:pt x="2164" y="20028"/>
                      <a:pt x="2115" y="19576"/>
                      <a:pt x="2011" y="19129"/>
                    </a:cubicBezTo>
                    <a:cubicBezTo>
                      <a:pt x="2098" y="18911"/>
                      <a:pt x="2126" y="18677"/>
                      <a:pt x="2098" y="18448"/>
                    </a:cubicBezTo>
                    <a:cubicBezTo>
                      <a:pt x="2094" y="18429"/>
                      <a:pt x="2077" y="18414"/>
                      <a:pt x="2058" y="18414"/>
                    </a:cubicBezTo>
                    <a:cubicBezTo>
                      <a:pt x="2055" y="18414"/>
                      <a:pt x="2052" y="18415"/>
                      <a:pt x="2049" y="18415"/>
                    </a:cubicBezTo>
                    <a:cubicBezTo>
                      <a:pt x="2109" y="17936"/>
                      <a:pt x="2207" y="17462"/>
                      <a:pt x="2344" y="16999"/>
                    </a:cubicBezTo>
                    <a:cubicBezTo>
                      <a:pt x="2442" y="16666"/>
                      <a:pt x="2567" y="16345"/>
                      <a:pt x="2687" y="16018"/>
                    </a:cubicBezTo>
                    <a:cubicBezTo>
                      <a:pt x="2698" y="16012"/>
                      <a:pt x="2703" y="16007"/>
                      <a:pt x="2703" y="15996"/>
                    </a:cubicBezTo>
                    <a:lnTo>
                      <a:pt x="2703" y="15985"/>
                    </a:lnTo>
                    <a:cubicBezTo>
                      <a:pt x="2796" y="15745"/>
                      <a:pt x="2883" y="15500"/>
                      <a:pt x="2959" y="15255"/>
                    </a:cubicBezTo>
                    <a:cubicBezTo>
                      <a:pt x="3286" y="14127"/>
                      <a:pt x="3390" y="12945"/>
                      <a:pt x="3264" y="11779"/>
                    </a:cubicBezTo>
                    <a:cubicBezTo>
                      <a:pt x="3264" y="11755"/>
                      <a:pt x="3244" y="11739"/>
                      <a:pt x="3220" y="11739"/>
                    </a:cubicBezTo>
                    <a:cubicBezTo>
                      <a:pt x="3217" y="11739"/>
                      <a:pt x="3213" y="11740"/>
                      <a:pt x="3210" y="11740"/>
                    </a:cubicBezTo>
                    <a:cubicBezTo>
                      <a:pt x="3270" y="11599"/>
                      <a:pt x="3324" y="11452"/>
                      <a:pt x="3368" y="11304"/>
                    </a:cubicBezTo>
                    <a:cubicBezTo>
                      <a:pt x="3586" y="10602"/>
                      <a:pt x="3700" y="9806"/>
                      <a:pt x="3564" y="9076"/>
                    </a:cubicBezTo>
                    <a:cubicBezTo>
                      <a:pt x="3804" y="8787"/>
                      <a:pt x="3929" y="8466"/>
                      <a:pt x="3804" y="8068"/>
                    </a:cubicBezTo>
                    <a:cubicBezTo>
                      <a:pt x="3978" y="7855"/>
                      <a:pt x="4082" y="7588"/>
                      <a:pt x="4104" y="7310"/>
                    </a:cubicBezTo>
                    <a:cubicBezTo>
                      <a:pt x="4240" y="7185"/>
                      <a:pt x="4371" y="7049"/>
                      <a:pt x="4490" y="6902"/>
                    </a:cubicBezTo>
                    <a:lnTo>
                      <a:pt x="4512" y="6902"/>
                    </a:lnTo>
                    <a:cubicBezTo>
                      <a:pt x="4518" y="6896"/>
                      <a:pt x="4529" y="6880"/>
                      <a:pt x="4518" y="6869"/>
                    </a:cubicBezTo>
                    <a:cubicBezTo>
                      <a:pt x="4757" y="6580"/>
                      <a:pt x="4970" y="6286"/>
                      <a:pt x="5166" y="6079"/>
                    </a:cubicBezTo>
                    <a:cubicBezTo>
                      <a:pt x="5177" y="6068"/>
                      <a:pt x="5177" y="6057"/>
                      <a:pt x="5166" y="6046"/>
                    </a:cubicBezTo>
                    <a:cubicBezTo>
                      <a:pt x="5340" y="5883"/>
                      <a:pt x="5498" y="5681"/>
                      <a:pt x="5711" y="5539"/>
                    </a:cubicBezTo>
                    <a:lnTo>
                      <a:pt x="5716" y="5534"/>
                    </a:lnTo>
                    <a:cubicBezTo>
                      <a:pt x="5967" y="5469"/>
                      <a:pt x="6212" y="5387"/>
                      <a:pt x="6474" y="5381"/>
                    </a:cubicBezTo>
                    <a:cubicBezTo>
                      <a:pt x="6577" y="5381"/>
                      <a:pt x="6670" y="5381"/>
                      <a:pt x="6763" y="5371"/>
                    </a:cubicBezTo>
                    <a:lnTo>
                      <a:pt x="6763" y="5371"/>
                    </a:lnTo>
                    <a:cubicBezTo>
                      <a:pt x="6490" y="5752"/>
                      <a:pt x="6060" y="5964"/>
                      <a:pt x="5689" y="6242"/>
                    </a:cubicBezTo>
                    <a:cubicBezTo>
                      <a:pt x="5346" y="6493"/>
                      <a:pt x="5101" y="6847"/>
                      <a:pt x="4899" y="7212"/>
                    </a:cubicBezTo>
                    <a:cubicBezTo>
                      <a:pt x="4398" y="8100"/>
                      <a:pt x="4294" y="9228"/>
                      <a:pt x="3646" y="10029"/>
                    </a:cubicBezTo>
                    <a:cubicBezTo>
                      <a:pt x="4327" y="9365"/>
                      <a:pt x="4485" y="8297"/>
                      <a:pt x="4883" y="7463"/>
                    </a:cubicBezTo>
                    <a:cubicBezTo>
                      <a:pt x="5112" y="6962"/>
                      <a:pt x="5466" y="6531"/>
                      <a:pt x="5918" y="6215"/>
                    </a:cubicBezTo>
                    <a:cubicBezTo>
                      <a:pt x="6283" y="5964"/>
                      <a:pt x="6665" y="5752"/>
                      <a:pt x="6921" y="5376"/>
                    </a:cubicBezTo>
                    <a:cubicBezTo>
                      <a:pt x="6926" y="5365"/>
                      <a:pt x="6926" y="5360"/>
                      <a:pt x="6932" y="5349"/>
                    </a:cubicBezTo>
                    <a:cubicBezTo>
                      <a:pt x="6953" y="5343"/>
                      <a:pt x="6970" y="5343"/>
                      <a:pt x="6992" y="5338"/>
                    </a:cubicBezTo>
                    <a:lnTo>
                      <a:pt x="7013" y="5349"/>
                    </a:lnTo>
                    <a:cubicBezTo>
                      <a:pt x="7021" y="5355"/>
                      <a:pt x="7029" y="5357"/>
                      <a:pt x="7038" y="5357"/>
                    </a:cubicBezTo>
                    <a:cubicBezTo>
                      <a:pt x="7059" y="5357"/>
                      <a:pt x="7079" y="5340"/>
                      <a:pt x="7079" y="5316"/>
                    </a:cubicBezTo>
                    <a:cubicBezTo>
                      <a:pt x="7150" y="5289"/>
                      <a:pt x="7226" y="5251"/>
                      <a:pt x="7291" y="5207"/>
                    </a:cubicBezTo>
                    <a:cubicBezTo>
                      <a:pt x="7444" y="5109"/>
                      <a:pt x="7564" y="4956"/>
                      <a:pt x="7716" y="4853"/>
                    </a:cubicBezTo>
                    <a:cubicBezTo>
                      <a:pt x="7836" y="4766"/>
                      <a:pt x="8000" y="4722"/>
                      <a:pt x="8141" y="4657"/>
                    </a:cubicBezTo>
                    <a:cubicBezTo>
                      <a:pt x="8141" y="4918"/>
                      <a:pt x="8147" y="5174"/>
                      <a:pt x="8147" y="5430"/>
                    </a:cubicBezTo>
                    <a:cubicBezTo>
                      <a:pt x="7765" y="5828"/>
                      <a:pt x="7166" y="5997"/>
                      <a:pt x="6692" y="6270"/>
                    </a:cubicBezTo>
                    <a:cubicBezTo>
                      <a:pt x="6141" y="6586"/>
                      <a:pt x="5706" y="7081"/>
                      <a:pt x="5297" y="7561"/>
                    </a:cubicBezTo>
                    <a:cubicBezTo>
                      <a:pt x="5285" y="7577"/>
                      <a:pt x="5297" y="7594"/>
                      <a:pt x="5313" y="7594"/>
                    </a:cubicBezTo>
                    <a:cubicBezTo>
                      <a:pt x="5319" y="7594"/>
                      <a:pt x="5324" y="7592"/>
                      <a:pt x="5330" y="7588"/>
                    </a:cubicBezTo>
                    <a:cubicBezTo>
                      <a:pt x="5847" y="7022"/>
                      <a:pt x="6376" y="6515"/>
                      <a:pt x="7079" y="6182"/>
                    </a:cubicBezTo>
                    <a:cubicBezTo>
                      <a:pt x="7444" y="6008"/>
                      <a:pt x="7842" y="5872"/>
                      <a:pt x="8147" y="5610"/>
                    </a:cubicBezTo>
                    <a:lnTo>
                      <a:pt x="8147" y="5741"/>
                    </a:lnTo>
                    <a:lnTo>
                      <a:pt x="8147" y="6090"/>
                    </a:lnTo>
                    <a:cubicBezTo>
                      <a:pt x="8032" y="6242"/>
                      <a:pt x="7858" y="6340"/>
                      <a:pt x="7716" y="6466"/>
                    </a:cubicBezTo>
                    <a:cubicBezTo>
                      <a:pt x="7531" y="6624"/>
                      <a:pt x="7340" y="6776"/>
                      <a:pt x="7144" y="6923"/>
                    </a:cubicBezTo>
                    <a:cubicBezTo>
                      <a:pt x="6779" y="7190"/>
                      <a:pt x="6392" y="7419"/>
                      <a:pt x="6032" y="7692"/>
                    </a:cubicBezTo>
                    <a:cubicBezTo>
                      <a:pt x="5335" y="8220"/>
                      <a:pt x="4856" y="8842"/>
                      <a:pt x="4463" y="9610"/>
                    </a:cubicBezTo>
                    <a:cubicBezTo>
                      <a:pt x="4448" y="9636"/>
                      <a:pt x="4472" y="9660"/>
                      <a:pt x="4495" y="9660"/>
                    </a:cubicBezTo>
                    <a:cubicBezTo>
                      <a:pt x="4506" y="9660"/>
                      <a:pt x="4516" y="9655"/>
                      <a:pt x="4523" y="9643"/>
                    </a:cubicBezTo>
                    <a:cubicBezTo>
                      <a:pt x="4943" y="8842"/>
                      <a:pt x="5548" y="8149"/>
                      <a:pt x="6283" y="7626"/>
                    </a:cubicBezTo>
                    <a:cubicBezTo>
                      <a:pt x="6648" y="7359"/>
                      <a:pt x="7035" y="7131"/>
                      <a:pt x="7400" y="6864"/>
                    </a:cubicBezTo>
                    <a:cubicBezTo>
                      <a:pt x="7634" y="6695"/>
                      <a:pt x="7934" y="6509"/>
                      <a:pt x="8147" y="6291"/>
                    </a:cubicBezTo>
                    <a:lnTo>
                      <a:pt x="8147" y="7294"/>
                    </a:lnTo>
                    <a:cubicBezTo>
                      <a:pt x="8130" y="7294"/>
                      <a:pt x="8114" y="7305"/>
                      <a:pt x="8103" y="7316"/>
                    </a:cubicBezTo>
                    <a:cubicBezTo>
                      <a:pt x="7929" y="7517"/>
                      <a:pt x="7645" y="7566"/>
                      <a:pt x="7406" y="7643"/>
                    </a:cubicBezTo>
                    <a:cubicBezTo>
                      <a:pt x="7090" y="7752"/>
                      <a:pt x="6768" y="7833"/>
                      <a:pt x="6468" y="7975"/>
                    </a:cubicBezTo>
                    <a:cubicBezTo>
                      <a:pt x="6022" y="8188"/>
                      <a:pt x="5733" y="8602"/>
                      <a:pt x="5488" y="9016"/>
                    </a:cubicBezTo>
                    <a:cubicBezTo>
                      <a:pt x="5480" y="9027"/>
                      <a:pt x="5490" y="9035"/>
                      <a:pt x="5500" y="9035"/>
                    </a:cubicBezTo>
                    <a:cubicBezTo>
                      <a:pt x="5505" y="9035"/>
                      <a:pt x="5511" y="9032"/>
                      <a:pt x="5515" y="9027"/>
                    </a:cubicBezTo>
                    <a:cubicBezTo>
                      <a:pt x="5880" y="8444"/>
                      <a:pt x="6283" y="8068"/>
                      <a:pt x="6953" y="7866"/>
                    </a:cubicBezTo>
                    <a:cubicBezTo>
                      <a:pt x="7318" y="7757"/>
                      <a:pt x="7847" y="7730"/>
                      <a:pt x="8147" y="7468"/>
                    </a:cubicBezTo>
                    <a:lnTo>
                      <a:pt x="8147" y="7833"/>
                    </a:lnTo>
                    <a:cubicBezTo>
                      <a:pt x="7934" y="8084"/>
                      <a:pt x="7596" y="8220"/>
                      <a:pt x="7308" y="8373"/>
                    </a:cubicBezTo>
                    <a:cubicBezTo>
                      <a:pt x="6926" y="8564"/>
                      <a:pt x="6556" y="8776"/>
                      <a:pt x="6201" y="9010"/>
                    </a:cubicBezTo>
                    <a:cubicBezTo>
                      <a:pt x="5716" y="9348"/>
                      <a:pt x="5172" y="9822"/>
                      <a:pt x="4970" y="10394"/>
                    </a:cubicBezTo>
                    <a:cubicBezTo>
                      <a:pt x="4963" y="10413"/>
                      <a:pt x="4983" y="10429"/>
                      <a:pt x="5000" y="10429"/>
                    </a:cubicBezTo>
                    <a:cubicBezTo>
                      <a:pt x="5008" y="10429"/>
                      <a:pt x="5015" y="10425"/>
                      <a:pt x="5019" y="10416"/>
                    </a:cubicBezTo>
                    <a:cubicBezTo>
                      <a:pt x="5275" y="9746"/>
                      <a:pt x="5983" y="9239"/>
                      <a:pt x="6572" y="8880"/>
                    </a:cubicBezTo>
                    <a:cubicBezTo>
                      <a:pt x="7057" y="8580"/>
                      <a:pt x="7716" y="8389"/>
                      <a:pt x="8152" y="7991"/>
                    </a:cubicBezTo>
                    <a:lnTo>
                      <a:pt x="8152" y="8874"/>
                    </a:lnTo>
                    <a:cubicBezTo>
                      <a:pt x="8016" y="8956"/>
                      <a:pt x="7945" y="9065"/>
                      <a:pt x="7852" y="9196"/>
                    </a:cubicBezTo>
                    <a:cubicBezTo>
                      <a:pt x="7700" y="9408"/>
                      <a:pt x="7515" y="9593"/>
                      <a:pt x="7297" y="9735"/>
                    </a:cubicBezTo>
                    <a:cubicBezTo>
                      <a:pt x="7008" y="9920"/>
                      <a:pt x="6681" y="10040"/>
                      <a:pt x="6370" y="10182"/>
                    </a:cubicBezTo>
                    <a:cubicBezTo>
                      <a:pt x="5853" y="10416"/>
                      <a:pt x="5368" y="10721"/>
                      <a:pt x="5155" y="11266"/>
                    </a:cubicBezTo>
                    <a:cubicBezTo>
                      <a:pt x="5144" y="11291"/>
                      <a:pt x="5167" y="11312"/>
                      <a:pt x="5187" y="11312"/>
                    </a:cubicBezTo>
                    <a:cubicBezTo>
                      <a:pt x="5197" y="11312"/>
                      <a:pt x="5206" y="11307"/>
                      <a:pt x="5210" y="11294"/>
                    </a:cubicBezTo>
                    <a:cubicBezTo>
                      <a:pt x="5460" y="10640"/>
                      <a:pt x="6136" y="10389"/>
                      <a:pt x="6730" y="10138"/>
                    </a:cubicBezTo>
                    <a:cubicBezTo>
                      <a:pt x="6970" y="10035"/>
                      <a:pt x="7204" y="9920"/>
                      <a:pt x="7427" y="9784"/>
                    </a:cubicBezTo>
                    <a:cubicBezTo>
                      <a:pt x="7733" y="9588"/>
                      <a:pt x="7907" y="9277"/>
                      <a:pt x="8152" y="9027"/>
                    </a:cubicBezTo>
                    <a:lnTo>
                      <a:pt x="8152" y="10275"/>
                    </a:lnTo>
                    <a:lnTo>
                      <a:pt x="8147" y="10275"/>
                    </a:lnTo>
                    <a:cubicBezTo>
                      <a:pt x="7585" y="10743"/>
                      <a:pt x="6921" y="10879"/>
                      <a:pt x="6278" y="11195"/>
                    </a:cubicBezTo>
                    <a:cubicBezTo>
                      <a:pt x="5874" y="11397"/>
                      <a:pt x="5439" y="11691"/>
                      <a:pt x="5248" y="12111"/>
                    </a:cubicBezTo>
                    <a:cubicBezTo>
                      <a:pt x="5241" y="12125"/>
                      <a:pt x="5253" y="12138"/>
                      <a:pt x="5265" y="12138"/>
                    </a:cubicBezTo>
                    <a:cubicBezTo>
                      <a:pt x="5271" y="12138"/>
                      <a:pt x="5277" y="12135"/>
                      <a:pt x="5281" y="12127"/>
                    </a:cubicBezTo>
                    <a:cubicBezTo>
                      <a:pt x="5526" y="11604"/>
                      <a:pt x="6158" y="11310"/>
                      <a:pt x="6665" y="11103"/>
                    </a:cubicBezTo>
                    <a:cubicBezTo>
                      <a:pt x="7209" y="10890"/>
                      <a:pt x="7689" y="10743"/>
                      <a:pt x="8152" y="10384"/>
                    </a:cubicBezTo>
                    <a:lnTo>
                      <a:pt x="8152" y="10438"/>
                    </a:lnTo>
                    <a:lnTo>
                      <a:pt x="8152" y="11119"/>
                    </a:lnTo>
                    <a:cubicBezTo>
                      <a:pt x="8081" y="11163"/>
                      <a:pt x="8027" y="11223"/>
                      <a:pt x="7983" y="11288"/>
                    </a:cubicBezTo>
                    <a:cubicBezTo>
                      <a:pt x="7858" y="11468"/>
                      <a:pt x="7694" y="11615"/>
                      <a:pt x="7498" y="11713"/>
                    </a:cubicBezTo>
                    <a:cubicBezTo>
                      <a:pt x="7128" y="11904"/>
                      <a:pt x="6708" y="11986"/>
                      <a:pt x="6327" y="12160"/>
                    </a:cubicBezTo>
                    <a:cubicBezTo>
                      <a:pt x="6043" y="12291"/>
                      <a:pt x="5787" y="12465"/>
                      <a:pt x="5553" y="12678"/>
                    </a:cubicBezTo>
                    <a:cubicBezTo>
                      <a:pt x="5291" y="12912"/>
                      <a:pt x="5166" y="13201"/>
                      <a:pt x="4954" y="13473"/>
                    </a:cubicBezTo>
                    <a:cubicBezTo>
                      <a:pt x="4933" y="13498"/>
                      <a:pt x="4956" y="13528"/>
                      <a:pt x="4982" y="13528"/>
                    </a:cubicBezTo>
                    <a:cubicBezTo>
                      <a:pt x="4991" y="13528"/>
                      <a:pt x="5000" y="13525"/>
                      <a:pt x="5008" y="13517"/>
                    </a:cubicBezTo>
                    <a:cubicBezTo>
                      <a:pt x="5242" y="13228"/>
                      <a:pt x="5400" y="12923"/>
                      <a:pt x="5695" y="12678"/>
                    </a:cubicBezTo>
                    <a:cubicBezTo>
                      <a:pt x="5994" y="12427"/>
                      <a:pt x="6343" y="12236"/>
                      <a:pt x="6714" y="12111"/>
                    </a:cubicBezTo>
                    <a:cubicBezTo>
                      <a:pt x="7013" y="11996"/>
                      <a:pt x="7373" y="11937"/>
                      <a:pt x="7645" y="11762"/>
                    </a:cubicBezTo>
                    <a:cubicBezTo>
                      <a:pt x="7738" y="11702"/>
                      <a:pt x="7825" y="11637"/>
                      <a:pt x="7912" y="11561"/>
                    </a:cubicBezTo>
                    <a:cubicBezTo>
                      <a:pt x="8005" y="11473"/>
                      <a:pt x="8065" y="11353"/>
                      <a:pt x="8152" y="11261"/>
                    </a:cubicBezTo>
                    <a:lnTo>
                      <a:pt x="8152" y="11261"/>
                    </a:lnTo>
                    <a:cubicBezTo>
                      <a:pt x="8152" y="11719"/>
                      <a:pt x="8152" y="12171"/>
                      <a:pt x="8147" y="12623"/>
                    </a:cubicBezTo>
                    <a:cubicBezTo>
                      <a:pt x="8136" y="12623"/>
                      <a:pt x="8125" y="12629"/>
                      <a:pt x="8114" y="12634"/>
                    </a:cubicBezTo>
                    <a:cubicBezTo>
                      <a:pt x="8016" y="12694"/>
                      <a:pt x="7912" y="12748"/>
                      <a:pt x="7809" y="12797"/>
                    </a:cubicBezTo>
                    <a:cubicBezTo>
                      <a:pt x="7496" y="12760"/>
                      <a:pt x="7194" y="12712"/>
                      <a:pt x="6906" y="12712"/>
                    </a:cubicBezTo>
                    <a:cubicBezTo>
                      <a:pt x="6490" y="12712"/>
                      <a:pt x="6104" y="12811"/>
                      <a:pt x="5760" y="13184"/>
                    </a:cubicBezTo>
                    <a:cubicBezTo>
                      <a:pt x="5748" y="13197"/>
                      <a:pt x="5760" y="13212"/>
                      <a:pt x="5772" y="13212"/>
                    </a:cubicBezTo>
                    <a:cubicBezTo>
                      <a:pt x="5775" y="13212"/>
                      <a:pt x="5779" y="13210"/>
                      <a:pt x="5782" y="13206"/>
                    </a:cubicBezTo>
                    <a:cubicBezTo>
                      <a:pt x="6071" y="12923"/>
                      <a:pt x="6408" y="12792"/>
                      <a:pt x="6806" y="12765"/>
                    </a:cubicBezTo>
                    <a:cubicBezTo>
                      <a:pt x="6835" y="12763"/>
                      <a:pt x="6864" y="12762"/>
                      <a:pt x="6893" y="12762"/>
                    </a:cubicBezTo>
                    <a:cubicBezTo>
                      <a:pt x="7153" y="12762"/>
                      <a:pt x="7395" y="12844"/>
                      <a:pt x="7651" y="12868"/>
                    </a:cubicBezTo>
                    <a:cubicBezTo>
                      <a:pt x="7057" y="13119"/>
                      <a:pt x="6419" y="13255"/>
                      <a:pt x="5847" y="13566"/>
                    </a:cubicBezTo>
                    <a:cubicBezTo>
                      <a:pt x="5417" y="13800"/>
                      <a:pt x="5106" y="14340"/>
                      <a:pt x="5237" y="14824"/>
                    </a:cubicBezTo>
                    <a:cubicBezTo>
                      <a:pt x="5241" y="14843"/>
                      <a:pt x="5254" y="14850"/>
                      <a:pt x="5268" y="14850"/>
                    </a:cubicBezTo>
                    <a:cubicBezTo>
                      <a:pt x="5292" y="14850"/>
                      <a:pt x="5318" y="14828"/>
                      <a:pt x="5308" y="14797"/>
                    </a:cubicBezTo>
                    <a:cubicBezTo>
                      <a:pt x="5024" y="14023"/>
                      <a:pt x="5978" y="13555"/>
                      <a:pt x="6539" y="13364"/>
                    </a:cubicBezTo>
                    <a:cubicBezTo>
                      <a:pt x="7090" y="13179"/>
                      <a:pt x="7629" y="13048"/>
                      <a:pt x="8147" y="12770"/>
                    </a:cubicBezTo>
                    <a:lnTo>
                      <a:pt x="8147" y="13173"/>
                    </a:lnTo>
                    <a:lnTo>
                      <a:pt x="8136" y="13173"/>
                    </a:lnTo>
                    <a:cubicBezTo>
                      <a:pt x="7863" y="13321"/>
                      <a:pt x="7569" y="13451"/>
                      <a:pt x="7308" y="13620"/>
                    </a:cubicBezTo>
                    <a:cubicBezTo>
                      <a:pt x="7155" y="13735"/>
                      <a:pt x="7024" y="13882"/>
                      <a:pt x="6926" y="14051"/>
                    </a:cubicBezTo>
                    <a:cubicBezTo>
                      <a:pt x="6752" y="14116"/>
                      <a:pt x="6599" y="14225"/>
                      <a:pt x="6474" y="14367"/>
                    </a:cubicBezTo>
                    <a:cubicBezTo>
                      <a:pt x="6237" y="14614"/>
                      <a:pt x="5756" y="15679"/>
                      <a:pt x="5275" y="15679"/>
                    </a:cubicBezTo>
                    <a:cubicBezTo>
                      <a:pt x="5237" y="15679"/>
                      <a:pt x="5199" y="15673"/>
                      <a:pt x="5161" y="15658"/>
                    </a:cubicBezTo>
                    <a:cubicBezTo>
                      <a:pt x="5158" y="15657"/>
                      <a:pt x="5156" y="15657"/>
                      <a:pt x="5154" y="15657"/>
                    </a:cubicBezTo>
                    <a:cubicBezTo>
                      <a:pt x="5142" y="15657"/>
                      <a:pt x="5135" y="15671"/>
                      <a:pt x="5144" y="15680"/>
                    </a:cubicBezTo>
                    <a:cubicBezTo>
                      <a:pt x="5193" y="15713"/>
                      <a:pt x="5244" y="15727"/>
                      <a:pt x="5297" y="15727"/>
                    </a:cubicBezTo>
                    <a:cubicBezTo>
                      <a:pt x="5554" y="15727"/>
                      <a:pt x="5837" y="15382"/>
                      <a:pt x="5973" y="15228"/>
                    </a:cubicBezTo>
                    <a:cubicBezTo>
                      <a:pt x="6169" y="15004"/>
                      <a:pt x="6310" y="14743"/>
                      <a:pt x="6490" y="14508"/>
                    </a:cubicBezTo>
                    <a:cubicBezTo>
                      <a:pt x="6637" y="14296"/>
                      <a:pt x="6866" y="14154"/>
                      <a:pt x="7128" y="14127"/>
                    </a:cubicBezTo>
                    <a:cubicBezTo>
                      <a:pt x="7148" y="14124"/>
                      <a:pt x="7168" y="14123"/>
                      <a:pt x="7187" y="14123"/>
                    </a:cubicBezTo>
                    <a:cubicBezTo>
                      <a:pt x="7411" y="14123"/>
                      <a:pt x="7568" y="14290"/>
                      <a:pt x="7743" y="14416"/>
                    </a:cubicBezTo>
                    <a:cubicBezTo>
                      <a:pt x="7526" y="14536"/>
                      <a:pt x="7286" y="14612"/>
                      <a:pt x="7046" y="14726"/>
                    </a:cubicBezTo>
                    <a:cubicBezTo>
                      <a:pt x="6708" y="14890"/>
                      <a:pt x="6430" y="15206"/>
                      <a:pt x="6201" y="15495"/>
                    </a:cubicBezTo>
                    <a:cubicBezTo>
                      <a:pt x="5727" y="16089"/>
                      <a:pt x="5253" y="16939"/>
                      <a:pt x="5281" y="17718"/>
                    </a:cubicBezTo>
                    <a:cubicBezTo>
                      <a:pt x="5281" y="17729"/>
                      <a:pt x="5287" y="17734"/>
                      <a:pt x="5295" y="17734"/>
                    </a:cubicBezTo>
                    <a:cubicBezTo>
                      <a:pt x="5302" y="17734"/>
                      <a:pt x="5311" y="17729"/>
                      <a:pt x="5313" y="17718"/>
                    </a:cubicBezTo>
                    <a:cubicBezTo>
                      <a:pt x="5466" y="16813"/>
                      <a:pt x="5885" y="15974"/>
                      <a:pt x="6507" y="15299"/>
                    </a:cubicBezTo>
                    <a:cubicBezTo>
                      <a:pt x="6806" y="14983"/>
                      <a:pt x="7133" y="14824"/>
                      <a:pt x="7531" y="14677"/>
                    </a:cubicBezTo>
                    <a:cubicBezTo>
                      <a:pt x="7760" y="14596"/>
                      <a:pt x="8000" y="14487"/>
                      <a:pt x="8136" y="14285"/>
                    </a:cubicBezTo>
                    <a:lnTo>
                      <a:pt x="8136" y="14868"/>
                    </a:lnTo>
                    <a:cubicBezTo>
                      <a:pt x="8130" y="14868"/>
                      <a:pt x="8130" y="14874"/>
                      <a:pt x="8125" y="14879"/>
                    </a:cubicBezTo>
                    <a:cubicBezTo>
                      <a:pt x="7231" y="15996"/>
                      <a:pt x="6109" y="16988"/>
                      <a:pt x="5929" y="18486"/>
                    </a:cubicBezTo>
                    <a:cubicBezTo>
                      <a:pt x="5858" y="18541"/>
                      <a:pt x="5787" y="18601"/>
                      <a:pt x="5722" y="18661"/>
                    </a:cubicBezTo>
                    <a:cubicBezTo>
                      <a:pt x="5373" y="18960"/>
                      <a:pt x="5084" y="19320"/>
                      <a:pt x="4687" y="19565"/>
                    </a:cubicBezTo>
                    <a:cubicBezTo>
                      <a:pt x="4668" y="19579"/>
                      <a:pt x="4681" y="19600"/>
                      <a:pt x="4698" y="19600"/>
                    </a:cubicBezTo>
                    <a:cubicBezTo>
                      <a:pt x="4701" y="19600"/>
                      <a:pt x="4705" y="19600"/>
                      <a:pt x="4708" y="19598"/>
                    </a:cubicBezTo>
                    <a:cubicBezTo>
                      <a:pt x="5019" y="19429"/>
                      <a:pt x="5270" y="19200"/>
                      <a:pt x="5526" y="18955"/>
                    </a:cubicBezTo>
                    <a:cubicBezTo>
                      <a:pt x="5662" y="18824"/>
                      <a:pt x="5798" y="18704"/>
                      <a:pt x="5945" y="18590"/>
                    </a:cubicBezTo>
                    <a:cubicBezTo>
                      <a:pt x="5948" y="18591"/>
                      <a:pt x="5951" y="18591"/>
                      <a:pt x="5954" y="18591"/>
                    </a:cubicBezTo>
                    <a:cubicBezTo>
                      <a:pt x="5967" y="18591"/>
                      <a:pt x="5979" y="18581"/>
                      <a:pt x="5983" y="18568"/>
                    </a:cubicBezTo>
                    <a:lnTo>
                      <a:pt x="5983" y="18562"/>
                    </a:lnTo>
                    <a:cubicBezTo>
                      <a:pt x="6000" y="18546"/>
                      <a:pt x="6022" y="18530"/>
                      <a:pt x="6038" y="18519"/>
                    </a:cubicBezTo>
                    <a:cubicBezTo>
                      <a:pt x="6250" y="18361"/>
                      <a:pt x="6485" y="18372"/>
                      <a:pt x="6725" y="18334"/>
                    </a:cubicBezTo>
                    <a:lnTo>
                      <a:pt x="6725" y="18372"/>
                    </a:lnTo>
                    <a:cubicBezTo>
                      <a:pt x="6725" y="18546"/>
                      <a:pt x="6725" y="18721"/>
                      <a:pt x="6719" y="18900"/>
                    </a:cubicBezTo>
                    <a:cubicBezTo>
                      <a:pt x="6534" y="18928"/>
                      <a:pt x="6365" y="19020"/>
                      <a:pt x="6245" y="19162"/>
                    </a:cubicBezTo>
                    <a:cubicBezTo>
                      <a:pt x="6005" y="19402"/>
                      <a:pt x="5874" y="19614"/>
                      <a:pt x="5542" y="19750"/>
                    </a:cubicBezTo>
                    <a:cubicBezTo>
                      <a:pt x="5106" y="19930"/>
                      <a:pt x="4638" y="19974"/>
                      <a:pt x="4371" y="20404"/>
                    </a:cubicBezTo>
                    <a:cubicBezTo>
                      <a:pt x="4363" y="20416"/>
                      <a:pt x="4374" y="20427"/>
                      <a:pt x="4385" y="20427"/>
                    </a:cubicBezTo>
                    <a:cubicBezTo>
                      <a:pt x="4390" y="20427"/>
                      <a:pt x="4395" y="20425"/>
                      <a:pt x="4398" y="20421"/>
                    </a:cubicBezTo>
                    <a:cubicBezTo>
                      <a:pt x="4687" y="20001"/>
                      <a:pt x="5210" y="19963"/>
                      <a:pt x="5651" y="19799"/>
                    </a:cubicBezTo>
                    <a:lnTo>
                      <a:pt x="5662" y="19799"/>
                    </a:lnTo>
                    <a:cubicBezTo>
                      <a:pt x="5569" y="20083"/>
                      <a:pt x="5526" y="20339"/>
                      <a:pt x="5357" y="20595"/>
                    </a:cubicBezTo>
                    <a:cubicBezTo>
                      <a:pt x="5275" y="20726"/>
                      <a:pt x="5177" y="20846"/>
                      <a:pt x="5084" y="20971"/>
                    </a:cubicBezTo>
                    <a:cubicBezTo>
                      <a:pt x="5080" y="20962"/>
                      <a:pt x="5068" y="20953"/>
                      <a:pt x="5055" y="20953"/>
                    </a:cubicBezTo>
                    <a:cubicBezTo>
                      <a:pt x="5052" y="20953"/>
                      <a:pt x="5049" y="20954"/>
                      <a:pt x="5046" y="20955"/>
                    </a:cubicBezTo>
                    <a:cubicBezTo>
                      <a:pt x="4747" y="21015"/>
                      <a:pt x="4496" y="21222"/>
                      <a:pt x="4381" y="21510"/>
                    </a:cubicBezTo>
                    <a:cubicBezTo>
                      <a:pt x="4374" y="21521"/>
                      <a:pt x="4383" y="21529"/>
                      <a:pt x="4394" y="21529"/>
                    </a:cubicBezTo>
                    <a:cubicBezTo>
                      <a:pt x="4399" y="21529"/>
                      <a:pt x="4405" y="21527"/>
                      <a:pt x="4409" y="21521"/>
                    </a:cubicBezTo>
                    <a:cubicBezTo>
                      <a:pt x="4480" y="21391"/>
                      <a:pt x="4578" y="21282"/>
                      <a:pt x="4703" y="21200"/>
                    </a:cubicBezTo>
                    <a:cubicBezTo>
                      <a:pt x="4806" y="21145"/>
                      <a:pt x="4910" y="21096"/>
                      <a:pt x="5024" y="21058"/>
                    </a:cubicBezTo>
                    <a:lnTo>
                      <a:pt x="5024" y="21058"/>
                    </a:lnTo>
                    <a:cubicBezTo>
                      <a:pt x="4997" y="21102"/>
                      <a:pt x="4970" y="21140"/>
                      <a:pt x="4943" y="21183"/>
                    </a:cubicBezTo>
                    <a:cubicBezTo>
                      <a:pt x="4812" y="21396"/>
                      <a:pt x="4725" y="21641"/>
                      <a:pt x="4697" y="21892"/>
                    </a:cubicBezTo>
                    <a:cubicBezTo>
                      <a:pt x="4262" y="22388"/>
                      <a:pt x="4262" y="23025"/>
                      <a:pt x="4278" y="23652"/>
                    </a:cubicBezTo>
                    <a:cubicBezTo>
                      <a:pt x="4289" y="23979"/>
                      <a:pt x="4278" y="24338"/>
                      <a:pt x="4371" y="24654"/>
                    </a:cubicBezTo>
                    <a:cubicBezTo>
                      <a:pt x="4474" y="25052"/>
                      <a:pt x="4697" y="25396"/>
                      <a:pt x="4850" y="25771"/>
                    </a:cubicBezTo>
                    <a:cubicBezTo>
                      <a:pt x="4854" y="25779"/>
                      <a:pt x="4862" y="25783"/>
                      <a:pt x="4869" y="25783"/>
                    </a:cubicBezTo>
                    <a:cubicBezTo>
                      <a:pt x="4882" y="25783"/>
                      <a:pt x="4895" y="25772"/>
                      <a:pt x="4888" y="25755"/>
                    </a:cubicBezTo>
                    <a:cubicBezTo>
                      <a:pt x="4790" y="25494"/>
                      <a:pt x="4659" y="25243"/>
                      <a:pt x="4550" y="24981"/>
                    </a:cubicBezTo>
                    <a:cubicBezTo>
                      <a:pt x="4409" y="24644"/>
                      <a:pt x="4392" y="24262"/>
                      <a:pt x="4381" y="23892"/>
                    </a:cubicBezTo>
                    <a:cubicBezTo>
                      <a:pt x="4360" y="23254"/>
                      <a:pt x="4316" y="22595"/>
                      <a:pt x="4681" y="22044"/>
                    </a:cubicBezTo>
                    <a:lnTo>
                      <a:pt x="4681" y="22044"/>
                    </a:lnTo>
                    <a:cubicBezTo>
                      <a:pt x="4670" y="22224"/>
                      <a:pt x="4665" y="22409"/>
                      <a:pt x="4659" y="22600"/>
                    </a:cubicBezTo>
                    <a:cubicBezTo>
                      <a:pt x="4659" y="22606"/>
                      <a:pt x="4664" y="22610"/>
                      <a:pt x="4669" y="22610"/>
                    </a:cubicBezTo>
                    <a:cubicBezTo>
                      <a:pt x="4672" y="22610"/>
                      <a:pt x="4676" y="22608"/>
                      <a:pt x="4676" y="22600"/>
                    </a:cubicBezTo>
                    <a:cubicBezTo>
                      <a:pt x="4714" y="22388"/>
                      <a:pt x="4719" y="22170"/>
                      <a:pt x="4741" y="21957"/>
                    </a:cubicBezTo>
                    <a:lnTo>
                      <a:pt x="4757" y="21941"/>
                    </a:lnTo>
                    <a:cubicBezTo>
                      <a:pt x="4768" y="21925"/>
                      <a:pt x="4768" y="21903"/>
                      <a:pt x="4757" y="21886"/>
                    </a:cubicBezTo>
                    <a:cubicBezTo>
                      <a:pt x="4757" y="21870"/>
                      <a:pt x="4763" y="21848"/>
                      <a:pt x="4763" y="21826"/>
                    </a:cubicBezTo>
                    <a:cubicBezTo>
                      <a:pt x="4817" y="21543"/>
                      <a:pt x="4981" y="21276"/>
                      <a:pt x="5139" y="21036"/>
                    </a:cubicBezTo>
                    <a:cubicBezTo>
                      <a:pt x="5210" y="20933"/>
                      <a:pt x="5286" y="20835"/>
                      <a:pt x="5362" y="20731"/>
                    </a:cubicBezTo>
                    <a:cubicBezTo>
                      <a:pt x="5684" y="21031"/>
                      <a:pt x="5706" y="21472"/>
                      <a:pt x="5738" y="21903"/>
                    </a:cubicBezTo>
                    <a:cubicBezTo>
                      <a:pt x="5569" y="22202"/>
                      <a:pt x="5362" y="22453"/>
                      <a:pt x="5248" y="22791"/>
                    </a:cubicBezTo>
                    <a:cubicBezTo>
                      <a:pt x="5123" y="23161"/>
                      <a:pt x="5095" y="23565"/>
                      <a:pt x="5101" y="23957"/>
                    </a:cubicBezTo>
                    <a:cubicBezTo>
                      <a:pt x="5117" y="24889"/>
                      <a:pt x="5411" y="25788"/>
                      <a:pt x="5449" y="26720"/>
                    </a:cubicBezTo>
                    <a:cubicBezTo>
                      <a:pt x="5068" y="27145"/>
                      <a:pt x="4888" y="27690"/>
                      <a:pt x="4763" y="28251"/>
                    </a:cubicBezTo>
                    <a:cubicBezTo>
                      <a:pt x="4756" y="28275"/>
                      <a:pt x="4780" y="28292"/>
                      <a:pt x="4801" y="28292"/>
                    </a:cubicBezTo>
                    <a:cubicBezTo>
                      <a:pt x="4813" y="28292"/>
                      <a:pt x="4824" y="28287"/>
                      <a:pt x="4828" y="28273"/>
                    </a:cubicBezTo>
                    <a:cubicBezTo>
                      <a:pt x="4932" y="27929"/>
                      <a:pt x="5057" y="27591"/>
                      <a:pt x="5204" y="27270"/>
                    </a:cubicBezTo>
                    <a:cubicBezTo>
                      <a:pt x="5270" y="27128"/>
                      <a:pt x="5357" y="26998"/>
                      <a:pt x="5460" y="26883"/>
                    </a:cubicBezTo>
                    <a:cubicBezTo>
                      <a:pt x="5591" y="27237"/>
                      <a:pt x="5646" y="27624"/>
                      <a:pt x="5624" y="28006"/>
                    </a:cubicBezTo>
                    <a:lnTo>
                      <a:pt x="5618" y="28006"/>
                    </a:lnTo>
                    <a:cubicBezTo>
                      <a:pt x="5019" y="28534"/>
                      <a:pt x="4425" y="29084"/>
                      <a:pt x="4185" y="29880"/>
                    </a:cubicBezTo>
                    <a:cubicBezTo>
                      <a:pt x="3907" y="30817"/>
                      <a:pt x="4114" y="31695"/>
                      <a:pt x="4174" y="32648"/>
                    </a:cubicBezTo>
                    <a:cubicBezTo>
                      <a:pt x="4174" y="32654"/>
                      <a:pt x="4178" y="32656"/>
                      <a:pt x="4183" y="32656"/>
                    </a:cubicBezTo>
                    <a:cubicBezTo>
                      <a:pt x="4187" y="32656"/>
                      <a:pt x="4191" y="32654"/>
                      <a:pt x="4191" y="32648"/>
                    </a:cubicBezTo>
                    <a:cubicBezTo>
                      <a:pt x="4196" y="31787"/>
                      <a:pt x="4033" y="30964"/>
                      <a:pt x="4229" y="30114"/>
                    </a:cubicBezTo>
                    <a:cubicBezTo>
                      <a:pt x="4414" y="29281"/>
                      <a:pt x="5003" y="28665"/>
                      <a:pt x="5618" y="28125"/>
                    </a:cubicBezTo>
                    <a:lnTo>
                      <a:pt x="5618" y="28125"/>
                    </a:lnTo>
                    <a:cubicBezTo>
                      <a:pt x="5613" y="28240"/>
                      <a:pt x="5602" y="28349"/>
                      <a:pt x="5591" y="28463"/>
                    </a:cubicBezTo>
                    <a:cubicBezTo>
                      <a:pt x="5586" y="28469"/>
                      <a:pt x="5580" y="28469"/>
                      <a:pt x="5580" y="28474"/>
                    </a:cubicBezTo>
                    <a:cubicBezTo>
                      <a:pt x="5264" y="28872"/>
                      <a:pt x="4899" y="29242"/>
                      <a:pt x="4648" y="29689"/>
                    </a:cubicBezTo>
                    <a:cubicBezTo>
                      <a:pt x="4550" y="29869"/>
                      <a:pt x="4485" y="30065"/>
                      <a:pt x="4452" y="30267"/>
                    </a:cubicBezTo>
                    <a:cubicBezTo>
                      <a:pt x="4398" y="30561"/>
                      <a:pt x="4501" y="30844"/>
                      <a:pt x="4480" y="31139"/>
                    </a:cubicBezTo>
                    <a:cubicBezTo>
                      <a:pt x="4480" y="31157"/>
                      <a:pt x="4495" y="31168"/>
                      <a:pt x="4508" y="31168"/>
                    </a:cubicBezTo>
                    <a:cubicBezTo>
                      <a:pt x="4519" y="31168"/>
                      <a:pt x="4529" y="31161"/>
                      <a:pt x="4529" y="31144"/>
                    </a:cubicBezTo>
                    <a:cubicBezTo>
                      <a:pt x="4545" y="30975"/>
                      <a:pt x="4539" y="30806"/>
                      <a:pt x="4518" y="30637"/>
                    </a:cubicBezTo>
                    <a:cubicBezTo>
                      <a:pt x="4485" y="30310"/>
                      <a:pt x="4578" y="30005"/>
                      <a:pt x="4719" y="29722"/>
                    </a:cubicBezTo>
                    <a:cubicBezTo>
                      <a:pt x="4926" y="29302"/>
                      <a:pt x="5302" y="28975"/>
                      <a:pt x="5580" y="28600"/>
                    </a:cubicBezTo>
                    <a:lnTo>
                      <a:pt x="5580" y="28600"/>
                    </a:lnTo>
                    <a:cubicBezTo>
                      <a:pt x="5564" y="28725"/>
                      <a:pt x="5542" y="28856"/>
                      <a:pt x="5526" y="28975"/>
                    </a:cubicBezTo>
                    <a:cubicBezTo>
                      <a:pt x="5422" y="29668"/>
                      <a:pt x="5177" y="30365"/>
                      <a:pt x="5177" y="31062"/>
                    </a:cubicBezTo>
                    <a:cubicBezTo>
                      <a:pt x="5177" y="31075"/>
                      <a:pt x="5186" y="31081"/>
                      <a:pt x="5195" y="31081"/>
                    </a:cubicBezTo>
                    <a:cubicBezTo>
                      <a:pt x="5205" y="31081"/>
                      <a:pt x="5215" y="31074"/>
                      <a:pt x="5215" y="31062"/>
                    </a:cubicBezTo>
                    <a:cubicBezTo>
                      <a:pt x="5237" y="30654"/>
                      <a:pt x="5297" y="30251"/>
                      <a:pt x="5406" y="29853"/>
                    </a:cubicBezTo>
                    <a:cubicBezTo>
                      <a:pt x="5444" y="30065"/>
                      <a:pt x="5558" y="30256"/>
                      <a:pt x="5662" y="30458"/>
                    </a:cubicBezTo>
                    <a:cubicBezTo>
                      <a:pt x="5657" y="30463"/>
                      <a:pt x="5651" y="30474"/>
                      <a:pt x="5646" y="30479"/>
                    </a:cubicBezTo>
                    <a:cubicBezTo>
                      <a:pt x="5564" y="30964"/>
                      <a:pt x="5417" y="31428"/>
                      <a:pt x="5204" y="31869"/>
                    </a:cubicBezTo>
                    <a:cubicBezTo>
                      <a:pt x="4981" y="32305"/>
                      <a:pt x="4736" y="32708"/>
                      <a:pt x="4583" y="33182"/>
                    </a:cubicBezTo>
                    <a:cubicBezTo>
                      <a:pt x="4485" y="33498"/>
                      <a:pt x="4425" y="33825"/>
                      <a:pt x="4409" y="34157"/>
                    </a:cubicBezTo>
                    <a:cubicBezTo>
                      <a:pt x="4076" y="34599"/>
                      <a:pt x="3896" y="35013"/>
                      <a:pt x="3924" y="35569"/>
                    </a:cubicBezTo>
                    <a:cubicBezTo>
                      <a:pt x="3962" y="36288"/>
                      <a:pt x="4158" y="37007"/>
                      <a:pt x="4071" y="37727"/>
                    </a:cubicBezTo>
                    <a:cubicBezTo>
                      <a:pt x="3995" y="38386"/>
                      <a:pt x="3662" y="39007"/>
                      <a:pt x="3324" y="39563"/>
                    </a:cubicBezTo>
                    <a:lnTo>
                      <a:pt x="3270" y="39655"/>
                    </a:lnTo>
                    <a:cubicBezTo>
                      <a:pt x="3265" y="39654"/>
                      <a:pt x="3260" y="39653"/>
                      <a:pt x="3255" y="39653"/>
                    </a:cubicBezTo>
                    <a:cubicBezTo>
                      <a:pt x="3234" y="39653"/>
                      <a:pt x="3215" y="39671"/>
                      <a:pt x="3215" y="39694"/>
                    </a:cubicBezTo>
                    <a:lnTo>
                      <a:pt x="3215" y="39732"/>
                    </a:lnTo>
                    <a:cubicBezTo>
                      <a:pt x="3090" y="39939"/>
                      <a:pt x="2959" y="40135"/>
                      <a:pt x="2823" y="40326"/>
                    </a:cubicBezTo>
                    <a:cubicBezTo>
                      <a:pt x="2818" y="40326"/>
                      <a:pt x="2807" y="40326"/>
                      <a:pt x="2801" y="40331"/>
                    </a:cubicBezTo>
                    <a:cubicBezTo>
                      <a:pt x="2714" y="40407"/>
                      <a:pt x="2638" y="40495"/>
                      <a:pt x="2545" y="40565"/>
                    </a:cubicBezTo>
                    <a:cubicBezTo>
                      <a:pt x="2436" y="40647"/>
                      <a:pt x="2316" y="40718"/>
                      <a:pt x="2202" y="40794"/>
                    </a:cubicBezTo>
                    <a:cubicBezTo>
                      <a:pt x="2006" y="40909"/>
                      <a:pt x="1853" y="41089"/>
                      <a:pt x="1766" y="41301"/>
                    </a:cubicBezTo>
                    <a:cubicBezTo>
                      <a:pt x="1762" y="41312"/>
                      <a:pt x="1770" y="41320"/>
                      <a:pt x="1779" y="41320"/>
                    </a:cubicBezTo>
                    <a:cubicBezTo>
                      <a:pt x="1784" y="41320"/>
                      <a:pt x="1789" y="41318"/>
                      <a:pt x="1793" y="41312"/>
                    </a:cubicBezTo>
                    <a:cubicBezTo>
                      <a:pt x="1902" y="41045"/>
                      <a:pt x="2131" y="40903"/>
                      <a:pt x="2365" y="40756"/>
                    </a:cubicBezTo>
                    <a:cubicBezTo>
                      <a:pt x="2447" y="40713"/>
                      <a:pt x="2540" y="40658"/>
                      <a:pt x="2621" y="40604"/>
                    </a:cubicBezTo>
                    <a:lnTo>
                      <a:pt x="2621" y="40604"/>
                    </a:lnTo>
                    <a:cubicBezTo>
                      <a:pt x="2469" y="40805"/>
                      <a:pt x="2305" y="41001"/>
                      <a:pt x="2136" y="41192"/>
                    </a:cubicBezTo>
                    <a:cubicBezTo>
                      <a:pt x="2124" y="41205"/>
                      <a:pt x="2138" y="41224"/>
                      <a:pt x="2155" y="41224"/>
                    </a:cubicBezTo>
                    <a:cubicBezTo>
                      <a:pt x="2159" y="41224"/>
                      <a:pt x="2164" y="41223"/>
                      <a:pt x="2169" y="41219"/>
                    </a:cubicBezTo>
                    <a:cubicBezTo>
                      <a:pt x="2551" y="40816"/>
                      <a:pt x="2905" y="40380"/>
                      <a:pt x="3221" y="39922"/>
                    </a:cubicBezTo>
                    <a:lnTo>
                      <a:pt x="3221" y="39922"/>
                    </a:lnTo>
                    <a:cubicBezTo>
                      <a:pt x="3232" y="40233"/>
                      <a:pt x="3183" y="40549"/>
                      <a:pt x="3068" y="40838"/>
                    </a:cubicBezTo>
                    <a:cubicBezTo>
                      <a:pt x="3030" y="40920"/>
                      <a:pt x="2992" y="41001"/>
                      <a:pt x="2954" y="41083"/>
                    </a:cubicBezTo>
                    <a:lnTo>
                      <a:pt x="2910" y="41083"/>
                    </a:lnTo>
                    <a:cubicBezTo>
                      <a:pt x="2883" y="41083"/>
                      <a:pt x="2888" y="41116"/>
                      <a:pt x="2910" y="41116"/>
                    </a:cubicBezTo>
                    <a:lnTo>
                      <a:pt x="2932" y="41116"/>
                    </a:lnTo>
                    <a:cubicBezTo>
                      <a:pt x="2828" y="41317"/>
                      <a:pt x="2720" y="41514"/>
                      <a:pt x="2627" y="41721"/>
                    </a:cubicBezTo>
                    <a:cubicBezTo>
                      <a:pt x="2623" y="41731"/>
                      <a:pt x="2634" y="41740"/>
                      <a:pt x="2644" y="41740"/>
                    </a:cubicBezTo>
                    <a:cubicBezTo>
                      <a:pt x="2650" y="41740"/>
                      <a:pt x="2656" y="41737"/>
                      <a:pt x="2660" y="41732"/>
                    </a:cubicBezTo>
                    <a:cubicBezTo>
                      <a:pt x="2758" y="41524"/>
                      <a:pt x="2872" y="41323"/>
                      <a:pt x="2981" y="41116"/>
                    </a:cubicBezTo>
                    <a:cubicBezTo>
                      <a:pt x="3542" y="41099"/>
                      <a:pt x="4142" y="40805"/>
                      <a:pt x="4360" y="40271"/>
                    </a:cubicBezTo>
                    <a:cubicBezTo>
                      <a:pt x="4643" y="39579"/>
                      <a:pt x="4251" y="38724"/>
                      <a:pt x="4648" y="38086"/>
                    </a:cubicBezTo>
                    <a:cubicBezTo>
                      <a:pt x="4648" y="38092"/>
                      <a:pt x="4654" y="38103"/>
                      <a:pt x="4654" y="38113"/>
                    </a:cubicBezTo>
                    <a:cubicBezTo>
                      <a:pt x="4796" y="38555"/>
                      <a:pt x="4845" y="39018"/>
                      <a:pt x="4790" y="39481"/>
                    </a:cubicBezTo>
                    <a:cubicBezTo>
                      <a:pt x="4790" y="39489"/>
                      <a:pt x="4796" y="39493"/>
                      <a:pt x="4801" y="39493"/>
                    </a:cubicBezTo>
                    <a:cubicBezTo>
                      <a:pt x="4806" y="39493"/>
                      <a:pt x="4812" y="39489"/>
                      <a:pt x="4812" y="39481"/>
                    </a:cubicBezTo>
                    <a:cubicBezTo>
                      <a:pt x="4888" y="39094"/>
                      <a:pt x="4883" y="38696"/>
                      <a:pt x="4796" y="38310"/>
                    </a:cubicBezTo>
                    <a:cubicBezTo>
                      <a:pt x="4757" y="38119"/>
                      <a:pt x="4697" y="37928"/>
                      <a:pt x="4616" y="37743"/>
                    </a:cubicBezTo>
                    <a:cubicBezTo>
                      <a:pt x="4518" y="37525"/>
                      <a:pt x="4338" y="37367"/>
                      <a:pt x="4229" y="37154"/>
                    </a:cubicBezTo>
                    <a:cubicBezTo>
                      <a:pt x="4223" y="37138"/>
                      <a:pt x="4207" y="37133"/>
                      <a:pt x="4191" y="37133"/>
                    </a:cubicBezTo>
                    <a:cubicBezTo>
                      <a:pt x="4180" y="36882"/>
                      <a:pt x="4147" y="36631"/>
                      <a:pt x="4114" y="36375"/>
                    </a:cubicBezTo>
                    <a:lnTo>
                      <a:pt x="4104" y="36293"/>
                    </a:lnTo>
                    <a:lnTo>
                      <a:pt x="4104" y="36293"/>
                    </a:lnTo>
                    <a:cubicBezTo>
                      <a:pt x="4174" y="36375"/>
                      <a:pt x="4251" y="36451"/>
                      <a:pt x="4332" y="36522"/>
                    </a:cubicBezTo>
                    <a:cubicBezTo>
                      <a:pt x="4599" y="36762"/>
                      <a:pt x="4850" y="36985"/>
                      <a:pt x="5035" y="37291"/>
                    </a:cubicBezTo>
                    <a:cubicBezTo>
                      <a:pt x="5406" y="37928"/>
                      <a:pt x="5362" y="38587"/>
                      <a:pt x="5270" y="39285"/>
                    </a:cubicBezTo>
                    <a:cubicBezTo>
                      <a:pt x="5270" y="39290"/>
                      <a:pt x="5274" y="39293"/>
                      <a:pt x="5278" y="39293"/>
                    </a:cubicBezTo>
                    <a:cubicBezTo>
                      <a:pt x="5282" y="39293"/>
                      <a:pt x="5286" y="39290"/>
                      <a:pt x="5286" y="39285"/>
                    </a:cubicBezTo>
                    <a:cubicBezTo>
                      <a:pt x="5411" y="38675"/>
                      <a:pt x="5488" y="38146"/>
                      <a:pt x="5275" y="37541"/>
                    </a:cubicBezTo>
                    <a:cubicBezTo>
                      <a:pt x="5052" y="36893"/>
                      <a:pt x="4490" y="36577"/>
                      <a:pt x="4098" y="36054"/>
                    </a:cubicBezTo>
                    <a:cubicBezTo>
                      <a:pt x="4093" y="36048"/>
                      <a:pt x="4082" y="36037"/>
                      <a:pt x="4071" y="36037"/>
                    </a:cubicBezTo>
                    <a:cubicBezTo>
                      <a:pt x="4033" y="35749"/>
                      <a:pt x="4022" y="35454"/>
                      <a:pt x="4038" y="35160"/>
                    </a:cubicBezTo>
                    <a:cubicBezTo>
                      <a:pt x="4060" y="34860"/>
                      <a:pt x="4229" y="34588"/>
                      <a:pt x="4392" y="34332"/>
                    </a:cubicBezTo>
                    <a:lnTo>
                      <a:pt x="4392" y="34386"/>
                    </a:lnTo>
                    <a:cubicBezTo>
                      <a:pt x="4392" y="34860"/>
                      <a:pt x="4376" y="35340"/>
                      <a:pt x="4556" y="35792"/>
                    </a:cubicBezTo>
                    <a:cubicBezTo>
                      <a:pt x="4562" y="35802"/>
                      <a:pt x="4571" y="35806"/>
                      <a:pt x="4580" y="35806"/>
                    </a:cubicBezTo>
                    <a:cubicBezTo>
                      <a:pt x="4596" y="35806"/>
                      <a:pt x="4612" y="35792"/>
                      <a:pt x="4605" y="35770"/>
                    </a:cubicBezTo>
                    <a:cubicBezTo>
                      <a:pt x="4430" y="35324"/>
                      <a:pt x="4469" y="34849"/>
                      <a:pt x="4485" y="34375"/>
                    </a:cubicBezTo>
                    <a:cubicBezTo>
                      <a:pt x="4496" y="33858"/>
                      <a:pt x="4599" y="33346"/>
                      <a:pt x="4790" y="32866"/>
                    </a:cubicBezTo>
                    <a:cubicBezTo>
                      <a:pt x="4850" y="32713"/>
                      <a:pt x="4915" y="32566"/>
                      <a:pt x="4986" y="32425"/>
                    </a:cubicBezTo>
                    <a:cubicBezTo>
                      <a:pt x="5057" y="32795"/>
                      <a:pt x="5182" y="33149"/>
                      <a:pt x="5199" y="33525"/>
                    </a:cubicBezTo>
                    <a:cubicBezTo>
                      <a:pt x="5215" y="33978"/>
                      <a:pt x="5068" y="34424"/>
                      <a:pt x="4992" y="34860"/>
                    </a:cubicBezTo>
                    <a:cubicBezTo>
                      <a:pt x="4926" y="35258"/>
                      <a:pt x="4856" y="35868"/>
                      <a:pt x="5128" y="36195"/>
                    </a:cubicBezTo>
                    <a:cubicBezTo>
                      <a:pt x="5133" y="36202"/>
                      <a:pt x="5139" y="36204"/>
                      <a:pt x="5145" y="36204"/>
                    </a:cubicBezTo>
                    <a:cubicBezTo>
                      <a:pt x="5159" y="36204"/>
                      <a:pt x="5172" y="36189"/>
                      <a:pt x="5161" y="36174"/>
                    </a:cubicBezTo>
                    <a:cubicBezTo>
                      <a:pt x="4812" y="35732"/>
                      <a:pt x="5063" y="34877"/>
                      <a:pt x="5166" y="34392"/>
                    </a:cubicBezTo>
                    <a:cubicBezTo>
                      <a:pt x="5248" y="34065"/>
                      <a:pt x="5286" y="33727"/>
                      <a:pt x="5281" y="33395"/>
                    </a:cubicBezTo>
                    <a:cubicBezTo>
                      <a:pt x="5270" y="33051"/>
                      <a:pt x="5155" y="32703"/>
                      <a:pt x="5068" y="32370"/>
                    </a:cubicBezTo>
                    <a:cubicBezTo>
                      <a:pt x="5063" y="32356"/>
                      <a:pt x="5050" y="32342"/>
                      <a:pt x="5033" y="32342"/>
                    </a:cubicBezTo>
                    <a:cubicBezTo>
                      <a:pt x="5030" y="32342"/>
                      <a:pt x="5027" y="32342"/>
                      <a:pt x="5024" y="32343"/>
                    </a:cubicBezTo>
                    <a:cubicBezTo>
                      <a:pt x="5308" y="31771"/>
                      <a:pt x="5635" y="31231"/>
                      <a:pt x="5716" y="30572"/>
                    </a:cubicBezTo>
                    <a:cubicBezTo>
                      <a:pt x="5755" y="30648"/>
                      <a:pt x="5787" y="30736"/>
                      <a:pt x="5815" y="30817"/>
                    </a:cubicBezTo>
                    <a:cubicBezTo>
                      <a:pt x="5831" y="30866"/>
                      <a:pt x="5842" y="30910"/>
                      <a:pt x="5853" y="30953"/>
                    </a:cubicBezTo>
                    <a:cubicBezTo>
                      <a:pt x="5853" y="30959"/>
                      <a:pt x="5853" y="30970"/>
                      <a:pt x="5858" y="30975"/>
                    </a:cubicBezTo>
                    <a:cubicBezTo>
                      <a:pt x="5973" y="31504"/>
                      <a:pt x="5847" y="32054"/>
                      <a:pt x="5662" y="32555"/>
                    </a:cubicBezTo>
                    <a:cubicBezTo>
                      <a:pt x="5659" y="32562"/>
                      <a:pt x="5664" y="32567"/>
                      <a:pt x="5669" y="32567"/>
                    </a:cubicBezTo>
                    <a:cubicBezTo>
                      <a:pt x="5673" y="32567"/>
                      <a:pt x="5676" y="32565"/>
                      <a:pt x="5678" y="32561"/>
                    </a:cubicBezTo>
                    <a:cubicBezTo>
                      <a:pt x="5891" y="32147"/>
                      <a:pt x="5994" y="31684"/>
                      <a:pt x="5983" y="31215"/>
                    </a:cubicBezTo>
                    <a:lnTo>
                      <a:pt x="5983" y="31215"/>
                    </a:lnTo>
                    <a:cubicBezTo>
                      <a:pt x="6092" y="31428"/>
                      <a:pt x="6169" y="31662"/>
                      <a:pt x="6207" y="31902"/>
                    </a:cubicBezTo>
                    <a:cubicBezTo>
                      <a:pt x="6245" y="32261"/>
                      <a:pt x="6109" y="32632"/>
                      <a:pt x="6092" y="32991"/>
                    </a:cubicBezTo>
                    <a:cubicBezTo>
                      <a:pt x="6092" y="33001"/>
                      <a:pt x="6100" y="33007"/>
                      <a:pt x="6106" y="33007"/>
                    </a:cubicBezTo>
                    <a:cubicBezTo>
                      <a:pt x="6110" y="33007"/>
                      <a:pt x="6114" y="33004"/>
                      <a:pt x="6114" y="32997"/>
                    </a:cubicBezTo>
                    <a:cubicBezTo>
                      <a:pt x="6174" y="32626"/>
                      <a:pt x="6278" y="32272"/>
                      <a:pt x="6272" y="31896"/>
                    </a:cubicBezTo>
                    <a:cubicBezTo>
                      <a:pt x="6267" y="31586"/>
                      <a:pt x="6120" y="31297"/>
                      <a:pt x="5962" y="31035"/>
                    </a:cubicBezTo>
                    <a:cubicBezTo>
                      <a:pt x="5891" y="30567"/>
                      <a:pt x="5597" y="30207"/>
                      <a:pt x="5466" y="29755"/>
                    </a:cubicBezTo>
                    <a:cubicBezTo>
                      <a:pt x="5461" y="29741"/>
                      <a:pt x="5446" y="29731"/>
                      <a:pt x="5431" y="29731"/>
                    </a:cubicBezTo>
                    <a:cubicBezTo>
                      <a:pt x="5428" y="29731"/>
                      <a:pt x="5425" y="29732"/>
                      <a:pt x="5422" y="29733"/>
                    </a:cubicBezTo>
                    <a:cubicBezTo>
                      <a:pt x="5504" y="29390"/>
                      <a:pt x="5586" y="29057"/>
                      <a:pt x="5635" y="28719"/>
                    </a:cubicBezTo>
                    <a:cubicBezTo>
                      <a:pt x="5733" y="28093"/>
                      <a:pt x="5782" y="27390"/>
                      <a:pt x="5531" y="26790"/>
                    </a:cubicBezTo>
                    <a:cubicBezTo>
                      <a:pt x="5738" y="26567"/>
                      <a:pt x="5989" y="26387"/>
                      <a:pt x="6229" y="26191"/>
                    </a:cubicBezTo>
                    <a:cubicBezTo>
                      <a:pt x="6741" y="25782"/>
                      <a:pt x="7095" y="25259"/>
                      <a:pt x="7128" y="24595"/>
                    </a:cubicBezTo>
                    <a:cubicBezTo>
                      <a:pt x="7128" y="24576"/>
                      <a:pt x="7113" y="24564"/>
                      <a:pt x="7100" y="24564"/>
                    </a:cubicBezTo>
                    <a:cubicBezTo>
                      <a:pt x="7090" y="24564"/>
                      <a:pt x="7081" y="24570"/>
                      <a:pt x="7079" y="24584"/>
                    </a:cubicBezTo>
                    <a:cubicBezTo>
                      <a:pt x="6986" y="25276"/>
                      <a:pt x="6599" y="25712"/>
                      <a:pt x="6125" y="26120"/>
                    </a:cubicBezTo>
                    <a:cubicBezTo>
                      <a:pt x="6071" y="25663"/>
                      <a:pt x="5951" y="25248"/>
                      <a:pt x="5994" y="24774"/>
                    </a:cubicBezTo>
                    <a:cubicBezTo>
                      <a:pt x="6027" y="24366"/>
                      <a:pt x="6234" y="24001"/>
                      <a:pt x="6223" y="23586"/>
                    </a:cubicBezTo>
                    <a:cubicBezTo>
                      <a:pt x="6223" y="23578"/>
                      <a:pt x="6212" y="23572"/>
                      <a:pt x="6202" y="23572"/>
                    </a:cubicBezTo>
                    <a:cubicBezTo>
                      <a:pt x="6193" y="23572"/>
                      <a:pt x="6185" y="23576"/>
                      <a:pt x="6185" y="23586"/>
                    </a:cubicBezTo>
                    <a:cubicBezTo>
                      <a:pt x="6152" y="24071"/>
                      <a:pt x="5896" y="24502"/>
                      <a:pt x="5864" y="24998"/>
                    </a:cubicBezTo>
                    <a:cubicBezTo>
                      <a:pt x="5836" y="25379"/>
                      <a:pt x="5880" y="25837"/>
                      <a:pt x="6043" y="26191"/>
                    </a:cubicBezTo>
                    <a:cubicBezTo>
                      <a:pt x="5924" y="26289"/>
                      <a:pt x="5798" y="26387"/>
                      <a:pt x="5673" y="26485"/>
                    </a:cubicBezTo>
                    <a:cubicBezTo>
                      <a:pt x="5607" y="26545"/>
                      <a:pt x="5542" y="26600"/>
                      <a:pt x="5482" y="26665"/>
                    </a:cubicBezTo>
                    <a:cubicBezTo>
                      <a:pt x="5460" y="25880"/>
                      <a:pt x="5275" y="25112"/>
                      <a:pt x="5199" y="24328"/>
                    </a:cubicBezTo>
                    <a:cubicBezTo>
                      <a:pt x="5155" y="23859"/>
                      <a:pt x="5188" y="23385"/>
                      <a:pt x="5302" y="22927"/>
                    </a:cubicBezTo>
                    <a:cubicBezTo>
                      <a:pt x="5384" y="22600"/>
                      <a:pt x="5591" y="22360"/>
                      <a:pt x="5749" y="22093"/>
                    </a:cubicBezTo>
                    <a:cubicBezTo>
                      <a:pt x="5787" y="22426"/>
                      <a:pt x="5864" y="22742"/>
                      <a:pt x="6131" y="22960"/>
                    </a:cubicBezTo>
                    <a:cubicBezTo>
                      <a:pt x="6138" y="22966"/>
                      <a:pt x="6147" y="22969"/>
                      <a:pt x="6154" y="22969"/>
                    </a:cubicBezTo>
                    <a:cubicBezTo>
                      <a:pt x="6178" y="22969"/>
                      <a:pt x="6196" y="22941"/>
                      <a:pt x="6180" y="22916"/>
                    </a:cubicBezTo>
                    <a:cubicBezTo>
                      <a:pt x="5722" y="22273"/>
                      <a:pt x="6049" y="21200"/>
                      <a:pt x="5384" y="20688"/>
                    </a:cubicBezTo>
                    <a:cubicBezTo>
                      <a:pt x="5422" y="20639"/>
                      <a:pt x="5455" y="20584"/>
                      <a:pt x="5488" y="20530"/>
                    </a:cubicBezTo>
                    <a:cubicBezTo>
                      <a:pt x="5629" y="20279"/>
                      <a:pt x="5673" y="20066"/>
                      <a:pt x="5722" y="19789"/>
                    </a:cubicBezTo>
                    <a:cubicBezTo>
                      <a:pt x="5727" y="19778"/>
                      <a:pt x="5722" y="19767"/>
                      <a:pt x="5716" y="19761"/>
                    </a:cubicBezTo>
                    <a:cubicBezTo>
                      <a:pt x="5847" y="19690"/>
                      <a:pt x="5973" y="19598"/>
                      <a:pt x="6076" y="19489"/>
                    </a:cubicBezTo>
                    <a:lnTo>
                      <a:pt x="6076" y="19489"/>
                    </a:lnTo>
                    <a:cubicBezTo>
                      <a:pt x="5989" y="19729"/>
                      <a:pt x="6038" y="19963"/>
                      <a:pt x="6120" y="20208"/>
                    </a:cubicBezTo>
                    <a:cubicBezTo>
                      <a:pt x="6261" y="20590"/>
                      <a:pt x="6425" y="20965"/>
                      <a:pt x="6621" y="21331"/>
                    </a:cubicBezTo>
                    <a:cubicBezTo>
                      <a:pt x="6599" y="21843"/>
                      <a:pt x="6414" y="22322"/>
                      <a:pt x="6398" y="22834"/>
                    </a:cubicBezTo>
                    <a:cubicBezTo>
                      <a:pt x="6398" y="22851"/>
                      <a:pt x="6412" y="22861"/>
                      <a:pt x="6426" y="22861"/>
                    </a:cubicBezTo>
                    <a:cubicBezTo>
                      <a:pt x="6439" y="22861"/>
                      <a:pt x="6452" y="22853"/>
                      <a:pt x="6452" y="22834"/>
                    </a:cubicBezTo>
                    <a:cubicBezTo>
                      <a:pt x="6485" y="22393"/>
                      <a:pt x="6697" y="21963"/>
                      <a:pt x="6719" y="21521"/>
                    </a:cubicBezTo>
                    <a:cubicBezTo>
                      <a:pt x="6855" y="21794"/>
                      <a:pt x="6992" y="22066"/>
                      <a:pt x="7106" y="22339"/>
                    </a:cubicBezTo>
                    <a:cubicBezTo>
                      <a:pt x="7090" y="22344"/>
                      <a:pt x="7079" y="22355"/>
                      <a:pt x="7073" y="22371"/>
                    </a:cubicBezTo>
                    <a:cubicBezTo>
                      <a:pt x="6975" y="22796"/>
                      <a:pt x="6768" y="23183"/>
                      <a:pt x="6659" y="23608"/>
                    </a:cubicBezTo>
                    <a:cubicBezTo>
                      <a:pt x="6566" y="23990"/>
                      <a:pt x="6659" y="24426"/>
                      <a:pt x="6741" y="24802"/>
                    </a:cubicBezTo>
                    <a:cubicBezTo>
                      <a:pt x="6745" y="24814"/>
                      <a:pt x="6755" y="24820"/>
                      <a:pt x="6766" y="24820"/>
                    </a:cubicBezTo>
                    <a:cubicBezTo>
                      <a:pt x="6782" y="24820"/>
                      <a:pt x="6799" y="24807"/>
                      <a:pt x="6795" y="24791"/>
                    </a:cubicBezTo>
                    <a:cubicBezTo>
                      <a:pt x="6697" y="24328"/>
                      <a:pt x="6654" y="23870"/>
                      <a:pt x="6801" y="23412"/>
                    </a:cubicBezTo>
                    <a:cubicBezTo>
                      <a:pt x="6915" y="23080"/>
                      <a:pt x="7079" y="22775"/>
                      <a:pt x="7144" y="22426"/>
                    </a:cubicBezTo>
                    <a:cubicBezTo>
                      <a:pt x="7367" y="22976"/>
                      <a:pt x="7515" y="23543"/>
                      <a:pt x="7482" y="24169"/>
                    </a:cubicBezTo>
                    <a:cubicBezTo>
                      <a:pt x="7482" y="24188"/>
                      <a:pt x="7496" y="24198"/>
                      <a:pt x="7509" y="24198"/>
                    </a:cubicBezTo>
                    <a:cubicBezTo>
                      <a:pt x="7519" y="24198"/>
                      <a:pt x="7529" y="24192"/>
                      <a:pt x="7531" y="24180"/>
                    </a:cubicBezTo>
                    <a:cubicBezTo>
                      <a:pt x="7624" y="23412"/>
                      <a:pt x="7422" y="22693"/>
                      <a:pt x="7095" y="22006"/>
                    </a:cubicBezTo>
                    <a:cubicBezTo>
                      <a:pt x="6904" y="21598"/>
                      <a:pt x="6697" y="21194"/>
                      <a:pt x="6507" y="20786"/>
                    </a:cubicBezTo>
                    <a:cubicBezTo>
                      <a:pt x="6321" y="20399"/>
                      <a:pt x="6038" y="19930"/>
                      <a:pt x="6163" y="19489"/>
                    </a:cubicBezTo>
                    <a:cubicBezTo>
                      <a:pt x="6169" y="19462"/>
                      <a:pt x="6152" y="19440"/>
                      <a:pt x="6125" y="19440"/>
                    </a:cubicBezTo>
                    <a:cubicBezTo>
                      <a:pt x="6299" y="19265"/>
                      <a:pt x="6463" y="19080"/>
                      <a:pt x="6708" y="18993"/>
                    </a:cubicBezTo>
                    <a:lnTo>
                      <a:pt x="6708" y="18993"/>
                    </a:lnTo>
                    <a:cubicBezTo>
                      <a:pt x="6708" y="19047"/>
                      <a:pt x="6703" y="19102"/>
                      <a:pt x="6697" y="19162"/>
                    </a:cubicBezTo>
                    <a:cubicBezTo>
                      <a:pt x="6686" y="19320"/>
                      <a:pt x="6708" y="19718"/>
                      <a:pt x="6616" y="19859"/>
                    </a:cubicBezTo>
                    <a:cubicBezTo>
                      <a:pt x="6603" y="19875"/>
                      <a:pt x="6615" y="19895"/>
                      <a:pt x="6629" y="19895"/>
                    </a:cubicBezTo>
                    <a:cubicBezTo>
                      <a:pt x="6634" y="19895"/>
                      <a:pt x="6639" y="19892"/>
                      <a:pt x="6643" y="19887"/>
                    </a:cubicBezTo>
                    <a:cubicBezTo>
                      <a:pt x="6801" y="19680"/>
                      <a:pt x="6757" y="19282"/>
                      <a:pt x="6779" y="19031"/>
                    </a:cubicBezTo>
                    <a:cubicBezTo>
                      <a:pt x="6801" y="18786"/>
                      <a:pt x="6795" y="18546"/>
                      <a:pt x="6795" y="18306"/>
                    </a:cubicBezTo>
                    <a:cubicBezTo>
                      <a:pt x="6844" y="18295"/>
                      <a:pt x="6833" y="18219"/>
                      <a:pt x="6795" y="18208"/>
                    </a:cubicBezTo>
                    <a:cubicBezTo>
                      <a:pt x="6795" y="18045"/>
                      <a:pt x="6801" y="17881"/>
                      <a:pt x="6817" y="17718"/>
                    </a:cubicBezTo>
                    <a:cubicBezTo>
                      <a:pt x="6899" y="16922"/>
                      <a:pt x="7509" y="16421"/>
                      <a:pt x="8125" y="15996"/>
                    </a:cubicBezTo>
                    <a:lnTo>
                      <a:pt x="8125" y="16574"/>
                    </a:lnTo>
                    <a:cubicBezTo>
                      <a:pt x="7504" y="17304"/>
                      <a:pt x="7373" y="18399"/>
                      <a:pt x="7749" y="19276"/>
                    </a:cubicBezTo>
                    <a:cubicBezTo>
                      <a:pt x="7753" y="19286"/>
                      <a:pt x="7761" y="19290"/>
                      <a:pt x="7769" y="19290"/>
                    </a:cubicBezTo>
                    <a:cubicBezTo>
                      <a:pt x="7784" y="19290"/>
                      <a:pt x="7799" y="19277"/>
                      <a:pt x="7793" y="19260"/>
                    </a:cubicBezTo>
                    <a:cubicBezTo>
                      <a:pt x="7607" y="18802"/>
                      <a:pt x="7591" y="18339"/>
                      <a:pt x="7656" y="17854"/>
                    </a:cubicBezTo>
                    <a:cubicBezTo>
                      <a:pt x="7711" y="17407"/>
                      <a:pt x="7896" y="17075"/>
                      <a:pt x="8125" y="16721"/>
                    </a:cubicBezTo>
                    <a:cubicBezTo>
                      <a:pt x="8130" y="17761"/>
                      <a:pt x="8147" y="18808"/>
                      <a:pt x="8179" y="19848"/>
                    </a:cubicBezTo>
                    <a:cubicBezTo>
                      <a:pt x="8179" y="19856"/>
                      <a:pt x="8183" y="19859"/>
                      <a:pt x="8186" y="19859"/>
                    </a:cubicBezTo>
                    <a:cubicBezTo>
                      <a:pt x="8191" y="19859"/>
                      <a:pt x="8196" y="19854"/>
                      <a:pt x="8196" y="19848"/>
                    </a:cubicBezTo>
                    <a:cubicBezTo>
                      <a:pt x="8239" y="18541"/>
                      <a:pt x="8250" y="17227"/>
                      <a:pt x="8250" y="15914"/>
                    </a:cubicBezTo>
                    <a:lnTo>
                      <a:pt x="8283" y="15892"/>
                    </a:lnTo>
                    <a:cubicBezTo>
                      <a:pt x="8312" y="15873"/>
                      <a:pt x="8289" y="15831"/>
                      <a:pt x="8260" y="15831"/>
                    </a:cubicBezTo>
                    <a:cubicBezTo>
                      <a:pt x="8257" y="15831"/>
                      <a:pt x="8253" y="15831"/>
                      <a:pt x="8250" y="15833"/>
                    </a:cubicBezTo>
                    <a:cubicBezTo>
                      <a:pt x="8250" y="14274"/>
                      <a:pt x="8234" y="12716"/>
                      <a:pt x="8234" y="11157"/>
                    </a:cubicBezTo>
                    <a:cubicBezTo>
                      <a:pt x="8239" y="11146"/>
                      <a:pt x="8239" y="11136"/>
                      <a:pt x="8234" y="11125"/>
                    </a:cubicBezTo>
                    <a:lnTo>
                      <a:pt x="8234" y="10558"/>
                    </a:lnTo>
                    <a:lnTo>
                      <a:pt x="8239" y="8891"/>
                    </a:lnTo>
                    <a:lnTo>
                      <a:pt x="8239" y="8885"/>
                    </a:lnTo>
                    <a:lnTo>
                      <a:pt x="8239" y="7861"/>
                    </a:lnTo>
                    <a:cubicBezTo>
                      <a:pt x="8239" y="7855"/>
                      <a:pt x="8239" y="7844"/>
                      <a:pt x="8239" y="7839"/>
                    </a:cubicBezTo>
                    <a:lnTo>
                      <a:pt x="8239" y="6144"/>
                    </a:lnTo>
                    <a:lnTo>
                      <a:pt x="8250" y="6133"/>
                    </a:lnTo>
                    <a:cubicBezTo>
                      <a:pt x="8272" y="6106"/>
                      <a:pt x="8272" y="6068"/>
                      <a:pt x="8245" y="6041"/>
                    </a:cubicBezTo>
                    <a:lnTo>
                      <a:pt x="8245" y="5855"/>
                    </a:lnTo>
                    <a:cubicBezTo>
                      <a:pt x="8256" y="5736"/>
                      <a:pt x="8261" y="5610"/>
                      <a:pt x="8261" y="5485"/>
                    </a:cubicBezTo>
                    <a:cubicBezTo>
                      <a:pt x="8288" y="5452"/>
                      <a:pt x="8321" y="5414"/>
                      <a:pt x="8348" y="5381"/>
                    </a:cubicBezTo>
                    <a:cubicBezTo>
                      <a:pt x="8381" y="5335"/>
                      <a:pt x="8339" y="5277"/>
                      <a:pt x="8289" y="5277"/>
                    </a:cubicBezTo>
                    <a:cubicBezTo>
                      <a:pt x="8280" y="5277"/>
                      <a:pt x="8270" y="5279"/>
                      <a:pt x="8261" y="5283"/>
                    </a:cubicBezTo>
                    <a:cubicBezTo>
                      <a:pt x="8277" y="3910"/>
                      <a:pt x="8321" y="1376"/>
                      <a:pt x="8212" y="9"/>
                    </a:cubicBezTo>
                    <a:cubicBezTo>
                      <a:pt x="8212" y="3"/>
                      <a:pt x="8207" y="1"/>
                      <a:pt x="8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8"/>
              <p:cNvSpPr/>
              <p:nvPr/>
            </p:nvSpPr>
            <p:spPr>
              <a:xfrm>
                <a:off x="3743006" y="3319684"/>
                <a:ext cx="223333" cy="1054621"/>
              </a:xfrm>
              <a:custGeom>
                <a:rect b="b" l="l" r="r" t="t"/>
                <a:pathLst>
                  <a:path extrusionOk="0" h="41730" w="8837">
                    <a:moveTo>
                      <a:pt x="285" y="3048"/>
                    </a:moveTo>
                    <a:cubicBezTo>
                      <a:pt x="536" y="3151"/>
                      <a:pt x="759" y="3309"/>
                      <a:pt x="950" y="3505"/>
                    </a:cubicBezTo>
                    <a:cubicBezTo>
                      <a:pt x="1010" y="3571"/>
                      <a:pt x="1076" y="3636"/>
                      <a:pt x="1146" y="3691"/>
                    </a:cubicBezTo>
                    <a:cubicBezTo>
                      <a:pt x="1105" y="3696"/>
                      <a:pt x="1064" y="3698"/>
                      <a:pt x="1023" y="3698"/>
                    </a:cubicBezTo>
                    <a:cubicBezTo>
                      <a:pt x="774" y="3698"/>
                      <a:pt x="534" y="3610"/>
                      <a:pt x="285" y="3587"/>
                    </a:cubicBezTo>
                    <a:lnTo>
                      <a:pt x="285" y="3582"/>
                    </a:lnTo>
                    <a:lnTo>
                      <a:pt x="285" y="3048"/>
                    </a:lnTo>
                    <a:close/>
                    <a:moveTo>
                      <a:pt x="5358" y="11107"/>
                    </a:moveTo>
                    <a:lnTo>
                      <a:pt x="5358" y="11107"/>
                    </a:lnTo>
                    <a:cubicBezTo>
                      <a:pt x="5674" y="11428"/>
                      <a:pt x="5996" y="11755"/>
                      <a:pt x="6214" y="12142"/>
                    </a:cubicBezTo>
                    <a:cubicBezTo>
                      <a:pt x="6410" y="12502"/>
                      <a:pt x="6552" y="12888"/>
                      <a:pt x="6633" y="13286"/>
                    </a:cubicBezTo>
                    <a:cubicBezTo>
                      <a:pt x="6584" y="13232"/>
                      <a:pt x="6535" y="13177"/>
                      <a:pt x="6475" y="13134"/>
                    </a:cubicBezTo>
                    <a:cubicBezTo>
                      <a:pt x="6388" y="13074"/>
                      <a:pt x="6296" y="13025"/>
                      <a:pt x="6192" y="12987"/>
                    </a:cubicBezTo>
                    <a:cubicBezTo>
                      <a:pt x="6023" y="12932"/>
                      <a:pt x="5920" y="12829"/>
                      <a:pt x="5789" y="12714"/>
                    </a:cubicBezTo>
                    <a:cubicBezTo>
                      <a:pt x="5789" y="12589"/>
                      <a:pt x="5800" y="12463"/>
                      <a:pt x="5822" y="12344"/>
                    </a:cubicBezTo>
                    <a:cubicBezTo>
                      <a:pt x="5822" y="12338"/>
                      <a:pt x="5822" y="12333"/>
                      <a:pt x="5822" y="12333"/>
                    </a:cubicBezTo>
                    <a:cubicBezTo>
                      <a:pt x="5914" y="12447"/>
                      <a:pt x="6023" y="12556"/>
                      <a:pt x="6143" y="12638"/>
                    </a:cubicBezTo>
                    <a:cubicBezTo>
                      <a:pt x="6145" y="12639"/>
                      <a:pt x="6147" y="12639"/>
                      <a:pt x="6149" y="12639"/>
                    </a:cubicBezTo>
                    <a:cubicBezTo>
                      <a:pt x="6157" y="12639"/>
                      <a:pt x="6164" y="12630"/>
                      <a:pt x="6159" y="12621"/>
                    </a:cubicBezTo>
                    <a:cubicBezTo>
                      <a:pt x="5947" y="12425"/>
                      <a:pt x="5832" y="12147"/>
                      <a:pt x="5696" y="11902"/>
                    </a:cubicBezTo>
                    <a:cubicBezTo>
                      <a:pt x="5549" y="11652"/>
                      <a:pt x="5435" y="11385"/>
                      <a:pt x="5358" y="11107"/>
                    </a:cubicBezTo>
                    <a:close/>
                    <a:moveTo>
                      <a:pt x="258" y="13264"/>
                    </a:moveTo>
                    <a:cubicBezTo>
                      <a:pt x="503" y="13412"/>
                      <a:pt x="792" y="13466"/>
                      <a:pt x="1037" y="13608"/>
                    </a:cubicBezTo>
                    <a:cubicBezTo>
                      <a:pt x="1217" y="13717"/>
                      <a:pt x="1343" y="13864"/>
                      <a:pt x="1479" y="14011"/>
                    </a:cubicBezTo>
                    <a:cubicBezTo>
                      <a:pt x="1435" y="14000"/>
                      <a:pt x="1386" y="14000"/>
                      <a:pt x="1343" y="14000"/>
                    </a:cubicBezTo>
                    <a:cubicBezTo>
                      <a:pt x="999" y="14005"/>
                      <a:pt x="847" y="14174"/>
                      <a:pt x="580" y="14332"/>
                    </a:cubicBezTo>
                    <a:cubicBezTo>
                      <a:pt x="492" y="14278"/>
                      <a:pt x="405" y="14213"/>
                      <a:pt x="329" y="14142"/>
                    </a:cubicBezTo>
                    <a:cubicBezTo>
                      <a:pt x="317" y="14129"/>
                      <a:pt x="298" y="14123"/>
                      <a:pt x="281" y="14123"/>
                    </a:cubicBezTo>
                    <a:cubicBezTo>
                      <a:pt x="275" y="14123"/>
                      <a:pt x="269" y="14124"/>
                      <a:pt x="264" y="14125"/>
                    </a:cubicBezTo>
                    <a:cubicBezTo>
                      <a:pt x="264" y="13837"/>
                      <a:pt x="258" y="13548"/>
                      <a:pt x="258" y="13264"/>
                    </a:cubicBezTo>
                    <a:close/>
                    <a:moveTo>
                      <a:pt x="5495" y="11799"/>
                    </a:moveTo>
                    <a:lnTo>
                      <a:pt x="5495" y="11799"/>
                    </a:lnTo>
                    <a:cubicBezTo>
                      <a:pt x="5582" y="11978"/>
                      <a:pt x="5680" y="12147"/>
                      <a:pt x="5800" y="12305"/>
                    </a:cubicBezTo>
                    <a:cubicBezTo>
                      <a:pt x="5791" y="12300"/>
                      <a:pt x="5782" y="12298"/>
                      <a:pt x="5774" y="12298"/>
                    </a:cubicBezTo>
                    <a:cubicBezTo>
                      <a:pt x="5757" y="12298"/>
                      <a:pt x="5742" y="12309"/>
                      <a:pt x="5734" y="12327"/>
                    </a:cubicBezTo>
                    <a:cubicBezTo>
                      <a:pt x="5593" y="12905"/>
                      <a:pt x="5800" y="13417"/>
                      <a:pt x="6012" y="13956"/>
                    </a:cubicBezTo>
                    <a:cubicBezTo>
                      <a:pt x="6159" y="14332"/>
                      <a:pt x="6312" y="14747"/>
                      <a:pt x="6236" y="15155"/>
                    </a:cubicBezTo>
                    <a:cubicBezTo>
                      <a:pt x="6198" y="15357"/>
                      <a:pt x="6083" y="15548"/>
                      <a:pt x="6023" y="15749"/>
                    </a:cubicBezTo>
                    <a:cubicBezTo>
                      <a:pt x="5985" y="15646"/>
                      <a:pt x="5952" y="15542"/>
                      <a:pt x="5914" y="15439"/>
                    </a:cubicBezTo>
                    <a:cubicBezTo>
                      <a:pt x="5707" y="14817"/>
                      <a:pt x="5604" y="14153"/>
                      <a:pt x="5533" y="13504"/>
                    </a:cubicBezTo>
                    <a:cubicBezTo>
                      <a:pt x="5500" y="13166"/>
                      <a:pt x="5424" y="12801"/>
                      <a:pt x="5456" y="12469"/>
                    </a:cubicBezTo>
                    <a:cubicBezTo>
                      <a:pt x="5484" y="12245"/>
                      <a:pt x="5500" y="12022"/>
                      <a:pt x="5495" y="11799"/>
                    </a:cubicBezTo>
                    <a:close/>
                    <a:moveTo>
                      <a:pt x="269" y="14998"/>
                    </a:moveTo>
                    <a:cubicBezTo>
                      <a:pt x="1178" y="16042"/>
                      <a:pt x="2313" y="17011"/>
                      <a:pt x="2519" y="18419"/>
                    </a:cubicBezTo>
                    <a:cubicBezTo>
                      <a:pt x="2449" y="18376"/>
                      <a:pt x="2372" y="18337"/>
                      <a:pt x="2296" y="18310"/>
                    </a:cubicBezTo>
                    <a:cubicBezTo>
                      <a:pt x="2105" y="18239"/>
                      <a:pt x="1942" y="18239"/>
                      <a:pt x="1757" y="18207"/>
                    </a:cubicBezTo>
                    <a:cubicBezTo>
                      <a:pt x="1757" y="17869"/>
                      <a:pt x="1740" y="17520"/>
                      <a:pt x="1593" y="17209"/>
                    </a:cubicBezTo>
                    <a:cubicBezTo>
                      <a:pt x="1315" y="16626"/>
                      <a:pt x="814" y="16250"/>
                      <a:pt x="269" y="15902"/>
                    </a:cubicBezTo>
                    <a:cubicBezTo>
                      <a:pt x="269" y="15604"/>
                      <a:pt x="269" y="15301"/>
                      <a:pt x="269" y="14998"/>
                    </a:cubicBezTo>
                    <a:close/>
                    <a:moveTo>
                      <a:pt x="5800" y="12899"/>
                    </a:moveTo>
                    <a:lnTo>
                      <a:pt x="5800" y="12899"/>
                    </a:lnTo>
                    <a:cubicBezTo>
                      <a:pt x="5838" y="12937"/>
                      <a:pt x="5887" y="12976"/>
                      <a:pt x="5936" y="13008"/>
                    </a:cubicBezTo>
                    <a:cubicBezTo>
                      <a:pt x="6056" y="13079"/>
                      <a:pt x="6219" y="13106"/>
                      <a:pt x="6328" y="13183"/>
                    </a:cubicBezTo>
                    <a:cubicBezTo>
                      <a:pt x="6541" y="13341"/>
                      <a:pt x="6693" y="13559"/>
                      <a:pt x="6775" y="13809"/>
                    </a:cubicBezTo>
                    <a:cubicBezTo>
                      <a:pt x="6944" y="14316"/>
                      <a:pt x="6955" y="14850"/>
                      <a:pt x="6977" y="15379"/>
                    </a:cubicBezTo>
                    <a:cubicBezTo>
                      <a:pt x="7009" y="16087"/>
                      <a:pt x="7031" y="16795"/>
                      <a:pt x="7075" y="17504"/>
                    </a:cubicBezTo>
                    <a:cubicBezTo>
                      <a:pt x="7113" y="18070"/>
                      <a:pt x="7020" y="18664"/>
                      <a:pt x="7097" y="19231"/>
                    </a:cubicBezTo>
                    <a:cubicBezTo>
                      <a:pt x="7004" y="19187"/>
                      <a:pt x="6917" y="19122"/>
                      <a:pt x="6846" y="19051"/>
                    </a:cubicBezTo>
                    <a:cubicBezTo>
                      <a:pt x="6813" y="18953"/>
                      <a:pt x="6791" y="18855"/>
                      <a:pt x="6770" y="18752"/>
                    </a:cubicBezTo>
                    <a:cubicBezTo>
                      <a:pt x="6764" y="18185"/>
                      <a:pt x="6677" y="17618"/>
                      <a:pt x="6514" y="17073"/>
                    </a:cubicBezTo>
                    <a:cubicBezTo>
                      <a:pt x="6388" y="16654"/>
                      <a:pt x="6219" y="16261"/>
                      <a:pt x="6067" y="15853"/>
                    </a:cubicBezTo>
                    <a:cubicBezTo>
                      <a:pt x="6116" y="15618"/>
                      <a:pt x="6285" y="15406"/>
                      <a:pt x="6307" y="15161"/>
                    </a:cubicBezTo>
                    <a:cubicBezTo>
                      <a:pt x="6334" y="14872"/>
                      <a:pt x="6301" y="14578"/>
                      <a:pt x="6208" y="14305"/>
                    </a:cubicBezTo>
                    <a:cubicBezTo>
                      <a:pt x="6045" y="13809"/>
                      <a:pt x="5843" y="13379"/>
                      <a:pt x="5800" y="12899"/>
                    </a:cubicBezTo>
                    <a:close/>
                    <a:moveTo>
                      <a:pt x="4410" y="37251"/>
                    </a:moveTo>
                    <a:lnTo>
                      <a:pt x="4410" y="37251"/>
                    </a:lnTo>
                    <a:cubicBezTo>
                      <a:pt x="4399" y="37578"/>
                      <a:pt x="4448" y="37899"/>
                      <a:pt x="4541" y="38210"/>
                    </a:cubicBezTo>
                    <a:lnTo>
                      <a:pt x="4541" y="38204"/>
                    </a:lnTo>
                    <a:cubicBezTo>
                      <a:pt x="4596" y="38390"/>
                      <a:pt x="4666" y="38564"/>
                      <a:pt x="4743" y="38738"/>
                    </a:cubicBezTo>
                    <a:cubicBezTo>
                      <a:pt x="4726" y="39272"/>
                      <a:pt x="4666" y="39801"/>
                      <a:pt x="4748" y="40335"/>
                    </a:cubicBezTo>
                    <a:cubicBezTo>
                      <a:pt x="4748" y="40345"/>
                      <a:pt x="4754" y="40349"/>
                      <a:pt x="4761" y="40349"/>
                    </a:cubicBezTo>
                    <a:cubicBezTo>
                      <a:pt x="4769" y="40349"/>
                      <a:pt x="4778" y="40342"/>
                      <a:pt x="4775" y="40329"/>
                    </a:cubicBezTo>
                    <a:cubicBezTo>
                      <a:pt x="4726" y="39850"/>
                      <a:pt x="4797" y="39376"/>
                      <a:pt x="4819" y="38896"/>
                    </a:cubicBezTo>
                    <a:cubicBezTo>
                      <a:pt x="4972" y="39207"/>
                      <a:pt x="5157" y="39507"/>
                      <a:pt x="5358" y="39795"/>
                    </a:cubicBezTo>
                    <a:cubicBezTo>
                      <a:pt x="5348" y="40068"/>
                      <a:pt x="5342" y="40362"/>
                      <a:pt x="5446" y="40618"/>
                    </a:cubicBezTo>
                    <a:cubicBezTo>
                      <a:pt x="5506" y="40771"/>
                      <a:pt x="5582" y="40918"/>
                      <a:pt x="5658" y="41060"/>
                    </a:cubicBezTo>
                    <a:cubicBezTo>
                      <a:pt x="5277" y="41032"/>
                      <a:pt x="4754" y="40869"/>
                      <a:pt x="4508" y="40602"/>
                    </a:cubicBezTo>
                    <a:cubicBezTo>
                      <a:pt x="4263" y="40340"/>
                      <a:pt x="4203" y="40013"/>
                      <a:pt x="4176" y="39681"/>
                    </a:cubicBezTo>
                    <a:cubicBezTo>
                      <a:pt x="4132" y="39087"/>
                      <a:pt x="4345" y="38477"/>
                      <a:pt x="3974" y="37954"/>
                    </a:cubicBezTo>
                    <a:cubicBezTo>
                      <a:pt x="4034" y="37774"/>
                      <a:pt x="4132" y="37605"/>
                      <a:pt x="4258" y="37463"/>
                    </a:cubicBezTo>
                    <a:cubicBezTo>
                      <a:pt x="4318" y="37403"/>
                      <a:pt x="4372" y="37333"/>
                      <a:pt x="4410" y="37251"/>
                    </a:cubicBezTo>
                    <a:close/>
                    <a:moveTo>
                      <a:pt x="195" y="0"/>
                    </a:moveTo>
                    <a:cubicBezTo>
                      <a:pt x="187" y="0"/>
                      <a:pt x="179" y="4"/>
                      <a:pt x="176" y="13"/>
                    </a:cubicBezTo>
                    <a:cubicBezTo>
                      <a:pt x="67" y="1375"/>
                      <a:pt x="111" y="3914"/>
                      <a:pt x="127" y="5287"/>
                    </a:cubicBezTo>
                    <a:cubicBezTo>
                      <a:pt x="117" y="5280"/>
                      <a:pt x="106" y="5277"/>
                      <a:pt x="95" y="5277"/>
                    </a:cubicBezTo>
                    <a:cubicBezTo>
                      <a:pt x="47" y="5277"/>
                      <a:pt x="0" y="5336"/>
                      <a:pt x="40" y="5385"/>
                    </a:cubicBezTo>
                    <a:cubicBezTo>
                      <a:pt x="67" y="5418"/>
                      <a:pt x="100" y="5451"/>
                      <a:pt x="133" y="5483"/>
                    </a:cubicBezTo>
                    <a:cubicBezTo>
                      <a:pt x="144" y="5592"/>
                      <a:pt x="144" y="5718"/>
                      <a:pt x="144" y="5837"/>
                    </a:cubicBezTo>
                    <a:lnTo>
                      <a:pt x="144" y="6028"/>
                    </a:lnTo>
                    <a:cubicBezTo>
                      <a:pt x="116" y="6055"/>
                      <a:pt x="111" y="6094"/>
                      <a:pt x="133" y="6121"/>
                    </a:cubicBezTo>
                    <a:lnTo>
                      <a:pt x="144" y="6132"/>
                    </a:lnTo>
                    <a:lnTo>
                      <a:pt x="149" y="7826"/>
                    </a:lnTo>
                    <a:cubicBezTo>
                      <a:pt x="144" y="7832"/>
                      <a:pt x="144" y="7843"/>
                      <a:pt x="149" y="7848"/>
                    </a:cubicBezTo>
                    <a:lnTo>
                      <a:pt x="149" y="8873"/>
                    </a:lnTo>
                    <a:lnTo>
                      <a:pt x="149" y="8878"/>
                    </a:lnTo>
                    <a:cubicBezTo>
                      <a:pt x="149" y="9434"/>
                      <a:pt x="149" y="9990"/>
                      <a:pt x="155" y="10545"/>
                    </a:cubicBezTo>
                    <a:lnTo>
                      <a:pt x="155" y="11112"/>
                    </a:lnTo>
                    <a:cubicBezTo>
                      <a:pt x="149" y="11123"/>
                      <a:pt x="149" y="11134"/>
                      <a:pt x="155" y="11145"/>
                    </a:cubicBezTo>
                    <a:cubicBezTo>
                      <a:pt x="155" y="12703"/>
                      <a:pt x="133" y="14262"/>
                      <a:pt x="133" y="15820"/>
                    </a:cubicBezTo>
                    <a:cubicBezTo>
                      <a:pt x="130" y="15819"/>
                      <a:pt x="126" y="15818"/>
                      <a:pt x="123" y="15818"/>
                    </a:cubicBezTo>
                    <a:cubicBezTo>
                      <a:pt x="94" y="15818"/>
                      <a:pt x="71" y="15860"/>
                      <a:pt x="100" y="15880"/>
                    </a:cubicBezTo>
                    <a:lnTo>
                      <a:pt x="133" y="15902"/>
                    </a:lnTo>
                    <a:cubicBezTo>
                      <a:pt x="133" y="17215"/>
                      <a:pt x="149" y="18528"/>
                      <a:pt x="187" y="19836"/>
                    </a:cubicBezTo>
                    <a:cubicBezTo>
                      <a:pt x="187" y="19842"/>
                      <a:pt x="194" y="19846"/>
                      <a:pt x="200" y="19846"/>
                    </a:cubicBezTo>
                    <a:cubicBezTo>
                      <a:pt x="205" y="19846"/>
                      <a:pt x="209" y="19843"/>
                      <a:pt x="209" y="19836"/>
                    </a:cubicBezTo>
                    <a:cubicBezTo>
                      <a:pt x="247" y="18795"/>
                      <a:pt x="258" y="17749"/>
                      <a:pt x="264" y="16708"/>
                    </a:cubicBezTo>
                    <a:cubicBezTo>
                      <a:pt x="509" y="17062"/>
                      <a:pt x="705" y="17395"/>
                      <a:pt x="759" y="17842"/>
                    </a:cubicBezTo>
                    <a:cubicBezTo>
                      <a:pt x="830" y="18321"/>
                      <a:pt x="814" y="18790"/>
                      <a:pt x="618" y="19247"/>
                    </a:cubicBezTo>
                    <a:cubicBezTo>
                      <a:pt x="611" y="19265"/>
                      <a:pt x="626" y="19278"/>
                      <a:pt x="642" y="19278"/>
                    </a:cubicBezTo>
                    <a:cubicBezTo>
                      <a:pt x="651" y="19278"/>
                      <a:pt x="661" y="19274"/>
                      <a:pt x="667" y="19264"/>
                    </a:cubicBezTo>
                    <a:cubicBezTo>
                      <a:pt x="1059" y="18386"/>
                      <a:pt x="923" y="17286"/>
                      <a:pt x="269" y="16561"/>
                    </a:cubicBezTo>
                    <a:lnTo>
                      <a:pt x="269" y="15983"/>
                    </a:lnTo>
                    <a:cubicBezTo>
                      <a:pt x="917" y="16403"/>
                      <a:pt x="1560" y="16910"/>
                      <a:pt x="1648" y="17705"/>
                    </a:cubicBezTo>
                    <a:cubicBezTo>
                      <a:pt x="1664" y="17869"/>
                      <a:pt x="1669" y="18032"/>
                      <a:pt x="1664" y="18196"/>
                    </a:cubicBezTo>
                    <a:cubicBezTo>
                      <a:pt x="1626" y="18207"/>
                      <a:pt x="1615" y="18283"/>
                      <a:pt x="1664" y="18294"/>
                    </a:cubicBezTo>
                    <a:cubicBezTo>
                      <a:pt x="1659" y="18534"/>
                      <a:pt x="1664" y="18779"/>
                      <a:pt x="1680" y="19019"/>
                    </a:cubicBezTo>
                    <a:cubicBezTo>
                      <a:pt x="1708" y="19269"/>
                      <a:pt x="1664" y="19667"/>
                      <a:pt x="1827" y="19874"/>
                    </a:cubicBezTo>
                    <a:cubicBezTo>
                      <a:pt x="1832" y="19880"/>
                      <a:pt x="1837" y="19882"/>
                      <a:pt x="1842" y="19882"/>
                    </a:cubicBezTo>
                    <a:cubicBezTo>
                      <a:pt x="1857" y="19882"/>
                      <a:pt x="1872" y="19863"/>
                      <a:pt x="1860" y="19847"/>
                    </a:cubicBezTo>
                    <a:cubicBezTo>
                      <a:pt x="1757" y="19700"/>
                      <a:pt x="1784" y="19307"/>
                      <a:pt x="1773" y="19144"/>
                    </a:cubicBezTo>
                    <a:cubicBezTo>
                      <a:pt x="1768" y="19089"/>
                      <a:pt x="1768" y="19035"/>
                      <a:pt x="1762" y="18980"/>
                    </a:cubicBezTo>
                    <a:lnTo>
                      <a:pt x="1762" y="18980"/>
                    </a:lnTo>
                    <a:cubicBezTo>
                      <a:pt x="2018" y="19068"/>
                      <a:pt x="2193" y="19253"/>
                      <a:pt x="2378" y="19427"/>
                    </a:cubicBezTo>
                    <a:cubicBezTo>
                      <a:pt x="2351" y="19427"/>
                      <a:pt x="2329" y="19449"/>
                      <a:pt x="2334" y="19471"/>
                    </a:cubicBezTo>
                    <a:cubicBezTo>
                      <a:pt x="2465" y="19918"/>
                      <a:pt x="2171" y="20386"/>
                      <a:pt x="1975" y="20773"/>
                    </a:cubicBezTo>
                    <a:cubicBezTo>
                      <a:pt x="1773" y="21182"/>
                      <a:pt x="1555" y="21585"/>
                      <a:pt x="1353" y="21994"/>
                    </a:cubicBezTo>
                    <a:cubicBezTo>
                      <a:pt x="1010" y="22680"/>
                      <a:pt x="798" y="23400"/>
                      <a:pt x="896" y="24168"/>
                    </a:cubicBezTo>
                    <a:cubicBezTo>
                      <a:pt x="896" y="24180"/>
                      <a:pt x="905" y="24185"/>
                      <a:pt x="915" y="24185"/>
                    </a:cubicBezTo>
                    <a:cubicBezTo>
                      <a:pt x="929" y="24185"/>
                      <a:pt x="945" y="24175"/>
                      <a:pt x="945" y="24157"/>
                    </a:cubicBezTo>
                    <a:cubicBezTo>
                      <a:pt x="912" y="23530"/>
                      <a:pt x="1070" y="22964"/>
                      <a:pt x="1304" y="22413"/>
                    </a:cubicBezTo>
                    <a:cubicBezTo>
                      <a:pt x="1370" y="22762"/>
                      <a:pt x="1544" y="23067"/>
                      <a:pt x="1659" y="23400"/>
                    </a:cubicBezTo>
                    <a:cubicBezTo>
                      <a:pt x="1822" y="23857"/>
                      <a:pt x="1773" y="24310"/>
                      <a:pt x="1669" y="24778"/>
                    </a:cubicBezTo>
                    <a:cubicBezTo>
                      <a:pt x="1663" y="24794"/>
                      <a:pt x="1682" y="24805"/>
                      <a:pt x="1699" y="24805"/>
                    </a:cubicBezTo>
                    <a:cubicBezTo>
                      <a:pt x="1711" y="24805"/>
                      <a:pt x="1722" y="24800"/>
                      <a:pt x="1724" y="24789"/>
                    </a:cubicBezTo>
                    <a:cubicBezTo>
                      <a:pt x="1817" y="24413"/>
                      <a:pt x="1909" y="23977"/>
                      <a:pt x="1811" y="23596"/>
                    </a:cubicBezTo>
                    <a:cubicBezTo>
                      <a:pt x="1697" y="23171"/>
                      <a:pt x="1479" y="22784"/>
                      <a:pt x="1375" y="22359"/>
                    </a:cubicBezTo>
                    <a:cubicBezTo>
                      <a:pt x="1370" y="22342"/>
                      <a:pt x="1359" y="22332"/>
                      <a:pt x="1343" y="22326"/>
                    </a:cubicBezTo>
                    <a:cubicBezTo>
                      <a:pt x="1462" y="22054"/>
                      <a:pt x="1604" y="21781"/>
                      <a:pt x="1746" y="21509"/>
                    </a:cubicBezTo>
                    <a:cubicBezTo>
                      <a:pt x="1773" y="21950"/>
                      <a:pt x="1996" y="22381"/>
                      <a:pt x="2029" y="22822"/>
                    </a:cubicBezTo>
                    <a:cubicBezTo>
                      <a:pt x="2029" y="22838"/>
                      <a:pt x="2044" y="22846"/>
                      <a:pt x="2059" y="22846"/>
                    </a:cubicBezTo>
                    <a:cubicBezTo>
                      <a:pt x="2074" y="22846"/>
                      <a:pt x="2089" y="22838"/>
                      <a:pt x="2089" y="22822"/>
                    </a:cubicBezTo>
                    <a:cubicBezTo>
                      <a:pt x="2073" y="22310"/>
                      <a:pt x="1877" y="21830"/>
                      <a:pt x="1855" y="21318"/>
                    </a:cubicBezTo>
                    <a:cubicBezTo>
                      <a:pt x="2056" y="20953"/>
                      <a:pt x="2231" y="20582"/>
                      <a:pt x="2378" y="20196"/>
                    </a:cubicBezTo>
                    <a:cubicBezTo>
                      <a:pt x="2465" y="19950"/>
                      <a:pt x="2519" y="19716"/>
                      <a:pt x="2421" y="19476"/>
                    </a:cubicBezTo>
                    <a:lnTo>
                      <a:pt x="2421" y="19476"/>
                    </a:lnTo>
                    <a:cubicBezTo>
                      <a:pt x="2536" y="19585"/>
                      <a:pt x="2667" y="19678"/>
                      <a:pt x="2808" y="19749"/>
                    </a:cubicBezTo>
                    <a:cubicBezTo>
                      <a:pt x="2797" y="19754"/>
                      <a:pt x="2792" y="19765"/>
                      <a:pt x="2797" y="19776"/>
                    </a:cubicBezTo>
                    <a:cubicBezTo>
                      <a:pt x="2852" y="20054"/>
                      <a:pt x="2895" y="20266"/>
                      <a:pt x="3043" y="20517"/>
                    </a:cubicBezTo>
                    <a:cubicBezTo>
                      <a:pt x="3075" y="20572"/>
                      <a:pt x="3113" y="20626"/>
                      <a:pt x="3157" y="20675"/>
                    </a:cubicBezTo>
                    <a:cubicBezTo>
                      <a:pt x="2454" y="21187"/>
                      <a:pt x="2797" y="22261"/>
                      <a:pt x="2318" y="22904"/>
                    </a:cubicBezTo>
                    <a:cubicBezTo>
                      <a:pt x="2301" y="22929"/>
                      <a:pt x="2323" y="22957"/>
                      <a:pt x="2346" y="22957"/>
                    </a:cubicBezTo>
                    <a:cubicBezTo>
                      <a:pt x="2353" y="22957"/>
                      <a:pt x="2360" y="22954"/>
                      <a:pt x="2367" y="22947"/>
                    </a:cubicBezTo>
                    <a:cubicBezTo>
                      <a:pt x="2650" y="22729"/>
                      <a:pt x="2732" y="22413"/>
                      <a:pt x="2770" y="22081"/>
                    </a:cubicBezTo>
                    <a:cubicBezTo>
                      <a:pt x="2939" y="22353"/>
                      <a:pt x="3157" y="22588"/>
                      <a:pt x="3244" y="22915"/>
                    </a:cubicBezTo>
                    <a:cubicBezTo>
                      <a:pt x="3359" y="23372"/>
                      <a:pt x="3397" y="23846"/>
                      <a:pt x="3348" y="24315"/>
                    </a:cubicBezTo>
                    <a:cubicBezTo>
                      <a:pt x="3271" y="25100"/>
                      <a:pt x="3075" y="25868"/>
                      <a:pt x="3048" y="26653"/>
                    </a:cubicBezTo>
                    <a:cubicBezTo>
                      <a:pt x="2983" y="26587"/>
                      <a:pt x="2917" y="26527"/>
                      <a:pt x="2846" y="26473"/>
                    </a:cubicBezTo>
                    <a:cubicBezTo>
                      <a:pt x="2716" y="26375"/>
                      <a:pt x="2585" y="26277"/>
                      <a:pt x="2460" y="26179"/>
                    </a:cubicBezTo>
                    <a:cubicBezTo>
                      <a:pt x="2628" y="25824"/>
                      <a:pt x="2678" y="25367"/>
                      <a:pt x="2650" y="24985"/>
                    </a:cubicBezTo>
                    <a:cubicBezTo>
                      <a:pt x="2612" y="24489"/>
                      <a:pt x="2345" y="24059"/>
                      <a:pt x="2307" y="23574"/>
                    </a:cubicBezTo>
                    <a:cubicBezTo>
                      <a:pt x="2307" y="23566"/>
                      <a:pt x="2297" y="23562"/>
                      <a:pt x="2288" y="23562"/>
                    </a:cubicBezTo>
                    <a:cubicBezTo>
                      <a:pt x="2278" y="23562"/>
                      <a:pt x="2269" y="23566"/>
                      <a:pt x="2269" y="23574"/>
                    </a:cubicBezTo>
                    <a:cubicBezTo>
                      <a:pt x="2258" y="23983"/>
                      <a:pt x="2470" y="24359"/>
                      <a:pt x="2509" y="24762"/>
                    </a:cubicBezTo>
                    <a:cubicBezTo>
                      <a:pt x="2552" y="25241"/>
                      <a:pt x="2427" y="25650"/>
                      <a:pt x="2372" y="26108"/>
                    </a:cubicBezTo>
                    <a:cubicBezTo>
                      <a:pt x="1871" y="25699"/>
                      <a:pt x="1462" y="25263"/>
                      <a:pt x="1370" y="24571"/>
                    </a:cubicBezTo>
                    <a:cubicBezTo>
                      <a:pt x="1367" y="24557"/>
                      <a:pt x="1358" y="24551"/>
                      <a:pt x="1347" y="24551"/>
                    </a:cubicBezTo>
                    <a:cubicBezTo>
                      <a:pt x="1332" y="24551"/>
                      <a:pt x="1315" y="24563"/>
                      <a:pt x="1315" y="24582"/>
                    </a:cubicBezTo>
                    <a:cubicBezTo>
                      <a:pt x="1353" y="25247"/>
                      <a:pt x="1724" y="25770"/>
                      <a:pt x="2258" y="26179"/>
                    </a:cubicBezTo>
                    <a:cubicBezTo>
                      <a:pt x="2514" y="26375"/>
                      <a:pt x="2776" y="26554"/>
                      <a:pt x="2999" y="26778"/>
                    </a:cubicBezTo>
                    <a:cubicBezTo>
                      <a:pt x="2732" y="27377"/>
                      <a:pt x="2786" y="28080"/>
                      <a:pt x="2885" y="28707"/>
                    </a:cubicBezTo>
                    <a:cubicBezTo>
                      <a:pt x="2939" y="29045"/>
                      <a:pt x="3026" y="29377"/>
                      <a:pt x="3113" y="29715"/>
                    </a:cubicBezTo>
                    <a:cubicBezTo>
                      <a:pt x="3111" y="29714"/>
                      <a:pt x="3108" y="29714"/>
                      <a:pt x="3105" y="29714"/>
                    </a:cubicBezTo>
                    <a:cubicBezTo>
                      <a:pt x="3086" y="29714"/>
                      <a:pt x="3069" y="29728"/>
                      <a:pt x="3064" y="29742"/>
                    </a:cubicBezTo>
                    <a:cubicBezTo>
                      <a:pt x="2928" y="30189"/>
                      <a:pt x="2618" y="30554"/>
                      <a:pt x="2541" y="31017"/>
                    </a:cubicBezTo>
                    <a:cubicBezTo>
                      <a:pt x="2378" y="31284"/>
                      <a:pt x="2220" y="31573"/>
                      <a:pt x="2214" y="31884"/>
                    </a:cubicBezTo>
                    <a:cubicBezTo>
                      <a:pt x="2209" y="32260"/>
                      <a:pt x="2318" y="32614"/>
                      <a:pt x="2383" y="32984"/>
                    </a:cubicBezTo>
                    <a:cubicBezTo>
                      <a:pt x="2383" y="32991"/>
                      <a:pt x="2387" y="32994"/>
                      <a:pt x="2392" y="32994"/>
                    </a:cubicBezTo>
                    <a:cubicBezTo>
                      <a:pt x="2398" y="32994"/>
                      <a:pt x="2405" y="32988"/>
                      <a:pt x="2405" y="32979"/>
                    </a:cubicBezTo>
                    <a:cubicBezTo>
                      <a:pt x="2389" y="32619"/>
                      <a:pt x="2242" y="32249"/>
                      <a:pt x="2285" y="31889"/>
                    </a:cubicBezTo>
                    <a:cubicBezTo>
                      <a:pt x="2323" y="31649"/>
                      <a:pt x="2405" y="31415"/>
                      <a:pt x="2525" y="31202"/>
                    </a:cubicBezTo>
                    <a:lnTo>
                      <a:pt x="2525" y="31202"/>
                    </a:lnTo>
                    <a:cubicBezTo>
                      <a:pt x="2503" y="31682"/>
                      <a:pt x="2623" y="32118"/>
                      <a:pt x="2841" y="32548"/>
                    </a:cubicBezTo>
                    <a:cubicBezTo>
                      <a:pt x="2843" y="32552"/>
                      <a:pt x="2845" y="32553"/>
                      <a:pt x="2848" y="32553"/>
                    </a:cubicBezTo>
                    <a:cubicBezTo>
                      <a:pt x="2854" y="32553"/>
                      <a:pt x="2861" y="32547"/>
                      <a:pt x="2857" y="32543"/>
                    </a:cubicBezTo>
                    <a:cubicBezTo>
                      <a:pt x="2661" y="32042"/>
                      <a:pt x="2530" y="31491"/>
                      <a:pt x="2656" y="30963"/>
                    </a:cubicBezTo>
                    <a:cubicBezTo>
                      <a:pt x="2656" y="30952"/>
                      <a:pt x="2656" y="30946"/>
                      <a:pt x="2656" y="30941"/>
                    </a:cubicBezTo>
                    <a:cubicBezTo>
                      <a:pt x="2667" y="30897"/>
                      <a:pt x="2678" y="30848"/>
                      <a:pt x="2694" y="30805"/>
                    </a:cubicBezTo>
                    <a:cubicBezTo>
                      <a:pt x="2721" y="30723"/>
                      <a:pt x="2759" y="30636"/>
                      <a:pt x="2803" y="30559"/>
                    </a:cubicBezTo>
                    <a:cubicBezTo>
                      <a:pt x="2879" y="31224"/>
                      <a:pt x="3228" y="31758"/>
                      <a:pt x="3528" y="32330"/>
                    </a:cubicBezTo>
                    <a:cubicBezTo>
                      <a:pt x="3524" y="32329"/>
                      <a:pt x="3520" y="32329"/>
                      <a:pt x="3516" y="32329"/>
                    </a:cubicBezTo>
                    <a:cubicBezTo>
                      <a:pt x="3499" y="32329"/>
                      <a:pt x="3483" y="32340"/>
                      <a:pt x="3479" y="32358"/>
                    </a:cubicBezTo>
                    <a:cubicBezTo>
                      <a:pt x="3391" y="32690"/>
                      <a:pt x="3266" y="33039"/>
                      <a:pt x="3255" y="33382"/>
                    </a:cubicBezTo>
                    <a:cubicBezTo>
                      <a:pt x="3250" y="33714"/>
                      <a:pt x="3288" y="34052"/>
                      <a:pt x="3375" y="34379"/>
                    </a:cubicBezTo>
                    <a:cubicBezTo>
                      <a:pt x="3484" y="34864"/>
                      <a:pt x="3751" y="35720"/>
                      <a:pt x="3380" y="36161"/>
                    </a:cubicBezTo>
                    <a:cubicBezTo>
                      <a:pt x="3369" y="36176"/>
                      <a:pt x="3382" y="36192"/>
                      <a:pt x="3398" y="36192"/>
                    </a:cubicBezTo>
                    <a:cubicBezTo>
                      <a:pt x="3405" y="36192"/>
                      <a:pt x="3412" y="36189"/>
                      <a:pt x="3419" y="36183"/>
                    </a:cubicBezTo>
                    <a:cubicBezTo>
                      <a:pt x="3707" y="35856"/>
                      <a:pt x="3637" y="35246"/>
                      <a:pt x="3566" y="34848"/>
                    </a:cubicBezTo>
                    <a:cubicBezTo>
                      <a:pt x="3484" y="34412"/>
                      <a:pt x="3326" y="33965"/>
                      <a:pt x="3348" y="33513"/>
                    </a:cubicBezTo>
                    <a:cubicBezTo>
                      <a:pt x="3364" y="33137"/>
                      <a:pt x="3489" y="32783"/>
                      <a:pt x="3571" y="32412"/>
                    </a:cubicBezTo>
                    <a:cubicBezTo>
                      <a:pt x="3642" y="32554"/>
                      <a:pt x="3713" y="32701"/>
                      <a:pt x="3773" y="32854"/>
                    </a:cubicBezTo>
                    <a:cubicBezTo>
                      <a:pt x="3974" y="33333"/>
                      <a:pt x="4083" y="33845"/>
                      <a:pt x="4094" y="34363"/>
                    </a:cubicBezTo>
                    <a:cubicBezTo>
                      <a:pt x="4111" y="34837"/>
                      <a:pt x="4149" y="35311"/>
                      <a:pt x="3969" y="35758"/>
                    </a:cubicBezTo>
                    <a:cubicBezTo>
                      <a:pt x="3962" y="35779"/>
                      <a:pt x="3980" y="35793"/>
                      <a:pt x="3997" y="35793"/>
                    </a:cubicBezTo>
                    <a:cubicBezTo>
                      <a:pt x="4006" y="35793"/>
                      <a:pt x="4014" y="35789"/>
                      <a:pt x="4018" y="35780"/>
                    </a:cubicBezTo>
                    <a:cubicBezTo>
                      <a:pt x="4214" y="35327"/>
                      <a:pt x="4192" y="34853"/>
                      <a:pt x="4192" y="34374"/>
                    </a:cubicBezTo>
                    <a:lnTo>
                      <a:pt x="4192" y="34319"/>
                    </a:lnTo>
                    <a:cubicBezTo>
                      <a:pt x="4361" y="34575"/>
                      <a:pt x="4541" y="34848"/>
                      <a:pt x="4563" y="35148"/>
                    </a:cubicBezTo>
                    <a:cubicBezTo>
                      <a:pt x="4579" y="35442"/>
                      <a:pt x="4568" y="35736"/>
                      <a:pt x="4530" y="36025"/>
                    </a:cubicBezTo>
                    <a:cubicBezTo>
                      <a:pt x="4519" y="36025"/>
                      <a:pt x="4508" y="36036"/>
                      <a:pt x="4503" y="36041"/>
                    </a:cubicBezTo>
                    <a:cubicBezTo>
                      <a:pt x="4089" y="36564"/>
                      <a:pt x="3500" y="36880"/>
                      <a:pt x="3261" y="37529"/>
                    </a:cubicBezTo>
                    <a:cubicBezTo>
                      <a:pt x="3037" y="38134"/>
                      <a:pt x="3124" y="38657"/>
                      <a:pt x="3255" y="39272"/>
                    </a:cubicBezTo>
                    <a:cubicBezTo>
                      <a:pt x="3255" y="39278"/>
                      <a:pt x="3259" y="39281"/>
                      <a:pt x="3263" y="39281"/>
                    </a:cubicBezTo>
                    <a:cubicBezTo>
                      <a:pt x="3266" y="39281"/>
                      <a:pt x="3269" y="39278"/>
                      <a:pt x="3266" y="39272"/>
                    </a:cubicBezTo>
                    <a:cubicBezTo>
                      <a:pt x="3173" y="38575"/>
                      <a:pt x="3124" y="37910"/>
                      <a:pt x="3517" y="37278"/>
                    </a:cubicBezTo>
                    <a:cubicBezTo>
                      <a:pt x="3707" y="36973"/>
                      <a:pt x="3974" y="36750"/>
                      <a:pt x="4252" y="36510"/>
                    </a:cubicBezTo>
                    <a:cubicBezTo>
                      <a:pt x="4339" y="36439"/>
                      <a:pt x="4421" y="36363"/>
                      <a:pt x="4497" y="36281"/>
                    </a:cubicBezTo>
                    <a:lnTo>
                      <a:pt x="4497" y="36281"/>
                    </a:lnTo>
                    <a:cubicBezTo>
                      <a:pt x="4497" y="36308"/>
                      <a:pt x="4487" y="36335"/>
                      <a:pt x="4487" y="36363"/>
                    </a:cubicBezTo>
                    <a:cubicBezTo>
                      <a:pt x="4448" y="36619"/>
                      <a:pt x="4416" y="36869"/>
                      <a:pt x="4405" y="37120"/>
                    </a:cubicBezTo>
                    <a:cubicBezTo>
                      <a:pt x="4388" y="37120"/>
                      <a:pt x="4372" y="37125"/>
                      <a:pt x="4361" y="37142"/>
                    </a:cubicBezTo>
                    <a:cubicBezTo>
                      <a:pt x="4247" y="37354"/>
                      <a:pt x="4062" y="37512"/>
                      <a:pt x="3958" y="37730"/>
                    </a:cubicBezTo>
                    <a:cubicBezTo>
                      <a:pt x="3871" y="37916"/>
                      <a:pt x="3811" y="38101"/>
                      <a:pt x="3767" y="38297"/>
                    </a:cubicBezTo>
                    <a:cubicBezTo>
                      <a:pt x="3675" y="38684"/>
                      <a:pt x="3669" y="39082"/>
                      <a:pt x="3751" y="39469"/>
                    </a:cubicBezTo>
                    <a:cubicBezTo>
                      <a:pt x="3751" y="39477"/>
                      <a:pt x="3756" y="39481"/>
                      <a:pt x="3762" y="39481"/>
                    </a:cubicBezTo>
                    <a:cubicBezTo>
                      <a:pt x="3767" y="39481"/>
                      <a:pt x="3773" y="39477"/>
                      <a:pt x="3773" y="39469"/>
                    </a:cubicBezTo>
                    <a:cubicBezTo>
                      <a:pt x="3718" y="39005"/>
                      <a:pt x="3773" y="38537"/>
                      <a:pt x="3920" y="38101"/>
                    </a:cubicBezTo>
                    <a:cubicBezTo>
                      <a:pt x="3920" y="38090"/>
                      <a:pt x="3925" y="38079"/>
                      <a:pt x="3931" y="38074"/>
                    </a:cubicBezTo>
                    <a:cubicBezTo>
                      <a:pt x="4345" y="38711"/>
                      <a:pt x="3931" y="39567"/>
                      <a:pt x="4230" y="40259"/>
                    </a:cubicBezTo>
                    <a:cubicBezTo>
                      <a:pt x="4459" y="40793"/>
                      <a:pt x="5091" y="41087"/>
                      <a:pt x="5680" y="41103"/>
                    </a:cubicBezTo>
                    <a:cubicBezTo>
                      <a:pt x="5794" y="41310"/>
                      <a:pt x="5914" y="41512"/>
                      <a:pt x="6018" y="41719"/>
                    </a:cubicBezTo>
                    <a:cubicBezTo>
                      <a:pt x="6022" y="41727"/>
                      <a:pt x="6028" y="41729"/>
                      <a:pt x="6034" y="41729"/>
                    </a:cubicBezTo>
                    <a:cubicBezTo>
                      <a:pt x="6046" y="41729"/>
                      <a:pt x="6058" y="41719"/>
                      <a:pt x="6050" y="41708"/>
                    </a:cubicBezTo>
                    <a:cubicBezTo>
                      <a:pt x="5958" y="41501"/>
                      <a:pt x="5843" y="41305"/>
                      <a:pt x="5734" y="41103"/>
                    </a:cubicBezTo>
                    <a:lnTo>
                      <a:pt x="5756" y="41103"/>
                    </a:lnTo>
                    <a:cubicBezTo>
                      <a:pt x="5783" y="41103"/>
                      <a:pt x="5783" y="41071"/>
                      <a:pt x="5762" y="41071"/>
                    </a:cubicBezTo>
                    <a:lnTo>
                      <a:pt x="5713" y="41071"/>
                    </a:lnTo>
                    <a:cubicBezTo>
                      <a:pt x="5674" y="40989"/>
                      <a:pt x="5631" y="40907"/>
                      <a:pt x="5598" y="40825"/>
                    </a:cubicBezTo>
                    <a:cubicBezTo>
                      <a:pt x="5473" y="40537"/>
                      <a:pt x="5418" y="40226"/>
                      <a:pt x="5435" y="39910"/>
                    </a:cubicBezTo>
                    <a:lnTo>
                      <a:pt x="5435" y="39910"/>
                    </a:lnTo>
                    <a:cubicBezTo>
                      <a:pt x="5767" y="40368"/>
                      <a:pt x="6138" y="40804"/>
                      <a:pt x="6541" y="41207"/>
                    </a:cubicBezTo>
                    <a:cubicBezTo>
                      <a:pt x="6544" y="41210"/>
                      <a:pt x="6549" y="41212"/>
                      <a:pt x="6553" y="41212"/>
                    </a:cubicBezTo>
                    <a:cubicBezTo>
                      <a:pt x="6569" y="41212"/>
                      <a:pt x="6586" y="41192"/>
                      <a:pt x="6574" y="41180"/>
                    </a:cubicBezTo>
                    <a:cubicBezTo>
                      <a:pt x="6394" y="40989"/>
                      <a:pt x="6225" y="40793"/>
                      <a:pt x="6061" y="40591"/>
                    </a:cubicBezTo>
                    <a:lnTo>
                      <a:pt x="6061" y="40591"/>
                    </a:lnTo>
                    <a:cubicBezTo>
                      <a:pt x="6149" y="40646"/>
                      <a:pt x="6247" y="40700"/>
                      <a:pt x="6334" y="40744"/>
                    </a:cubicBezTo>
                    <a:cubicBezTo>
                      <a:pt x="6584" y="40885"/>
                      <a:pt x="6819" y="41032"/>
                      <a:pt x="6939" y="41299"/>
                    </a:cubicBezTo>
                    <a:cubicBezTo>
                      <a:pt x="6941" y="41305"/>
                      <a:pt x="6945" y="41308"/>
                      <a:pt x="6950" y="41308"/>
                    </a:cubicBezTo>
                    <a:cubicBezTo>
                      <a:pt x="6959" y="41308"/>
                      <a:pt x="6969" y="41299"/>
                      <a:pt x="6966" y="41289"/>
                    </a:cubicBezTo>
                    <a:cubicBezTo>
                      <a:pt x="6879" y="41065"/>
                      <a:pt x="6710" y="40913"/>
                      <a:pt x="6508" y="40782"/>
                    </a:cubicBezTo>
                    <a:cubicBezTo>
                      <a:pt x="6383" y="40705"/>
                      <a:pt x="6257" y="40635"/>
                      <a:pt x="6143" y="40553"/>
                    </a:cubicBezTo>
                    <a:cubicBezTo>
                      <a:pt x="6045" y="40482"/>
                      <a:pt x="5969" y="40395"/>
                      <a:pt x="5871" y="40319"/>
                    </a:cubicBezTo>
                    <a:cubicBezTo>
                      <a:pt x="5865" y="40313"/>
                      <a:pt x="5860" y="40313"/>
                      <a:pt x="5849" y="40313"/>
                    </a:cubicBezTo>
                    <a:cubicBezTo>
                      <a:pt x="5707" y="40122"/>
                      <a:pt x="5565" y="39921"/>
                      <a:pt x="5435" y="39719"/>
                    </a:cubicBezTo>
                    <a:lnTo>
                      <a:pt x="5435" y="39681"/>
                    </a:lnTo>
                    <a:cubicBezTo>
                      <a:pt x="5435" y="39659"/>
                      <a:pt x="5416" y="39640"/>
                      <a:pt x="5395" y="39640"/>
                    </a:cubicBezTo>
                    <a:cubicBezTo>
                      <a:pt x="5390" y="39640"/>
                      <a:pt x="5385" y="39641"/>
                      <a:pt x="5380" y="39643"/>
                    </a:cubicBezTo>
                    <a:cubicBezTo>
                      <a:pt x="5364" y="39610"/>
                      <a:pt x="5342" y="39578"/>
                      <a:pt x="5320" y="39550"/>
                    </a:cubicBezTo>
                    <a:cubicBezTo>
                      <a:pt x="4972" y="38994"/>
                      <a:pt x="4617" y="38373"/>
                      <a:pt x="4536" y="37714"/>
                    </a:cubicBezTo>
                    <a:cubicBezTo>
                      <a:pt x="4448" y="36995"/>
                      <a:pt x="4650" y="36275"/>
                      <a:pt x="4694" y="35556"/>
                    </a:cubicBezTo>
                    <a:cubicBezTo>
                      <a:pt x="4721" y="35000"/>
                      <a:pt x="4530" y="34586"/>
                      <a:pt x="4181" y="34145"/>
                    </a:cubicBezTo>
                    <a:cubicBezTo>
                      <a:pt x="4165" y="33813"/>
                      <a:pt x="4105" y="33486"/>
                      <a:pt x="4002" y="33170"/>
                    </a:cubicBezTo>
                    <a:cubicBezTo>
                      <a:pt x="3838" y="32695"/>
                      <a:pt x="3582" y="32292"/>
                      <a:pt x="3348" y="31856"/>
                    </a:cubicBezTo>
                    <a:cubicBezTo>
                      <a:pt x="3113" y="31415"/>
                      <a:pt x="2983" y="30957"/>
                      <a:pt x="2879" y="30467"/>
                    </a:cubicBezTo>
                    <a:cubicBezTo>
                      <a:pt x="2879" y="30456"/>
                      <a:pt x="2874" y="30451"/>
                      <a:pt x="2863" y="30445"/>
                    </a:cubicBezTo>
                    <a:cubicBezTo>
                      <a:pt x="2972" y="30243"/>
                      <a:pt x="3092" y="30053"/>
                      <a:pt x="3135" y="29840"/>
                    </a:cubicBezTo>
                    <a:cubicBezTo>
                      <a:pt x="3239" y="30243"/>
                      <a:pt x="3326" y="30647"/>
                      <a:pt x="3342" y="31050"/>
                    </a:cubicBezTo>
                    <a:cubicBezTo>
                      <a:pt x="3342" y="31061"/>
                      <a:pt x="3353" y="31068"/>
                      <a:pt x="3363" y="31068"/>
                    </a:cubicBezTo>
                    <a:cubicBezTo>
                      <a:pt x="3372" y="31068"/>
                      <a:pt x="3380" y="31063"/>
                      <a:pt x="3380" y="31050"/>
                    </a:cubicBezTo>
                    <a:cubicBezTo>
                      <a:pt x="3380" y="30352"/>
                      <a:pt x="3124" y="29655"/>
                      <a:pt x="3015" y="28963"/>
                    </a:cubicBezTo>
                    <a:cubicBezTo>
                      <a:pt x="2994" y="28843"/>
                      <a:pt x="2972" y="28712"/>
                      <a:pt x="2955" y="28587"/>
                    </a:cubicBezTo>
                    <a:lnTo>
                      <a:pt x="2955" y="28587"/>
                    </a:lnTo>
                    <a:cubicBezTo>
                      <a:pt x="3250" y="28963"/>
                      <a:pt x="3642" y="29290"/>
                      <a:pt x="3860" y="29709"/>
                    </a:cubicBezTo>
                    <a:cubicBezTo>
                      <a:pt x="4007" y="29993"/>
                      <a:pt x="4105" y="30298"/>
                      <a:pt x="4067" y="30625"/>
                    </a:cubicBezTo>
                    <a:cubicBezTo>
                      <a:pt x="4045" y="30794"/>
                      <a:pt x="4040" y="30963"/>
                      <a:pt x="4056" y="31132"/>
                    </a:cubicBezTo>
                    <a:cubicBezTo>
                      <a:pt x="4059" y="31149"/>
                      <a:pt x="4070" y="31156"/>
                      <a:pt x="4081" y="31156"/>
                    </a:cubicBezTo>
                    <a:cubicBezTo>
                      <a:pt x="4095" y="31156"/>
                      <a:pt x="4111" y="31144"/>
                      <a:pt x="4111" y="31126"/>
                    </a:cubicBezTo>
                    <a:cubicBezTo>
                      <a:pt x="4083" y="30832"/>
                      <a:pt x="4192" y="30549"/>
                      <a:pt x="4138" y="30254"/>
                    </a:cubicBezTo>
                    <a:cubicBezTo>
                      <a:pt x="4100" y="30053"/>
                      <a:pt x="4034" y="29857"/>
                      <a:pt x="3931" y="29677"/>
                    </a:cubicBezTo>
                    <a:cubicBezTo>
                      <a:pt x="3669" y="29230"/>
                      <a:pt x="3282" y="28859"/>
                      <a:pt x="2955" y="28462"/>
                    </a:cubicBezTo>
                    <a:cubicBezTo>
                      <a:pt x="2950" y="28456"/>
                      <a:pt x="2945" y="28456"/>
                      <a:pt x="2939" y="28451"/>
                    </a:cubicBezTo>
                    <a:cubicBezTo>
                      <a:pt x="2928" y="28336"/>
                      <a:pt x="2917" y="28227"/>
                      <a:pt x="2912" y="28113"/>
                    </a:cubicBezTo>
                    <a:lnTo>
                      <a:pt x="2912" y="28113"/>
                    </a:lnTo>
                    <a:cubicBezTo>
                      <a:pt x="3560" y="28658"/>
                      <a:pt x="4176" y="29268"/>
                      <a:pt x="4378" y="30102"/>
                    </a:cubicBezTo>
                    <a:cubicBezTo>
                      <a:pt x="4579" y="30952"/>
                      <a:pt x="4405" y="31775"/>
                      <a:pt x="4416" y="32636"/>
                    </a:cubicBezTo>
                    <a:cubicBezTo>
                      <a:pt x="4416" y="32641"/>
                      <a:pt x="4420" y="32644"/>
                      <a:pt x="4424" y="32644"/>
                    </a:cubicBezTo>
                    <a:cubicBezTo>
                      <a:pt x="4428" y="32644"/>
                      <a:pt x="4432" y="32641"/>
                      <a:pt x="4432" y="32636"/>
                    </a:cubicBezTo>
                    <a:cubicBezTo>
                      <a:pt x="4497" y="31682"/>
                      <a:pt x="4715" y="30805"/>
                      <a:pt x="4416" y="29867"/>
                    </a:cubicBezTo>
                    <a:cubicBezTo>
                      <a:pt x="4165" y="29072"/>
                      <a:pt x="3544" y="28522"/>
                      <a:pt x="2912" y="27993"/>
                    </a:cubicBezTo>
                    <a:lnTo>
                      <a:pt x="2906" y="27993"/>
                    </a:lnTo>
                    <a:cubicBezTo>
                      <a:pt x="2879" y="27606"/>
                      <a:pt x="2939" y="27225"/>
                      <a:pt x="3081" y="26871"/>
                    </a:cubicBezTo>
                    <a:cubicBezTo>
                      <a:pt x="3190" y="26985"/>
                      <a:pt x="3277" y="27116"/>
                      <a:pt x="3353" y="27257"/>
                    </a:cubicBezTo>
                    <a:cubicBezTo>
                      <a:pt x="3506" y="27579"/>
                      <a:pt x="3637" y="27917"/>
                      <a:pt x="3746" y="28260"/>
                    </a:cubicBezTo>
                    <a:cubicBezTo>
                      <a:pt x="3750" y="28274"/>
                      <a:pt x="3762" y="28280"/>
                      <a:pt x="3775" y="28280"/>
                    </a:cubicBezTo>
                    <a:cubicBezTo>
                      <a:pt x="3797" y="28280"/>
                      <a:pt x="3823" y="28262"/>
                      <a:pt x="3816" y="28238"/>
                    </a:cubicBezTo>
                    <a:cubicBezTo>
                      <a:pt x="3680" y="27677"/>
                      <a:pt x="3495" y="27132"/>
                      <a:pt x="3092" y="26707"/>
                    </a:cubicBezTo>
                    <a:cubicBezTo>
                      <a:pt x="3135" y="25775"/>
                      <a:pt x="3446" y="24876"/>
                      <a:pt x="3457" y="23944"/>
                    </a:cubicBezTo>
                    <a:cubicBezTo>
                      <a:pt x="3462" y="23552"/>
                      <a:pt x="3440" y="23149"/>
                      <a:pt x="3304" y="22778"/>
                    </a:cubicBezTo>
                    <a:cubicBezTo>
                      <a:pt x="3184" y="22441"/>
                      <a:pt x="2966" y="22190"/>
                      <a:pt x="2786" y="21890"/>
                    </a:cubicBezTo>
                    <a:cubicBezTo>
                      <a:pt x="2825" y="21460"/>
                      <a:pt x="2841" y="21018"/>
                      <a:pt x="3184" y="20719"/>
                    </a:cubicBezTo>
                    <a:cubicBezTo>
                      <a:pt x="3261" y="20822"/>
                      <a:pt x="3348" y="20920"/>
                      <a:pt x="3419" y="21024"/>
                    </a:cubicBezTo>
                    <a:cubicBezTo>
                      <a:pt x="3587" y="21264"/>
                      <a:pt x="3756" y="21531"/>
                      <a:pt x="3811" y="21814"/>
                    </a:cubicBezTo>
                    <a:cubicBezTo>
                      <a:pt x="3816" y="21836"/>
                      <a:pt x="3822" y="21857"/>
                      <a:pt x="3822" y="21874"/>
                    </a:cubicBezTo>
                    <a:cubicBezTo>
                      <a:pt x="3811" y="21890"/>
                      <a:pt x="3811" y="21912"/>
                      <a:pt x="3822" y="21928"/>
                    </a:cubicBezTo>
                    <a:lnTo>
                      <a:pt x="3833" y="21945"/>
                    </a:lnTo>
                    <a:cubicBezTo>
                      <a:pt x="3865" y="22157"/>
                      <a:pt x="3865" y="22375"/>
                      <a:pt x="3909" y="22588"/>
                    </a:cubicBezTo>
                    <a:cubicBezTo>
                      <a:pt x="3909" y="22593"/>
                      <a:pt x="3913" y="22596"/>
                      <a:pt x="3917" y="22596"/>
                    </a:cubicBezTo>
                    <a:cubicBezTo>
                      <a:pt x="3921" y="22596"/>
                      <a:pt x="3925" y="22593"/>
                      <a:pt x="3925" y="22588"/>
                    </a:cubicBezTo>
                    <a:cubicBezTo>
                      <a:pt x="3920" y="22397"/>
                      <a:pt x="3920" y="22212"/>
                      <a:pt x="3904" y="22032"/>
                    </a:cubicBezTo>
                    <a:lnTo>
                      <a:pt x="3904" y="22032"/>
                    </a:lnTo>
                    <a:cubicBezTo>
                      <a:pt x="4285" y="22577"/>
                      <a:pt x="4241" y="23242"/>
                      <a:pt x="4220" y="23879"/>
                    </a:cubicBezTo>
                    <a:cubicBezTo>
                      <a:pt x="4209" y="24250"/>
                      <a:pt x="4192" y="24631"/>
                      <a:pt x="4040" y="24969"/>
                    </a:cubicBezTo>
                    <a:cubicBezTo>
                      <a:pt x="3925" y="25230"/>
                      <a:pt x="3789" y="25481"/>
                      <a:pt x="3686" y="25743"/>
                    </a:cubicBezTo>
                    <a:cubicBezTo>
                      <a:pt x="3679" y="25760"/>
                      <a:pt x="3694" y="25773"/>
                      <a:pt x="3709" y="25773"/>
                    </a:cubicBezTo>
                    <a:cubicBezTo>
                      <a:pt x="3717" y="25773"/>
                      <a:pt x="3725" y="25769"/>
                      <a:pt x="3729" y="25759"/>
                    </a:cubicBezTo>
                    <a:cubicBezTo>
                      <a:pt x="3893" y="25383"/>
                      <a:pt x="4121" y="25040"/>
                      <a:pt x="4236" y="24642"/>
                    </a:cubicBezTo>
                    <a:cubicBezTo>
                      <a:pt x="4329" y="24326"/>
                      <a:pt x="4318" y="23966"/>
                      <a:pt x="4329" y="23639"/>
                    </a:cubicBezTo>
                    <a:cubicBezTo>
                      <a:pt x="4345" y="23013"/>
                      <a:pt x="4350" y="22375"/>
                      <a:pt x="3887" y="21879"/>
                    </a:cubicBezTo>
                    <a:cubicBezTo>
                      <a:pt x="3854" y="21623"/>
                      <a:pt x="3767" y="21383"/>
                      <a:pt x="3631" y="21171"/>
                    </a:cubicBezTo>
                    <a:cubicBezTo>
                      <a:pt x="3604" y="21127"/>
                      <a:pt x="3577" y="21089"/>
                      <a:pt x="3544" y="21046"/>
                    </a:cubicBezTo>
                    <a:lnTo>
                      <a:pt x="3544" y="21046"/>
                    </a:lnTo>
                    <a:cubicBezTo>
                      <a:pt x="3664" y="21084"/>
                      <a:pt x="3778" y="21133"/>
                      <a:pt x="3887" y="21187"/>
                    </a:cubicBezTo>
                    <a:cubicBezTo>
                      <a:pt x="4013" y="21269"/>
                      <a:pt x="4121" y="21378"/>
                      <a:pt x="4198" y="21509"/>
                    </a:cubicBezTo>
                    <a:cubicBezTo>
                      <a:pt x="4202" y="21514"/>
                      <a:pt x="4207" y="21517"/>
                      <a:pt x="4212" y="21517"/>
                    </a:cubicBezTo>
                    <a:cubicBezTo>
                      <a:pt x="4221" y="21517"/>
                      <a:pt x="4229" y="21508"/>
                      <a:pt x="4225" y="21498"/>
                    </a:cubicBezTo>
                    <a:cubicBezTo>
                      <a:pt x="4100" y="21204"/>
                      <a:pt x="3838" y="20997"/>
                      <a:pt x="3522" y="20942"/>
                    </a:cubicBezTo>
                    <a:cubicBezTo>
                      <a:pt x="3519" y="20941"/>
                      <a:pt x="3516" y="20941"/>
                      <a:pt x="3513" y="20941"/>
                    </a:cubicBezTo>
                    <a:cubicBezTo>
                      <a:pt x="3500" y="20941"/>
                      <a:pt x="3488" y="20949"/>
                      <a:pt x="3484" y="20958"/>
                    </a:cubicBezTo>
                    <a:cubicBezTo>
                      <a:pt x="3386" y="20833"/>
                      <a:pt x="3288" y="20713"/>
                      <a:pt x="3201" y="20582"/>
                    </a:cubicBezTo>
                    <a:cubicBezTo>
                      <a:pt x="3021" y="20326"/>
                      <a:pt x="2977" y="20070"/>
                      <a:pt x="2879" y="19787"/>
                    </a:cubicBezTo>
                    <a:lnTo>
                      <a:pt x="2890" y="19787"/>
                    </a:lnTo>
                    <a:cubicBezTo>
                      <a:pt x="3353" y="19950"/>
                      <a:pt x="3904" y="19994"/>
                      <a:pt x="4209" y="20408"/>
                    </a:cubicBezTo>
                    <a:cubicBezTo>
                      <a:pt x="4212" y="20413"/>
                      <a:pt x="4216" y="20415"/>
                      <a:pt x="4221" y="20415"/>
                    </a:cubicBezTo>
                    <a:cubicBezTo>
                      <a:pt x="4232" y="20415"/>
                      <a:pt x="4244" y="20403"/>
                      <a:pt x="4236" y="20392"/>
                    </a:cubicBezTo>
                    <a:cubicBezTo>
                      <a:pt x="3958" y="19961"/>
                      <a:pt x="3462" y="19912"/>
                      <a:pt x="3004" y="19738"/>
                    </a:cubicBezTo>
                    <a:cubicBezTo>
                      <a:pt x="2656" y="19602"/>
                      <a:pt x="2514" y="19389"/>
                      <a:pt x="2269" y="19149"/>
                    </a:cubicBezTo>
                    <a:cubicBezTo>
                      <a:pt x="2138" y="19002"/>
                      <a:pt x="1958" y="18910"/>
                      <a:pt x="1768" y="18888"/>
                    </a:cubicBezTo>
                    <a:cubicBezTo>
                      <a:pt x="1762" y="18708"/>
                      <a:pt x="1762" y="18534"/>
                      <a:pt x="1762" y="18359"/>
                    </a:cubicBezTo>
                    <a:lnTo>
                      <a:pt x="1762" y="18321"/>
                    </a:lnTo>
                    <a:cubicBezTo>
                      <a:pt x="2013" y="18359"/>
                      <a:pt x="2258" y="18348"/>
                      <a:pt x="2481" y="18506"/>
                    </a:cubicBezTo>
                    <a:cubicBezTo>
                      <a:pt x="2503" y="18517"/>
                      <a:pt x="2525" y="18534"/>
                      <a:pt x="2541" y="18550"/>
                    </a:cubicBezTo>
                    <a:cubicBezTo>
                      <a:pt x="2541" y="18550"/>
                      <a:pt x="2541" y="18550"/>
                      <a:pt x="2541" y="18555"/>
                    </a:cubicBezTo>
                    <a:cubicBezTo>
                      <a:pt x="2546" y="18569"/>
                      <a:pt x="2558" y="18579"/>
                      <a:pt x="2571" y="18579"/>
                    </a:cubicBezTo>
                    <a:cubicBezTo>
                      <a:pt x="2574" y="18579"/>
                      <a:pt x="2577" y="18578"/>
                      <a:pt x="2579" y="18577"/>
                    </a:cubicBezTo>
                    <a:cubicBezTo>
                      <a:pt x="2732" y="18692"/>
                      <a:pt x="2879" y="18811"/>
                      <a:pt x="3021" y="18942"/>
                    </a:cubicBezTo>
                    <a:cubicBezTo>
                      <a:pt x="3288" y="19187"/>
                      <a:pt x="3549" y="19422"/>
                      <a:pt x="3882" y="19585"/>
                    </a:cubicBezTo>
                    <a:cubicBezTo>
                      <a:pt x="3884" y="19587"/>
                      <a:pt x="3887" y="19588"/>
                      <a:pt x="3890" y="19588"/>
                    </a:cubicBezTo>
                    <a:cubicBezTo>
                      <a:pt x="3906" y="19588"/>
                      <a:pt x="3922" y="19566"/>
                      <a:pt x="3904" y="19553"/>
                    </a:cubicBezTo>
                    <a:cubicBezTo>
                      <a:pt x="3484" y="19307"/>
                      <a:pt x="3179" y="18948"/>
                      <a:pt x="2814" y="18648"/>
                    </a:cubicBezTo>
                    <a:cubicBezTo>
                      <a:pt x="2743" y="18588"/>
                      <a:pt x="2667" y="18528"/>
                      <a:pt x="2590" y="18474"/>
                    </a:cubicBezTo>
                    <a:cubicBezTo>
                      <a:pt x="2400" y="16970"/>
                      <a:pt x="1223" y="15978"/>
                      <a:pt x="280" y="14866"/>
                    </a:cubicBezTo>
                    <a:cubicBezTo>
                      <a:pt x="280" y="14861"/>
                      <a:pt x="275" y="14856"/>
                      <a:pt x="269" y="14856"/>
                    </a:cubicBezTo>
                    <a:lnTo>
                      <a:pt x="269" y="14272"/>
                    </a:lnTo>
                    <a:cubicBezTo>
                      <a:pt x="416" y="14480"/>
                      <a:pt x="667" y="14583"/>
                      <a:pt x="907" y="14665"/>
                    </a:cubicBezTo>
                    <a:cubicBezTo>
                      <a:pt x="1326" y="14812"/>
                      <a:pt x="1675" y="14970"/>
                      <a:pt x="1985" y="15286"/>
                    </a:cubicBezTo>
                    <a:cubicBezTo>
                      <a:pt x="2634" y="15951"/>
                      <a:pt x="3075" y="16795"/>
                      <a:pt x="3244" y="17705"/>
                    </a:cubicBezTo>
                    <a:cubicBezTo>
                      <a:pt x="3244" y="17716"/>
                      <a:pt x="3252" y="17722"/>
                      <a:pt x="3261" y="17722"/>
                    </a:cubicBezTo>
                    <a:cubicBezTo>
                      <a:pt x="3269" y="17722"/>
                      <a:pt x="3277" y="17716"/>
                      <a:pt x="3277" y="17705"/>
                    </a:cubicBezTo>
                    <a:cubicBezTo>
                      <a:pt x="3304" y="16926"/>
                      <a:pt x="2803" y="16076"/>
                      <a:pt x="2312" y="15482"/>
                    </a:cubicBezTo>
                    <a:cubicBezTo>
                      <a:pt x="2067" y="15188"/>
                      <a:pt x="1778" y="14877"/>
                      <a:pt x="1419" y="14714"/>
                    </a:cubicBezTo>
                    <a:cubicBezTo>
                      <a:pt x="1168" y="14599"/>
                      <a:pt x="917" y="14523"/>
                      <a:pt x="683" y="14403"/>
                    </a:cubicBezTo>
                    <a:cubicBezTo>
                      <a:pt x="874" y="14278"/>
                      <a:pt x="1032" y="14111"/>
                      <a:pt x="1273" y="14111"/>
                    </a:cubicBezTo>
                    <a:cubicBezTo>
                      <a:pt x="1294" y="14111"/>
                      <a:pt x="1315" y="14112"/>
                      <a:pt x="1337" y="14114"/>
                    </a:cubicBezTo>
                    <a:cubicBezTo>
                      <a:pt x="1604" y="14142"/>
                      <a:pt x="1844" y="14278"/>
                      <a:pt x="2007" y="14496"/>
                    </a:cubicBezTo>
                    <a:cubicBezTo>
                      <a:pt x="2193" y="14730"/>
                      <a:pt x="2340" y="14992"/>
                      <a:pt x="2547" y="15215"/>
                    </a:cubicBezTo>
                    <a:cubicBezTo>
                      <a:pt x="2692" y="15369"/>
                      <a:pt x="2991" y="15715"/>
                      <a:pt x="3260" y="15715"/>
                    </a:cubicBezTo>
                    <a:cubicBezTo>
                      <a:pt x="3314" y="15715"/>
                      <a:pt x="3368" y="15701"/>
                      <a:pt x="3419" y="15667"/>
                    </a:cubicBezTo>
                    <a:cubicBezTo>
                      <a:pt x="3433" y="15658"/>
                      <a:pt x="3422" y="15645"/>
                      <a:pt x="3409" y="15645"/>
                    </a:cubicBezTo>
                    <a:cubicBezTo>
                      <a:pt x="3407" y="15645"/>
                      <a:pt x="3404" y="15645"/>
                      <a:pt x="3402" y="15646"/>
                    </a:cubicBezTo>
                    <a:cubicBezTo>
                      <a:pt x="3362" y="15660"/>
                      <a:pt x="3322" y="15667"/>
                      <a:pt x="3281" y="15667"/>
                    </a:cubicBezTo>
                    <a:cubicBezTo>
                      <a:pt x="2775" y="15667"/>
                      <a:pt x="2271" y="14602"/>
                      <a:pt x="2018" y="14354"/>
                    </a:cubicBezTo>
                    <a:cubicBezTo>
                      <a:pt x="1887" y="14213"/>
                      <a:pt x="1724" y="14104"/>
                      <a:pt x="1544" y="14038"/>
                    </a:cubicBezTo>
                    <a:cubicBezTo>
                      <a:pt x="1441" y="13869"/>
                      <a:pt x="1304" y="13722"/>
                      <a:pt x="1135" y="13608"/>
                    </a:cubicBezTo>
                    <a:cubicBezTo>
                      <a:pt x="863" y="13439"/>
                      <a:pt x="558" y="13308"/>
                      <a:pt x="269" y="13161"/>
                    </a:cubicBezTo>
                    <a:lnTo>
                      <a:pt x="258" y="13161"/>
                    </a:lnTo>
                    <a:lnTo>
                      <a:pt x="258" y="12758"/>
                    </a:lnTo>
                    <a:cubicBezTo>
                      <a:pt x="798" y="13030"/>
                      <a:pt x="1370" y="13166"/>
                      <a:pt x="1947" y="13352"/>
                    </a:cubicBezTo>
                    <a:cubicBezTo>
                      <a:pt x="2541" y="13542"/>
                      <a:pt x="3538" y="14011"/>
                      <a:pt x="3239" y="14785"/>
                    </a:cubicBezTo>
                    <a:cubicBezTo>
                      <a:pt x="3228" y="14816"/>
                      <a:pt x="3257" y="14838"/>
                      <a:pt x="3284" y="14838"/>
                    </a:cubicBezTo>
                    <a:cubicBezTo>
                      <a:pt x="3299" y="14838"/>
                      <a:pt x="3314" y="14830"/>
                      <a:pt x="3320" y="14812"/>
                    </a:cubicBezTo>
                    <a:cubicBezTo>
                      <a:pt x="3457" y="14327"/>
                      <a:pt x="3124" y="13788"/>
                      <a:pt x="2678" y="13553"/>
                    </a:cubicBezTo>
                    <a:cubicBezTo>
                      <a:pt x="2073" y="13243"/>
                      <a:pt x="1402" y="13106"/>
                      <a:pt x="776" y="12856"/>
                    </a:cubicBezTo>
                    <a:cubicBezTo>
                      <a:pt x="1046" y="12831"/>
                      <a:pt x="1303" y="12749"/>
                      <a:pt x="1578" y="12749"/>
                    </a:cubicBezTo>
                    <a:cubicBezTo>
                      <a:pt x="1608" y="12749"/>
                      <a:pt x="1639" y="12750"/>
                      <a:pt x="1669" y="12752"/>
                    </a:cubicBezTo>
                    <a:cubicBezTo>
                      <a:pt x="2089" y="12779"/>
                      <a:pt x="2443" y="12910"/>
                      <a:pt x="2743" y="13194"/>
                    </a:cubicBezTo>
                    <a:cubicBezTo>
                      <a:pt x="2747" y="13198"/>
                      <a:pt x="2752" y="13199"/>
                      <a:pt x="2756" y="13199"/>
                    </a:cubicBezTo>
                    <a:cubicBezTo>
                      <a:pt x="2770" y="13199"/>
                      <a:pt x="2782" y="13184"/>
                      <a:pt x="2770" y="13172"/>
                    </a:cubicBezTo>
                    <a:cubicBezTo>
                      <a:pt x="2410" y="12799"/>
                      <a:pt x="2004" y="12699"/>
                      <a:pt x="1567" y="12699"/>
                    </a:cubicBezTo>
                    <a:cubicBezTo>
                      <a:pt x="1264" y="12699"/>
                      <a:pt x="946" y="12747"/>
                      <a:pt x="618" y="12785"/>
                    </a:cubicBezTo>
                    <a:lnTo>
                      <a:pt x="612" y="12785"/>
                    </a:lnTo>
                    <a:cubicBezTo>
                      <a:pt x="503" y="12736"/>
                      <a:pt x="394" y="12681"/>
                      <a:pt x="291" y="12621"/>
                    </a:cubicBezTo>
                    <a:cubicBezTo>
                      <a:pt x="280" y="12616"/>
                      <a:pt x="269" y="12611"/>
                      <a:pt x="258" y="12611"/>
                    </a:cubicBezTo>
                    <a:cubicBezTo>
                      <a:pt x="253" y="12158"/>
                      <a:pt x="253" y="11706"/>
                      <a:pt x="253" y="11248"/>
                    </a:cubicBezTo>
                    <a:lnTo>
                      <a:pt x="253" y="11248"/>
                    </a:lnTo>
                    <a:cubicBezTo>
                      <a:pt x="345" y="11341"/>
                      <a:pt x="411" y="11455"/>
                      <a:pt x="509" y="11548"/>
                    </a:cubicBezTo>
                    <a:cubicBezTo>
                      <a:pt x="596" y="11624"/>
                      <a:pt x="689" y="11690"/>
                      <a:pt x="787" y="11750"/>
                    </a:cubicBezTo>
                    <a:cubicBezTo>
                      <a:pt x="1076" y="11924"/>
                      <a:pt x="1451" y="11984"/>
                      <a:pt x="1768" y="12098"/>
                    </a:cubicBezTo>
                    <a:cubicBezTo>
                      <a:pt x="2154" y="12224"/>
                      <a:pt x="2514" y="12414"/>
                      <a:pt x="2836" y="12665"/>
                    </a:cubicBezTo>
                    <a:cubicBezTo>
                      <a:pt x="3141" y="12910"/>
                      <a:pt x="3310" y="13215"/>
                      <a:pt x="3560" y="13504"/>
                    </a:cubicBezTo>
                    <a:cubicBezTo>
                      <a:pt x="3568" y="13512"/>
                      <a:pt x="3578" y="13516"/>
                      <a:pt x="3587" y="13516"/>
                    </a:cubicBezTo>
                    <a:cubicBezTo>
                      <a:pt x="3615" y="13516"/>
                      <a:pt x="3639" y="13485"/>
                      <a:pt x="3615" y="13461"/>
                    </a:cubicBezTo>
                    <a:cubicBezTo>
                      <a:pt x="3391" y="13188"/>
                      <a:pt x="3255" y="12899"/>
                      <a:pt x="2983" y="12665"/>
                    </a:cubicBezTo>
                    <a:cubicBezTo>
                      <a:pt x="2737" y="12453"/>
                      <a:pt x="2460" y="12278"/>
                      <a:pt x="2165" y="12147"/>
                    </a:cubicBezTo>
                    <a:cubicBezTo>
                      <a:pt x="1768" y="11973"/>
                      <a:pt x="1326" y="11891"/>
                      <a:pt x="939" y="11701"/>
                    </a:cubicBezTo>
                    <a:cubicBezTo>
                      <a:pt x="732" y="11608"/>
                      <a:pt x="558" y="11461"/>
                      <a:pt x="427" y="11276"/>
                    </a:cubicBezTo>
                    <a:cubicBezTo>
                      <a:pt x="378" y="11205"/>
                      <a:pt x="318" y="11150"/>
                      <a:pt x="247" y="11107"/>
                    </a:cubicBezTo>
                    <a:lnTo>
                      <a:pt x="247" y="10426"/>
                    </a:lnTo>
                    <a:lnTo>
                      <a:pt x="247" y="10371"/>
                    </a:lnTo>
                    <a:cubicBezTo>
                      <a:pt x="732" y="10731"/>
                      <a:pt x="1239" y="10878"/>
                      <a:pt x="1811" y="11090"/>
                    </a:cubicBezTo>
                    <a:cubicBezTo>
                      <a:pt x="2351" y="11297"/>
                      <a:pt x="3010" y="11592"/>
                      <a:pt x="3271" y="12115"/>
                    </a:cubicBezTo>
                    <a:cubicBezTo>
                      <a:pt x="3275" y="12120"/>
                      <a:pt x="3281" y="12123"/>
                      <a:pt x="3287" y="12123"/>
                    </a:cubicBezTo>
                    <a:cubicBezTo>
                      <a:pt x="3299" y="12123"/>
                      <a:pt x="3311" y="12113"/>
                      <a:pt x="3304" y="12098"/>
                    </a:cubicBezTo>
                    <a:cubicBezTo>
                      <a:pt x="3103" y="11679"/>
                      <a:pt x="2645" y="11385"/>
                      <a:pt x="2214" y="11183"/>
                    </a:cubicBezTo>
                    <a:cubicBezTo>
                      <a:pt x="1539" y="10867"/>
                      <a:pt x="847" y="10731"/>
                      <a:pt x="253" y="10262"/>
                    </a:cubicBezTo>
                    <a:lnTo>
                      <a:pt x="247" y="10262"/>
                    </a:lnTo>
                    <a:lnTo>
                      <a:pt x="247" y="9014"/>
                    </a:lnTo>
                    <a:cubicBezTo>
                      <a:pt x="503" y="9265"/>
                      <a:pt x="689" y="9575"/>
                      <a:pt x="1010" y="9772"/>
                    </a:cubicBezTo>
                    <a:cubicBezTo>
                      <a:pt x="1244" y="9908"/>
                      <a:pt x="1490" y="10022"/>
                      <a:pt x="1740" y="10126"/>
                    </a:cubicBezTo>
                    <a:cubicBezTo>
                      <a:pt x="2367" y="10382"/>
                      <a:pt x="3081" y="10633"/>
                      <a:pt x="3342" y="11281"/>
                    </a:cubicBezTo>
                    <a:cubicBezTo>
                      <a:pt x="3346" y="11294"/>
                      <a:pt x="3355" y="11299"/>
                      <a:pt x="3366" y="11299"/>
                    </a:cubicBezTo>
                    <a:cubicBezTo>
                      <a:pt x="3386" y="11299"/>
                      <a:pt x="3409" y="11279"/>
                      <a:pt x="3402" y="11254"/>
                    </a:cubicBezTo>
                    <a:cubicBezTo>
                      <a:pt x="3173" y="10709"/>
                      <a:pt x="2667" y="10404"/>
                      <a:pt x="2122" y="10169"/>
                    </a:cubicBezTo>
                    <a:cubicBezTo>
                      <a:pt x="1795" y="10028"/>
                      <a:pt x="1446" y="9908"/>
                      <a:pt x="1146" y="9723"/>
                    </a:cubicBezTo>
                    <a:cubicBezTo>
                      <a:pt x="917" y="9581"/>
                      <a:pt x="721" y="9396"/>
                      <a:pt x="563" y="9183"/>
                    </a:cubicBezTo>
                    <a:cubicBezTo>
                      <a:pt x="465" y="9052"/>
                      <a:pt x="394" y="8943"/>
                      <a:pt x="247" y="8862"/>
                    </a:cubicBezTo>
                    <a:lnTo>
                      <a:pt x="247" y="7979"/>
                    </a:lnTo>
                    <a:cubicBezTo>
                      <a:pt x="705" y="8377"/>
                      <a:pt x="1397" y="8567"/>
                      <a:pt x="1909" y="8867"/>
                    </a:cubicBezTo>
                    <a:cubicBezTo>
                      <a:pt x="2530" y="9227"/>
                      <a:pt x="3277" y="9733"/>
                      <a:pt x="3544" y="10404"/>
                    </a:cubicBezTo>
                    <a:cubicBezTo>
                      <a:pt x="3547" y="10413"/>
                      <a:pt x="3555" y="10416"/>
                      <a:pt x="3563" y="10416"/>
                    </a:cubicBezTo>
                    <a:cubicBezTo>
                      <a:pt x="3580" y="10416"/>
                      <a:pt x="3600" y="10400"/>
                      <a:pt x="3593" y="10382"/>
                    </a:cubicBezTo>
                    <a:cubicBezTo>
                      <a:pt x="3380" y="9810"/>
                      <a:pt x="2808" y="9336"/>
                      <a:pt x="2296" y="8998"/>
                    </a:cubicBezTo>
                    <a:cubicBezTo>
                      <a:pt x="1926" y="8764"/>
                      <a:pt x="1533" y="8546"/>
                      <a:pt x="1135" y="8360"/>
                    </a:cubicBezTo>
                    <a:cubicBezTo>
                      <a:pt x="830" y="8208"/>
                      <a:pt x="476" y="8072"/>
                      <a:pt x="247" y="7821"/>
                    </a:cubicBezTo>
                    <a:lnTo>
                      <a:pt x="247" y="7456"/>
                    </a:lnTo>
                    <a:cubicBezTo>
                      <a:pt x="569" y="7717"/>
                      <a:pt x="1125" y="7745"/>
                      <a:pt x="1506" y="7854"/>
                    </a:cubicBezTo>
                    <a:cubicBezTo>
                      <a:pt x="2214" y="8055"/>
                      <a:pt x="2634" y="8431"/>
                      <a:pt x="3021" y="9014"/>
                    </a:cubicBezTo>
                    <a:cubicBezTo>
                      <a:pt x="3025" y="9020"/>
                      <a:pt x="3031" y="9022"/>
                      <a:pt x="3037" y="9022"/>
                    </a:cubicBezTo>
                    <a:cubicBezTo>
                      <a:pt x="3049" y="9022"/>
                      <a:pt x="3061" y="9014"/>
                      <a:pt x="3053" y="9003"/>
                    </a:cubicBezTo>
                    <a:cubicBezTo>
                      <a:pt x="2786" y="8595"/>
                      <a:pt x="2487" y="8175"/>
                      <a:pt x="2018" y="7963"/>
                    </a:cubicBezTo>
                    <a:cubicBezTo>
                      <a:pt x="1697" y="7821"/>
                      <a:pt x="1364" y="7739"/>
                      <a:pt x="1032" y="7630"/>
                    </a:cubicBezTo>
                    <a:cubicBezTo>
                      <a:pt x="781" y="7554"/>
                      <a:pt x="482" y="7505"/>
                      <a:pt x="296" y="7303"/>
                    </a:cubicBezTo>
                    <a:cubicBezTo>
                      <a:pt x="285" y="7292"/>
                      <a:pt x="269" y="7281"/>
                      <a:pt x="247" y="7281"/>
                    </a:cubicBezTo>
                    <a:lnTo>
                      <a:pt x="247" y="6279"/>
                    </a:lnTo>
                    <a:cubicBezTo>
                      <a:pt x="476" y="6497"/>
                      <a:pt x="792" y="6682"/>
                      <a:pt x="1037" y="6851"/>
                    </a:cubicBezTo>
                    <a:cubicBezTo>
                      <a:pt x="1419" y="7118"/>
                      <a:pt x="1827" y="7347"/>
                      <a:pt x="2209" y="7614"/>
                    </a:cubicBezTo>
                    <a:cubicBezTo>
                      <a:pt x="2983" y="8126"/>
                      <a:pt x="3615" y="8818"/>
                      <a:pt x="4067" y="9630"/>
                    </a:cubicBezTo>
                    <a:cubicBezTo>
                      <a:pt x="4072" y="9642"/>
                      <a:pt x="4082" y="9647"/>
                      <a:pt x="4093" y="9647"/>
                    </a:cubicBezTo>
                    <a:cubicBezTo>
                      <a:pt x="4116" y="9647"/>
                      <a:pt x="4142" y="9623"/>
                      <a:pt x="4127" y="9597"/>
                    </a:cubicBezTo>
                    <a:cubicBezTo>
                      <a:pt x="3713" y="8829"/>
                      <a:pt x="3206" y="8208"/>
                      <a:pt x="2476" y="7679"/>
                    </a:cubicBezTo>
                    <a:cubicBezTo>
                      <a:pt x="2100" y="7407"/>
                      <a:pt x="1691" y="7178"/>
                      <a:pt x="1310" y="6911"/>
                    </a:cubicBezTo>
                    <a:cubicBezTo>
                      <a:pt x="1103" y="6764"/>
                      <a:pt x="901" y="6611"/>
                      <a:pt x="705" y="6453"/>
                    </a:cubicBezTo>
                    <a:cubicBezTo>
                      <a:pt x="552" y="6328"/>
                      <a:pt x="373" y="6230"/>
                      <a:pt x="247" y="6077"/>
                    </a:cubicBezTo>
                    <a:lnTo>
                      <a:pt x="247" y="5728"/>
                    </a:lnTo>
                    <a:lnTo>
                      <a:pt x="247" y="5598"/>
                    </a:lnTo>
                    <a:cubicBezTo>
                      <a:pt x="574" y="5859"/>
                      <a:pt x="994" y="5995"/>
                      <a:pt x="1375" y="6170"/>
                    </a:cubicBezTo>
                    <a:cubicBezTo>
                      <a:pt x="2111" y="6502"/>
                      <a:pt x="2667" y="7009"/>
                      <a:pt x="3217" y="7576"/>
                    </a:cubicBezTo>
                    <a:cubicBezTo>
                      <a:pt x="3223" y="7581"/>
                      <a:pt x="3229" y="7584"/>
                      <a:pt x="3235" y="7584"/>
                    </a:cubicBezTo>
                    <a:cubicBezTo>
                      <a:pt x="3252" y="7584"/>
                      <a:pt x="3266" y="7565"/>
                      <a:pt x="3250" y="7548"/>
                    </a:cubicBezTo>
                    <a:cubicBezTo>
                      <a:pt x="2819" y="7074"/>
                      <a:pt x="2367" y="6573"/>
                      <a:pt x="1778" y="6257"/>
                    </a:cubicBezTo>
                    <a:cubicBezTo>
                      <a:pt x="1283" y="5985"/>
                      <a:pt x="656" y="5816"/>
                      <a:pt x="253" y="5418"/>
                    </a:cubicBezTo>
                    <a:cubicBezTo>
                      <a:pt x="253" y="5162"/>
                      <a:pt x="258" y="4906"/>
                      <a:pt x="258" y="4644"/>
                    </a:cubicBezTo>
                    <a:cubicBezTo>
                      <a:pt x="405" y="4715"/>
                      <a:pt x="580" y="4753"/>
                      <a:pt x="705" y="4840"/>
                    </a:cubicBezTo>
                    <a:cubicBezTo>
                      <a:pt x="863" y="4944"/>
                      <a:pt x="988" y="5096"/>
                      <a:pt x="1152" y="5194"/>
                    </a:cubicBezTo>
                    <a:cubicBezTo>
                      <a:pt x="1223" y="5238"/>
                      <a:pt x="1299" y="5276"/>
                      <a:pt x="1375" y="5303"/>
                    </a:cubicBezTo>
                    <a:cubicBezTo>
                      <a:pt x="1371" y="5330"/>
                      <a:pt x="1394" y="5348"/>
                      <a:pt x="1417" y="5348"/>
                    </a:cubicBezTo>
                    <a:cubicBezTo>
                      <a:pt x="1427" y="5348"/>
                      <a:pt x="1438" y="5345"/>
                      <a:pt x="1446" y="5336"/>
                    </a:cubicBezTo>
                    <a:lnTo>
                      <a:pt x="1468" y="5325"/>
                    </a:lnTo>
                    <a:cubicBezTo>
                      <a:pt x="1490" y="5331"/>
                      <a:pt x="1511" y="5331"/>
                      <a:pt x="1539" y="5336"/>
                    </a:cubicBezTo>
                    <a:cubicBezTo>
                      <a:pt x="1539" y="5347"/>
                      <a:pt x="1544" y="5353"/>
                      <a:pt x="1550" y="5363"/>
                    </a:cubicBezTo>
                    <a:cubicBezTo>
                      <a:pt x="1817" y="5739"/>
                      <a:pt x="2220" y="5952"/>
                      <a:pt x="2601" y="6203"/>
                    </a:cubicBezTo>
                    <a:cubicBezTo>
                      <a:pt x="3070" y="6513"/>
                      <a:pt x="3446" y="6944"/>
                      <a:pt x="3691" y="7450"/>
                    </a:cubicBezTo>
                    <a:cubicBezTo>
                      <a:pt x="4105" y="8284"/>
                      <a:pt x="4274" y="9352"/>
                      <a:pt x="4988" y="10017"/>
                    </a:cubicBezTo>
                    <a:lnTo>
                      <a:pt x="4993" y="10017"/>
                    </a:lnTo>
                    <a:cubicBezTo>
                      <a:pt x="4312" y="9216"/>
                      <a:pt x="4203" y="8088"/>
                      <a:pt x="3675" y="7200"/>
                    </a:cubicBezTo>
                    <a:cubicBezTo>
                      <a:pt x="3462" y="6835"/>
                      <a:pt x="3201" y="6480"/>
                      <a:pt x="2841" y="6230"/>
                    </a:cubicBezTo>
                    <a:cubicBezTo>
                      <a:pt x="2454" y="5957"/>
                      <a:pt x="2002" y="5739"/>
                      <a:pt x="1713" y="5358"/>
                    </a:cubicBezTo>
                    <a:lnTo>
                      <a:pt x="1713" y="5358"/>
                    </a:lnTo>
                    <a:cubicBezTo>
                      <a:pt x="1806" y="5363"/>
                      <a:pt x="1909" y="5363"/>
                      <a:pt x="2018" y="5369"/>
                    </a:cubicBezTo>
                    <a:cubicBezTo>
                      <a:pt x="2296" y="5374"/>
                      <a:pt x="2552" y="5456"/>
                      <a:pt x="2814" y="5521"/>
                    </a:cubicBezTo>
                    <a:cubicBezTo>
                      <a:pt x="2814" y="5521"/>
                      <a:pt x="2814" y="5521"/>
                      <a:pt x="2819" y="5527"/>
                    </a:cubicBezTo>
                    <a:cubicBezTo>
                      <a:pt x="3043" y="5669"/>
                      <a:pt x="3206" y="5870"/>
                      <a:pt x="3391" y="6034"/>
                    </a:cubicBezTo>
                    <a:cubicBezTo>
                      <a:pt x="3386" y="6039"/>
                      <a:pt x="3386" y="6055"/>
                      <a:pt x="3391" y="6066"/>
                    </a:cubicBezTo>
                    <a:cubicBezTo>
                      <a:pt x="3598" y="6273"/>
                      <a:pt x="3822" y="6568"/>
                      <a:pt x="4072" y="6856"/>
                    </a:cubicBezTo>
                    <a:cubicBezTo>
                      <a:pt x="4067" y="6867"/>
                      <a:pt x="4067" y="6884"/>
                      <a:pt x="4083" y="6889"/>
                    </a:cubicBezTo>
                    <a:lnTo>
                      <a:pt x="4105" y="6889"/>
                    </a:lnTo>
                    <a:cubicBezTo>
                      <a:pt x="4230" y="7036"/>
                      <a:pt x="4367" y="7172"/>
                      <a:pt x="4514" y="7298"/>
                    </a:cubicBezTo>
                    <a:cubicBezTo>
                      <a:pt x="4536" y="7581"/>
                      <a:pt x="4650" y="7843"/>
                      <a:pt x="4830" y="8055"/>
                    </a:cubicBezTo>
                    <a:cubicBezTo>
                      <a:pt x="4694" y="8453"/>
                      <a:pt x="4830" y="8774"/>
                      <a:pt x="5081" y="9063"/>
                    </a:cubicBezTo>
                    <a:cubicBezTo>
                      <a:pt x="4933" y="9793"/>
                      <a:pt x="5059" y="10589"/>
                      <a:pt x="5282" y="11292"/>
                    </a:cubicBezTo>
                    <a:cubicBezTo>
                      <a:pt x="5331" y="11439"/>
                      <a:pt x="5386" y="11586"/>
                      <a:pt x="5451" y="11728"/>
                    </a:cubicBezTo>
                    <a:cubicBezTo>
                      <a:pt x="5448" y="11727"/>
                      <a:pt x="5444" y="11727"/>
                      <a:pt x="5441" y="11727"/>
                    </a:cubicBezTo>
                    <a:cubicBezTo>
                      <a:pt x="5417" y="11727"/>
                      <a:pt x="5396" y="11742"/>
                      <a:pt x="5391" y="11766"/>
                    </a:cubicBezTo>
                    <a:cubicBezTo>
                      <a:pt x="5260" y="12932"/>
                      <a:pt x="5369" y="14114"/>
                      <a:pt x="5718" y="15242"/>
                    </a:cubicBezTo>
                    <a:cubicBezTo>
                      <a:pt x="5794" y="15488"/>
                      <a:pt x="5887" y="15733"/>
                      <a:pt x="5990" y="15973"/>
                    </a:cubicBezTo>
                    <a:lnTo>
                      <a:pt x="5990" y="15983"/>
                    </a:lnTo>
                    <a:cubicBezTo>
                      <a:pt x="5990" y="15994"/>
                      <a:pt x="5996" y="16000"/>
                      <a:pt x="6001" y="16005"/>
                    </a:cubicBezTo>
                    <a:cubicBezTo>
                      <a:pt x="6132" y="16332"/>
                      <a:pt x="6263" y="16654"/>
                      <a:pt x="6366" y="16986"/>
                    </a:cubicBezTo>
                    <a:cubicBezTo>
                      <a:pt x="6514" y="17449"/>
                      <a:pt x="6612" y="17923"/>
                      <a:pt x="6672" y="18403"/>
                    </a:cubicBezTo>
                    <a:cubicBezTo>
                      <a:pt x="6669" y="18402"/>
                      <a:pt x="6666" y="18402"/>
                      <a:pt x="6663" y="18402"/>
                    </a:cubicBezTo>
                    <a:cubicBezTo>
                      <a:pt x="6644" y="18402"/>
                      <a:pt x="6627" y="18417"/>
                      <a:pt x="6623" y="18436"/>
                    </a:cubicBezTo>
                    <a:cubicBezTo>
                      <a:pt x="6595" y="18664"/>
                      <a:pt x="6623" y="18904"/>
                      <a:pt x="6715" y="19117"/>
                    </a:cubicBezTo>
                    <a:cubicBezTo>
                      <a:pt x="6612" y="19563"/>
                      <a:pt x="6557" y="20016"/>
                      <a:pt x="6552" y="20473"/>
                    </a:cubicBezTo>
                    <a:cubicBezTo>
                      <a:pt x="6552" y="20947"/>
                      <a:pt x="6617" y="21416"/>
                      <a:pt x="6541" y="21885"/>
                    </a:cubicBezTo>
                    <a:cubicBezTo>
                      <a:pt x="6538" y="21905"/>
                      <a:pt x="6551" y="21914"/>
                      <a:pt x="6566" y="21914"/>
                    </a:cubicBezTo>
                    <a:cubicBezTo>
                      <a:pt x="6579" y="21914"/>
                      <a:pt x="6593" y="21906"/>
                      <a:pt x="6595" y="21890"/>
                    </a:cubicBezTo>
                    <a:cubicBezTo>
                      <a:pt x="6693" y="21422"/>
                      <a:pt x="6639" y="20958"/>
                      <a:pt x="6666" y="20484"/>
                    </a:cubicBezTo>
                    <a:cubicBezTo>
                      <a:pt x="6683" y="20087"/>
                      <a:pt x="6732" y="19689"/>
                      <a:pt x="6802" y="19296"/>
                    </a:cubicBezTo>
                    <a:cubicBezTo>
                      <a:pt x="6900" y="19476"/>
                      <a:pt x="7026" y="19645"/>
                      <a:pt x="7173" y="19792"/>
                    </a:cubicBezTo>
                    <a:cubicBezTo>
                      <a:pt x="7151" y="20163"/>
                      <a:pt x="7124" y="20561"/>
                      <a:pt x="7184" y="20926"/>
                    </a:cubicBezTo>
                    <a:cubicBezTo>
                      <a:pt x="7249" y="21296"/>
                      <a:pt x="7347" y="21667"/>
                      <a:pt x="7364" y="22048"/>
                    </a:cubicBezTo>
                    <a:cubicBezTo>
                      <a:pt x="7364" y="22062"/>
                      <a:pt x="7377" y="22069"/>
                      <a:pt x="7392" y="22069"/>
                    </a:cubicBezTo>
                    <a:cubicBezTo>
                      <a:pt x="7406" y="22069"/>
                      <a:pt x="7421" y="22062"/>
                      <a:pt x="7424" y="22048"/>
                    </a:cubicBezTo>
                    <a:cubicBezTo>
                      <a:pt x="7429" y="21661"/>
                      <a:pt x="7325" y="21296"/>
                      <a:pt x="7287" y="20915"/>
                    </a:cubicBezTo>
                    <a:cubicBezTo>
                      <a:pt x="7249" y="20572"/>
                      <a:pt x="7276" y="20234"/>
                      <a:pt x="7271" y="19890"/>
                    </a:cubicBezTo>
                    <a:lnTo>
                      <a:pt x="7271" y="19890"/>
                    </a:lnTo>
                    <a:cubicBezTo>
                      <a:pt x="7287" y="19907"/>
                      <a:pt x="7309" y="19923"/>
                      <a:pt x="7325" y="19939"/>
                    </a:cubicBezTo>
                    <a:cubicBezTo>
                      <a:pt x="7451" y="20038"/>
                      <a:pt x="7587" y="20136"/>
                      <a:pt x="7723" y="20228"/>
                    </a:cubicBezTo>
                    <a:cubicBezTo>
                      <a:pt x="7903" y="20664"/>
                      <a:pt x="7914" y="21247"/>
                      <a:pt x="7925" y="21710"/>
                    </a:cubicBezTo>
                    <a:cubicBezTo>
                      <a:pt x="7925" y="21728"/>
                      <a:pt x="7941" y="21738"/>
                      <a:pt x="7956" y="21738"/>
                    </a:cubicBezTo>
                    <a:cubicBezTo>
                      <a:pt x="7968" y="21738"/>
                      <a:pt x="7979" y="21731"/>
                      <a:pt x="7979" y="21716"/>
                    </a:cubicBezTo>
                    <a:cubicBezTo>
                      <a:pt x="7979" y="21269"/>
                      <a:pt x="7979" y="20746"/>
                      <a:pt x="7838" y="20310"/>
                    </a:cubicBezTo>
                    <a:lnTo>
                      <a:pt x="7838" y="20310"/>
                    </a:lnTo>
                    <a:cubicBezTo>
                      <a:pt x="8219" y="20566"/>
                      <a:pt x="8584" y="20833"/>
                      <a:pt x="8759" y="21264"/>
                    </a:cubicBezTo>
                    <a:cubicBezTo>
                      <a:pt x="8764" y="21276"/>
                      <a:pt x="8775" y="21282"/>
                      <a:pt x="8787" y="21282"/>
                    </a:cubicBezTo>
                    <a:cubicBezTo>
                      <a:pt x="8810" y="21282"/>
                      <a:pt x="8837" y="21260"/>
                      <a:pt x="8829" y="21231"/>
                    </a:cubicBezTo>
                    <a:cubicBezTo>
                      <a:pt x="8644" y="20730"/>
                      <a:pt x="8214" y="20435"/>
                      <a:pt x="7778" y="20130"/>
                    </a:cubicBezTo>
                    <a:cubicBezTo>
                      <a:pt x="7511" y="19945"/>
                      <a:pt x="7233" y="19743"/>
                      <a:pt x="7048" y="19476"/>
                    </a:cubicBezTo>
                    <a:cubicBezTo>
                      <a:pt x="7015" y="19427"/>
                      <a:pt x="6982" y="19373"/>
                      <a:pt x="6950" y="19313"/>
                    </a:cubicBezTo>
                    <a:lnTo>
                      <a:pt x="6950" y="19313"/>
                    </a:lnTo>
                    <a:cubicBezTo>
                      <a:pt x="7053" y="19367"/>
                      <a:pt x="7162" y="19405"/>
                      <a:pt x="7271" y="19438"/>
                    </a:cubicBezTo>
                    <a:cubicBezTo>
                      <a:pt x="7614" y="19531"/>
                      <a:pt x="7914" y="19727"/>
                      <a:pt x="8148" y="19994"/>
                    </a:cubicBezTo>
                    <a:cubicBezTo>
                      <a:pt x="8153" y="19999"/>
                      <a:pt x="8159" y="20001"/>
                      <a:pt x="8165" y="20001"/>
                    </a:cubicBezTo>
                    <a:cubicBezTo>
                      <a:pt x="8184" y="20001"/>
                      <a:pt x="8203" y="19977"/>
                      <a:pt x="8186" y="19956"/>
                    </a:cubicBezTo>
                    <a:cubicBezTo>
                      <a:pt x="8023" y="19760"/>
                      <a:pt x="7832" y="19569"/>
                      <a:pt x="7592" y="19454"/>
                    </a:cubicBezTo>
                    <a:cubicBezTo>
                      <a:pt x="7440" y="19389"/>
                      <a:pt x="7282" y="19340"/>
                      <a:pt x="7135" y="19269"/>
                    </a:cubicBezTo>
                    <a:cubicBezTo>
                      <a:pt x="7129" y="18942"/>
                      <a:pt x="7206" y="18621"/>
                      <a:pt x="7206" y="18288"/>
                    </a:cubicBezTo>
                    <a:cubicBezTo>
                      <a:pt x="7206" y="17983"/>
                      <a:pt x="7195" y="17678"/>
                      <a:pt x="7184" y="17373"/>
                    </a:cubicBezTo>
                    <a:cubicBezTo>
                      <a:pt x="7146" y="16610"/>
                      <a:pt x="7129" y="15847"/>
                      <a:pt x="7086" y="15090"/>
                    </a:cubicBezTo>
                    <a:cubicBezTo>
                      <a:pt x="7058" y="14599"/>
                      <a:pt x="7048" y="14060"/>
                      <a:pt x="6813" y="13608"/>
                    </a:cubicBezTo>
                    <a:cubicBezTo>
                      <a:pt x="6781" y="13548"/>
                      <a:pt x="6748" y="13488"/>
                      <a:pt x="6715" y="13428"/>
                    </a:cubicBezTo>
                    <a:cubicBezTo>
                      <a:pt x="6530" y="12453"/>
                      <a:pt x="6089" y="11668"/>
                      <a:pt x="5315" y="10992"/>
                    </a:cubicBezTo>
                    <a:cubicBezTo>
                      <a:pt x="5179" y="10398"/>
                      <a:pt x="5102" y="9788"/>
                      <a:pt x="5189" y="9183"/>
                    </a:cubicBezTo>
                    <a:lnTo>
                      <a:pt x="5189" y="9183"/>
                    </a:lnTo>
                    <a:cubicBezTo>
                      <a:pt x="5222" y="9216"/>
                      <a:pt x="5255" y="9243"/>
                      <a:pt x="5288" y="9276"/>
                    </a:cubicBezTo>
                    <a:cubicBezTo>
                      <a:pt x="5353" y="9336"/>
                      <a:pt x="5429" y="9401"/>
                      <a:pt x="5500" y="9461"/>
                    </a:cubicBezTo>
                    <a:cubicBezTo>
                      <a:pt x="5478" y="9466"/>
                      <a:pt x="5467" y="9488"/>
                      <a:pt x="5473" y="9510"/>
                    </a:cubicBezTo>
                    <a:cubicBezTo>
                      <a:pt x="5598" y="10006"/>
                      <a:pt x="5800" y="10475"/>
                      <a:pt x="6078" y="10900"/>
                    </a:cubicBezTo>
                    <a:cubicBezTo>
                      <a:pt x="6312" y="11248"/>
                      <a:pt x="6759" y="11799"/>
                      <a:pt x="6677" y="12235"/>
                    </a:cubicBezTo>
                    <a:cubicBezTo>
                      <a:pt x="6674" y="12255"/>
                      <a:pt x="6690" y="12266"/>
                      <a:pt x="6706" y="12266"/>
                    </a:cubicBezTo>
                    <a:cubicBezTo>
                      <a:pt x="6720" y="12266"/>
                      <a:pt x="6734" y="12258"/>
                      <a:pt x="6737" y="12240"/>
                    </a:cubicBezTo>
                    <a:cubicBezTo>
                      <a:pt x="6808" y="11880"/>
                      <a:pt x="6552" y="11477"/>
                      <a:pt x="6366" y="11177"/>
                    </a:cubicBezTo>
                    <a:cubicBezTo>
                      <a:pt x="6023" y="10638"/>
                      <a:pt x="5762" y="10148"/>
                      <a:pt x="5593" y="9537"/>
                    </a:cubicBezTo>
                    <a:lnTo>
                      <a:pt x="5593" y="9537"/>
                    </a:lnTo>
                    <a:cubicBezTo>
                      <a:pt x="5980" y="9870"/>
                      <a:pt x="6350" y="10191"/>
                      <a:pt x="6584" y="10660"/>
                    </a:cubicBezTo>
                    <a:cubicBezTo>
                      <a:pt x="6588" y="10667"/>
                      <a:pt x="6594" y="10670"/>
                      <a:pt x="6600" y="10670"/>
                    </a:cubicBezTo>
                    <a:cubicBezTo>
                      <a:pt x="6610" y="10670"/>
                      <a:pt x="6621" y="10660"/>
                      <a:pt x="6617" y="10649"/>
                    </a:cubicBezTo>
                    <a:cubicBezTo>
                      <a:pt x="6410" y="10197"/>
                      <a:pt x="6089" y="9837"/>
                      <a:pt x="5707" y="9510"/>
                    </a:cubicBezTo>
                    <a:cubicBezTo>
                      <a:pt x="5533" y="9368"/>
                      <a:pt x="5369" y="9216"/>
                      <a:pt x="5206" y="9052"/>
                    </a:cubicBezTo>
                    <a:cubicBezTo>
                      <a:pt x="5206" y="9036"/>
                      <a:pt x="5189" y="9020"/>
                      <a:pt x="5173" y="9014"/>
                    </a:cubicBezTo>
                    <a:cubicBezTo>
                      <a:pt x="4966" y="8774"/>
                      <a:pt x="4830" y="8507"/>
                      <a:pt x="4917" y="8159"/>
                    </a:cubicBezTo>
                    <a:lnTo>
                      <a:pt x="4917" y="8159"/>
                    </a:lnTo>
                    <a:cubicBezTo>
                      <a:pt x="5132" y="8374"/>
                      <a:pt x="5414" y="8522"/>
                      <a:pt x="5719" y="8522"/>
                    </a:cubicBezTo>
                    <a:cubicBezTo>
                      <a:pt x="5762" y="8522"/>
                      <a:pt x="5805" y="8519"/>
                      <a:pt x="5849" y="8513"/>
                    </a:cubicBezTo>
                    <a:cubicBezTo>
                      <a:pt x="5874" y="8513"/>
                      <a:pt x="5871" y="8474"/>
                      <a:pt x="5848" y="8474"/>
                    </a:cubicBezTo>
                    <a:cubicBezTo>
                      <a:pt x="5847" y="8474"/>
                      <a:pt x="5845" y="8474"/>
                      <a:pt x="5843" y="8475"/>
                    </a:cubicBezTo>
                    <a:cubicBezTo>
                      <a:pt x="5835" y="8475"/>
                      <a:pt x="5827" y="8475"/>
                      <a:pt x="5819" y="8475"/>
                    </a:cubicBezTo>
                    <a:cubicBezTo>
                      <a:pt x="5484" y="8475"/>
                      <a:pt x="5157" y="8262"/>
                      <a:pt x="4939" y="8039"/>
                    </a:cubicBezTo>
                    <a:cubicBezTo>
                      <a:pt x="4933" y="8028"/>
                      <a:pt x="4928" y="8023"/>
                      <a:pt x="4917" y="8017"/>
                    </a:cubicBezTo>
                    <a:cubicBezTo>
                      <a:pt x="4797" y="7897"/>
                      <a:pt x="4710" y="7745"/>
                      <a:pt x="4666" y="7581"/>
                    </a:cubicBezTo>
                    <a:cubicBezTo>
                      <a:pt x="4650" y="7516"/>
                      <a:pt x="4634" y="7450"/>
                      <a:pt x="4617" y="7390"/>
                    </a:cubicBezTo>
                    <a:lnTo>
                      <a:pt x="4617" y="7390"/>
                    </a:lnTo>
                    <a:cubicBezTo>
                      <a:pt x="4884" y="7604"/>
                      <a:pt x="5178" y="7751"/>
                      <a:pt x="5501" y="7751"/>
                    </a:cubicBezTo>
                    <a:cubicBezTo>
                      <a:pt x="5640" y="7751"/>
                      <a:pt x="5785" y="7723"/>
                      <a:pt x="5936" y="7663"/>
                    </a:cubicBezTo>
                    <a:cubicBezTo>
                      <a:pt x="5947" y="7657"/>
                      <a:pt x="5941" y="7641"/>
                      <a:pt x="5931" y="7641"/>
                    </a:cubicBezTo>
                    <a:cubicBezTo>
                      <a:pt x="5817" y="7673"/>
                      <a:pt x="5706" y="7688"/>
                      <a:pt x="5599" y="7688"/>
                    </a:cubicBezTo>
                    <a:cubicBezTo>
                      <a:pt x="5322" y="7688"/>
                      <a:pt x="5069" y="7590"/>
                      <a:pt x="4841" y="7445"/>
                    </a:cubicBezTo>
                    <a:cubicBezTo>
                      <a:pt x="5260" y="7407"/>
                      <a:pt x="5783" y="7178"/>
                      <a:pt x="5854" y="6753"/>
                    </a:cubicBezTo>
                    <a:cubicBezTo>
                      <a:pt x="5857" y="6737"/>
                      <a:pt x="5845" y="6728"/>
                      <a:pt x="5831" y="6728"/>
                    </a:cubicBezTo>
                    <a:cubicBezTo>
                      <a:pt x="5817" y="6728"/>
                      <a:pt x="5803" y="6737"/>
                      <a:pt x="5800" y="6753"/>
                    </a:cubicBezTo>
                    <a:cubicBezTo>
                      <a:pt x="5740" y="7047"/>
                      <a:pt x="5424" y="7243"/>
                      <a:pt x="5108" y="7330"/>
                    </a:cubicBezTo>
                    <a:cubicBezTo>
                      <a:pt x="5184" y="7183"/>
                      <a:pt x="5233" y="7042"/>
                      <a:pt x="5364" y="6927"/>
                    </a:cubicBezTo>
                    <a:cubicBezTo>
                      <a:pt x="5377" y="6914"/>
                      <a:pt x="5366" y="6895"/>
                      <a:pt x="5350" y="6895"/>
                    </a:cubicBezTo>
                    <a:cubicBezTo>
                      <a:pt x="5346" y="6895"/>
                      <a:pt x="5341" y="6896"/>
                      <a:pt x="5337" y="6900"/>
                    </a:cubicBezTo>
                    <a:cubicBezTo>
                      <a:pt x="5184" y="6998"/>
                      <a:pt x="5075" y="7145"/>
                      <a:pt x="5021" y="7314"/>
                    </a:cubicBezTo>
                    <a:cubicBezTo>
                      <a:pt x="5015" y="7325"/>
                      <a:pt x="5021" y="7341"/>
                      <a:pt x="5026" y="7352"/>
                    </a:cubicBezTo>
                    <a:cubicBezTo>
                      <a:pt x="4939" y="7374"/>
                      <a:pt x="4846" y="7385"/>
                      <a:pt x="4754" y="7385"/>
                    </a:cubicBezTo>
                    <a:cubicBezTo>
                      <a:pt x="4601" y="7276"/>
                      <a:pt x="4459" y="7145"/>
                      <a:pt x="4329" y="7009"/>
                    </a:cubicBezTo>
                    <a:cubicBezTo>
                      <a:pt x="4296" y="6976"/>
                      <a:pt x="4263" y="6938"/>
                      <a:pt x="4236" y="6905"/>
                    </a:cubicBezTo>
                    <a:lnTo>
                      <a:pt x="4236" y="6905"/>
                    </a:lnTo>
                    <a:cubicBezTo>
                      <a:pt x="4315" y="6916"/>
                      <a:pt x="4399" y="6921"/>
                      <a:pt x="4485" y="6921"/>
                    </a:cubicBezTo>
                    <a:cubicBezTo>
                      <a:pt x="4914" y="6921"/>
                      <a:pt x="5398" y="6787"/>
                      <a:pt x="5538" y="6415"/>
                    </a:cubicBezTo>
                    <a:cubicBezTo>
                      <a:pt x="5542" y="6402"/>
                      <a:pt x="5530" y="6392"/>
                      <a:pt x="5520" y="6392"/>
                    </a:cubicBezTo>
                    <a:cubicBezTo>
                      <a:pt x="5514" y="6392"/>
                      <a:pt x="5508" y="6396"/>
                      <a:pt x="5506" y="6404"/>
                    </a:cubicBezTo>
                    <a:cubicBezTo>
                      <a:pt x="5413" y="6606"/>
                      <a:pt x="5233" y="6720"/>
                      <a:pt x="5015" y="6786"/>
                    </a:cubicBezTo>
                    <a:cubicBezTo>
                      <a:pt x="5075" y="6677"/>
                      <a:pt x="5108" y="6562"/>
                      <a:pt x="5157" y="6453"/>
                    </a:cubicBezTo>
                    <a:cubicBezTo>
                      <a:pt x="5217" y="6333"/>
                      <a:pt x="5288" y="6224"/>
                      <a:pt x="5375" y="6126"/>
                    </a:cubicBezTo>
                    <a:cubicBezTo>
                      <a:pt x="5379" y="6113"/>
                      <a:pt x="5373" y="6103"/>
                      <a:pt x="5361" y="6103"/>
                    </a:cubicBezTo>
                    <a:cubicBezTo>
                      <a:pt x="5359" y="6103"/>
                      <a:pt x="5356" y="6104"/>
                      <a:pt x="5353" y="6104"/>
                    </a:cubicBezTo>
                    <a:cubicBezTo>
                      <a:pt x="5113" y="6224"/>
                      <a:pt x="5037" y="6540"/>
                      <a:pt x="4939" y="6758"/>
                    </a:cubicBezTo>
                    <a:cubicBezTo>
                      <a:pt x="4933" y="6775"/>
                      <a:pt x="4939" y="6791"/>
                      <a:pt x="4955" y="6802"/>
                    </a:cubicBezTo>
                    <a:cubicBezTo>
                      <a:pt x="4781" y="6839"/>
                      <a:pt x="4604" y="6858"/>
                      <a:pt x="4428" y="6858"/>
                    </a:cubicBezTo>
                    <a:cubicBezTo>
                      <a:pt x="4345" y="6858"/>
                      <a:pt x="4263" y="6854"/>
                      <a:pt x="4181" y="6846"/>
                    </a:cubicBezTo>
                    <a:cubicBezTo>
                      <a:pt x="4121" y="6780"/>
                      <a:pt x="4067" y="6709"/>
                      <a:pt x="4007" y="6644"/>
                    </a:cubicBezTo>
                    <a:cubicBezTo>
                      <a:pt x="4105" y="6628"/>
                      <a:pt x="4198" y="6600"/>
                      <a:pt x="4290" y="6573"/>
                    </a:cubicBezTo>
                    <a:cubicBezTo>
                      <a:pt x="4296" y="6579"/>
                      <a:pt x="4296" y="6579"/>
                      <a:pt x="4301" y="6584"/>
                    </a:cubicBezTo>
                    <a:cubicBezTo>
                      <a:pt x="4356" y="6628"/>
                      <a:pt x="4432" y="6643"/>
                      <a:pt x="4511" y="6643"/>
                    </a:cubicBezTo>
                    <a:cubicBezTo>
                      <a:pt x="4597" y="6643"/>
                      <a:pt x="4688" y="6625"/>
                      <a:pt x="4759" y="6611"/>
                    </a:cubicBezTo>
                    <a:cubicBezTo>
                      <a:pt x="4774" y="6611"/>
                      <a:pt x="4771" y="6583"/>
                      <a:pt x="4757" y="6583"/>
                    </a:cubicBezTo>
                    <a:cubicBezTo>
                      <a:pt x="4756" y="6583"/>
                      <a:pt x="4755" y="6584"/>
                      <a:pt x="4754" y="6584"/>
                    </a:cubicBezTo>
                    <a:cubicBezTo>
                      <a:pt x="4715" y="6590"/>
                      <a:pt x="4677" y="6593"/>
                      <a:pt x="4639" y="6593"/>
                    </a:cubicBezTo>
                    <a:cubicBezTo>
                      <a:pt x="4547" y="6593"/>
                      <a:pt x="4457" y="6575"/>
                      <a:pt x="4372" y="6540"/>
                    </a:cubicBezTo>
                    <a:cubicBezTo>
                      <a:pt x="4628" y="6442"/>
                      <a:pt x="4852" y="6284"/>
                      <a:pt x="5031" y="6083"/>
                    </a:cubicBezTo>
                    <a:cubicBezTo>
                      <a:pt x="5040" y="6074"/>
                      <a:pt x="5028" y="6058"/>
                      <a:pt x="5017" y="6058"/>
                    </a:cubicBezTo>
                    <a:cubicBezTo>
                      <a:pt x="5014" y="6058"/>
                      <a:pt x="5012" y="6059"/>
                      <a:pt x="5010" y="6061"/>
                    </a:cubicBezTo>
                    <a:cubicBezTo>
                      <a:pt x="4726" y="6350"/>
                      <a:pt x="4383" y="6546"/>
                      <a:pt x="3963" y="6568"/>
                    </a:cubicBezTo>
                    <a:lnTo>
                      <a:pt x="3947" y="6568"/>
                    </a:lnTo>
                    <a:cubicBezTo>
                      <a:pt x="3827" y="6426"/>
                      <a:pt x="3707" y="6284"/>
                      <a:pt x="3582" y="6159"/>
                    </a:cubicBezTo>
                    <a:lnTo>
                      <a:pt x="3582" y="6159"/>
                    </a:lnTo>
                    <a:cubicBezTo>
                      <a:pt x="3714" y="6244"/>
                      <a:pt x="3870" y="6288"/>
                      <a:pt x="4029" y="6288"/>
                    </a:cubicBezTo>
                    <a:cubicBezTo>
                      <a:pt x="4054" y="6288"/>
                      <a:pt x="4080" y="6287"/>
                      <a:pt x="4105" y="6284"/>
                    </a:cubicBezTo>
                    <a:cubicBezTo>
                      <a:pt x="4585" y="6246"/>
                      <a:pt x="4928" y="5957"/>
                      <a:pt x="4863" y="5478"/>
                    </a:cubicBezTo>
                    <a:cubicBezTo>
                      <a:pt x="4863" y="5466"/>
                      <a:pt x="4853" y="5460"/>
                      <a:pt x="4843" y="5460"/>
                    </a:cubicBezTo>
                    <a:cubicBezTo>
                      <a:pt x="4829" y="5460"/>
                      <a:pt x="4814" y="5470"/>
                      <a:pt x="4814" y="5489"/>
                    </a:cubicBezTo>
                    <a:cubicBezTo>
                      <a:pt x="4861" y="5925"/>
                      <a:pt x="4460" y="6254"/>
                      <a:pt x="4043" y="6254"/>
                    </a:cubicBezTo>
                    <a:cubicBezTo>
                      <a:pt x="3882" y="6254"/>
                      <a:pt x="3718" y="6204"/>
                      <a:pt x="3577" y="6094"/>
                    </a:cubicBezTo>
                    <a:cubicBezTo>
                      <a:pt x="3380" y="5941"/>
                      <a:pt x="3255" y="5734"/>
                      <a:pt x="3086" y="5565"/>
                    </a:cubicBezTo>
                    <a:lnTo>
                      <a:pt x="3086" y="5565"/>
                    </a:lnTo>
                    <a:cubicBezTo>
                      <a:pt x="3135" y="5570"/>
                      <a:pt x="3184" y="5576"/>
                      <a:pt x="3233" y="5581"/>
                    </a:cubicBezTo>
                    <a:cubicBezTo>
                      <a:pt x="3338" y="5589"/>
                      <a:pt x="3443" y="5593"/>
                      <a:pt x="3548" y="5593"/>
                    </a:cubicBezTo>
                    <a:cubicBezTo>
                      <a:pt x="3820" y="5593"/>
                      <a:pt x="4094" y="5567"/>
                      <a:pt x="4361" y="5516"/>
                    </a:cubicBezTo>
                    <a:cubicBezTo>
                      <a:pt x="4372" y="5516"/>
                      <a:pt x="4378" y="5494"/>
                      <a:pt x="4361" y="5494"/>
                    </a:cubicBezTo>
                    <a:cubicBezTo>
                      <a:pt x="4115" y="5502"/>
                      <a:pt x="3856" y="5534"/>
                      <a:pt x="3603" y="5534"/>
                    </a:cubicBezTo>
                    <a:cubicBezTo>
                      <a:pt x="3481" y="5534"/>
                      <a:pt x="3361" y="5526"/>
                      <a:pt x="3244" y="5505"/>
                    </a:cubicBezTo>
                    <a:cubicBezTo>
                      <a:pt x="3130" y="5483"/>
                      <a:pt x="3021" y="5451"/>
                      <a:pt x="2912" y="5418"/>
                    </a:cubicBezTo>
                    <a:lnTo>
                      <a:pt x="2901" y="5412"/>
                    </a:lnTo>
                    <a:cubicBezTo>
                      <a:pt x="2890" y="5402"/>
                      <a:pt x="2874" y="5402"/>
                      <a:pt x="2857" y="5402"/>
                    </a:cubicBezTo>
                    <a:lnTo>
                      <a:pt x="2846" y="5402"/>
                    </a:lnTo>
                    <a:cubicBezTo>
                      <a:pt x="3086" y="5303"/>
                      <a:pt x="3375" y="5325"/>
                      <a:pt x="3620" y="5227"/>
                    </a:cubicBezTo>
                    <a:cubicBezTo>
                      <a:pt x="3644" y="5213"/>
                      <a:pt x="3630" y="5182"/>
                      <a:pt x="3608" y="5182"/>
                    </a:cubicBezTo>
                    <a:cubicBezTo>
                      <a:pt x="3605" y="5182"/>
                      <a:pt x="3602" y="5182"/>
                      <a:pt x="3598" y="5184"/>
                    </a:cubicBezTo>
                    <a:cubicBezTo>
                      <a:pt x="3320" y="5287"/>
                      <a:pt x="2983" y="5222"/>
                      <a:pt x="2727" y="5363"/>
                    </a:cubicBezTo>
                    <a:cubicBezTo>
                      <a:pt x="2547" y="5303"/>
                      <a:pt x="2361" y="5271"/>
                      <a:pt x="2171" y="5254"/>
                    </a:cubicBezTo>
                    <a:cubicBezTo>
                      <a:pt x="2151" y="5254"/>
                      <a:pt x="2130" y="5254"/>
                      <a:pt x="2109" y="5254"/>
                    </a:cubicBezTo>
                    <a:cubicBezTo>
                      <a:pt x="2003" y="5254"/>
                      <a:pt x="1891" y="5261"/>
                      <a:pt x="1782" y="5261"/>
                    </a:cubicBezTo>
                    <a:cubicBezTo>
                      <a:pt x="1731" y="5261"/>
                      <a:pt x="1681" y="5259"/>
                      <a:pt x="1631" y="5254"/>
                    </a:cubicBezTo>
                    <a:lnTo>
                      <a:pt x="1615" y="5254"/>
                    </a:lnTo>
                    <a:cubicBezTo>
                      <a:pt x="1904" y="5135"/>
                      <a:pt x="2225" y="5118"/>
                      <a:pt x="2530" y="5086"/>
                    </a:cubicBezTo>
                    <a:cubicBezTo>
                      <a:pt x="2797" y="5047"/>
                      <a:pt x="3059" y="5009"/>
                      <a:pt x="3326" y="4977"/>
                    </a:cubicBezTo>
                    <a:cubicBezTo>
                      <a:pt x="3348" y="4977"/>
                      <a:pt x="3342" y="4938"/>
                      <a:pt x="3320" y="4938"/>
                    </a:cubicBezTo>
                    <a:cubicBezTo>
                      <a:pt x="2743" y="4987"/>
                      <a:pt x="2024" y="4977"/>
                      <a:pt x="1495" y="5233"/>
                    </a:cubicBezTo>
                    <a:cubicBezTo>
                      <a:pt x="1288" y="5178"/>
                      <a:pt x="1135" y="5053"/>
                      <a:pt x="972" y="4906"/>
                    </a:cubicBezTo>
                    <a:cubicBezTo>
                      <a:pt x="759" y="4726"/>
                      <a:pt x="525" y="4671"/>
                      <a:pt x="280" y="4546"/>
                    </a:cubicBezTo>
                    <a:lnTo>
                      <a:pt x="275" y="4546"/>
                    </a:lnTo>
                    <a:lnTo>
                      <a:pt x="280" y="3892"/>
                    </a:lnTo>
                    <a:cubicBezTo>
                      <a:pt x="634" y="4208"/>
                      <a:pt x="923" y="4595"/>
                      <a:pt x="1413" y="4726"/>
                    </a:cubicBezTo>
                    <a:cubicBezTo>
                      <a:pt x="1573" y="4767"/>
                      <a:pt x="1739" y="4782"/>
                      <a:pt x="1907" y="4782"/>
                    </a:cubicBezTo>
                    <a:cubicBezTo>
                      <a:pt x="2290" y="4782"/>
                      <a:pt x="2686" y="4706"/>
                      <a:pt x="3053" y="4699"/>
                    </a:cubicBezTo>
                    <a:cubicBezTo>
                      <a:pt x="3081" y="4699"/>
                      <a:pt x="3086" y="4655"/>
                      <a:pt x="3059" y="4655"/>
                    </a:cubicBezTo>
                    <a:cubicBezTo>
                      <a:pt x="2692" y="4659"/>
                      <a:pt x="2311" y="4727"/>
                      <a:pt x="1940" y="4727"/>
                    </a:cubicBezTo>
                    <a:cubicBezTo>
                      <a:pt x="1805" y="4727"/>
                      <a:pt x="1670" y="4718"/>
                      <a:pt x="1539" y="4693"/>
                    </a:cubicBezTo>
                    <a:cubicBezTo>
                      <a:pt x="1165" y="4623"/>
                      <a:pt x="920" y="4396"/>
                      <a:pt x="676" y="4157"/>
                    </a:cubicBezTo>
                    <a:lnTo>
                      <a:pt x="676" y="4157"/>
                    </a:lnTo>
                    <a:cubicBezTo>
                      <a:pt x="677" y="4157"/>
                      <a:pt x="678" y="4156"/>
                      <a:pt x="678" y="4154"/>
                    </a:cubicBezTo>
                    <a:cubicBezTo>
                      <a:pt x="706" y="4152"/>
                      <a:pt x="735" y="4150"/>
                      <a:pt x="763" y="4150"/>
                    </a:cubicBezTo>
                    <a:cubicBezTo>
                      <a:pt x="1219" y="4150"/>
                      <a:pt x="1593" y="4427"/>
                      <a:pt x="2040" y="4432"/>
                    </a:cubicBezTo>
                    <a:cubicBezTo>
                      <a:pt x="2067" y="4432"/>
                      <a:pt x="2073" y="4393"/>
                      <a:pt x="2045" y="4393"/>
                    </a:cubicBezTo>
                    <a:cubicBezTo>
                      <a:pt x="1678" y="4376"/>
                      <a:pt x="1284" y="4073"/>
                      <a:pt x="907" y="4073"/>
                    </a:cubicBezTo>
                    <a:cubicBezTo>
                      <a:pt x="826" y="4073"/>
                      <a:pt x="746" y="4087"/>
                      <a:pt x="667" y="4121"/>
                    </a:cubicBezTo>
                    <a:cubicBezTo>
                      <a:pt x="656" y="4126"/>
                      <a:pt x="651" y="4137"/>
                      <a:pt x="656" y="4143"/>
                    </a:cubicBezTo>
                    <a:lnTo>
                      <a:pt x="656" y="4143"/>
                    </a:lnTo>
                    <a:cubicBezTo>
                      <a:pt x="541" y="4023"/>
                      <a:pt x="416" y="3914"/>
                      <a:pt x="285" y="3810"/>
                    </a:cubicBezTo>
                    <a:lnTo>
                      <a:pt x="280" y="3810"/>
                    </a:lnTo>
                    <a:lnTo>
                      <a:pt x="280" y="3680"/>
                    </a:lnTo>
                    <a:cubicBezTo>
                      <a:pt x="531" y="3710"/>
                      <a:pt x="768" y="3798"/>
                      <a:pt x="1018" y="3798"/>
                    </a:cubicBezTo>
                    <a:cubicBezTo>
                      <a:pt x="1083" y="3798"/>
                      <a:pt x="1150" y="3792"/>
                      <a:pt x="1217" y="3778"/>
                    </a:cubicBezTo>
                    <a:cubicBezTo>
                      <a:pt x="1266" y="3816"/>
                      <a:pt x="1321" y="3854"/>
                      <a:pt x="1375" y="3887"/>
                    </a:cubicBezTo>
                    <a:cubicBezTo>
                      <a:pt x="1713" y="4094"/>
                      <a:pt x="2089" y="4225"/>
                      <a:pt x="2487" y="4268"/>
                    </a:cubicBezTo>
                    <a:cubicBezTo>
                      <a:pt x="2509" y="4268"/>
                      <a:pt x="2509" y="4235"/>
                      <a:pt x="2487" y="4235"/>
                    </a:cubicBezTo>
                    <a:cubicBezTo>
                      <a:pt x="1506" y="4192"/>
                      <a:pt x="1081" y="3325"/>
                      <a:pt x="275" y="2966"/>
                    </a:cubicBezTo>
                    <a:cubicBezTo>
                      <a:pt x="275" y="2846"/>
                      <a:pt x="275" y="2721"/>
                      <a:pt x="275" y="2601"/>
                    </a:cubicBezTo>
                    <a:cubicBezTo>
                      <a:pt x="503" y="2644"/>
                      <a:pt x="727" y="2704"/>
                      <a:pt x="945" y="2791"/>
                    </a:cubicBezTo>
                    <a:cubicBezTo>
                      <a:pt x="947" y="2792"/>
                      <a:pt x="948" y="2792"/>
                      <a:pt x="950" y="2792"/>
                    </a:cubicBezTo>
                    <a:cubicBezTo>
                      <a:pt x="974" y="2792"/>
                      <a:pt x="987" y="2758"/>
                      <a:pt x="961" y="2748"/>
                    </a:cubicBezTo>
                    <a:cubicBezTo>
                      <a:pt x="738" y="2661"/>
                      <a:pt x="514" y="2557"/>
                      <a:pt x="269" y="2546"/>
                    </a:cubicBezTo>
                    <a:cubicBezTo>
                      <a:pt x="269" y="2421"/>
                      <a:pt x="264" y="2296"/>
                      <a:pt x="264" y="2170"/>
                    </a:cubicBezTo>
                    <a:cubicBezTo>
                      <a:pt x="345" y="2143"/>
                      <a:pt x="427" y="2116"/>
                      <a:pt x="509" y="2094"/>
                    </a:cubicBezTo>
                    <a:cubicBezTo>
                      <a:pt x="542" y="2192"/>
                      <a:pt x="661" y="2285"/>
                      <a:pt x="754" y="2334"/>
                    </a:cubicBezTo>
                    <a:cubicBezTo>
                      <a:pt x="841" y="2388"/>
                      <a:pt x="939" y="2410"/>
                      <a:pt x="1037" y="2410"/>
                    </a:cubicBezTo>
                    <a:cubicBezTo>
                      <a:pt x="1048" y="2410"/>
                      <a:pt x="1043" y="2399"/>
                      <a:pt x="1037" y="2399"/>
                    </a:cubicBezTo>
                    <a:cubicBezTo>
                      <a:pt x="917" y="2388"/>
                      <a:pt x="798" y="2334"/>
                      <a:pt x="710" y="2247"/>
                    </a:cubicBezTo>
                    <a:cubicBezTo>
                      <a:pt x="650" y="2198"/>
                      <a:pt x="607" y="2132"/>
                      <a:pt x="547" y="2083"/>
                    </a:cubicBezTo>
                    <a:cubicBezTo>
                      <a:pt x="631" y="2066"/>
                      <a:pt x="715" y="2055"/>
                      <a:pt x="799" y="2055"/>
                    </a:cubicBezTo>
                    <a:cubicBezTo>
                      <a:pt x="954" y="2055"/>
                      <a:pt x="1109" y="2091"/>
                      <a:pt x="1261" y="2187"/>
                    </a:cubicBezTo>
                    <a:cubicBezTo>
                      <a:pt x="1262" y="2188"/>
                      <a:pt x="1263" y="2188"/>
                      <a:pt x="1264" y="2188"/>
                    </a:cubicBezTo>
                    <a:cubicBezTo>
                      <a:pt x="1268" y="2188"/>
                      <a:pt x="1271" y="2180"/>
                      <a:pt x="1266" y="2176"/>
                    </a:cubicBezTo>
                    <a:cubicBezTo>
                      <a:pt x="1125" y="2061"/>
                      <a:pt x="931" y="2007"/>
                      <a:pt x="735" y="2007"/>
                    </a:cubicBezTo>
                    <a:cubicBezTo>
                      <a:pt x="568" y="2007"/>
                      <a:pt x="399" y="2046"/>
                      <a:pt x="258" y="2121"/>
                    </a:cubicBezTo>
                    <a:cubicBezTo>
                      <a:pt x="258" y="2007"/>
                      <a:pt x="253" y="1892"/>
                      <a:pt x="247" y="1778"/>
                    </a:cubicBezTo>
                    <a:cubicBezTo>
                      <a:pt x="394" y="1693"/>
                      <a:pt x="557" y="1654"/>
                      <a:pt x="722" y="1654"/>
                    </a:cubicBezTo>
                    <a:cubicBezTo>
                      <a:pt x="1009" y="1654"/>
                      <a:pt x="1301" y="1771"/>
                      <a:pt x="1522" y="1958"/>
                    </a:cubicBezTo>
                    <a:cubicBezTo>
                      <a:pt x="1523" y="1959"/>
                      <a:pt x="1525" y="1959"/>
                      <a:pt x="1526" y="1959"/>
                    </a:cubicBezTo>
                    <a:cubicBezTo>
                      <a:pt x="1531" y="1959"/>
                      <a:pt x="1538" y="1950"/>
                      <a:pt x="1533" y="1941"/>
                    </a:cubicBezTo>
                    <a:cubicBezTo>
                      <a:pt x="1354" y="1752"/>
                      <a:pt x="992" y="1586"/>
                      <a:pt x="668" y="1586"/>
                    </a:cubicBezTo>
                    <a:cubicBezTo>
                      <a:pt x="508" y="1586"/>
                      <a:pt x="357" y="1626"/>
                      <a:pt x="242" y="1723"/>
                    </a:cubicBezTo>
                    <a:cubicBezTo>
                      <a:pt x="236" y="1533"/>
                      <a:pt x="220" y="198"/>
                      <a:pt x="209" y="13"/>
                    </a:cubicBezTo>
                    <a:cubicBezTo>
                      <a:pt x="209" y="4"/>
                      <a:pt x="202" y="0"/>
                      <a:pt x="1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3" name="Google Shape;9403;p88"/>
              <p:cNvGrpSpPr/>
              <p:nvPr/>
            </p:nvGrpSpPr>
            <p:grpSpPr>
              <a:xfrm>
                <a:off x="3696227" y="3261380"/>
                <a:ext cx="108950" cy="73543"/>
                <a:chOff x="3696227" y="3261380"/>
                <a:chExt cx="108950" cy="73543"/>
              </a:xfrm>
            </p:grpSpPr>
            <p:sp>
              <p:nvSpPr>
                <p:cNvPr id="9404" name="Google Shape;9404;p88"/>
                <p:cNvSpPr/>
                <p:nvPr/>
              </p:nvSpPr>
              <p:spPr>
                <a:xfrm>
                  <a:off x="3696227" y="3261380"/>
                  <a:ext cx="108950" cy="73442"/>
                </a:xfrm>
                <a:custGeom>
                  <a:rect b="b" l="l" r="r" t="t"/>
                  <a:pathLst>
                    <a:path extrusionOk="0" h="2906" w="4311">
                      <a:moveTo>
                        <a:pt x="2117" y="0"/>
                      </a:moveTo>
                      <a:cubicBezTo>
                        <a:pt x="1761" y="0"/>
                        <a:pt x="1404" y="51"/>
                        <a:pt x="1101" y="173"/>
                      </a:cubicBezTo>
                      <a:cubicBezTo>
                        <a:pt x="840" y="271"/>
                        <a:pt x="611" y="434"/>
                        <a:pt x="425" y="641"/>
                      </a:cubicBezTo>
                      <a:cubicBezTo>
                        <a:pt x="207" y="903"/>
                        <a:pt x="115" y="1235"/>
                        <a:pt x="82" y="1573"/>
                      </a:cubicBezTo>
                      <a:cubicBezTo>
                        <a:pt x="49" y="1862"/>
                        <a:pt x="0" y="2227"/>
                        <a:pt x="158" y="2488"/>
                      </a:cubicBezTo>
                      <a:cubicBezTo>
                        <a:pt x="175" y="2510"/>
                        <a:pt x="197" y="2537"/>
                        <a:pt x="218" y="2559"/>
                      </a:cubicBezTo>
                      <a:cubicBezTo>
                        <a:pt x="436" y="2799"/>
                        <a:pt x="883" y="2815"/>
                        <a:pt x="1183" y="2854"/>
                      </a:cubicBezTo>
                      <a:cubicBezTo>
                        <a:pt x="1478" y="2891"/>
                        <a:pt x="1781" y="2906"/>
                        <a:pt x="2084" y="2906"/>
                      </a:cubicBezTo>
                      <a:cubicBezTo>
                        <a:pt x="2481" y="2906"/>
                        <a:pt x="2879" y="2881"/>
                        <a:pt x="3264" y="2854"/>
                      </a:cubicBezTo>
                      <a:cubicBezTo>
                        <a:pt x="3520" y="2837"/>
                        <a:pt x="3896" y="2821"/>
                        <a:pt x="4087" y="2625"/>
                      </a:cubicBezTo>
                      <a:cubicBezTo>
                        <a:pt x="4311" y="2390"/>
                        <a:pt x="4289" y="2020"/>
                        <a:pt x="4245" y="1726"/>
                      </a:cubicBezTo>
                      <a:cubicBezTo>
                        <a:pt x="4169" y="1197"/>
                        <a:pt x="3973" y="614"/>
                        <a:pt x="3504" y="309"/>
                      </a:cubicBezTo>
                      <a:cubicBezTo>
                        <a:pt x="3357" y="216"/>
                        <a:pt x="3199" y="151"/>
                        <a:pt x="3030" y="107"/>
                      </a:cubicBezTo>
                      <a:cubicBezTo>
                        <a:pt x="2751" y="41"/>
                        <a:pt x="2434" y="0"/>
                        <a:pt x="2117" y="0"/>
                      </a:cubicBezTo>
                      <a:close/>
                    </a:path>
                  </a:pathLst>
                </a:custGeom>
                <a:solidFill>
                  <a:srgbClr val="3E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8"/>
                <p:cNvSpPr/>
                <p:nvPr/>
              </p:nvSpPr>
              <p:spPr>
                <a:xfrm>
                  <a:off x="3697743" y="3283367"/>
                  <a:ext cx="9528" cy="27699"/>
                </a:xfrm>
                <a:custGeom>
                  <a:rect b="b" l="l" r="r" t="t"/>
                  <a:pathLst>
                    <a:path extrusionOk="0" h="1096" w="377">
                      <a:moveTo>
                        <a:pt x="213" y="0"/>
                      </a:moveTo>
                      <a:cubicBezTo>
                        <a:pt x="104" y="218"/>
                        <a:pt x="38" y="458"/>
                        <a:pt x="17" y="703"/>
                      </a:cubicBezTo>
                      <a:cubicBezTo>
                        <a:pt x="11" y="752"/>
                        <a:pt x="6" y="801"/>
                        <a:pt x="0" y="850"/>
                      </a:cubicBezTo>
                      <a:cubicBezTo>
                        <a:pt x="66" y="932"/>
                        <a:pt x="131" y="1014"/>
                        <a:pt x="197" y="1095"/>
                      </a:cubicBezTo>
                      <a:cubicBezTo>
                        <a:pt x="267" y="1019"/>
                        <a:pt x="316" y="926"/>
                        <a:pt x="333" y="823"/>
                      </a:cubicBezTo>
                      <a:cubicBezTo>
                        <a:pt x="333" y="812"/>
                        <a:pt x="333" y="801"/>
                        <a:pt x="338" y="790"/>
                      </a:cubicBezTo>
                      <a:cubicBezTo>
                        <a:pt x="376" y="540"/>
                        <a:pt x="289" y="245"/>
                        <a:pt x="2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8"/>
                <p:cNvSpPr/>
                <p:nvPr/>
              </p:nvSpPr>
              <p:spPr>
                <a:xfrm>
                  <a:off x="3714676" y="3292465"/>
                  <a:ext cx="21381" cy="21507"/>
                </a:xfrm>
                <a:custGeom>
                  <a:rect b="b" l="l" r="r" t="t"/>
                  <a:pathLst>
                    <a:path extrusionOk="0" h="851" w="846">
                      <a:moveTo>
                        <a:pt x="348" y="1"/>
                      </a:moveTo>
                      <a:cubicBezTo>
                        <a:pt x="277" y="1"/>
                        <a:pt x="209" y="25"/>
                        <a:pt x="153" y="87"/>
                      </a:cubicBezTo>
                      <a:cubicBezTo>
                        <a:pt x="50" y="196"/>
                        <a:pt x="1" y="348"/>
                        <a:pt x="22" y="496"/>
                      </a:cubicBezTo>
                      <a:cubicBezTo>
                        <a:pt x="142" y="566"/>
                        <a:pt x="235" y="675"/>
                        <a:pt x="295" y="801"/>
                      </a:cubicBezTo>
                      <a:cubicBezTo>
                        <a:pt x="371" y="830"/>
                        <a:pt x="457" y="850"/>
                        <a:pt x="537" y="850"/>
                      </a:cubicBezTo>
                      <a:cubicBezTo>
                        <a:pt x="667" y="850"/>
                        <a:pt x="783" y="796"/>
                        <a:pt x="823" y="637"/>
                      </a:cubicBezTo>
                      <a:cubicBezTo>
                        <a:pt x="834" y="605"/>
                        <a:pt x="840" y="572"/>
                        <a:pt x="840" y="539"/>
                      </a:cubicBezTo>
                      <a:cubicBezTo>
                        <a:pt x="829" y="523"/>
                        <a:pt x="829" y="501"/>
                        <a:pt x="845" y="485"/>
                      </a:cubicBezTo>
                      <a:cubicBezTo>
                        <a:pt x="840" y="359"/>
                        <a:pt x="785" y="239"/>
                        <a:pt x="687" y="158"/>
                      </a:cubicBezTo>
                      <a:cubicBezTo>
                        <a:pt x="601" y="75"/>
                        <a:pt x="470" y="1"/>
                        <a:pt x="3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8"/>
                <p:cNvSpPr/>
                <p:nvPr/>
              </p:nvSpPr>
              <p:spPr>
                <a:xfrm>
                  <a:off x="3710127" y="3264893"/>
                  <a:ext cx="17943" cy="15315"/>
                </a:xfrm>
                <a:custGeom>
                  <a:rect b="b" l="l" r="r" t="t"/>
                  <a:pathLst>
                    <a:path extrusionOk="0" h="606" w="710">
                      <a:moveTo>
                        <a:pt x="644" y="1"/>
                      </a:moveTo>
                      <a:cubicBezTo>
                        <a:pt x="611" y="12"/>
                        <a:pt x="578" y="28"/>
                        <a:pt x="546" y="39"/>
                      </a:cubicBezTo>
                      <a:cubicBezTo>
                        <a:pt x="349" y="115"/>
                        <a:pt x="164" y="230"/>
                        <a:pt x="1" y="371"/>
                      </a:cubicBezTo>
                      <a:cubicBezTo>
                        <a:pt x="191" y="524"/>
                        <a:pt x="426" y="606"/>
                        <a:pt x="671" y="606"/>
                      </a:cubicBezTo>
                      <a:cubicBezTo>
                        <a:pt x="709" y="410"/>
                        <a:pt x="704" y="197"/>
                        <a:pt x="64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8"/>
                <p:cNvSpPr/>
                <p:nvPr/>
              </p:nvSpPr>
              <p:spPr>
                <a:xfrm>
                  <a:off x="3704491" y="3275786"/>
                  <a:ext cx="22063" cy="28255"/>
                </a:xfrm>
                <a:custGeom>
                  <a:rect b="b" l="l" r="r" t="t"/>
                  <a:pathLst>
                    <a:path extrusionOk="0" h="1118" w="873">
                      <a:moveTo>
                        <a:pt x="164" y="0"/>
                      </a:moveTo>
                      <a:cubicBezTo>
                        <a:pt x="142" y="22"/>
                        <a:pt x="120" y="49"/>
                        <a:pt x="93" y="77"/>
                      </a:cubicBezTo>
                      <a:cubicBezTo>
                        <a:pt x="60" y="115"/>
                        <a:pt x="33" y="158"/>
                        <a:pt x="0" y="202"/>
                      </a:cubicBezTo>
                      <a:cubicBezTo>
                        <a:pt x="82" y="469"/>
                        <a:pt x="186" y="790"/>
                        <a:pt x="153" y="1079"/>
                      </a:cubicBezTo>
                      <a:cubicBezTo>
                        <a:pt x="218" y="1085"/>
                        <a:pt x="278" y="1096"/>
                        <a:pt x="338" y="1117"/>
                      </a:cubicBezTo>
                      <a:cubicBezTo>
                        <a:pt x="322" y="910"/>
                        <a:pt x="425" y="714"/>
                        <a:pt x="605" y="611"/>
                      </a:cubicBezTo>
                      <a:cubicBezTo>
                        <a:pt x="654" y="589"/>
                        <a:pt x="703" y="578"/>
                        <a:pt x="758" y="578"/>
                      </a:cubicBezTo>
                      <a:cubicBezTo>
                        <a:pt x="807" y="474"/>
                        <a:pt x="845" y="365"/>
                        <a:pt x="872" y="256"/>
                      </a:cubicBezTo>
                      <a:cubicBezTo>
                        <a:pt x="616" y="251"/>
                        <a:pt x="365" y="164"/>
                        <a:pt x="1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8"/>
                <p:cNvSpPr/>
                <p:nvPr/>
              </p:nvSpPr>
              <p:spPr>
                <a:xfrm>
                  <a:off x="3728323" y="3261507"/>
                  <a:ext cx="24792" cy="18702"/>
                </a:xfrm>
                <a:custGeom>
                  <a:rect b="b" l="l" r="r" t="t"/>
                  <a:pathLst>
                    <a:path extrusionOk="0" h="740" w="981">
                      <a:moveTo>
                        <a:pt x="830" y="0"/>
                      </a:moveTo>
                      <a:cubicBezTo>
                        <a:pt x="548" y="0"/>
                        <a:pt x="268" y="39"/>
                        <a:pt x="0" y="113"/>
                      </a:cubicBezTo>
                      <a:cubicBezTo>
                        <a:pt x="60" y="315"/>
                        <a:pt x="71" y="533"/>
                        <a:pt x="33" y="740"/>
                      </a:cubicBezTo>
                      <a:cubicBezTo>
                        <a:pt x="174" y="734"/>
                        <a:pt x="316" y="696"/>
                        <a:pt x="441" y="631"/>
                      </a:cubicBezTo>
                      <a:cubicBezTo>
                        <a:pt x="703" y="495"/>
                        <a:pt x="866" y="266"/>
                        <a:pt x="981" y="4"/>
                      </a:cubicBezTo>
                      <a:cubicBezTo>
                        <a:pt x="931" y="2"/>
                        <a:pt x="880" y="0"/>
                        <a:pt x="8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8"/>
                <p:cNvSpPr/>
                <p:nvPr/>
              </p:nvSpPr>
              <p:spPr>
                <a:xfrm>
                  <a:off x="3725821" y="3278136"/>
                  <a:ext cx="24413" cy="26309"/>
                </a:xfrm>
                <a:custGeom>
                  <a:rect b="b" l="l" r="r" t="t"/>
                  <a:pathLst>
                    <a:path extrusionOk="0" h="1041" w="966">
                      <a:moveTo>
                        <a:pt x="671" y="0"/>
                      </a:moveTo>
                      <a:cubicBezTo>
                        <a:pt x="611" y="38"/>
                        <a:pt x="546" y="65"/>
                        <a:pt x="480" y="93"/>
                      </a:cubicBezTo>
                      <a:cubicBezTo>
                        <a:pt x="361" y="131"/>
                        <a:pt x="241" y="153"/>
                        <a:pt x="115" y="158"/>
                      </a:cubicBezTo>
                      <a:cubicBezTo>
                        <a:pt x="88" y="272"/>
                        <a:pt x="50" y="387"/>
                        <a:pt x="1" y="490"/>
                      </a:cubicBezTo>
                      <a:cubicBezTo>
                        <a:pt x="148" y="529"/>
                        <a:pt x="279" y="616"/>
                        <a:pt x="371" y="736"/>
                      </a:cubicBezTo>
                      <a:cubicBezTo>
                        <a:pt x="442" y="823"/>
                        <a:pt x="486" y="932"/>
                        <a:pt x="491" y="1041"/>
                      </a:cubicBezTo>
                      <a:cubicBezTo>
                        <a:pt x="688" y="1019"/>
                        <a:pt x="856" y="741"/>
                        <a:pt x="965" y="518"/>
                      </a:cubicBezTo>
                      <a:lnTo>
                        <a:pt x="960" y="512"/>
                      </a:lnTo>
                      <a:cubicBezTo>
                        <a:pt x="824" y="371"/>
                        <a:pt x="704" y="196"/>
                        <a:pt x="67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8"/>
                <p:cNvSpPr/>
                <p:nvPr/>
              </p:nvSpPr>
              <p:spPr>
                <a:xfrm>
                  <a:off x="3744573" y="3263377"/>
                  <a:ext cx="10766" cy="25652"/>
                </a:xfrm>
                <a:custGeom>
                  <a:rect b="b" l="l" r="r" t="t"/>
                  <a:pathLst>
                    <a:path extrusionOk="0" h="1015" w="426">
                      <a:moveTo>
                        <a:pt x="398" y="1"/>
                      </a:moveTo>
                      <a:cubicBezTo>
                        <a:pt x="311" y="208"/>
                        <a:pt x="174" y="388"/>
                        <a:pt x="0" y="530"/>
                      </a:cubicBezTo>
                      <a:cubicBezTo>
                        <a:pt x="16" y="715"/>
                        <a:pt x="136" y="884"/>
                        <a:pt x="256" y="1014"/>
                      </a:cubicBezTo>
                      <a:cubicBezTo>
                        <a:pt x="278" y="971"/>
                        <a:pt x="294" y="922"/>
                        <a:pt x="311" y="889"/>
                      </a:cubicBezTo>
                      <a:cubicBezTo>
                        <a:pt x="343" y="797"/>
                        <a:pt x="371" y="704"/>
                        <a:pt x="392" y="606"/>
                      </a:cubicBezTo>
                      <a:cubicBezTo>
                        <a:pt x="392" y="600"/>
                        <a:pt x="392" y="595"/>
                        <a:pt x="398" y="595"/>
                      </a:cubicBezTo>
                      <a:cubicBezTo>
                        <a:pt x="420" y="475"/>
                        <a:pt x="425" y="350"/>
                        <a:pt x="420" y="230"/>
                      </a:cubicBezTo>
                      <a:cubicBezTo>
                        <a:pt x="414" y="170"/>
                        <a:pt x="409" y="88"/>
                        <a:pt x="3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8"/>
                <p:cNvSpPr/>
                <p:nvPr/>
              </p:nvSpPr>
              <p:spPr>
                <a:xfrm>
                  <a:off x="3723344" y="3304141"/>
                  <a:ext cx="28684" cy="22493"/>
                </a:xfrm>
                <a:custGeom>
                  <a:rect b="b" l="l" r="r" t="t"/>
                  <a:pathLst>
                    <a:path extrusionOk="0" h="890" w="1135">
                      <a:moveTo>
                        <a:pt x="807" y="1"/>
                      </a:moveTo>
                      <a:cubicBezTo>
                        <a:pt x="747" y="61"/>
                        <a:pt x="671" y="94"/>
                        <a:pt x="584" y="99"/>
                      </a:cubicBezTo>
                      <a:cubicBezTo>
                        <a:pt x="578" y="186"/>
                        <a:pt x="546" y="268"/>
                        <a:pt x="497" y="339"/>
                      </a:cubicBezTo>
                      <a:cubicBezTo>
                        <a:pt x="425" y="444"/>
                        <a:pt x="318" y="482"/>
                        <a:pt x="204" y="482"/>
                      </a:cubicBezTo>
                      <a:cubicBezTo>
                        <a:pt x="136" y="482"/>
                        <a:pt x="66" y="468"/>
                        <a:pt x="1" y="448"/>
                      </a:cubicBezTo>
                      <a:lnTo>
                        <a:pt x="1" y="448"/>
                      </a:lnTo>
                      <a:cubicBezTo>
                        <a:pt x="50" y="589"/>
                        <a:pt x="77" y="736"/>
                        <a:pt x="83" y="889"/>
                      </a:cubicBezTo>
                      <a:cubicBezTo>
                        <a:pt x="284" y="816"/>
                        <a:pt x="505" y="764"/>
                        <a:pt x="722" y="764"/>
                      </a:cubicBezTo>
                      <a:cubicBezTo>
                        <a:pt x="863" y="764"/>
                        <a:pt x="1003" y="786"/>
                        <a:pt x="1134" y="840"/>
                      </a:cubicBezTo>
                      <a:cubicBezTo>
                        <a:pt x="1134" y="818"/>
                        <a:pt x="1129" y="791"/>
                        <a:pt x="1123" y="769"/>
                      </a:cubicBezTo>
                      <a:cubicBezTo>
                        <a:pt x="1063" y="502"/>
                        <a:pt x="954" y="246"/>
                        <a:pt x="807" y="12"/>
                      </a:cubicBezTo>
                      <a:cubicBezTo>
                        <a:pt x="807" y="6"/>
                        <a:pt x="807" y="6"/>
                        <a:pt x="8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8"/>
                <p:cNvSpPr/>
                <p:nvPr/>
              </p:nvSpPr>
              <p:spPr>
                <a:xfrm>
                  <a:off x="3725290" y="3325471"/>
                  <a:ext cx="27294" cy="9452"/>
                </a:xfrm>
                <a:custGeom>
                  <a:rect b="b" l="l" r="r" t="t"/>
                  <a:pathLst>
                    <a:path extrusionOk="0" h="374" w="1080">
                      <a:moveTo>
                        <a:pt x="636" y="0"/>
                      </a:moveTo>
                      <a:cubicBezTo>
                        <a:pt x="421" y="0"/>
                        <a:pt x="202" y="56"/>
                        <a:pt x="6" y="127"/>
                      </a:cubicBezTo>
                      <a:cubicBezTo>
                        <a:pt x="6" y="192"/>
                        <a:pt x="6" y="252"/>
                        <a:pt x="0" y="318"/>
                      </a:cubicBezTo>
                      <a:lnTo>
                        <a:pt x="38" y="318"/>
                      </a:lnTo>
                      <a:cubicBezTo>
                        <a:pt x="339" y="356"/>
                        <a:pt x="645" y="373"/>
                        <a:pt x="950" y="373"/>
                      </a:cubicBezTo>
                      <a:cubicBezTo>
                        <a:pt x="993" y="373"/>
                        <a:pt x="1036" y="373"/>
                        <a:pt x="1079" y="372"/>
                      </a:cubicBezTo>
                      <a:cubicBezTo>
                        <a:pt x="1079" y="279"/>
                        <a:pt x="1079" y="187"/>
                        <a:pt x="1068" y="94"/>
                      </a:cubicBezTo>
                      <a:cubicBezTo>
                        <a:pt x="932" y="27"/>
                        <a:pt x="785" y="0"/>
                        <a:pt x="6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8"/>
                <p:cNvSpPr/>
                <p:nvPr/>
              </p:nvSpPr>
              <p:spPr>
                <a:xfrm>
                  <a:off x="3745104" y="3291075"/>
                  <a:ext cx="26890" cy="21583"/>
                </a:xfrm>
                <a:custGeom>
                  <a:rect b="b" l="l" r="r" t="t"/>
                  <a:pathLst>
                    <a:path extrusionOk="0" h="854" w="1064">
                      <a:moveTo>
                        <a:pt x="290" y="0"/>
                      </a:moveTo>
                      <a:cubicBezTo>
                        <a:pt x="213" y="169"/>
                        <a:pt x="121" y="327"/>
                        <a:pt x="1" y="463"/>
                      </a:cubicBezTo>
                      <a:cubicBezTo>
                        <a:pt x="6" y="469"/>
                        <a:pt x="12" y="474"/>
                        <a:pt x="17" y="480"/>
                      </a:cubicBezTo>
                      <a:cubicBezTo>
                        <a:pt x="88" y="600"/>
                        <a:pt x="153" y="719"/>
                        <a:pt x="213" y="845"/>
                      </a:cubicBezTo>
                      <a:lnTo>
                        <a:pt x="219" y="845"/>
                      </a:lnTo>
                      <a:cubicBezTo>
                        <a:pt x="247" y="851"/>
                        <a:pt x="275" y="853"/>
                        <a:pt x="304" y="853"/>
                      </a:cubicBezTo>
                      <a:cubicBezTo>
                        <a:pt x="482" y="853"/>
                        <a:pt x="657" y="746"/>
                        <a:pt x="813" y="670"/>
                      </a:cubicBezTo>
                      <a:cubicBezTo>
                        <a:pt x="900" y="627"/>
                        <a:pt x="982" y="583"/>
                        <a:pt x="1063" y="534"/>
                      </a:cubicBezTo>
                      <a:cubicBezTo>
                        <a:pt x="775" y="431"/>
                        <a:pt x="448" y="278"/>
                        <a:pt x="29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8"/>
                <p:cNvSpPr/>
                <p:nvPr/>
              </p:nvSpPr>
              <p:spPr>
                <a:xfrm>
                  <a:off x="3753520" y="3276013"/>
                  <a:ext cx="20547" cy="21835"/>
                </a:xfrm>
                <a:custGeom>
                  <a:rect b="b" l="l" r="r" t="t"/>
                  <a:pathLst>
                    <a:path extrusionOk="0" h="864" w="813">
                      <a:moveTo>
                        <a:pt x="629" y="0"/>
                      </a:moveTo>
                      <a:cubicBezTo>
                        <a:pt x="445" y="0"/>
                        <a:pt x="258" y="27"/>
                        <a:pt x="120" y="133"/>
                      </a:cubicBezTo>
                      <a:cubicBezTo>
                        <a:pt x="93" y="258"/>
                        <a:pt x="55" y="378"/>
                        <a:pt x="6" y="493"/>
                      </a:cubicBezTo>
                      <a:lnTo>
                        <a:pt x="0" y="504"/>
                      </a:lnTo>
                      <a:cubicBezTo>
                        <a:pt x="76" y="656"/>
                        <a:pt x="191" y="781"/>
                        <a:pt x="338" y="863"/>
                      </a:cubicBezTo>
                      <a:cubicBezTo>
                        <a:pt x="551" y="711"/>
                        <a:pt x="681" y="373"/>
                        <a:pt x="768" y="144"/>
                      </a:cubicBezTo>
                      <a:cubicBezTo>
                        <a:pt x="785" y="95"/>
                        <a:pt x="796" y="51"/>
                        <a:pt x="812" y="8"/>
                      </a:cubicBezTo>
                      <a:cubicBezTo>
                        <a:pt x="753" y="4"/>
                        <a:pt x="691" y="0"/>
                        <a:pt x="62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8"/>
                <p:cNvSpPr/>
                <p:nvPr/>
              </p:nvSpPr>
              <p:spPr>
                <a:xfrm>
                  <a:off x="3764109" y="3276342"/>
                  <a:ext cx="29215" cy="26865"/>
                </a:xfrm>
                <a:custGeom>
                  <a:rect b="b" l="l" r="r" t="t"/>
                  <a:pathLst>
                    <a:path extrusionOk="0" h="1063" w="1156">
                      <a:moveTo>
                        <a:pt x="475" y="0"/>
                      </a:moveTo>
                      <a:cubicBezTo>
                        <a:pt x="453" y="76"/>
                        <a:pt x="426" y="153"/>
                        <a:pt x="399" y="224"/>
                      </a:cubicBezTo>
                      <a:cubicBezTo>
                        <a:pt x="295" y="452"/>
                        <a:pt x="191" y="730"/>
                        <a:pt x="1" y="894"/>
                      </a:cubicBezTo>
                      <a:cubicBezTo>
                        <a:pt x="121" y="954"/>
                        <a:pt x="251" y="1008"/>
                        <a:pt x="382" y="1052"/>
                      </a:cubicBezTo>
                      <a:cubicBezTo>
                        <a:pt x="393" y="1057"/>
                        <a:pt x="399" y="1057"/>
                        <a:pt x="399" y="1063"/>
                      </a:cubicBezTo>
                      <a:cubicBezTo>
                        <a:pt x="442" y="1035"/>
                        <a:pt x="480" y="1008"/>
                        <a:pt x="524" y="986"/>
                      </a:cubicBezTo>
                      <a:cubicBezTo>
                        <a:pt x="775" y="812"/>
                        <a:pt x="992" y="594"/>
                        <a:pt x="1156" y="338"/>
                      </a:cubicBezTo>
                      <a:cubicBezTo>
                        <a:pt x="954" y="175"/>
                        <a:pt x="742" y="38"/>
                        <a:pt x="4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8"/>
                <p:cNvSpPr/>
                <p:nvPr/>
              </p:nvSpPr>
              <p:spPr>
                <a:xfrm>
                  <a:off x="3756552" y="3261734"/>
                  <a:ext cx="19561" cy="14911"/>
                </a:xfrm>
                <a:custGeom>
                  <a:rect b="b" l="l" r="r" t="t"/>
                  <a:pathLst>
                    <a:path extrusionOk="0" h="590" w="774">
                      <a:moveTo>
                        <a:pt x="0" y="1"/>
                      </a:moveTo>
                      <a:lnTo>
                        <a:pt x="0" y="1"/>
                      </a:lnTo>
                      <a:cubicBezTo>
                        <a:pt x="16" y="99"/>
                        <a:pt x="22" y="197"/>
                        <a:pt x="27" y="295"/>
                      </a:cubicBezTo>
                      <a:cubicBezTo>
                        <a:pt x="27" y="393"/>
                        <a:pt x="27" y="491"/>
                        <a:pt x="11" y="589"/>
                      </a:cubicBezTo>
                      <a:cubicBezTo>
                        <a:pt x="164" y="504"/>
                        <a:pt x="350" y="476"/>
                        <a:pt x="527" y="476"/>
                      </a:cubicBezTo>
                      <a:cubicBezTo>
                        <a:pt x="589" y="476"/>
                        <a:pt x="650" y="480"/>
                        <a:pt x="708" y="486"/>
                      </a:cubicBezTo>
                      <a:cubicBezTo>
                        <a:pt x="741" y="371"/>
                        <a:pt x="757" y="257"/>
                        <a:pt x="774" y="137"/>
                      </a:cubicBezTo>
                      <a:cubicBezTo>
                        <a:pt x="725" y="120"/>
                        <a:pt x="681" y="110"/>
                        <a:pt x="638" y="99"/>
                      </a:cubicBezTo>
                      <a:cubicBezTo>
                        <a:pt x="425" y="50"/>
                        <a:pt x="213" y="17"/>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8"/>
                <p:cNvSpPr/>
                <p:nvPr/>
              </p:nvSpPr>
              <p:spPr>
                <a:xfrm>
                  <a:off x="3776644" y="3266005"/>
                  <a:ext cx="18904" cy="16958"/>
                </a:xfrm>
                <a:custGeom>
                  <a:rect b="b" l="l" r="r" t="t"/>
                  <a:pathLst>
                    <a:path extrusionOk="0" h="671" w="748">
                      <a:moveTo>
                        <a:pt x="61" y="1"/>
                      </a:moveTo>
                      <a:cubicBezTo>
                        <a:pt x="50" y="109"/>
                        <a:pt x="28" y="224"/>
                        <a:pt x="1" y="333"/>
                      </a:cubicBezTo>
                      <a:cubicBezTo>
                        <a:pt x="262" y="382"/>
                        <a:pt x="502" y="502"/>
                        <a:pt x="704" y="671"/>
                      </a:cubicBezTo>
                      <a:cubicBezTo>
                        <a:pt x="714" y="643"/>
                        <a:pt x="731" y="611"/>
                        <a:pt x="747" y="578"/>
                      </a:cubicBezTo>
                      <a:cubicBezTo>
                        <a:pt x="638" y="398"/>
                        <a:pt x="496" y="246"/>
                        <a:pt x="322" y="131"/>
                      </a:cubicBezTo>
                      <a:cubicBezTo>
                        <a:pt x="240" y="77"/>
                        <a:pt x="153" y="33"/>
                        <a:pt x="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8"/>
                <p:cNvSpPr/>
                <p:nvPr/>
              </p:nvSpPr>
              <p:spPr>
                <a:xfrm>
                  <a:off x="3784630" y="3282811"/>
                  <a:ext cx="19435" cy="28811"/>
                </a:xfrm>
                <a:custGeom>
                  <a:rect b="b" l="l" r="r" t="t"/>
                  <a:pathLst>
                    <a:path extrusionOk="0" h="1140" w="769">
                      <a:moveTo>
                        <a:pt x="480" y="0"/>
                      </a:moveTo>
                      <a:cubicBezTo>
                        <a:pt x="469" y="22"/>
                        <a:pt x="458" y="38"/>
                        <a:pt x="453" y="60"/>
                      </a:cubicBezTo>
                      <a:cubicBezTo>
                        <a:pt x="482" y="85"/>
                        <a:pt x="459" y="127"/>
                        <a:pt x="422" y="127"/>
                      </a:cubicBezTo>
                      <a:cubicBezTo>
                        <a:pt x="418" y="127"/>
                        <a:pt x="414" y="127"/>
                        <a:pt x="409" y="126"/>
                      </a:cubicBezTo>
                      <a:cubicBezTo>
                        <a:pt x="300" y="305"/>
                        <a:pt x="164" y="469"/>
                        <a:pt x="1" y="605"/>
                      </a:cubicBezTo>
                      <a:cubicBezTo>
                        <a:pt x="142" y="720"/>
                        <a:pt x="235" y="872"/>
                        <a:pt x="388" y="970"/>
                      </a:cubicBezTo>
                      <a:cubicBezTo>
                        <a:pt x="404" y="970"/>
                        <a:pt x="420" y="981"/>
                        <a:pt x="426" y="997"/>
                      </a:cubicBezTo>
                      <a:cubicBezTo>
                        <a:pt x="437" y="997"/>
                        <a:pt x="442" y="1003"/>
                        <a:pt x="447" y="1008"/>
                      </a:cubicBezTo>
                      <a:cubicBezTo>
                        <a:pt x="551" y="1057"/>
                        <a:pt x="660" y="1101"/>
                        <a:pt x="769" y="1139"/>
                      </a:cubicBezTo>
                      <a:cubicBezTo>
                        <a:pt x="769" y="1052"/>
                        <a:pt x="758" y="965"/>
                        <a:pt x="747" y="878"/>
                      </a:cubicBezTo>
                      <a:cubicBezTo>
                        <a:pt x="709" y="572"/>
                        <a:pt x="616" y="278"/>
                        <a:pt x="4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8"/>
                <p:cNvSpPr/>
                <p:nvPr/>
              </p:nvSpPr>
              <p:spPr>
                <a:xfrm>
                  <a:off x="3751321" y="3308286"/>
                  <a:ext cx="30858" cy="26460"/>
                </a:xfrm>
                <a:custGeom>
                  <a:rect b="b" l="l" r="r" t="t"/>
                  <a:pathLst>
                    <a:path extrusionOk="0" h="1047" w="1221">
                      <a:moveTo>
                        <a:pt x="725" y="0"/>
                      </a:moveTo>
                      <a:cubicBezTo>
                        <a:pt x="643" y="44"/>
                        <a:pt x="556" y="88"/>
                        <a:pt x="469" y="131"/>
                      </a:cubicBezTo>
                      <a:cubicBezTo>
                        <a:pt x="336" y="190"/>
                        <a:pt x="199" y="253"/>
                        <a:pt x="50" y="253"/>
                      </a:cubicBezTo>
                      <a:cubicBezTo>
                        <a:pt x="33" y="253"/>
                        <a:pt x="17" y="253"/>
                        <a:pt x="0" y="251"/>
                      </a:cubicBezTo>
                      <a:lnTo>
                        <a:pt x="0" y="251"/>
                      </a:lnTo>
                      <a:cubicBezTo>
                        <a:pt x="44" y="360"/>
                        <a:pt x="76" y="469"/>
                        <a:pt x="98" y="583"/>
                      </a:cubicBezTo>
                      <a:cubicBezTo>
                        <a:pt x="104" y="632"/>
                        <a:pt x="109" y="681"/>
                        <a:pt x="114" y="731"/>
                      </a:cubicBezTo>
                      <a:cubicBezTo>
                        <a:pt x="120" y="834"/>
                        <a:pt x="125" y="943"/>
                        <a:pt x="120" y="1047"/>
                      </a:cubicBezTo>
                      <a:cubicBezTo>
                        <a:pt x="447" y="1041"/>
                        <a:pt x="768" y="1019"/>
                        <a:pt x="1084" y="1003"/>
                      </a:cubicBezTo>
                      <a:lnTo>
                        <a:pt x="1221" y="992"/>
                      </a:lnTo>
                      <a:cubicBezTo>
                        <a:pt x="1112" y="627"/>
                        <a:pt x="975" y="251"/>
                        <a:pt x="7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8"/>
                <p:cNvSpPr/>
                <p:nvPr/>
              </p:nvSpPr>
              <p:spPr>
                <a:xfrm>
                  <a:off x="3771413" y="3299466"/>
                  <a:ext cx="21507" cy="19864"/>
                </a:xfrm>
                <a:custGeom>
                  <a:rect b="b" l="l" r="r" t="t"/>
                  <a:pathLst>
                    <a:path extrusionOk="0" h="786" w="851">
                      <a:moveTo>
                        <a:pt x="464" y="1"/>
                      </a:moveTo>
                      <a:cubicBezTo>
                        <a:pt x="404" y="55"/>
                        <a:pt x="338" y="99"/>
                        <a:pt x="273" y="142"/>
                      </a:cubicBezTo>
                      <a:cubicBezTo>
                        <a:pt x="186" y="202"/>
                        <a:pt x="99" y="257"/>
                        <a:pt x="1" y="306"/>
                      </a:cubicBezTo>
                      <a:cubicBezTo>
                        <a:pt x="131" y="447"/>
                        <a:pt x="235" y="611"/>
                        <a:pt x="306" y="785"/>
                      </a:cubicBezTo>
                      <a:cubicBezTo>
                        <a:pt x="545" y="720"/>
                        <a:pt x="703" y="556"/>
                        <a:pt x="851" y="371"/>
                      </a:cubicBezTo>
                      <a:cubicBezTo>
                        <a:pt x="698" y="268"/>
                        <a:pt x="605" y="115"/>
                        <a:pt x="4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8"/>
                <p:cNvSpPr/>
                <p:nvPr/>
              </p:nvSpPr>
              <p:spPr>
                <a:xfrm>
                  <a:off x="3780081" y="3309929"/>
                  <a:ext cx="24135" cy="23301"/>
                </a:xfrm>
                <a:custGeom>
                  <a:rect b="b" l="l" r="r" t="t"/>
                  <a:pathLst>
                    <a:path extrusionOk="0" h="922" w="955">
                      <a:moveTo>
                        <a:pt x="573" y="1"/>
                      </a:moveTo>
                      <a:cubicBezTo>
                        <a:pt x="420" y="202"/>
                        <a:pt x="246" y="371"/>
                        <a:pt x="1" y="448"/>
                      </a:cubicBezTo>
                      <a:cubicBezTo>
                        <a:pt x="66" y="600"/>
                        <a:pt x="115" y="764"/>
                        <a:pt x="164" y="922"/>
                      </a:cubicBezTo>
                      <a:cubicBezTo>
                        <a:pt x="388" y="900"/>
                        <a:pt x="627" y="856"/>
                        <a:pt x="769" y="709"/>
                      </a:cubicBezTo>
                      <a:cubicBezTo>
                        <a:pt x="911" y="562"/>
                        <a:pt x="954" y="360"/>
                        <a:pt x="954" y="159"/>
                      </a:cubicBezTo>
                      <a:cubicBezTo>
                        <a:pt x="824" y="121"/>
                        <a:pt x="693" y="66"/>
                        <a:pt x="5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8"/>
                <p:cNvSpPr/>
                <p:nvPr/>
              </p:nvSpPr>
              <p:spPr>
                <a:xfrm>
                  <a:off x="3704087" y="3305127"/>
                  <a:ext cx="20117" cy="28103"/>
                </a:xfrm>
                <a:custGeom>
                  <a:rect b="b" l="l" r="r" t="t"/>
                  <a:pathLst>
                    <a:path extrusionOk="0" h="1112" w="796">
                      <a:moveTo>
                        <a:pt x="158" y="0"/>
                      </a:moveTo>
                      <a:cubicBezTo>
                        <a:pt x="136" y="114"/>
                        <a:pt x="76" y="218"/>
                        <a:pt x="0" y="300"/>
                      </a:cubicBezTo>
                      <a:cubicBezTo>
                        <a:pt x="158" y="507"/>
                        <a:pt x="272" y="730"/>
                        <a:pt x="185" y="1003"/>
                      </a:cubicBezTo>
                      <a:cubicBezTo>
                        <a:pt x="371" y="1063"/>
                        <a:pt x="561" y="1095"/>
                        <a:pt x="757" y="1112"/>
                      </a:cubicBezTo>
                      <a:cubicBezTo>
                        <a:pt x="796" y="621"/>
                        <a:pt x="681" y="38"/>
                        <a:pt x="15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8"/>
                <p:cNvSpPr/>
                <p:nvPr/>
              </p:nvSpPr>
              <p:spPr>
                <a:xfrm>
                  <a:off x="3697187" y="3307856"/>
                  <a:ext cx="12156" cy="21785"/>
                </a:xfrm>
                <a:custGeom>
                  <a:rect b="b" l="l" r="r" t="t"/>
                  <a:pathLst>
                    <a:path extrusionOk="0" h="862" w="481">
                      <a:moveTo>
                        <a:pt x="11" y="1"/>
                      </a:moveTo>
                      <a:lnTo>
                        <a:pt x="11" y="1"/>
                      </a:lnTo>
                      <a:cubicBezTo>
                        <a:pt x="1" y="224"/>
                        <a:pt x="6" y="464"/>
                        <a:pt x="120" y="649"/>
                      </a:cubicBezTo>
                      <a:cubicBezTo>
                        <a:pt x="137" y="671"/>
                        <a:pt x="159" y="698"/>
                        <a:pt x="175" y="720"/>
                      </a:cubicBezTo>
                      <a:cubicBezTo>
                        <a:pt x="235" y="780"/>
                        <a:pt x="306" y="829"/>
                        <a:pt x="382" y="862"/>
                      </a:cubicBezTo>
                      <a:cubicBezTo>
                        <a:pt x="480" y="519"/>
                        <a:pt x="229" y="257"/>
                        <a:pt x="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425" name="Google Shape;9425;p88"/>
          <p:cNvGrpSpPr/>
          <p:nvPr/>
        </p:nvGrpSpPr>
        <p:grpSpPr>
          <a:xfrm>
            <a:off x="5334138" y="3587286"/>
            <a:ext cx="566433" cy="793236"/>
            <a:chOff x="5334138" y="3587286"/>
            <a:chExt cx="566433" cy="793236"/>
          </a:xfrm>
        </p:grpSpPr>
        <p:sp>
          <p:nvSpPr>
            <p:cNvPr id="9426" name="Google Shape;9426;p88"/>
            <p:cNvSpPr/>
            <p:nvPr/>
          </p:nvSpPr>
          <p:spPr>
            <a:xfrm>
              <a:off x="5474754" y="3587286"/>
              <a:ext cx="285200" cy="198743"/>
            </a:xfrm>
            <a:custGeom>
              <a:rect b="b" l="l" r="r" t="t"/>
              <a:pathLst>
                <a:path extrusionOk="0" h="7864" w="11285">
                  <a:moveTo>
                    <a:pt x="5640" y="0"/>
                  </a:moveTo>
                  <a:cubicBezTo>
                    <a:pt x="5640" y="0"/>
                    <a:pt x="2812" y="3547"/>
                    <a:pt x="0" y="7863"/>
                  </a:cubicBezTo>
                  <a:lnTo>
                    <a:pt x="11285" y="7863"/>
                  </a:lnTo>
                  <a:cubicBezTo>
                    <a:pt x="8468" y="3547"/>
                    <a:pt x="5640" y="0"/>
                    <a:pt x="56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8"/>
            <p:cNvSpPr/>
            <p:nvPr/>
          </p:nvSpPr>
          <p:spPr>
            <a:xfrm>
              <a:off x="5364161" y="3785408"/>
              <a:ext cx="506511" cy="198718"/>
            </a:xfrm>
            <a:custGeom>
              <a:rect b="b" l="l" r="r" t="t"/>
              <a:pathLst>
                <a:path extrusionOk="0" h="7863" w="20042">
                  <a:moveTo>
                    <a:pt x="4376" y="0"/>
                  </a:moveTo>
                  <a:cubicBezTo>
                    <a:pt x="2714" y="2545"/>
                    <a:pt x="1063" y="5356"/>
                    <a:pt x="0" y="7863"/>
                  </a:cubicBezTo>
                  <a:lnTo>
                    <a:pt x="20042" y="7863"/>
                  </a:lnTo>
                  <a:cubicBezTo>
                    <a:pt x="18974" y="5356"/>
                    <a:pt x="17323" y="2545"/>
                    <a:pt x="1566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8"/>
            <p:cNvSpPr/>
            <p:nvPr/>
          </p:nvSpPr>
          <p:spPr>
            <a:xfrm>
              <a:off x="5334138" y="3983505"/>
              <a:ext cx="566433" cy="198895"/>
            </a:xfrm>
            <a:custGeom>
              <a:rect b="b" l="l" r="r" t="t"/>
              <a:pathLst>
                <a:path extrusionOk="0" h="7870" w="22413">
                  <a:moveTo>
                    <a:pt x="1188" y="1"/>
                  </a:moveTo>
                  <a:cubicBezTo>
                    <a:pt x="458" y="1712"/>
                    <a:pt x="1" y="3276"/>
                    <a:pt x="1" y="4524"/>
                  </a:cubicBezTo>
                  <a:cubicBezTo>
                    <a:pt x="1" y="5657"/>
                    <a:pt x="170" y="6785"/>
                    <a:pt x="507" y="7869"/>
                  </a:cubicBezTo>
                  <a:lnTo>
                    <a:pt x="21905" y="7869"/>
                  </a:lnTo>
                  <a:cubicBezTo>
                    <a:pt x="22243" y="6785"/>
                    <a:pt x="22412" y="5657"/>
                    <a:pt x="22412" y="4524"/>
                  </a:cubicBezTo>
                  <a:cubicBezTo>
                    <a:pt x="22412" y="3276"/>
                    <a:pt x="21955" y="1706"/>
                    <a:pt x="212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8"/>
            <p:cNvSpPr/>
            <p:nvPr/>
          </p:nvSpPr>
          <p:spPr>
            <a:xfrm>
              <a:off x="5346951" y="4181779"/>
              <a:ext cx="540806" cy="198743"/>
            </a:xfrm>
            <a:custGeom>
              <a:rect b="b" l="l" r="r" t="t"/>
              <a:pathLst>
                <a:path extrusionOk="0" h="7864" w="21399">
                  <a:moveTo>
                    <a:pt x="0" y="0"/>
                  </a:moveTo>
                  <a:cubicBezTo>
                    <a:pt x="1466" y="4675"/>
                    <a:pt x="5798" y="7863"/>
                    <a:pt x="10702" y="7863"/>
                  </a:cubicBezTo>
                  <a:cubicBezTo>
                    <a:pt x="15601" y="7863"/>
                    <a:pt x="19938" y="4675"/>
                    <a:pt x="213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88"/>
          <p:cNvGrpSpPr/>
          <p:nvPr/>
        </p:nvGrpSpPr>
        <p:grpSpPr>
          <a:xfrm>
            <a:off x="5334138" y="2895283"/>
            <a:ext cx="566559" cy="527184"/>
            <a:chOff x="5334138" y="2895283"/>
            <a:chExt cx="566559" cy="527184"/>
          </a:xfrm>
        </p:grpSpPr>
        <p:grpSp>
          <p:nvGrpSpPr>
            <p:cNvPr id="9431" name="Google Shape;9431;p88"/>
            <p:cNvGrpSpPr/>
            <p:nvPr/>
          </p:nvGrpSpPr>
          <p:grpSpPr>
            <a:xfrm>
              <a:off x="5334138" y="2895283"/>
              <a:ext cx="566559" cy="148198"/>
              <a:chOff x="5334138" y="2895283"/>
              <a:chExt cx="566559" cy="148198"/>
            </a:xfrm>
          </p:grpSpPr>
          <p:sp>
            <p:nvSpPr>
              <p:cNvPr id="9432" name="Google Shape;9432;p88"/>
              <p:cNvSpPr/>
              <p:nvPr/>
            </p:nvSpPr>
            <p:spPr>
              <a:xfrm>
                <a:off x="5334138" y="2895283"/>
                <a:ext cx="91739" cy="148198"/>
              </a:xfrm>
              <a:custGeom>
                <a:rect b="b" l="l" r="r" t="t"/>
                <a:pathLst>
                  <a:path extrusionOk="0" h="5864" w="3630">
                    <a:moveTo>
                      <a:pt x="1815" y="1"/>
                    </a:moveTo>
                    <a:cubicBezTo>
                      <a:pt x="1499" y="1810"/>
                      <a:pt x="1" y="2055"/>
                      <a:pt x="1" y="3875"/>
                    </a:cubicBezTo>
                    <a:cubicBezTo>
                      <a:pt x="1" y="5177"/>
                      <a:pt x="812" y="5864"/>
                      <a:pt x="1815" y="5864"/>
                    </a:cubicBezTo>
                    <a:cubicBezTo>
                      <a:pt x="2818"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8"/>
              <p:cNvSpPr/>
              <p:nvPr/>
            </p:nvSpPr>
            <p:spPr>
              <a:xfrm>
                <a:off x="5452843" y="2895283"/>
                <a:ext cx="91739" cy="148198"/>
              </a:xfrm>
              <a:custGeom>
                <a:rect b="b" l="l" r="r" t="t"/>
                <a:pathLst>
                  <a:path extrusionOk="0" h="5864" w="3630">
                    <a:moveTo>
                      <a:pt x="1815" y="1"/>
                    </a:moveTo>
                    <a:cubicBezTo>
                      <a:pt x="1494" y="1810"/>
                      <a:pt x="1" y="2055"/>
                      <a:pt x="1" y="3875"/>
                    </a:cubicBezTo>
                    <a:cubicBezTo>
                      <a:pt x="1" y="5177"/>
                      <a:pt x="813" y="5864"/>
                      <a:pt x="1815" y="5864"/>
                    </a:cubicBezTo>
                    <a:cubicBezTo>
                      <a:pt x="2812"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8"/>
              <p:cNvSpPr/>
              <p:nvPr/>
            </p:nvSpPr>
            <p:spPr>
              <a:xfrm>
                <a:off x="5571421" y="2895283"/>
                <a:ext cx="91866" cy="148198"/>
              </a:xfrm>
              <a:custGeom>
                <a:rect b="b" l="l" r="r" t="t"/>
                <a:pathLst>
                  <a:path extrusionOk="0" h="5864" w="3635">
                    <a:moveTo>
                      <a:pt x="1815" y="1"/>
                    </a:moveTo>
                    <a:cubicBezTo>
                      <a:pt x="1499" y="1810"/>
                      <a:pt x="0" y="2055"/>
                      <a:pt x="0" y="3875"/>
                    </a:cubicBezTo>
                    <a:cubicBezTo>
                      <a:pt x="0" y="5177"/>
                      <a:pt x="812" y="5864"/>
                      <a:pt x="1815" y="5864"/>
                    </a:cubicBezTo>
                    <a:cubicBezTo>
                      <a:pt x="2817" y="5864"/>
                      <a:pt x="3635" y="5177"/>
                      <a:pt x="3635" y="3875"/>
                    </a:cubicBezTo>
                    <a:cubicBezTo>
                      <a:pt x="3635" y="2055"/>
                      <a:pt x="2136"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8"/>
              <p:cNvSpPr/>
              <p:nvPr/>
            </p:nvSpPr>
            <p:spPr>
              <a:xfrm>
                <a:off x="5690126" y="2895283"/>
                <a:ext cx="91739" cy="148198"/>
              </a:xfrm>
              <a:custGeom>
                <a:rect b="b" l="l" r="r" t="t"/>
                <a:pathLst>
                  <a:path extrusionOk="0" fill="none" h="5864" w="3630">
                    <a:moveTo>
                      <a:pt x="1815" y="1"/>
                    </a:moveTo>
                    <a:cubicBezTo>
                      <a:pt x="1499" y="1810"/>
                      <a:pt x="0" y="2055"/>
                      <a:pt x="0" y="3875"/>
                    </a:cubicBezTo>
                    <a:cubicBezTo>
                      <a:pt x="0" y="5177"/>
                      <a:pt x="812" y="5864"/>
                      <a:pt x="1815" y="5864"/>
                    </a:cubicBezTo>
                    <a:cubicBezTo>
                      <a:pt x="2817" y="5864"/>
                      <a:pt x="3629" y="5177"/>
                      <a:pt x="3629" y="3875"/>
                    </a:cubicBezTo>
                    <a:cubicBezTo>
                      <a:pt x="3629" y="2055"/>
                      <a:pt x="2131"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8"/>
              <p:cNvSpPr/>
              <p:nvPr/>
            </p:nvSpPr>
            <p:spPr>
              <a:xfrm>
                <a:off x="5808957" y="2895283"/>
                <a:ext cx="91739" cy="148198"/>
              </a:xfrm>
              <a:custGeom>
                <a:rect b="b" l="l" r="r" t="t"/>
                <a:pathLst>
                  <a:path extrusionOk="0" fill="none" h="5864" w="3630">
                    <a:moveTo>
                      <a:pt x="1815" y="1"/>
                    </a:moveTo>
                    <a:cubicBezTo>
                      <a:pt x="1494" y="1810"/>
                      <a:pt x="1" y="2055"/>
                      <a:pt x="1" y="3875"/>
                    </a:cubicBezTo>
                    <a:cubicBezTo>
                      <a:pt x="1" y="5177"/>
                      <a:pt x="813" y="5864"/>
                      <a:pt x="1815" y="5864"/>
                    </a:cubicBezTo>
                    <a:cubicBezTo>
                      <a:pt x="2812" y="5864"/>
                      <a:pt x="3630" y="5177"/>
                      <a:pt x="3630" y="3875"/>
                    </a:cubicBezTo>
                    <a:cubicBezTo>
                      <a:pt x="3624" y="2055"/>
                      <a:pt x="2126"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88"/>
            <p:cNvGrpSpPr/>
            <p:nvPr/>
          </p:nvGrpSpPr>
          <p:grpSpPr>
            <a:xfrm>
              <a:off x="5334138" y="3086166"/>
              <a:ext cx="566559" cy="148324"/>
              <a:chOff x="5334138" y="3086166"/>
              <a:chExt cx="566559" cy="148324"/>
            </a:xfrm>
          </p:grpSpPr>
          <p:sp>
            <p:nvSpPr>
              <p:cNvPr id="9438" name="Google Shape;9438;p88"/>
              <p:cNvSpPr/>
              <p:nvPr/>
            </p:nvSpPr>
            <p:spPr>
              <a:xfrm>
                <a:off x="5334138" y="3086166"/>
                <a:ext cx="91739" cy="148324"/>
              </a:xfrm>
              <a:custGeom>
                <a:rect b="b" l="l" r="r" t="t"/>
                <a:pathLst>
                  <a:path extrusionOk="0" h="5869" w="3630">
                    <a:moveTo>
                      <a:pt x="1815" y="0"/>
                    </a:moveTo>
                    <a:cubicBezTo>
                      <a:pt x="1499" y="1815"/>
                      <a:pt x="1" y="2054"/>
                      <a:pt x="1" y="3874"/>
                    </a:cubicBezTo>
                    <a:cubicBezTo>
                      <a:pt x="1" y="5182"/>
                      <a:pt x="812" y="5869"/>
                      <a:pt x="1815" y="5869"/>
                    </a:cubicBezTo>
                    <a:cubicBezTo>
                      <a:pt x="2818"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8"/>
              <p:cNvSpPr/>
              <p:nvPr/>
            </p:nvSpPr>
            <p:spPr>
              <a:xfrm>
                <a:off x="5452843" y="3086166"/>
                <a:ext cx="91739" cy="148324"/>
              </a:xfrm>
              <a:custGeom>
                <a:rect b="b" l="l" r="r" t="t"/>
                <a:pathLst>
                  <a:path extrusionOk="0" h="5869" w="3630">
                    <a:moveTo>
                      <a:pt x="1815" y="0"/>
                    </a:moveTo>
                    <a:cubicBezTo>
                      <a:pt x="1494" y="1815"/>
                      <a:pt x="1" y="2054"/>
                      <a:pt x="1" y="3874"/>
                    </a:cubicBezTo>
                    <a:cubicBezTo>
                      <a:pt x="1" y="5182"/>
                      <a:pt x="813" y="5869"/>
                      <a:pt x="1815" y="5869"/>
                    </a:cubicBezTo>
                    <a:cubicBezTo>
                      <a:pt x="2812"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8"/>
              <p:cNvSpPr/>
              <p:nvPr/>
            </p:nvSpPr>
            <p:spPr>
              <a:xfrm>
                <a:off x="5571421" y="3086166"/>
                <a:ext cx="91866" cy="148324"/>
              </a:xfrm>
              <a:custGeom>
                <a:rect b="b" l="l" r="r" t="t"/>
                <a:pathLst>
                  <a:path extrusionOk="0" fill="none" h="5869" w="3635">
                    <a:moveTo>
                      <a:pt x="1815" y="0"/>
                    </a:moveTo>
                    <a:cubicBezTo>
                      <a:pt x="1499" y="1815"/>
                      <a:pt x="0" y="2054"/>
                      <a:pt x="0" y="3874"/>
                    </a:cubicBezTo>
                    <a:cubicBezTo>
                      <a:pt x="0" y="5182"/>
                      <a:pt x="812" y="5869"/>
                      <a:pt x="1815" y="5869"/>
                    </a:cubicBezTo>
                    <a:cubicBezTo>
                      <a:pt x="2817" y="5869"/>
                      <a:pt x="3635" y="5188"/>
                      <a:pt x="3635" y="3874"/>
                    </a:cubicBezTo>
                    <a:cubicBezTo>
                      <a:pt x="3635" y="2054"/>
                      <a:pt x="213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8"/>
              <p:cNvSpPr/>
              <p:nvPr/>
            </p:nvSpPr>
            <p:spPr>
              <a:xfrm>
                <a:off x="5690126" y="3086166"/>
                <a:ext cx="91739" cy="148324"/>
              </a:xfrm>
              <a:custGeom>
                <a:rect b="b" l="l" r="r" t="t"/>
                <a:pathLst>
                  <a:path extrusionOk="0" fill="none" h="5869" w="3630">
                    <a:moveTo>
                      <a:pt x="1815" y="0"/>
                    </a:moveTo>
                    <a:cubicBezTo>
                      <a:pt x="1499" y="1815"/>
                      <a:pt x="0" y="2054"/>
                      <a:pt x="0" y="3874"/>
                    </a:cubicBezTo>
                    <a:cubicBezTo>
                      <a:pt x="0" y="5182"/>
                      <a:pt x="812" y="5869"/>
                      <a:pt x="1815" y="5869"/>
                    </a:cubicBezTo>
                    <a:cubicBezTo>
                      <a:pt x="2817" y="5869"/>
                      <a:pt x="3629" y="5188"/>
                      <a:pt x="3629" y="3874"/>
                    </a:cubicBezTo>
                    <a:cubicBezTo>
                      <a:pt x="3629" y="2054"/>
                      <a:pt x="2131"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8"/>
              <p:cNvSpPr/>
              <p:nvPr/>
            </p:nvSpPr>
            <p:spPr>
              <a:xfrm>
                <a:off x="5808957" y="3086166"/>
                <a:ext cx="91739" cy="148324"/>
              </a:xfrm>
              <a:custGeom>
                <a:rect b="b" l="l" r="r" t="t"/>
                <a:pathLst>
                  <a:path extrusionOk="0" fill="none" h="5869" w="3630">
                    <a:moveTo>
                      <a:pt x="1815" y="0"/>
                    </a:moveTo>
                    <a:cubicBezTo>
                      <a:pt x="1494" y="1815"/>
                      <a:pt x="1" y="2054"/>
                      <a:pt x="1" y="3874"/>
                    </a:cubicBezTo>
                    <a:cubicBezTo>
                      <a:pt x="1" y="5182"/>
                      <a:pt x="813" y="5869"/>
                      <a:pt x="1815" y="5869"/>
                    </a:cubicBezTo>
                    <a:cubicBezTo>
                      <a:pt x="2812" y="5869"/>
                      <a:pt x="3630" y="5188"/>
                      <a:pt x="3630" y="3874"/>
                    </a:cubicBezTo>
                    <a:cubicBezTo>
                      <a:pt x="3624" y="2054"/>
                      <a:pt x="212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88"/>
            <p:cNvGrpSpPr/>
            <p:nvPr/>
          </p:nvGrpSpPr>
          <p:grpSpPr>
            <a:xfrm>
              <a:off x="5334138" y="3274269"/>
              <a:ext cx="566559" cy="148198"/>
              <a:chOff x="5334138" y="3274269"/>
              <a:chExt cx="566559" cy="148198"/>
            </a:xfrm>
          </p:grpSpPr>
          <p:sp>
            <p:nvSpPr>
              <p:cNvPr id="9444" name="Google Shape;9444;p88"/>
              <p:cNvSpPr/>
              <p:nvPr/>
            </p:nvSpPr>
            <p:spPr>
              <a:xfrm>
                <a:off x="5334138" y="3274269"/>
                <a:ext cx="91739" cy="148198"/>
              </a:xfrm>
              <a:custGeom>
                <a:rect b="b" l="l" r="r" t="t"/>
                <a:pathLst>
                  <a:path extrusionOk="0" h="5864" w="3630">
                    <a:moveTo>
                      <a:pt x="1815" y="0"/>
                    </a:moveTo>
                    <a:cubicBezTo>
                      <a:pt x="1499" y="1810"/>
                      <a:pt x="1" y="2055"/>
                      <a:pt x="1" y="3875"/>
                    </a:cubicBezTo>
                    <a:cubicBezTo>
                      <a:pt x="1" y="5182"/>
                      <a:pt x="812" y="5864"/>
                      <a:pt x="1815" y="5864"/>
                    </a:cubicBezTo>
                    <a:cubicBezTo>
                      <a:pt x="2818" y="5864"/>
                      <a:pt x="3630" y="5182"/>
                      <a:pt x="3630" y="3875"/>
                    </a:cubicBezTo>
                    <a:cubicBezTo>
                      <a:pt x="3630" y="2055"/>
                      <a:pt x="2131" y="181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8"/>
              <p:cNvSpPr/>
              <p:nvPr/>
            </p:nvSpPr>
            <p:spPr>
              <a:xfrm>
                <a:off x="5452843"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30"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8"/>
              <p:cNvSpPr/>
              <p:nvPr/>
            </p:nvSpPr>
            <p:spPr>
              <a:xfrm>
                <a:off x="5571421" y="3274269"/>
                <a:ext cx="91866" cy="148198"/>
              </a:xfrm>
              <a:custGeom>
                <a:rect b="b" l="l" r="r" t="t"/>
                <a:pathLst>
                  <a:path extrusionOk="0" fill="none" h="5864" w="3635">
                    <a:moveTo>
                      <a:pt x="1815" y="0"/>
                    </a:moveTo>
                    <a:cubicBezTo>
                      <a:pt x="1499" y="1810"/>
                      <a:pt x="0" y="2055"/>
                      <a:pt x="0" y="3875"/>
                    </a:cubicBezTo>
                    <a:cubicBezTo>
                      <a:pt x="0" y="5182"/>
                      <a:pt x="812" y="5864"/>
                      <a:pt x="1815" y="5864"/>
                    </a:cubicBezTo>
                    <a:cubicBezTo>
                      <a:pt x="2817" y="5864"/>
                      <a:pt x="3635" y="5182"/>
                      <a:pt x="3635" y="3875"/>
                    </a:cubicBezTo>
                    <a:cubicBezTo>
                      <a:pt x="3635" y="2055"/>
                      <a:pt x="213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8"/>
              <p:cNvSpPr/>
              <p:nvPr/>
            </p:nvSpPr>
            <p:spPr>
              <a:xfrm>
                <a:off x="5690126" y="3274269"/>
                <a:ext cx="91739" cy="148198"/>
              </a:xfrm>
              <a:custGeom>
                <a:rect b="b" l="l" r="r" t="t"/>
                <a:pathLst>
                  <a:path extrusionOk="0" fill="none" h="5864" w="3630">
                    <a:moveTo>
                      <a:pt x="1815" y="0"/>
                    </a:moveTo>
                    <a:cubicBezTo>
                      <a:pt x="1499" y="1810"/>
                      <a:pt x="0" y="2055"/>
                      <a:pt x="0" y="3875"/>
                    </a:cubicBezTo>
                    <a:cubicBezTo>
                      <a:pt x="0" y="5182"/>
                      <a:pt x="812" y="5864"/>
                      <a:pt x="1815" y="5864"/>
                    </a:cubicBezTo>
                    <a:cubicBezTo>
                      <a:pt x="2817" y="5864"/>
                      <a:pt x="3629" y="5182"/>
                      <a:pt x="3629" y="3875"/>
                    </a:cubicBezTo>
                    <a:cubicBezTo>
                      <a:pt x="3629"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8"/>
              <p:cNvSpPr/>
              <p:nvPr/>
            </p:nvSpPr>
            <p:spPr>
              <a:xfrm>
                <a:off x="5808957"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24" y="2055"/>
                      <a:pt x="212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49" name="Google Shape;9449;p8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Infographics</a:t>
            </a:r>
            <a:endParaRPr>
              <a:solidFill>
                <a:srgbClr val="FFFFFF"/>
              </a:solidFill>
              <a:latin typeface="Arial"/>
              <a:ea typeface="Arial"/>
              <a:cs typeface="Arial"/>
              <a:sym typeface="Arial"/>
            </a:endParaRPr>
          </a:p>
        </p:txBody>
      </p:sp>
      <p:grpSp>
        <p:nvGrpSpPr>
          <p:cNvPr id="9450" name="Google Shape;9450;p88"/>
          <p:cNvGrpSpPr/>
          <p:nvPr/>
        </p:nvGrpSpPr>
        <p:grpSpPr>
          <a:xfrm>
            <a:off x="6632594" y="1532342"/>
            <a:ext cx="1585066" cy="1126471"/>
            <a:chOff x="6608782" y="1551392"/>
            <a:chExt cx="1585066" cy="1126471"/>
          </a:xfrm>
        </p:grpSpPr>
        <p:grpSp>
          <p:nvGrpSpPr>
            <p:cNvPr id="9451" name="Google Shape;9451;p88"/>
            <p:cNvGrpSpPr/>
            <p:nvPr/>
          </p:nvGrpSpPr>
          <p:grpSpPr>
            <a:xfrm>
              <a:off x="6608782" y="1882715"/>
              <a:ext cx="77561" cy="73012"/>
              <a:chOff x="6608782" y="1882715"/>
              <a:chExt cx="77561" cy="73012"/>
            </a:xfrm>
          </p:grpSpPr>
          <p:sp>
            <p:nvSpPr>
              <p:cNvPr id="9452" name="Google Shape;9452;p88"/>
              <p:cNvSpPr/>
              <p:nvPr/>
            </p:nvSpPr>
            <p:spPr>
              <a:xfrm>
                <a:off x="6616212" y="1955702"/>
                <a:ext cx="65153" cy="25"/>
              </a:xfrm>
              <a:custGeom>
                <a:rect b="b" l="l" r="r" t="t"/>
                <a:pathLst>
                  <a:path extrusionOk="0" fill="none" h="1" w="2578">
                    <a:moveTo>
                      <a:pt x="1" y="0"/>
                    </a:moveTo>
                    <a:lnTo>
                      <a:pt x="2578"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8"/>
              <p:cNvSpPr/>
              <p:nvPr/>
            </p:nvSpPr>
            <p:spPr>
              <a:xfrm>
                <a:off x="6686318" y="1887820"/>
                <a:ext cx="25" cy="60199"/>
              </a:xfrm>
              <a:custGeom>
                <a:rect b="b" l="l" r="r" t="t"/>
                <a:pathLst>
                  <a:path extrusionOk="0" fill="none" h="2382" w="1">
                    <a:moveTo>
                      <a:pt x="0" y="2381"/>
                    </a:moveTo>
                    <a:lnTo>
                      <a:pt x="0"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8"/>
              <p:cNvSpPr/>
              <p:nvPr/>
            </p:nvSpPr>
            <p:spPr>
              <a:xfrm>
                <a:off x="6613735" y="1882715"/>
                <a:ext cx="65153" cy="25"/>
              </a:xfrm>
              <a:custGeom>
                <a:rect b="b" l="l" r="r" t="t"/>
                <a:pathLst>
                  <a:path extrusionOk="0" fill="none" h="1" w="2578">
                    <a:moveTo>
                      <a:pt x="2578" y="1"/>
                    </a:moveTo>
                    <a:lnTo>
                      <a:pt x="1" y="1"/>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8"/>
              <p:cNvSpPr/>
              <p:nvPr/>
            </p:nvSpPr>
            <p:spPr>
              <a:xfrm>
                <a:off x="6608782" y="1890423"/>
                <a:ext cx="25" cy="60199"/>
              </a:xfrm>
              <a:custGeom>
                <a:rect b="b" l="l" r="r" t="t"/>
                <a:pathLst>
                  <a:path extrusionOk="0" fill="none" h="2382" w="1">
                    <a:moveTo>
                      <a:pt x="0" y="1"/>
                    </a:moveTo>
                    <a:lnTo>
                      <a:pt x="0" y="2382"/>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88"/>
            <p:cNvGrpSpPr/>
            <p:nvPr/>
          </p:nvGrpSpPr>
          <p:grpSpPr>
            <a:xfrm>
              <a:off x="6608782" y="1551392"/>
              <a:ext cx="1585066" cy="1126471"/>
              <a:chOff x="6608782" y="1551392"/>
              <a:chExt cx="1585066" cy="1126471"/>
            </a:xfrm>
          </p:grpSpPr>
          <p:sp>
            <p:nvSpPr>
              <p:cNvPr id="9457" name="Google Shape;9457;p88"/>
              <p:cNvSpPr/>
              <p:nvPr/>
            </p:nvSpPr>
            <p:spPr>
              <a:xfrm>
                <a:off x="6999469" y="1551392"/>
                <a:ext cx="1194378" cy="1126471"/>
              </a:xfrm>
              <a:custGeom>
                <a:rect b="b" l="l" r="r" t="t"/>
                <a:pathLst>
                  <a:path extrusionOk="0" h="44573" w="47260">
                    <a:moveTo>
                      <a:pt x="0" y="0"/>
                    </a:moveTo>
                    <a:lnTo>
                      <a:pt x="0" y="44573"/>
                    </a:lnTo>
                    <a:lnTo>
                      <a:pt x="47259" y="44573"/>
                    </a:lnTo>
                    <a:lnTo>
                      <a:pt x="47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8" name="Google Shape;9458;p88"/>
              <p:cNvGrpSpPr/>
              <p:nvPr/>
            </p:nvGrpSpPr>
            <p:grpSpPr>
              <a:xfrm>
                <a:off x="6608782" y="1551392"/>
                <a:ext cx="1585066" cy="1126471"/>
                <a:chOff x="6608782" y="1551392"/>
                <a:chExt cx="1585066" cy="1126471"/>
              </a:xfrm>
            </p:grpSpPr>
            <p:sp>
              <p:nvSpPr>
                <p:cNvPr id="9459" name="Google Shape;9459;p88"/>
                <p:cNvSpPr/>
                <p:nvPr/>
              </p:nvSpPr>
              <p:spPr>
                <a:xfrm>
                  <a:off x="6686318" y="1955702"/>
                  <a:ext cx="1507530" cy="722162"/>
                </a:xfrm>
                <a:custGeom>
                  <a:rect b="b" l="l" r="r" t="t"/>
                  <a:pathLst>
                    <a:path extrusionOk="0" fill="none" h="28575" w="59651">
                      <a:moveTo>
                        <a:pt x="0" y="0"/>
                      </a:moveTo>
                      <a:lnTo>
                        <a:pt x="59650"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8"/>
                <p:cNvSpPr/>
                <p:nvPr/>
              </p:nvSpPr>
              <p:spPr>
                <a:xfrm>
                  <a:off x="6686318" y="1551392"/>
                  <a:ext cx="1507530" cy="331348"/>
                </a:xfrm>
                <a:custGeom>
                  <a:rect b="b" l="l" r="r" t="t"/>
                  <a:pathLst>
                    <a:path extrusionOk="0" fill="none" h="13111" w="59651">
                      <a:moveTo>
                        <a:pt x="0" y="13111"/>
                      </a:moveTo>
                      <a:lnTo>
                        <a:pt x="12391" y="10386"/>
                      </a:lnTo>
                      <a:lnTo>
                        <a:pt x="59650"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8"/>
                <p:cNvSpPr/>
                <p:nvPr/>
              </p:nvSpPr>
              <p:spPr>
                <a:xfrm>
                  <a:off x="6608782" y="1551392"/>
                  <a:ext cx="390713" cy="331348"/>
                </a:xfrm>
                <a:custGeom>
                  <a:rect b="b" l="l" r="r" t="t"/>
                  <a:pathLst>
                    <a:path extrusionOk="0" fill="none" h="13111" w="15460">
                      <a:moveTo>
                        <a:pt x="0" y="13111"/>
                      </a:moveTo>
                      <a:lnTo>
                        <a:pt x="15459"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8"/>
                <p:cNvSpPr/>
                <p:nvPr/>
              </p:nvSpPr>
              <p:spPr>
                <a:xfrm>
                  <a:off x="6608782" y="1955702"/>
                  <a:ext cx="390713" cy="722162"/>
                </a:xfrm>
                <a:custGeom>
                  <a:rect b="b" l="l" r="r" t="t"/>
                  <a:pathLst>
                    <a:path extrusionOk="0" fill="none" h="28575" w="15460">
                      <a:moveTo>
                        <a:pt x="0" y="0"/>
                      </a:moveTo>
                      <a:lnTo>
                        <a:pt x="15459"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463" name="Google Shape;9463;p88"/>
          <p:cNvGrpSpPr/>
          <p:nvPr/>
        </p:nvGrpSpPr>
        <p:grpSpPr>
          <a:xfrm>
            <a:off x="6057386" y="2827805"/>
            <a:ext cx="302032" cy="1568967"/>
            <a:chOff x="6057386" y="2827805"/>
            <a:chExt cx="302032" cy="1568967"/>
          </a:xfrm>
        </p:grpSpPr>
        <p:grpSp>
          <p:nvGrpSpPr>
            <p:cNvPr id="9464" name="Google Shape;9464;p88"/>
            <p:cNvGrpSpPr/>
            <p:nvPr/>
          </p:nvGrpSpPr>
          <p:grpSpPr>
            <a:xfrm>
              <a:off x="6057386" y="2827805"/>
              <a:ext cx="302032" cy="1568967"/>
              <a:chOff x="6057386" y="2827805"/>
              <a:chExt cx="302032" cy="1568967"/>
            </a:xfrm>
          </p:grpSpPr>
          <p:sp>
            <p:nvSpPr>
              <p:cNvPr id="9465" name="Google Shape;9465;p88"/>
              <p:cNvSpPr/>
              <p:nvPr/>
            </p:nvSpPr>
            <p:spPr>
              <a:xfrm>
                <a:off x="6057386" y="2827805"/>
                <a:ext cx="302032" cy="1568967"/>
              </a:xfrm>
              <a:custGeom>
                <a:rect b="b" l="l" r="r" t="t"/>
                <a:pathLst>
                  <a:path extrusionOk="0" h="62082" w="11951">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869" y="61095"/>
                      <a:pt x="4807" y="62081"/>
                      <a:pt x="5978" y="62081"/>
                    </a:cubicBezTo>
                    <a:cubicBezTo>
                      <a:pt x="7150" y="62081"/>
                      <a:pt x="8081" y="61095"/>
                      <a:pt x="8016" y="59923"/>
                    </a:cubicBezTo>
                    <a:lnTo>
                      <a:pt x="8016" y="48470"/>
                    </a:lnTo>
                    <a:cubicBezTo>
                      <a:pt x="8016" y="46159"/>
                      <a:pt x="8447" y="43865"/>
                      <a:pt x="9291" y="41713"/>
                    </a:cubicBezTo>
                    <a:lnTo>
                      <a:pt x="10681" y="38171"/>
                    </a:lnTo>
                    <a:cubicBezTo>
                      <a:pt x="11520" y="36019"/>
                      <a:pt x="11950" y="33730"/>
                      <a:pt x="11950" y="31420"/>
                    </a:cubicBezTo>
                    <a:lnTo>
                      <a:pt x="11950" y="3717"/>
                    </a:lnTo>
                    <a:cubicBezTo>
                      <a:pt x="11950" y="1663"/>
                      <a:pt x="10288" y="1"/>
                      <a:pt x="82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8"/>
              <p:cNvSpPr/>
              <p:nvPr/>
            </p:nvSpPr>
            <p:spPr>
              <a:xfrm>
                <a:off x="6057386" y="2827805"/>
                <a:ext cx="151104" cy="1566061"/>
              </a:xfrm>
              <a:custGeom>
                <a:rect b="b" l="l" r="r" t="t"/>
                <a:pathLst>
                  <a:path extrusionOk="0" h="61967" w="5979">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940" y="61051"/>
                      <a:pt x="4850" y="61967"/>
                      <a:pt x="5978" y="61967"/>
                    </a:cubicBezTo>
                    <a:lnTo>
                      <a:pt x="597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8"/>
              <p:cNvSpPr/>
              <p:nvPr/>
            </p:nvSpPr>
            <p:spPr>
              <a:xfrm>
                <a:off x="6097873" y="29644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8"/>
              <p:cNvSpPr/>
              <p:nvPr/>
            </p:nvSpPr>
            <p:spPr>
              <a:xfrm>
                <a:off x="6097873" y="3094278"/>
                <a:ext cx="66416" cy="11044"/>
              </a:xfrm>
              <a:custGeom>
                <a:rect b="b" l="l" r="r" t="t"/>
                <a:pathLst>
                  <a:path extrusionOk="0" h="437" w="2628">
                    <a:moveTo>
                      <a:pt x="224" y="1"/>
                    </a:moveTo>
                    <a:cubicBezTo>
                      <a:pt x="99" y="1"/>
                      <a:pt x="1" y="99"/>
                      <a:pt x="1" y="219"/>
                    </a:cubicBezTo>
                    <a:cubicBezTo>
                      <a:pt x="1" y="338"/>
                      <a:pt x="99" y="437"/>
                      <a:pt x="224" y="437"/>
                    </a:cubicBezTo>
                    <a:lnTo>
                      <a:pt x="2409" y="437"/>
                    </a:lnTo>
                    <a:cubicBezTo>
                      <a:pt x="2529" y="437"/>
                      <a:pt x="2627" y="338"/>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8"/>
              <p:cNvSpPr/>
              <p:nvPr/>
            </p:nvSpPr>
            <p:spPr>
              <a:xfrm>
                <a:off x="6097873" y="3224002"/>
                <a:ext cx="66416" cy="11170"/>
              </a:xfrm>
              <a:custGeom>
                <a:rect b="b" l="l" r="r" t="t"/>
                <a:pathLst>
                  <a:path extrusionOk="0" h="442" w="2628">
                    <a:moveTo>
                      <a:pt x="224" y="1"/>
                    </a:moveTo>
                    <a:cubicBezTo>
                      <a:pt x="99" y="1"/>
                      <a:pt x="1" y="99"/>
                      <a:pt x="1" y="224"/>
                    </a:cubicBezTo>
                    <a:cubicBezTo>
                      <a:pt x="1" y="344"/>
                      <a:pt x="99" y="442"/>
                      <a:pt x="224" y="442"/>
                    </a:cubicBezTo>
                    <a:lnTo>
                      <a:pt x="2409" y="442"/>
                    </a:lnTo>
                    <a:cubicBezTo>
                      <a:pt x="2529" y="442"/>
                      <a:pt x="2627" y="344"/>
                      <a:pt x="2627" y="224"/>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8"/>
              <p:cNvSpPr/>
              <p:nvPr/>
            </p:nvSpPr>
            <p:spPr>
              <a:xfrm>
                <a:off x="6097873" y="3353852"/>
                <a:ext cx="66416" cy="11196"/>
              </a:xfrm>
              <a:custGeom>
                <a:rect b="b" l="l" r="r" t="t"/>
                <a:pathLst>
                  <a:path extrusionOk="0" h="443" w="2628">
                    <a:moveTo>
                      <a:pt x="224" y="1"/>
                    </a:moveTo>
                    <a:cubicBezTo>
                      <a:pt x="99" y="1"/>
                      <a:pt x="1" y="99"/>
                      <a:pt x="1" y="219"/>
                    </a:cubicBezTo>
                    <a:cubicBezTo>
                      <a:pt x="1" y="344"/>
                      <a:pt x="99" y="442"/>
                      <a:pt x="224" y="442"/>
                    </a:cubicBezTo>
                    <a:lnTo>
                      <a:pt x="2409" y="442"/>
                    </a:lnTo>
                    <a:cubicBezTo>
                      <a:pt x="2529" y="442"/>
                      <a:pt x="2627" y="344"/>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8"/>
              <p:cNvSpPr/>
              <p:nvPr/>
            </p:nvSpPr>
            <p:spPr>
              <a:xfrm>
                <a:off x="6097873" y="34837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8"/>
              <p:cNvSpPr/>
              <p:nvPr/>
            </p:nvSpPr>
            <p:spPr>
              <a:xfrm>
                <a:off x="6097873" y="3613578"/>
                <a:ext cx="66416" cy="11044"/>
              </a:xfrm>
              <a:custGeom>
                <a:rect b="b" l="l" r="r" t="t"/>
                <a:pathLst>
                  <a:path extrusionOk="0" h="437" w="2628">
                    <a:moveTo>
                      <a:pt x="224" y="1"/>
                    </a:moveTo>
                    <a:cubicBezTo>
                      <a:pt x="99" y="1"/>
                      <a:pt x="1" y="99"/>
                      <a:pt x="1" y="219"/>
                    </a:cubicBezTo>
                    <a:cubicBezTo>
                      <a:pt x="1" y="339"/>
                      <a:pt x="99" y="437"/>
                      <a:pt x="224" y="437"/>
                    </a:cubicBezTo>
                    <a:lnTo>
                      <a:pt x="2409" y="437"/>
                    </a:lnTo>
                    <a:cubicBezTo>
                      <a:pt x="2529" y="437"/>
                      <a:pt x="2627" y="339"/>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8"/>
              <p:cNvSpPr/>
              <p:nvPr/>
            </p:nvSpPr>
            <p:spPr>
              <a:xfrm>
                <a:off x="6097873" y="3743453"/>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8"/>
              <p:cNvSpPr/>
              <p:nvPr/>
            </p:nvSpPr>
            <p:spPr>
              <a:xfrm>
                <a:off x="6254461" y="29644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8"/>
              <p:cNvSpPr/>
              <p:nvPr/>
            </p:nvSpPr>
            <p:spPr>
              <a:xfrm>
                <a:off x="6254461" y="3094278"/>
                <a:ext cx="66264" cy="11044"/>
              </a:xfrm>
              <a:custGeom>
                <a:rect b="b" l="l" r="r" t="t"/>
                <a:pathLst>
                  <a:path extrusionOk="0" h="437" w="2622">
                    <a:moveTo>
                      <a:pt x="218" y="1"/>
                    </a:moveTo>
                    <a:cubicBezTo>
                      <a:pt x="98" y="1"/>
                      <a:pt x="0" y="99"/>
                      <a:pt x="0" y="219"/>
                    </a:cubicBezTo>
                    <a:cubicBezTo>
                      <a:pt x="0" y="338"/>
                      <a:pt x="98" y="437"/>
                      <a:pt x="218" y="437"/>
                    </a:cubicBezTo>
                    <a:lnTo>
                      <a:pt x="2403" y="437"/>
                    </a:lnTo>
                    <a:cubicBezTo>
                      <a:pt x="2523" y="437"/>
                      <a:pt x="2621" y="338"/>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8"/>
              <p:cNvSpPr/>
              <p:nvPr/>
            </p:nvSpPr>
            <p:spPr>
              <a:xfrm>
                <a:off x="6254461" y="3224002"/>
                <a:ext cx="66264" cy="11170"/>
              </a:xfrm>
              <a:custGeom>
                <a:rect b="b" l="l" r="r" t="t"/>
                <a:pathLst>
                  <a:path extrusionOk="0" h="442" w="2622">
                    <a:moveTo>
                      <a:pt x="218" y="1"/>
                    </a:moveTo>
                    <a:cubicBezTo>
                      <a:pt x="98" y="1"/>
                      <a:pt x="0" y="99"/>
                      <a:pt x="0" y="224"/>
                    </a:cubicBezTo>
                    <a:cubicBezTo>
                      <a:pt x="0" y="344"/>
                      <a:pt x="98" y="442"/>
                      <a:pt x="218" y="442"/>
                    </a:cubicBezTo>
                    <a:lnTo>
                      <a:pt x="2403" y="442"/>
                    </a:lnTo>
                    <a:cubicBezTo>
                      <a:pt x="2523" y="442"/>
                      <a:pt x="2621" y="344"/>
                      <a:pt x="2621" y="224"/>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8"/>
              <p:cNvSpPr/>
              <p:nvPr/>
            </p:nvSpPr>
            <p:spPr>
              <a:xfrm>
                <a:off x="6254461" y="3353852"/>
                <a:ext cx="66264" cy="11196"/>
              </a:xfrm>
              <a:custGeom>
                <a:rect b="b" l="l" r="r" t="t"/>
                <a:pathLst>
                  <a:path extrusionOk="0" h="443" w="2622">
                    <a:moveTo>
                      <a:pt x="218" y="1"/>
                    </a:moveTo>
                    <a:cubicBezTo>
                      <a:pt x="98" y="1"/>
                      <a:pt x="0" y="99"/>
                      <a:pt x="0" y="219"/>
                    </a:cubicBezTo>
                    <a:cubicBezTo>
                      <a:pt x="0" y="344"/>
                      <a:pt x="98" y="442"/>
                      <a:pt x="218" y="442"/>
                    </a:cubicBezTo>
                    <a:lnTo>
                      <a:pt x="2403" y="442"/>
                    </a:lnTo>
                    <a:cubicBezTo>
                      <a:pt x="2523" y="442"/>
                      <a:pt x="2621" y="344"/>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8"/>
              <p:cNvSpPr/>
              <p:nvPr/>
            </p:nvSpPr>
            <p:spPr>
              <a:xfrm>
                <a:off x="6254461" y="34837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8"/>
              <p:cNvSpPr/>
              <p:nvPr/>
            </p:nvSpPr>
            <p:spPr>
              <a:xfrm>
                <a:off x="6254461" y="3613578"/>
                <a:ext cx="66264" cy="11044"/>
              </a:xfrm>
              <a:custGeom>
                <a:rect b="b" l="l" r="r" t="t"/>
                <a:pathLst>
                  <a:path extrusionOk="0" h="437" w="2622">
                    <a:moveTo>
                      <a:pt x="218" y="1"/>
                    </a:moveTo>
                    <a:cubicBezTo>
                      <a:pt x="98" y="1"/>
                      <a:pt x="0" y="99"/>
                      <a:pt x="0" y="219"/>
                    </a:cubicBezTo>
                    <a:cubicBezTo>
                      <a:pt x="0" y="339"/>
                      <a:pt x="98" y="437"/>
                      <a:pt x="218" y="437"/>
                    </a:cubicBezTo>
                    <a:lnTo>
                      <a:pt x="2403" y="437"/>
                    </a:lnTo>
                    <a:cubicBezTo>
                      <a:pt x="2523" y="437"/>
                      <a:pt x="2621" y="339"/>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8"/>
              <p:cNvSpPr/>
              <p:nvPr/>
            </p:nvSpPr>
            <p:spPr>
              <a:xfrm>
                <a:off x="6254461" y="3743453"/>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8"/>
              <p:cNvSpPr/>
              <p:nvPr/>
            </p:nvSpPr>
            <p:spPr>
              <a:xfrm>
                <a:off x="6131055" y="3027913"/>
                <a:ext cx="33233" cy="11170"/>
              </a:xfrm>
              <a:custGeom>
                <a:rect b="b" l="l" r="r" t="t"/>
                <a:pathLst>
                  <a:path extrusionOk="0" h="442" w="1315">
                    <a:moveTo>
                      <a:pt x="219" y="0"/>
                    </a:moveTo>
                    <a:cubicBezTo>
                      <a:pt x="99" y="0"/>
                      <a:pt x="1" y="98"/>
                      <a:pt x="1" y="218"/>
                    </a:cubicBezTo>
                    <a:cubicBezTo>
                      <a:pt x="1" y="344"/>
                      <a:pt x="99" y="442"/>
                      <a:pt x="219" y="442"/>
                    </a:cubicBezTo>
                    <a:lnTo>
                      <a:pt x="1096" y="442"/>
                    </a:lnTo>
                    <a:cubicBezTo>
                      <a:pt x="1216" y="442"/>
                      <a:pt x="1314" y="344"/>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8"/>
              <p:cNvSpPr/>
              <p:nvPr/>
            </p:nvSpPr>
            <p:spPr>
              <a:xfrm>
                <a:off x="6131055" y="3158875"/>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8"/>
              <p:cNvSpPr/>
              <p:nvPr/>
            </p:nvSpPr>
            <p:spPr>
              <a:xfrm>
                <a:off x="6131055" y="3289837"/>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8"/>
              <p:cNvSpPr/>
              <p:nvPr/>
            </p:nvSpPr>
            <p:spPr>
              <a:xfrm>
                <a:off x="6131055" y="3420799"/>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8"/>
              <p:cNvSpPr/>
              <p:nvPr/>
            </p:nvSpPr>
            <p:spPr>
              <a:xfrm>
                <a:off x="6131055" y="3551610"/>
                <a:ext cx="33233" cy="11196"/>
              </a:xfrm>
              <a:custGeom>
                <a:rect b="b" l="l" r="r" t="t"/>
                <a:pathLst>
                  <a:path extrusionOk="0" h="443" w="1315">
                    <a:moveTo>
                      <a:pt x="219" y="1"/>
                    </a:moveTo>
                    <a:cubicBezTo>
                      <a:pt x="99" y="1"/>
                      <a:pt x="1" y="99"/>
                      <a:pt x="1" y="224"/>
                    </a:cubicBezTo>
                    <a:cubicBezTo>
                      <a:pt x="1" y="344"/>
                      <a:pt x="99" y="442"/>
                      <a:pt x="219" y="442"/>
                    </a:cubicBezTo>
                    <a:lnTo>
                      <a:pt x="1096" y="442"/>
                    </a:lnTo>
                    <a:cubicBezTo>
                      <a:pt x="1216" y="442"/>
                      <a:pt x="1314" y="344"/>
                      <a:pt x="1314" y="224"/>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8"/>
              <p:cNvSpPr/>
              <p:nvPr/>
            </p:nvSpPr>
            <p:spPr>
              <a:xfrm>
                <a:off x="6131055" y="3682572"/>
                <a:ext cx="33233" cy="11196"/>
              </a:xfrm>
              <a:custGeom>
                <a:rect b="b" l="l" r="r" t="t"/>
                <a:pathLst>
                  <a:path extrusionOk="0" h="443" w="1315">
                    <a:moveTo>
                      <a:pt x="219" y="1"/>
                    </a:moveTo>
                    <a:cubicBezTo>
                      <a:pt x="99" y="1"/>
                      <a:pt x="1" y="99"/>
                      <a:pt x="1" y="219"/>
                    </a:cubicBezTo>
                    <a:cubicBezTo>
                      <a:pt x="1" y="344"/>
                      <a:pt x="99" y="442"/>
                      <a:pt x="219" y="442"/>
                    </a:cubicBezTo>
                    <a:lnTo>
                      <a:pt x="1096" y="442"/>
                    </a:lnTo>
                    <a:cubicBezTo>
                      <a:pt x="1216" y="442"/>
                      <a:pt x="1314" y="344"/>
                      <a:pt x="1314" y="219"/>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8"/>
              <p:cNvSpPr/>
              <p:nvPr/>
            </p:nvSpPr>
            <p:spPr>
              <a:xfrm>
                <a:off x="6254461" y="3027913"/>
                <a:ext cx="33208" cy="11170"/>
              </a:xfrm>
              <a:custGeom>
                <a:rect b="b" l="l" r="r" t="t"/>
                <a:pathLst>
                  <a:path extrusionOk="0" h="442" w="1314">
                    <a:moveTo>
                      <a:pt x="218" y="0"/>
                    </a:moveTo>
                    <a:cubicBezTo>
                      <a:pt x="98" y="0"/>
                      <a:pt x="0" y="98"/>
                      <a:pt x="0" y="218"/>
                    </a:cubicBezTo>
                    <a:cubicBezTo>
                      <a:pt x="0" y="344"/>
                      <a:pt x="98" y="442"/>
                      <a:pt x="218" y="442"/>
                    </a:cubicBezTo>
                    <a:lnTo>
                      <a:pt x="1095" y="442"/>
                    </a:lnTo>
                    <a:cubicBezTo>
                      <a:pt x="1215" y="442"/>
                      <a:pt x="1313" y="344"/>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8"/>
              <p:cNvSpPr/>
              <p:nvPr/>
            </p:nvSpPr>
            <p:spPr>
              <a:xfrm>
                <a:off x="6254461" y="3158875"/>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8"/>
              <p:cNvSpPr/>
              <p:nvPr/>
            </p:nvSpPr>
            <p:spPr>
              <a:xfrm>
                <a:off x="6254461" y="3289837"/>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8"/>
              <p:cNvSpPr/>
              <p:nvPr/>
            </p:nvSpPr>
            <p:spPr>
              <a:xfrm>
                <a:off x="6254461" y="3420799"/>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8"/>
              <p:cNvSpPr/>
              <p:nvPr/>
            </p:nvSpPr>
            <p:spPr>
              <a:xfrm>
                <a:off x="6254461" y="3551610"/>
                <a:ext cx="33208" cy="11196"/>
              </a:xfrm>
              <a:custGeom>
                <a:rect b="b" l="l" r="r" t="t"/>
                <a:pathLst>
                  <a:path extrusionOk="0" h="443" w="1314">
                    <a:moveTo>
                      <a:pt x="218" y="1"/>
                    </a:moveTo>
                    <a:cubicBezTo>
                      <a:pt x="98" y="1"/>
                      <a:pt x="0" y="99"/>
                      <a:pt x="0" y="224"/>
                    </a:cubicBezTo>
                    <a:cubicBezTo>
                      <a:pt x="0" y="344"/>
                      <a:pt x="98" y="442"/>
                      <a:pt x="218" y="442"/>
                    </a:cubicBezTo>
                    <a:lnTo>
                      <a:pt x="1095" y="442"/>
                    </a:lnTo>
                    <a:cubicBezTo>
                      <a:pt x="1215" y="442"/>
                      <a:pt x="1313" y="344"/>
                      <a:pt x="1313" y="224"/>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8"/>
              <p:cNvSpPr/>
              <p:nvPr/>
            </p:nvSpPr>
            <p:spPr>
              <a:xfrm>
                <a:off x="6254461" y="3682572"/>
                <a:ext cx="33208" cy="11196"/>
              </a:xfrm>
              <a:custGeom>
                <a:rect b="b" l="l" r="r" t="t"/>
                <a:pathLst>
                  <a:path extrusionOk="0" h="443" w="1314">
                    <a:moveTo>
                      <a:pt x="218" y="1"/>
                    </a:moveTo>
                    <a:cubicBezTo>
                      <a:pt x="98" y="1"/>
                      <a:pt x="0" y="99"/>
                      <a:pt x="0" y="219"/>
                    </a:cubicBezTo>
                    <a:cubicBezTo>
                      <a:pt x="0" y="344"/>
                      <a:pt x="98" y="442"/>
                      <a:pt x="218" y="442"/>
                    </a:cubicBezTo>
                    <a:lnTo>
                      <a:pt x="1095" y="442"/>
                    </a:lnTo>
                    <a:cubicBezTo>
                      <a:pt x="1215" y="442"/>
                      <a:pt x="1313" y="344"/>
                      <a:pt x="1313" y="219"/>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8"/>
              <p:cNvSpPr/>
              <p:nvPr/>
            </p:nvSpPr>
            <p:spPr>
              <a:xfrm>
                <a:off x="6197446" y="2923108"/>
                <a:ext cx="22063" cy="1387587"/>
              </a:xfrm>
              <a:custGeom>
                <a:rect b="b" l="l" r="r" t="t"/>
                <a:pathLst>
                  <a:path extrusionOk="0" h="54905" w="873">
                    <a:moveTo>
                      <a:pt x="436" y="1"/>
                    </a:moveTo>
                    <a:cubicBezTo>
                      <a:pt x="191" y="1"/>
                      <a:pt x="0" y="197"/>
                      <a:pt x="0" y="442"/>
                    </a:cubicBezTo>
                    <a:lnTo>
                      <a:pt x="0" y="54463"/>
                    </a:lnTo>
                    <a:cubicBezTo>
                      <a:pt x="0" y="54708"/>
                      <a:pt x="191" y="54904"/>
                      <a:pt x="436" y="54904"/>
                    </a:cubicBezTo>
                    <a:cubicBezTo>
                      <a:pt x="676" y="54904"/>
                      <a:pt x="872" y="54708"/>
                      <a:pt x="872" y="54463"/>
                    </a:cubicBezTo>
                    <a:lnTo>
                      <a:pt x="872" y="442"/>
                    </a:lnTo>
                    <a:cubicBezTo>
                      <a:pt x="872" y="197"/>
                      <a:pt x="676" y="1"/>
                      <a:pt x="43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4" name="Google Shape;9494;p88"/>
            <p:cNvSpPr/>
            <p:nvPr/>
          </p:nvSpPr>
          <p:spPr>
            <a:xfrm>
              <a:off x="6197446" y="3448751"/>
              <a:ext cx="22063" cy="861792"/>
            </a:xfrm>
            <a:custGeom>
              <a:rect b="b" l="l" r="r" t="t"/>
              <a:pathLst>
                <a:path extrusionOk="0" h="34100" w="873">
                  <a:moveTo>
                    <a:pt x="436" y="0"/>
                  </a:moveTo>
                  <a:cubicBezTo>
                    <a:pt x="191" y="0"/>
                    <a:pt x="0" y="196"/>
                    <a:pt x="0" y="436"/>
                  </a:cubicBezTo>
                  <a:lnTo>
                    <a:pt x="0" y="33664"/>
                  </a:lnTo>
                  <a:cubicBezTo>
                    <a:pt x="0" y="33909"/>
                    <a:pt x="191" y="34100"/>
                    <a:pt x="436" y="34100"/>
                  </a:cubicBezTo>
                  <a:cubicBezTo>
                    <a:pt x="676" y="34100"/>
                    <a:pt x="872" y="33909"/>
                    <a:pt x="872" y="33664"/>
                  </a:cubicBezTo>
                  <a:lnTo>
                    <a:pt x="872" y="436"/>
                  </a:lnTo>
                  <a:cubicBezTo>
                    <a:pt x="872" y="196"/>
                    <a:pt x="676" y="0"/>
                    <a:pt x="4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8"/>
            <p:cNvSpPr/>
            <p:nvPr/>
          </p:nvSpPr>
          <p:spPr>
            <a:xfrm>
              <a:off x="6155165" y="4281201"/>
              <a:ext cx="106473" cy="115571"/>
            </a:xfrm>
            <a:custGeom>
              <a:rect b="b" l="l" r="r" t="t"/>
              <a:pathLst>
                <a:path extrusionOk="0" h="4573" w="4213">
                  <a:moveTo>
                    <a:pt x="66" y="0"/>
                  </a:moveTo>
                  <a:lnTo>
                    <a:pt x="66" y="2414"/>
                  </a:lnTo>
                  <a:cubicBezTo>
                    <a:pt x="0" y="3586"/>
                    <a:pt x="938" y="4572"/>
                    <a:pt x="2109" y="4572"/>
                  </a:cubicBezTo>
                  <a:cubicBezTo>
                    <a:pt x="3281" y="4572"/>
                    <a:pt x="4212" y="3586"/>
                    <a:pt x="4147" y="2414"/>
                  </a:cubicBezTo>
                  <a:lnTo>
                    <a:pt x="414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88"/>
          <p:cNvGrpSpPr/>
          <p:nvPr/>
        </p:nvGrpSpPr>
        <p:grpSpPr>
          <a:xfrm>
            <a:off x="2000556" y="1599372"/>
            <a:ext cx="224622" cy="224774"/>
            <a:chOff x="2657906" y="1651497"/>
            <a:chExt cx="224622" cy="224774"/>
          </a:xfrm>
        </p:grpSpPr>
        <p:sp>
          <p:nvSpPr>
            <p:cNvPr id="9497" name="Google Shape;9497;p88"/>
            <p:cNvSpPr/>
            <p:nvPr/>
          </p:nvSpPr>
          <p:spPr>
            <a:xfrm>
              <a:off x="2657906" y="1651497"/>
              <a:ext cx="224622" cy="224774"/>
            </a:xfrm>
            <a:custGeom>
              <a:rect b="b" l="l" r="r" t="t"/>
              <a:pathLst>
                <a:path extrusionOk="0" h="8894" w="8888">
                  <a:moveTo>
                    <a:pt x="4185" y="535"/>
                  </a:moveTo>
                  <a:lnTo>
                    <a:pt x="4185" y="1052"/>
                  </a:lnTo>
                  <a:cubicBezTo>
                    <a:pt x="2512" y="1194"/>
                    <a:pt x="1188" y="2518"/>
                    <a:pt x="1052" y="4186"/>
                  </a:cubicBezTo>
                  <a:lnTo>
                    <a:pt x="529" y="4186"/>
                  </a:lnTo>
                  <a:cubicBezTo>
                    <a:pt x="659" y="2235"/>
                    <a:pt x="2261" y="660"/>
                    <a:pt x="4185" y="535"/>
                  </a:cubicBezTo>
                  <a:close/>
                  <a:moveTo>
                    <a:pt x="4703" y="535"/>
                  </a:moveTo>
                  <a:cubicBezTo>
                    <a:pt x="6659" y="676"/>
                    <a:pt x="8212" y="2235"/>
                    <a:pt x="8359" y="4186"/>
                  </a:cubicBezTo>
                  <a:lnTo>
                    <a:pt x="7836" y="4186"/>
                  </a:lnTo>
                  <a:cubicBezTo>
                    <a:pt x="7700" y="2518"/>
                    <a:pt x="6375" y="1189"/>
                    <a:pt x="4703" y="1052"/>
                  </a:cubicBezTo>
                  <a:lnTo>
                    <a:pt x="4703" y="535"/>
                  </a:lnTo>
                  <a:close/>
                  <a:moveTo>
                    <a:pt x="4703" y="1575"/>
                  </a:moveTo>
                  <a:cubicBezTo>
                    <a:pt x="6087" y="1712"/>
                    <a:pt x="7182" y="2807"/>
                    <a:pt x="7313" y="4191"/>
                  </a:cubicBezTo>
                  <a:lnTo>
                    <a:pt x="7051" y="4191"/>
                  </a:lnTo>
                  <a:cubicBezTo>
                    <a:pt x="6702" y="4191"/>
                    <a:pt x="6702" y="4709"/>
                    <a:pt x="7051" y="4709"/>
                  </a:cubicBezTo>
                  <a:lnTo>
                    <a:pt x="7313" y="4709"/>
                  </a:lnTo>
                  <a:cubicBezTo>
                    <a:pt x="7182" y="6087"/>
                    <a:pt x="6087" y="7182"/>
                    <a:pt x="4703" y="7319"/>
                  </a:cubicBezTo>
                  <a:lnTo>
                    <a:pt x="4703" y="7073"/>
                  </a:lnTo>
                  <a:cubicBezTo>
                    <a:pt x="4694" y="6907"/>
                    <a:pt x="4569" y="6824"/>
                    <a:pt x="4444" y="6824"/>
                  </a:cubicBezTo>
                  <a:cubicBezTo>
                    <a:pt x="4318" y="6824"/>
                    <a:pt x="4193" y="6907"/>
                    <a:pt x="4185" y="7073"/>
                  </a:cubicBezTo>
                  <a:lnTo>
                    <a:pt x="4185" y="7319"/>
                  </a:lnTo>
                  <a:cubicBezTo>
                    <a:pt x="2801" y="7188"/>
                    <a:pt x="1706" y="6093"/>
                    <a:pt x="1575" y="4709"/>
                  </a:cubicBezTo>
                  <a:lnTo>
                    <a:pt x="1836" y="4709"/>
                  </a:lnTo>
                  <a:cubicBezTo>
                    <a:pt x="2183" y="4709"/>
                    <a:pt x="2185" y="4191"/>
                    <a:pt x="1842" y="4191"/>
                  </a:cubicBezTo>
                  <a:cubicBezTo>
                    <a:pt x="1840" y="4191"/>
                    <a:pt x="1838" y="4191"/>
                    <a:pt x="1836" y="4191"/>
                  </a:cubicBezTo>
                  <a:lnTo>
                    <a:pt x="1575" y="4191"/>
                  </a:lnTo>
                  <a:cubicBezTo>
                    <a:pt x="1706" y="2807"/>
                    <a:pt x="2801" y="1712"/>
                    <a:pt x="4185" y="1575"/>
                  </a:cubicBezTo>
                  <a:lnTo>
                    <a:pt x="4185" y="1842"/>
                  </a:lnTo>
                  <a:cubicBezTo>
                    <a:pt x="4174" y="2025"/>
                    <a:pt x="4309" y="2116"/>
                    <a:pt x="4444" y="2116"/>
                  </a:cubicBezTo>
                  <a:cubicBezTo>
                    <a:pt x="4579" y="2116"/>
                    <a:pt x="4713" y="2025"/>
                    <a:pt x="4703" y="1842"/>
                  </a:cubicBezTo>
                  <a:lnTo>
                    <a:pt x="4703" y="1575"/>
                  </a:lnTo>
                  <a:close/>
                  <a:moveTo>
                    <a:pt x="1052" y="4709"/>
                  </a:moveTo>
                  <a:cubicBezTo>
                    <a:pt x="1188" y="6376"/>
                    <a:pt x="2512" y="7700"/>
                    <a:pt x="4185" y="7842"/>
                  </a:cubicBezTo>
                  <a:lnTo>
                    <a:pt x="4185" y="8365"/>
                  </a:lnTo>
                  <a:cubicBezTo>
                    <a:pt x="2229" y="8229"/>
                    <a:pt x="659" y="6638"/>
                    <a:pt x="529" y="4709"/>
                  </a:cubicBezTo>
                  <a:close/>
                  <a:moveTo>
                    <a:pt x="8359" y="4709"/>
                  </a:moveTo>
                  <a:cubicBezTo>
                    <a:pt x="8228" y="6665"/>
                    <a:pt x="6632" y="8234"/>
                    <a:pt x="4703" y="8365"/>
                  </a:cubicBezTo>
                  <a:lnTo>
                    <a:pt x="4703" y="7842"/>
                  </a:lnTo>
                  <a:cubicBezTo>
                    <a:pt x="6375" y="7706"/>
                    <a:pt x="7700" y="6381"/>
                    <a:pt x="7836" y="4709"/>
                  </a:cubicBezTo>
                  <a:close/>
                  <a:moveTo>
                    <a:pt x="4441" y="1"/>
                  </a:moveTo>
                  <a:cubicBezTo>
                    <a:pt x="4354" y="1"/>
                    <a:pt x="4272" y="12"/>
                    <a:pt x="4185" y="17"/>
                  </a:cubicBezTo>
                  <a:cubicBezTo>
                    <a:pt x="1940" y="153"/>
                    <a:pt x="153" y="1946"/>
                    <a:pt x="11" y="4186"/>
                  </a:cubicBezTo>
                  <a:cubicBezTo>
                    <a:pt x="6" y="4273"/>
                    <a:pt x="0" y="4360"/>
                    <a:pt x="0" y="4447"/>
                  </a:cubicBezTo>
                  <a:cubicBezTo>
                    <a:pt x="0" y="4534"/>
                    <a:pt x="6" y="4621"/>
                    <a:pt x="11" y="4709"/>
                  </a:cubicBezTo>
                  <a:cubicBezTo>
                    <a:pt x="153" y="6954"/>
                    <a:pt x="1940" y="8741"/>
                    <a:pt x="4185" y="8877"/>
                  </a:cubicBezTo>
                  <a:cubicBezTo>
                    <a:pt x="4272" y="8883"/>
                    <a:pt x="4354" y="8893"/>
                    <a:pt x="4446" y="8893"/>
                  </a:cubicBezTo>
                  <a:cubicBezTo>
                    <a:pt x="4534" y="8893"/>
                    <a:pt x="4615" y="8883"/>
                    <a:pt x="4703" y="8877"/>
                  </a:cubicBezTo>
                  <a:cubicBezTo>
                    <a:pt x="6948" y="8741"/>
                    <a:pt x="8735" y="6948"/>
                    <a:pt x="8876" y="4709"/>
                  </a:cubicBezTo>
                  <a:cubicBezTo>
                    <a:pt x="8882" y="4621"/>
                    <a:pt x="8887" y="4534"/>
                    <a:pt x="8887" y="4447"/>
                  </a:cubicBezTo>
                  <a:cubicBezTo>
                    <a:pt x="8887" y="4360"/>
                    <a:pt x="8882" y="4273"/>
                    <a:pt x="8876" y="4186"/>
                  </a:cubicBezTo>
                  <a:cubicBezTo>
                    <a:pt x="8735" y="1946"/>
                    <a:pt x="6948" y="153"/>
                    <a:pt x="4703" y="17"/>
                  </a:cubicBezTo>
                  <a:cubicBezTo>
                    <a:pt x="4615" y="12"/>
                    <a:pt x="4534" y="1"/>
                    <a:pt x="444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8"/>
            <p:cNvSpPr/>
            <p:nvPr/>
          </p:nvSpPr>
          <p:spPr>
            <a:xfrm>
              <a:off x="2738450" y="1732343"/>
              <a:ext cx="62549" cy="62676"/>
            </a:xfrm>
            <a:custGeom>
              <a:rect b="b" l="l" r="r" t="t"/>
              <a:pathLst>
                <a:path extrusionOk="0" h="2480" w="2475">
                  <a:moveTo>
                    <a:pt x="2475" y="1237"/>
                  </a:moveTo>
                  <a:cubicBezTo>
                    <a:pt x="2475" y="1924"/>
                    <a:pt x="1924" y="2480"/>
                    <a:pt x="1238" y="2480"/>
                  </a:cubicBezTo>
                  <a:cubicBezTo>
                    <a:pt x="557" y="2480"/>
                    <a:pt x="1" y="1924"/>
                    <a:pt x="1" y="1237"/>
                  </a:cubicBezTo>
                  <a:cubicBezTo>
                    <a:pt x="1" y="556"/>
                    <a:pt x="557" y="0"/>
                    <a:pt x="1238" y="0"/>
                  </a:cubicBezTo>
                  <a:cubicBezTo>
                    <a:pt x="1924" y="0"/>
                    <a:pt x="2475" y="556"/>
                    <a:pt x="2475" y="1237"/>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9" name="Google Shape;9499;p88"/>
          <p:cNvSpPr/>
          <p:nvPr/>
        </p:nvSpPr>
        <p:spPr>
          <a:xfrm>
            <a:off x="1175776" y="2420725"/>
            <a:ext cx="302057" cy="302053"/>
          </a:xfrm>
          <a:custGeom>
            <a:rect b="b" l="l" r="r" t="t"/>
            <a:pathLst>
              <a:path extrusionOk="0" h="7373" w="7374">
                <a:moveTo>
                  <a:pt x="7373" y="3684"/>
                </a:moveTo>
                <a:cubicBezTo>
                  <a:pt x="7373" y="5722"/>
                  <a:pt x="5722" y="7373"/>
                  <a:pt x="3690" y="7373"/>
                </a:cubicBezTo>
                <a:cubicBezTo>
                  <a:pt x="1652" y="7373"/>
                  <a:pt x="1" y="5722"/>
                  <a:pt x="1" y="3684"/>
                </a:cubicBezTo>
                <a:cubicBezTo>
                  <a:pt x="1" y="1652"/>
                  <a:pt x="1652" y="0"/>
                  <a:pt x="3690" y="0"/>
                </a:cubicBezTo>
                <a:cubicBezTo>
                  <a:pt x="5722" y="0"/>
                  <a:pt x="7373" y="1652"/>
                  <a:pt x="7373" y="3684"/>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0" name="Google Shape;9500;p88"/>
          <p:cNvGrpSpPr/>
          <p:nvPr/>
        </p:nvGrpSpPr>
        <p:grpSpPr>
          <a:xfrm>
            <a:off x="2000561" y="3816542"/>
            <a:ext cx="336675" cy="334710"/>
            <a:chOff x="2657906" y="2241938"/>
            <a:chExt cx="225987" cy="224698"/>
          </a:xfrm>
        </p:grpSpPr>
        <p:sp>
          <p:nvSpPr>
            <p:cNvPr id="9501" name="Google Shape;9501;p88"/>
            <p:cNvSpPr/>
            <p:nvPr/>
          </p:nvSpPr>
          <p:spPr>
            <a:xfrm>
              <a:off x="2682421" y="2272897"/>
              <a:ext cx="169124" cy="162755"/>
            </a:xfrm>
            <a:custGeom>
              <a:rect b="b" l="l" r="r" t="t"/>
              <a:pathLst>
                <a:path extrusionOk="0" h="6440" w="6692">
                  <a:moveTo>
                    <a:pt x="3471" y="309"/>
                  </a:moveTo>
                  <a:cubicBezTo>
                    <a:pt x="5084" y="309"/>
                    <a:pt x="6386" y="1617"/>
                    <a:pt x="6386" y="3224"/>
                  </a:cubicBezTo>
                  <a:cubicBezTo>
                    <a:pt x="6386" y="4401"/>
                    <a:pt x="5678" y="5464"/>
                    <a:pt x="4588" y="5916"/>
                  </a:cubicBezTo>
                  <a:cubicBezTo>
                    <a:pt x="4227" y="6066"/>
                    <a:pt x="3849" y="6138"/>
                    <a:pt x="3473" y="6138"/>
                  </a:cubicBezTo>
                  <a:cubicBezTo>
                    <a:pt x="2714" y="6138"/>
                    <a:pt x="1969" y="5842"/>
                    <a:pt x="1411" y="5284"/>
                  </a:cubicBezTo>
                  <a:cubicBezTo>
                    <a:pt x="578" y="4450"/>
                    <a:pt x="332" y="3197"/>
                    <a:pt x="779" y="2107"/>
                  </a:cubicBezTo>
                  <a:cubicBezTo>
                    <a:pt x="1231" y="1023"/>
                    <a:pt x="2294" y="309"/>
                    <a:pt x="3471" y="309"/>
                  </a:cubicBezTo>
                  <a:close/>
                  <a:moveTo>
                    <a:pt x="3480" y="1"/>
                  </a:moveTo>
                  <a:cubicBezTo>
                    <a:pt x="2642" y="1"/>
                    <a:pt x="1816" y="329"/>
                    <a:pt x="1199" y="947"/>
                  </a:cubicBezTo>
                  <a:cubicBezTo>
                    <a:pt x="278" y="1867"/>
                    <a:pt x="0" y="3252"/>
                    <a:pt x="496" y="4450"/>
                  </a:cubicBezTo>
                  <a:cubicBezTo>
                    <a:pt x="997" y="5655"/>
                    <a:pt x="2169" y="6439"/>
                    <a:pt x="3471" y="6439"/>
                  </a:cubicBezTo>
                  <a:cubicBezTo>
                    <a:pt x="5253" y="6439"/>
                    <a:pt x="6691" y="5001"/>
                    <a:pt x="6691" y="3219"/>
                  </a:cubicBezTo>
                  <a:cubicBezTo>
                    <a:pt x="6691" y="1917"/>
                    <a:pt x="5907" y="745"/>
                    <a:pt x="4702" y="244"/>
                  </a:cubicBezTo>
                  <a:cubicBezTo>
                    <a:pt x="4307" y="80"/>
                    <a:pt x="3892" y="1"/>
                    <a:pt x="34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8"/>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8"/>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8"/>
            <p:cNvSpPr/>
            <p:nvPr/>
          </p:nvSpPr>
          <p:spPr>
            <a:xfrm>
              <a:off x="2665741" y="2257455"/>
              <a:ext cx="201371" cy="193739"/>
            </a:xfrm>
            <a:custGeom>
              <a:rect b="b" l="l" r="r" t="t"/>
              <a:pathLst>
                <a:path extrusionOk="0" h="7666" w="7968">
                  <a:moveTo>
                    <a:pt x="4131" y="304"/>
                  </a:moveTo>
                  <a:cubicBezTo>
                    <a:pt x="6082" y="310"/>
                    <a:pt x="7657" y="1885"/>
                    <a:pt x="7657" y="3835"/>
                  </a:cubicBezTo>
                  <a:cubicBezTo>
                    <a:pt x="7657" y="5263"/>
                    <a:pt x="6801" y="6549"/>
                    <a:pt x="5482" y="7094"/>
                  </a:cubicBezTo>
                  <a:cubicBezTo>
                    <a:pt x="5046" y="7274"/>
                    <a:pt x="4588" y="7362"/>
                    <a:pt x="4134" y="7362"/>
                  </a:cubicBezTo>
                  <a:cubicBezTo>
                    <a:pt x="3216" y="7362"/>
                    <a:pt x="2315" y="7003"/>
                    <a:pt x="1641" y="6325"/>
                  </a:cubicBezTo>
                  <a:cubicBezTo>
                    <a:pt x="633" y="5317"/>
                    <a:pt x="328" y="3803"/>
                    <a:pt x="878" y="2484"/>
                  </a:cubicBezTo>
                  <a:cubicBezTo>
                    <a:pt x="1423" y="1165"/>
                    <a:pt x="2709" y="310"/>
                    <a:pt x="4131" y="310"/>
                  </a:cubicBezTo>
                  <a:lnTo>
                    <a:pt x="4131" y="304"/>
                  </a:lnTo>
                  <a:close/>
                  <a:moveTo>
                    <a:pt x="4133" y="1"/>
                  </a:moveTo>
                  <a:cubicBezTo>
                    <a:pt x="3135" y="1"/>
                    <a:pt x="2155" y="390"/>
                    <a:pt x="1423" y="1122"/>
                  </a:cubicBezTo>
                  <a:cubicBezTo>
                    <a:pt x="328" y="2217"/>
                    <a:pt x="1" y="3868"/>
                    <a:pt x="595" y="5301"/>
                  </a:cubicBezTo>
                  <a:cubicBezTo>
                    <a:pt x="1183" y="6729"/>
                    <a:pt x="2584" y="7666"/>
                    <a:pt x="4131" y="7666"/>
                  </a:cubicBezTo>
                  <a:cubicBezTo>
                    <a:pt x="6251" y="7660"/>
                    <a:pt x="7962" y="5949"/>
                    <a:pt x="7967" y="3830"/>
                  </a:cubicBezTo>
                  <a:cubicBezTo>
                    <a:pt x="7967" y="2282"/>
                    <a:pt x="7030" y="882"/>
                    <a:pt x="5602" y="293"/>
                  </a:cubicBezTo>
                  <a:cubicBezTo>
                    <a:pt x="5127" y="96"/>
                    <a:pt x="4628" y="1"/>
                    <a:pt x="413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8"/>
            <p:cNvSpPr/>
            <p:nvPr/>
          </p:nvSpPr>
          <p:spPr>
            <a:xfrm>
              <a:off x="2832236" y="2350382"/>
              <a:ext cx="51657" cy="7860"/>
            </a:xfrm>
            <a:custGeom>
              <a:rect b="b" l="l" r="r" t="t"/>
              <a:pathLst>
                <a:path extrusionOk="0" h="311" w="2044">
                  <a:moveTo>
                    <a:pt x="153" y="0"/>
                  </a:moveTo>
                  <a:cubicBezTo>
                    <a:pt x="66" y="0"/>
                    <a:pt x="1" y="71"/>
                    <a:pt x="1" y="153"/>
                  </a:cubicBezTo>
                  <a:cubicBezTo>
                    <a:pt x="1" y="240"/>
                    <a:pt x="66" y="311"/>
                    <a:pt x="153" y="311"/>
                  </a:cubicBezTo>
                  <a:lnTo>
                    <a:pt x="1837" y="311"/>
                  </a:lnTo>
                  <a:cubicBezTo>
                    <a:pt x="2044" y="311"/>
                    <a:pt x="2044" y="0"/>
                    <a:pt x="183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8"/>
            <p:cNvSpPr/>
            <p:nvPr/>
          </p:nvSpPr>
          <p:spPr>
            <a:xfrm>
              <a:off x="2723716" y="2350382"/>
              <a:ext cx="94216" cy="7860"/>
            </a:xfrm>
            <a:custGeom>
              <a:rect b="b" l="l" r="r" t="t"/>
              <a:pathLst>
                <a:path extrusionOk="0" h="311" w="3728">
                  <a:moveTo>
                    <a:pt x="153" y="0"/>
                  </a:moveTo>
                  <a:cubicBezTo>
                    <a:pt x="66" y="0"/>
                    <a:pt x="1" y="71"/>
                    <a:pt x="1" y="153"/>
                  </a:cubicBezTo>
                  <a:cubicBezTo>
                    <a:pt x="1" y="240"/>
                    <a:pt x="66" y="311"/>
                    <a:pt x="153" y="311"/>
                  </a:cubicBezTo>
                  <a:lnTo>
                    <a:pt x="3526" y="311"/>
                  </a:lnTo>
                  <a:cubicBezTo>
                    <a:pt x="3728" y="311"/>
                    <a:pt x="3728" y="0"/>
                    <a:pt x="35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8"/>
            <p:cNvSpPr/>
            <p:nvPr/>
          </p:nvSpPr>
          <p:spPr>
            <a:xfrm>
              <a:off x="2657906" y="2350382"/>
              <a:ext cx="51657" cy="7860"/>
            </a:xfrm>
            <a:custGeom>
              <a:rect b="b" l="l" r="r" t="t"/>
              <a:pathLst>
                <a:path extrusionOk="0" h="311" w="2044">
                  <a:moveTo>
                    <a:pt x="153" y="0"/>
                  </a:moveTo>
                  <a:cubicBezTo>
                    <a:pt x="65" y="0"/>
                    <a:pt x="0" y="71"/>
                    <a:pt x="0" y="153"/>
                  </a:cubicBezTo>
                  <a:cubicBezTo>
                    <a:pt x="0" y="240"/>
                    <a:pt x="65" y="311"/>
                    <a:pt x="153" y="311"/>
                  </a:cubicBezTo>
                  <a:lnTo>
                    <a:pt x="1836" y="311"/>
                  </a:lnTo>
                  <a:cubicBezTo>
                    <a:pt x="2043" y="311"/>
                    <a:pt x="2043" y="0"/>
                    <a:pt x="18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8"/>
            <p:cNvSpPr/>
            <p:nvPr/>
          </p:nvSpPr>
          <p:spPr>
            <a:xfrm>
              <a:off x="2766275" y="2307824"/>
              <a:ext cx="7885" cy="92952"/>
            </a:xfrm>
            <a:custGeom>
              <a:rect b="b" l="l" r="r" t="t"/>
              <a:pathLst>
                <a:path extrusionOk="0" h="3678" w="312">
                  <a:moveTo>
                    <a:pt x="153" y="1"/>
                  </a:moveTo>
                  <a:cubicBezTo>
                    <a:pt x="71" y="1"/>
                    <a:pt x="0" y="66"/>
                    <a:pt x="0" y="153"/>
                  </a:cubicBezTo>
                  <a:lnTo>
                    <a:pt x="0" y="3526"/>
                  </a:lnTo>
                  <a:cubicBezTo>
                    <a:pt x="0" y="3627"/>
                    <a:pt x="78" y="3677"/>
                    <a:pt x="156" y="3677"/>
                  </a:cubicBezTo>
                  <a:cubicBezTo>
                    <a:pt x="233" y="3677"/>
                    <a:pt x="311" y="3627"/>
                    <a:pt x="311" y="3526"/>
                  </a:cubicBezTo>
                  <a:lnTo>
                    <a:pt x="311" y="153"/>
                  </a:lnTo>
                  <a:cubicBezTo>
                    <a:pt x="311" y="66"/>
                    <a:pt x="240" y="1"/>
                    <a:pt x="15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8"/>
            <p:cNvSpPr/>
            <p:nvPr/>
          </p:nvSpPr>
          <p:spPr>
            <a:xfrm>
              <a:off x="2766275" y="2241938"/>
              <a:ext cx="7885" cy="50343"/>
            </a:xfrm>
            <a:custGeom>
              <a:rect b="b" l="l" r="r" t="t"/>
              <a:pathLst>
                <a:path extrusionOk="0" h="1992" w="312">
                  <a:moveTo>
                    <a:pt x="156" y="0"/>
                  </a:moveTo>
                  <a:cubicBezTo>
                    <a:pt x="78" y="0"/>
                    <a:pt x="0" y="52"/>
                    <a:pt x="0" y="155"/>
                  </a:cubicBezTo>
                  <a:lnTo>
                    <a:pt x="0" y="1839"/>
                  </a:lnTo>
                  <a:cubicBezTo>
                    <a:pt x="0" y="1926"/>
                    <a:pt x="71" y="1992"/>
                    <a:pt x="153" y="1992"/>
                  </a:cubicBezTo>
                  <a:cubicBezTo>
                    <a:pt x="240" y="1992"/>
                    <a:pt x="311" y="1926"/>
                    <a:pt x="311" y="1839"/>
                  </a:cubicBezTo>
                  <a:lnTo>
                    <a:pt x="311" y="155"/>
                  </a:lnTo>
                  <a:cubicBezTo>
                    <a:pt x="311" y="52"/>
                    <a:pt x="233"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8"/>
            <p:cNvSpPr/>
            <p:nvPr/>
          </p:nvSpPr>
          <p:spPr>
            <a:xfrm>
              <a:off x="2766275" y="2416268"/>
              <a:ext cx="7885" cy="50368"/>
            </a:xfrm>
            <a:custGeom>
              <a:rect b="b" l="l" r="r" t="t"/>
              <a:pathLst>
                <a:path extrusionOk="0" h="1993" w="312">
                  <a:moveTo>
                    <a:pt x="156" y="1"/>
                  </a:moveTo>
                  <a:cubicBezTo>
                    <a:pt x="78" y="1"/>
                    <a:pt x="0" y="52"/>
                    <a:pt x="0" y="156"/>
                  </a:cubicBezTo>
                  <a:lnTo>
                    <a:pt x="0" y="1840"/>
                  </a:lnTo>
                  <a:cubicBezTo>
                    <a:pt x="0" y="1927"/>
                    <a:pt x="71" y="1992"/>
                    <a:pt x="153" y="1992"/>
                  </a:cubicBezTo>
                  <a:cubicBezTo>
                    <a:pt x="240" y="1992"/>
                    <a:pt x="311" y="1927"/>
                    <a:pt x="311" y="1840"/>
                  </a:cubicBezTo>
                  <a:lnTo>
                    <a:pt x="311" y="156"/>
                  </a:lnTo>
                  <a:cubicBezTo>
                    <a:pt x="311" y="52"/>
                    <a:pt x="233" y="1"/>
                    <a:pt x="1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88"/>
          <p:cNvGrpSpPr/>
          <p:nvPr/>
        </p:nvGrpSpPr>
        <p:grpSpPr>
          <a:xfrm>
            <a:off x="4116787" y="3256553"/>
            <a:ext cx="447728" cy="1135923"/>
            <a:chOff x="4116787" y="3256553"/>
            <a:chExt cx="447728" cy="1135923"/>
          </a:xfrm>
        </p:grpSpPr>
        <p:sp>
          <p:nvSpPr>
            <p:cNvPr id="9512" name="Google Shape;9512;p88"/>
            <p:cNvSpPr/>
            <p:nvPr/>
          </p:nvSpPr>
          <p:spPr>
            <a:xfrm>
              <a:off x="4116787" y="3256553"/>
              <a:ext cx="447728" cy="1135923"/>
            </a:xfrm>
            <a:custGeom>
              <a:rect b="b" l="l" r="r" t="t"/>
              <a:pathLst>
                <a:path extrusionOk="0" h="44947" w="17716">
                  <a:moveTo>
                    <a:pt x="8708" y="1"/>
                  </a:moveTo>
                  <a:cubicBezTo>
                    <a:pt x="8000" y="1"/>
                    <a:pt x="6261" y="235"/>
                    <a:pt x="6594" y="2603"/>
                  </a:cubicBezTo>
                  <a:cubicBezTo>
                    <a:pt x="6594" y="2603"/>
                    <a:pt x="6535" y="2587"/>
                    <a:pt x="6464" y="2587"/>
                  </a:cubicBezTo>
                  <a:cubicBezTo>
                    <a:pt x="6333" y="2587"/>
                    <a:pt x="6160" y="2641"/>
                    <a:pt x="6212" y="2946"/>
                  </a:cubicBezTo>
                  <a:cubicBezTo>
                    <a:pt x="6294" y="3415"/>
                    <a:pt x="6463" y="3965"/>
                    <a:pt x="7041" y="3965"/>
                  </a:cubicBezTo>
                  <a:cubicBezTo>
                    <a:pt x="7041" y="3965"/>
                    <a:pt x="7052" y="4690"/>
                    <a:pt x="7586" y="5022"/>
                  </a:cubicBezTo>
                  <a:cubicBezTo>
                    <a:pt x="7586" y="5022"/>
                    <a:pt x="7716" y="5720"/>
                    <a:pt x="7624" y="5851"/>
                  </a:cubicBezTo>
                  <a:cubicBezTo>
                    <a:pt x="7526" y="5982"/>
                    <a:pt x="5749" y="7224"/>
                    <a:pt x="5172" y="7278"/>
                  </a:cubicBezTo>
                  <a:cubicBezTo>
                    <a:pt x="4589" y="7338"/>
                    <a:pt x="2801" y="7758"/>
                    <a:pt x="2774" y="9725"/>
                  </a:cubicBezTo>
                  <a:cubicBezTo>
                    <a:pt x="2752" y="11687"/>
                    <a:pt x="2622" y="12259"/>
                    <a:pt x="2442" y="12542"/>
                  </a:cubicBezTo>
                  <a:cubicBezTo>
                    <a:pt x="2267" y="12825"/>
                    <a:pt x="2148" y="14640"/>
                    <a:pt x="2197" y="15485"/>
                  </a:cubicBezTo>
                  <a:cubicBezTo>
                    <a:pt x="2246" y="16324"/>
                    <a:pt x="1390" y="18422"/>
                    <a:pt x="1543" y="20874"/>
                  </a:cubicBezTo>
                  <a:cubicBezTo>
                    <a:pt x="1543" y="20874"/>
                    <a:pt x="665" y="21691"/>
                    <a:pt x="595" y="22334"/>
                  </a:cubicBezTo>
                  <a:cubicBezTo>
                    <a:pt x="524" y="22971"/>
                    <a:pt x="1" y="23838"/>
                    <a:pt x="61" y="23958"/>
                  </a:cubicBezTo>
                  <a:cubicBezTo>
                    <a:pt x="87" y="24009"/>
                    <a:pt x="167" y="24037"/>
                    <a:pt x="261" y="24037"/>
                  </a:cubicBezTo>
                  <a:cubicBezTo>
                    <a:pt x="377" y="24037"/>
                    <a:pt x="515" y="23994"/>
                    <a:pt x="605" y="23898"/>
                  </a:cubicBezTo>
                  <a:cubicBezTo>
                    <a:pt x="774" y="23718"/>
                    <a:pt x="1036" y="23386"/>
                    <a:pt x="1036" y="23386"/>
                  </a:cubicBezTo>
                  <a:lnTo>
                    <a:pt x="1036" y="23386"/>
                  </a:lnTo>
                  <a:cubicBezTo>
                    <a:pt x="1036" y="23386"/>
                    <a:pt x="480" y="25511"/>
                    <a:pt x="763" y="25603"/>
                  </a:cubicBezTo>
                  <a:cubicBezTo>
                    <a:pt x="775" y="25607"/>
                    <a:pt x="786" y="25609"/>
                    <a:pt x="797" y="25609"/>
                  </a:cubicBezTo>
                  <a:cubicBezTo>
                    <a:pt x="1101" y="25609"/>
                    <a:pt x="1323" y="24295"/>
                    <a:pt x="1428" y="24143"/>
                  </a:cubicBezTo>
                  <a:cubicBezTo>
                    <a:pt x="1446" y="24117"/>
                    <a:pt x="1460" y="24106"/>
                    <a:pt x="1472" y="24106"/>
                  </a:cubicBezTo>
                  <a:cubicBezTo>
                    <a:pt x="1531" y="24106"/>
                    <a:pt x="1525" y="24383"/>
                    <a:pt x="1494" y="24546"/>
                  </a:cubicBezTo>
                  <a:cubicBezTo>
                    <a:pt x="1457" y="24741"/>
                    <a:pt x="1379" y="25771"/>
                    <a:pt x="1600" y="25771"/>
                  </a:cubicBezTo>
                  <a:cubicBezTo>
                    <a:pt x="1608" y="25771"/>
                    <a:pt x="1616" y="25769"/>
                    <a:pt x="1624" y="25767"/>
                  </a:cubicBezTo>
                  <a:cubicBezTo>
                    <a:pt x="1856" y="25701"/>
                    <a:pt x="1934" y="24271"/>
                    <a:pt x="2035" y="24271"/>
                  </a:cubicBezTo>
                  <a:cubicBezTo>
                    <a:pt x="2043" y="24271"/>
                    <a:pt x="2052" y="24280"/>
                    <a:pt x="2060" y="24301"/>
                  </a:cubicBezTo>
                  <a:cubicBezTo>
                    <a:pt x="2180" y="24573"/>
                    <a:pt x="2006" y="25592"/>
                    <a:pt x="2169" y="25625"/>
                  </a:cubicBezTo>
                  <a:cubicBezTo>
                    <a:pt x="2183" y="25628"/>
                    <a:pt x="2196" y="25629"/>
                    <a:pt x="2208" y="25629"/>
                  </a:cubicBezTo>
                  <a:cubicBezTo>
                    <a:pt x="2340" y="25629"/>
                    <a:pt x="2351" y="25475"/>
                    <a:pt x="2376" y="25380"/>
                  </a:cubicBezTo>
                  <a:cubicBezTo>
                    <a:pt x="2397" y="25279"/>
                    <a:pt x="2346" y="24133"/>
                    <a:pt x="2444" y="24133"/>
                  </a:cubicBezTo>
                  <a:cubicBezTo>
                    <a:pt x="2451" y="24133"/>
                    <a:pt x="2460" y="24140"/>
                    <a:pt x="2469" y="24154"/>
                  </a:cubicBezTo>
                  <a:cubicBezTo>
                    <a:pt x="2600" y="24350"/>
                    <a:pt x="2529" y="25353"/>
                    <a:pt x="2632" y="25385"/>
                  </a:cubicBezTo>
                  <a:cubicBezTo>
                    <a:pt x="2632" y="25385"/>
                    <a:pt x="2672" y="25404"/>
                    <a:pt x="2719" y="25404"/>
                  </a:cubicBezTo>
                  <a:cubicBezTo>
                    <a:pt x="2796" y="25404"/>
                    <a:pt x="2895" y="25356"/>
                    <a:pt x="2889" y="25107"/>
                  </a:cubicBezTo>
                  <a:cubicBezTo>
                    <a:pt x="2878" y="24704"/>
                    <a:pt x="3025" y="22966"/>
                    <a:pt x="3036" y="22563"/>
                  </a:cubicBezTo>
                  <a:cubicBezTo>
                    <a:pt x="3047" y="22007"/>
                    <a:pt x="2731" y="21228"/>
                    <a:pt x="2812" y="21097"/>
                  </a:cubicBezTo>
                  <a:cubicBezTo>
                    <a:pt x="2894" y="20966"/>
                    <a:pt x="3510" y="18950"/>
                    <a:pt x="3782" y="18133"/>
                  </a:cubicBezTo>
                  <a:cubicBezTo>
                    <a:pt x="4055" y="17315"/>
                    <a:pt x="4055" y="15185"/>
                    <a:pt x="4224" y="14912"/>
                  </a:cubicBezTo>
                  <a:cubicBezTo>
                    <a:pt x="4353" y="14693"/>
                    <a:pt x="4648" y="13388"/>
                    <a:pt x="4852" y="13388"/>
                  </a:cubicBezTo>
                  <a:cubicBezTo>
                    <a:pt x="4907" y="13388"/>
                    <a:pt x="4955" y="13481"/>
                    <a:pt x="4992" y="13714"/>
                  </a:cubicBezTo>
                  <a:cubicBezTo>
                    <a:pt x="5172" y="14814"/>
                    <a:pt x="5444" y="17517"/>
                    <a:pt x="5362" y="18111"/>
                  </a:cubicBezTo>
                  <a:cubicBezTo>
                    <a:pt x="5275" y="18705"/>
                    <a:pt x="5041" y="19724"/>
                    <a:pt x="5101" y="20301"/>
                  </a:cubicBezTo>
                  <a:cubicBezTo>
                    <a:pt x="5161" y="20884"/>
                    <a:pt x="4540" y="22067"/>
                    <a:pt x="4425" y="23418"/>
                  </a:cubicBezTo>
                  <a:cubicBezTo>
                    <a:pt x="4316" y="24770"/>
                    <a:pt x="4556" y="28311"/>
                    <a:pt x="4758" y="29227"/>
                  </a:cubicBezTo>
                  <a:cubicBezTo>
                    <a:pt x="4959" y="30137"/>
                    <a:pt x="4316" y="32060"/>
                    <a:pt x="4245" y="32447"/>
                  </a:cubicBezTo>
                  <a:cubicBezTo>
                    <a:pt x="4175" y="32840"/>
                    <a:pt x="4185" y="33929"/>
                    <a:pt x="4104" y="35330"/>
                  </a:cubicBezTo>
                  <a:cubicBezTo>
                    <a:pt x="4022" y="36730"/>
                    <a:pt x="4458" y="39760"/>
                    <a:pt x="4294" y="40283"/>
                  </a:cubicBezTo>
                  <a:cubicBezTo>
                    <a:pt x="4125" y="40806"/>
                    <a:pt x="1259" y="44032"/>
                    <a:pt x="1614" y="44538"/>
                  </a:cubicBezTo>
                  <a:cubicBezTo>
                    <a:pt x="1806" y="44809"/>
                    <a:pt x="2162" y="44946"/>
                    <a:pt x="2527" y="44946"/>
                  </a:cubicBezTo>
                  <a:cubicBezTo>
                    <a:pt x="2845" y="44946"/>
                    <a:pt x="3169" y="44842"/>
                    <a:pt x="3395" y="44631"/>
                  </a:cubicBezTo>
                  <a:cubicBezTo>
                    <a:pt x="3875" y="44184"/>
                    <a:pt x="4600" y="43520"/>
                    <a:pt x="4970" y="43236"/>
                  </a:cubicBezTo>
                  <a:cubicBezTo>
                    <a:pt x="5335" y="42947"/>
                    <a:pt x="6191" y="42795"/>
                    <a:pt x="6060" y="41089"/>
                  </a:cubicBezTo>
                  <a:cubicBezTo>
                    <a:pt x="6060" y="41089"/>
                    <a:pt x="5831" y="38550"/>
                    <a:pt x="6616" y="36872"/>
                  </a:cubicBezTo>
                  <a:cubicBezTo>
                    <a:pt x="7400" y="35188"/>
                    <a:pt x="7041" y="32840"/>
                    <a:pt x="7128" y="32082"/>
                  </a:cubicBezTo>
                  <a:cubicBezTo>
                    <a:pt x="7210" y="31325"/>
                    <a:pt x="7280" y="30093"/>
                    <a:pt x="7744" y="29216"/>
                  </a:cubicBezTo>
                  <a:cubicBezTo>
                    <a:pt x="8125" y="28491"/>
                    <a:pt x="8588" y="25936"/>
                    <a:pt x="8855" y="25058"/>
                  </a:cubicBezTo>
                  <a:cubicBezTo>
                    <a:pt x="9128" y="25936"/>
                    <a:pt x="9591" y="28491"/>
                    <a:pt x="9972" y="29216"/>
                  </a:cubicBezTo>
                  <a:cubicBezTo>
                    <a:pt x="10435" y="30093"/>
                    <a:pt x="10506" y="31325"/>
                    <a:pt x="10588" y="32082"/>
                  </a:cubicBezTo>
                  <a:cubicBezTo>
                    <a:pt x="10670" y="32840"/>
                    <a:pt x="10316" y="35188"/>
                    <a:pt x="11100" y="36872"/>
                  </a:cubicBezTo>
                  <a:cubicBezTo>
                    <a:pt x="11879" y="38556"/>
                    <a:pt x="11656" y="41089"/>
                    <a:pt x="11656" y="41089"/>
                  </a:cubicBezTo>
                  <a:cubicBezTo>
                    <a:pt x="11525" y="42789"/>
                    <a:pt x="12381" y="42947"/>
                    <a:pt x="12746" y="43236"/>
                  </a:cubicBezTo>
                  <a:cubicBezTo>
                    <a:pt x="13111" y="43520"/>
                    <a:pt x="13836" y="44184"/>
                    <a:pt x="14321" y="44631"/>
                  </a:cubicBezTo>
                  <a:cubicBezTo>
                    <a:pt x="14546" y="44842"/>
                    <a:pt x="14871" y="44946"/>
                    <a:pt x="15188" y="44946"/>
                  </a:cubicBezTo>
                  <a:cubicBezTo>
                    <a:pt x="15552" y="44946"/>
                    <a:pt x="15908" y="44809"/>
                    <a:pt x="16097" y="44538"/>
                  </a:cubicBezTo>
                  <a:cubicBezTo>
                    <a:pt x="16457" y="44026"/>
                    <a:pt x="13585" y="40806"/>
                    <a:pt x="13421" y="40283"/>
                  </a:cubicBezTo>
                  <a:cubicBezTo>
                    <a:pt x="13253" y="39760"/>
                    <a:pt x="13694" y="36730"/>
                    <a:pt x="13612" y="35330"/>
                  </a:cubicBezTo>
                  <a:cubicBezTo>
                    <a:pt x="13525" y="33929"/>
                    <a:pt x="13541" y="32840"/>
                    <a:pt x="13470" y="32447"/>
                  </a:cubicBezTo>
                  <a:cubicBezTo>
                    <a:pt x="13394" y="32060"/>
                    <a:pt x="12757" y="30137"/>
                    <a:pt x="12958" y="29227"/>
                  </a:cubicBezTo>
                  <a:cubicBezTo>
                    <a:pt x="13160" y="28311"/>
                    <a:pt x="13400" y="24770"/>
                    <a:pt x="13285" y="23418"/>
                  </a:cubicBezTo>
                  <a:cubicBezTo>
                    <a:pt x="13176" y="22067"/>
                    <a:pt x="12555" y="20884"/>
                    <a:pt x="12615" y="20301"/>
                  </a:cubicBezTo>
                  <a:cubicBezTo>
                    <a:pt x="12675" y="19724"/>
                    <a:pt x="12435" y="18705"/>
                    <a:pt x="12353" y="18111"/>
                  </a:cubicBezTo>
                  <a:cubicBezTo>
                    <a:pt x="12272" y="17517"/>
                    <a:pt x="12544" y="14814"/>
                    <a:pt x="12724" y="13714"/>
                  </a:cubicBezTo>
                  <a:cubicBezTo>
                    <a:pt x="12761" y="13482"/>
                    <a:pt x="12809" y="13389"/>
                    <a:pt x="12863" y="13389"/>
                  </a:cubicBezTo>
                  <a:cubicBezTo>
                    <a:pt x="13068" y="13389"/>
                    <a:pt x="13363" y="14697"/>
                    <a:pt x="13492" y="14912"/>
                  </a:cubicBezTo>
                  <a:cubicBezTo>
                    <a:pt x="13656" y="15185"/>
                    <a:pt x="13656" y="17315"/>
                    <a:pt x="13928" y="18133"/>
                  </a:cubicBezTo>
                  <a:cubicBezTo>
                    <a:pt x="14201" y="18950"/>
                    <a:pt x="14822" y="20966"/>
                    <a:pt x="14904" y="21097"/>
                  </a:cubicBezTo>
                  <a:cubicBezTo>
                    <a:pt x="14985" y="21228"/>
                    <a:pt x="14533" y="21893"/>
                    <a:pt x="14789" y="23342"/>
                  </a:cubicBezTo>
                  <a:cubicBezTo>
                    <a:pt x="14865" y="23925"/>
                    <a:pt x="14904" y="24513"/>
                    <a:pt x="14904" y="25102"/>
                  </a:cubicBezTo>
                  <a:cubicBezTo>
                    <a:pt x="14897" y="25359"/>
                    <a:pt x="14969" y="25406"/>
                    <a:pt x="15023" y="25406"/>
                  </a:cubicBezTo>
                  <a:cubicBezTo>
                    <a:pt x="15054" y="25406"/>
                    <a:pt x="15078" y="25391"/>
                    <a:pt x="15078" y="25391"/>
                  </a:cubicBezTo>
                  <a:cubicBezTo>
                    <a:pt x="15187" y="25353"/>
                    <a:pt x="15149" y="24230"/>
                    <a:pt x="15285" y="24029"/>
                  </a:cubicBezTo>
                  <a:cubicBezTo>
                    <a:pt x="15294" y="24015"/>
                    <a:pt x="15302" y="24008"/>
                    <a:pt x="15309" y="24008"/>
                  </a:cubicBezTo>
                  <a:cubicBezTo>
                    <a:pt x="15408" y="24008"/>
                    <a:pt x="15320" y="25278"/>
                    <a:pt x="15345" y="25374"/>
                  </a:cubicBezTo>
                  <a:cubicBezTo>
                    <a:pt x="15365" y="25474"/>
                    <a:pt x="15376" y="25629"/>
                    <a:pt x="15507" y="25629"/>
                  </a:cubicBezTo>
                  <a:cubicBezTo>
                    <a:pt x="15519" y="25629"/>
                    <a:pt x="15532" y="25628"/>
                    <a:pt x="15547" y="25625"/>
                  </a:cubicBezTo>
                  <a:cubicBezTo>
                    <a:pt x="15715" y="25587"/>
                    <a:pt x="15557" y="24383"/>
                    <a:pt x="15677" y="24110"/>
                  </a:cubicBezTo>
                  <a:cubicBezTo>
                    <a:pt x="15685" y="24092"/>
                    <a:pt x="15693" y="24083"/>
                    <a:pt x="15700" y="24083"/>
                  </a:cubicBezTo>
                  <a:cubicBezTo>
                    <a:pt x="15800" y="24083"/>
                    <a:pt x="15863" y="25701"/>
                    <a:pt x="16091" y="25767"/>
                  </a:cubicBezTo>
                  <a:cubicBezTo>
                    <a:pt x="16099" y="25769"/>
                    <a:pt x="16107" y="25770"/>
                    <a:pt x="16114" y="25770"/>
                  </a:cubicBezTo>
                  <a:cubicBezTo>
                    <a:pt x="16337" y="25770"/>
                    <a:pt x="16259" y="24741"/>
                    <a:pt x="16222" y="24546"/>
                  </a:cubicBezTo>
                  <a:cubicBezTo>
                    <a:pt x="16194" y="24377"/>
                    <a:pt x="16231" y="23997"/>
                    <a:pt x="16311" y="23997"/>
                  </a:cubicBezTo>
                  <a:cubicBezTo>
                    <a:pt x="16324" y="23997"/>
                    <a:pt x="16338" y="24007"/>
                    <a:pt x="16353" y="24029"/>
                  </a:cubicBezTo>
                  <a:cubicBezTo>
                    <a:pt x="16454" y="24178"/>
                    <a:pt x="16758" y="25600"/>
                    <a:pt x="16945" y="25600"/>
                  </a:cubicBezTo>
                  <a:cubicBezTo>
                    <a:pt x="16949" y="25600"/>
                    <a:pt x="16954" y="25599"/>
                    <a:pt x="16958" y="25598"/>
                  </a:cubicBezTo>
                  <a:cubicBezTo>
                    <a:pt x="17247" y="25494"/>
                    <a:pt x="16685" y="23386"/>
                    <a:pt x="16685" y="23386"/>
                  </a:cubicBezTo>
                  <a:lnTo>
                    <a:pt x="16685" y="23386"/>
                  </a:lnTo>
                  <a:cubicBezTo>
                    <a:pt x="16685" y="23386"/>
                    <a:pt x="16947" y="23718"/>
                    <a:pt x="17110" y="23892"/>
                  </a:cubicBezTo>
                  <a:cubicBezTo>
                    <a:pt x="17203" y="23991"/>
                    <a:pt x="17343" y="24036"/>
                    <a:pt x="17458" y="24036"/>
                  </a:cubicBezTo>
                  <a:cubicBezTo>
                    <a:pt x="17552" y="24036"/>
                    <a:pt x="17631" y="24006"/>
                    <a:pt x="17655" y="23952"/>
                  </a:cubicBezTo>
                  <a:cubicBezTo>
                    <a:pt x="17715" y="23832"/>
                    <a:pt x="17187" y="22971"/>
                    <a:pt x="17116" y="22334"/>
                  </a:cubicBezTo>
                  <a:cubicBezTo>
                    <a:pt x="17045" y="21691"/>
                    <a:pt x="16168" y="20874"/>
                    <a:pt x="16168" y="20874"/>
                  </a:cubicBezTo>
                  <a:cubicBezTo>
                    <a:pt x="16320" y="18422"/>
                    <a:pt x="15470" y="16324"/>
                    <a:pt x="15519" y="15485"/>
                  </a:cubicBezTo>
                  <a:cubicBezTo>
                    <a:pt x="15563" y="14640"/>
                    <a:pt x="15443" y="12825"/>
                    <a:pt x="15269" y="12542"/>
                  </a:cubicBezTo>
                  <a:cubicBezTo>
                    <a:pt x="15089" y="12259"/>
                    <a:pt x="14958" y="11692"/>
                    <a:pt x="14936" y="9725"/>
                  </a:cubicBezTo>
                  <a:cubicBezTo>
                    <a:pt x="14914" y="7758"/>
                    <a:pt x="13122" y="7338"/>
                    <a:pt x="12544" y="7278"/>
                  </a:cubicBezTo>
                  <a:cubicBezTo>
                    <a:pt x="11961" y="7224"/>
                    <a:pt x="10185" y="5976"/>
                    <a:pt x="10092" y="5851"/>
                  </a:cubicBezTo>
                  <a:cubicBezTo>
                    <a:pt x="9994" y="5725"/>
                    <a:pt x="10125" y="5022"/>
                    <a:pt x="10125" y="5022"/>
                  </a:cubicBezTo>
                  <a:cubicBezTo>
                    <a:pt x="10659" y="4690"/>
                    <a:pt x="10670" y="3965"/>
                    <a:pt x="10670" y="3965"/>
                  </a:cubicBezTo>
                  <a:cubicBezTo>
                    <a:pt x="11253" y="3965"/>
                    <a:pt x="11422" y="3420"/>
                    <a:pt x="11498" y="2946"/>
                  </a:cubicBezTo>
                  <a:cubicBezTo>
                    <a:pt x="11550" y="2641"/>
                    <a:pt x="11381" y="2585"/>
                    <a:pt x="11251" y="2585"/>
                  </a:cubicBezTo>
                  <a:cubicBezTo>
                    <a:pt x="11177" y="2585"/>
                    <a:pt x="11117" y="2603"/>
                    <a:pt x="11117" y="2603"/>
                  </a:cubicBezTo>
                  <a:cubicBezTo>
                    <a:pt x="11450" y="235"/>
                    <a:pt x="9715" y="1"/>
                    <a:pt x="9003" y="1"/>
                  </a:cubicBezTo>
                  <a:cubicBezTo>
                    <a:pt x="8947" y="1"/>
                    <a:pt x="8897" y="2"/>
                    <a:pt x="8855" y="4"/>
                  </a:cubicBezTo>
                  <a:cubicBezTo>
                    <a:pt x="8814" y="2"/>
                    <a:pt x="8764" y="1"/>
                    <a:pt x="87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3" name="Google Shape;9513;p88"/>
            <p:cNvGrpSpPr/>
            <p:nvPr/>
          </p:nvGrpSpPr>
          <p:grpSpPr>
            <a:xfrm>
              <a:off x="4135514" y="3261886"/>
              <a:ext cx="409996" cy="1125132"/>
              <a:chOff x="4135514" y="3261886"/>
              <a:chExt cx="409996" cy="1125132"/>
            </a:xfrm>
          </p:grpSpPr>
          <p:sp>
            <p:nvSpPr>
              <p:cNvPr id="9514" name="Google Shape;9514;p88"/>
              <p:cNvSpPr/>
              <p:nvPr/>
            </p:nvSpPr>
            <p:spPr>
              <a:xfrm>
                <a:off x="4162100" y="4273342"/>
                <a:ext cx="104805" cy="113676"/>
              </a:xfrm>
              <a:custGeom>
                <a:rect b="b" l="l" r="r" t="t"/>
                <a:pathLst>
                  <a:path extrusionOk="0" h="4498" w="4147">
                    <a:moveTo>
                      <a:pt x="2730" y="1"/>
                    </a:moveTo>
                    <a:cubicBezTo>
                      <a:pt x="2725" y="39"/>
                      <a:pt x="2714" y="77"/>
                      <a:pt x="2703" y="115"/>
                    </a:cubicBezTo>
                    <a:cubicBezTo>
                      <a:pt x="2638" y="328"/>
                      <a:pt x="2305" y="769"/>
                      <a:pt x="1728" y="1532"/>
                    </a:cubicBezTo>
                    <a:cubicBezTo>
                      <a:pt x="1319" y="2066"/>
                      <a:pt x="861" y="2665"/>
                      <a:pt x="518" y="3183"/>
                    </a:cubicBezTo>
                    <a:cubicBezTo>
                      <a:pt x="22" y="3929"/>
                      <a:pt x="0" y="4147"/>
                      <a:pt x="6" y="4191"/>
                    </a:cubicBezTo>
                    <a:cubicBezTo>
                      <a:pt x="147" y="4382"/>
                      <a:pt x="414" y="4496"/>
                      <a:pt x="730" y="4496"/>
                    </a:cubicBezTo>
                    <a:cubicBezTo>
                      <a:pt x="744" y="4497"/>
                      <a:pt x="758" y="4497"/>
                      <a:pt x="772" y="4497"/>
                    </a:cubicBezTo>
                    <a:cubicBezTo>
                      <a:pt x="1019" y="4497"/>
                      <a:pt x="1259" y="4405"/>
                      <a:pt x="1450" y="4240"/>
                    </a:cubicBezTo>
                    <a:cubicBezTo>
                      <a:pt x="1957" y="3771"/>
                      <a:pt x="2670" y="3118"/>
                      <a:pt x="3041" y="2829"/>
                    </a:cubicBezTo>
                    <a:cubicBezTo>
                      <a:pt x="3117" y="2774"/>
                      <a:pt x="3193" y="2725"/>
                      <a:pt x="3275" y="2676"/>
                    </a:cubicBezTo>
                    <a:cubicBezTo>
                      <a:pt x="3662" y="2453"/>
                      <a:pt x="4147" y="2164"/>
                      <a:pt x="4049" y="878"/>
                    </a:cubicBezTo>
                    <a:cubicBezTo>
                      <a:pt x="4043" y="851"/>
                      <a:pt x="4027" y="638"/>
                      <a:pt x="4022" y="317"/>
                    </a:cubicBezTo>
                    <a:cubicBezTo>
                      <a:pt x="3842" y="224"/>
                      <a:pt x="3662" y="159"/>
                      <a:pt x="3471" y="110"/>
                    </a:cubicBezTo>
                    <a:cubicBezTo>
                      <a:pt x="3455" y="119"/>
                      <a:pt x="3437" y="123"/>
                      <a:pt x="3420" y="123"/>
                    </a:cubicBezTo>
                    <a:cubicBezTo>
                      <a:pt x="3388" y="123"/>
                      <a:pt x="3357" y="108"/>
                      <a:pt x="3335" y="83"/>
                    </a:cubicBezTo>
                    <a:cubicBezTo>
                      <a:pt x="3133" y="39"/>
                      <a:pt x="2932" y="12"/>
                      <a:pt x="27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8"/>
              <p:cNvSpPr/>
              <p:nvPr/>
            </p:nvSpPr>
            <p:spPr>
              <a:xfrm>
                <a:off x="4225029" y="4031661"/>
                <a:ext cx="52491" cy="238825"/>
              </a:xfrm>
              <a:custGeom>
                <a:rect b="b" l="l" r="r" t="t"/>
                <a:pathLst>
                  <a:path extrusionOk="0" h="9450" w="2077">
                    <a:moveTo>
                      <a:pt x="616" y="1"/>
                    </a:moveTo>
                    <a:cubicBezTo>
                      <a:pt x="524" y="508"/>
                      <a:pt x="387" y="1014"/>
                      <a:pt x="284" y="1396"/>
                    </a:cubicBezTo>
                    <a:cubicBezTo>
                      <a:pt x="229" y="1586"/>
                      <a:pt x="186" y="1745"/>
                      <a:pt x="175" y="1821"/>
                    </a:cubicBezTo>
                    <a:cubicBezTo>
                      <a:pt x="137" y="2022"/>
                      <a:pt x="126" y="2464"/>
                      <a:pt x="104" y="3020"/>
                    </a:cubicBezTo>
                    <a:cubicBezTo>
                      <a:pt x="93" y="3477"/>
                      <a:pt x="71" y="4049"/>
                      <a:pt x="39" y="4676"/>
                    </a:cubicBezTo>
                    <a:cubicBezTo>
                      <a:pt x="1" y="5346"/>
                      <a:pt x="82" y="6436"/>
                      <a:pt x="159" y="7401"/>
                    </a:cubicBezTo>
                    <a:cubicBezTo>
                      <a:pt x="229" y="8321"/>
                      <a:pt x="278" y="8981"/>
                      <a:pt x="262" y="9379"/>
                    </a:cubicBezTo>
                    <a:cubicBezTo>
                      <a:pt x="453" y="9389"/>
                      <a:pt x="643" y="9411"/>
                      <a:pt x="834" y="9449"/>
                    </a:cubicBezTo>
                    <a:cubicBezTo>
                      <a:pt x="829" y="7902"/>
                      <a:pt x="774" y="6349"/>
                      <a:pt x="1243" y="4850"/>
                    </a:cubicBezTo>
                    <a:cubicBezTo>
                      <a:pt x="1711" y="3352"/>
                      <a:pt x="2077" y="1772"/>
                      <a:pt x="1886" y="186"/>
                    </a:cubicBezTo>
                    <a:cubicBezTo>
                      <a:pt x="1886" y="181"/>
                      <a:pt x="1886" y="175"/>
                      <a:pt x="1886" y="164"/>
                    </a:cubicBezTo>
                    <a:cubicBezTo>
                      <a:pt x="1818" y="169"/>
                      <a:pt x="1749" y="171"/>
                      <a:pt x="1681" y="171"/>
                    </a:cubicBezTo>
                    <a:cubicBezTo>
                      <a:pt x="1319" y="171"/>
                      <a:pt x="960" y="111"/>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8"/>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8"/>
              <p:cNvSpPr/>
              <p:nvPr/>
            </p:nvSpPr>
            <p:spPr>
              <a:xfrm>
                <a:off x="4275296" y="3998882"/>
                <a:ext cx="28533" cy="31843"/>
              </a:xfrm>
              <a:custGeom>
                <a:rect b="b" l="l" r="r" t="t"/>
                <a:pathLst>
                  <a:path extrusionOk="0" h="1260" w="1129">
                    <a:moveTo>
                      <a:pt x="98" y="1"/>
                    </a:moveTo>
                    <a:cubicBezTo>
                      <a:pt x="0" y="203"/>
                      <a:pt x="11" y="497"/>
                      <a:pt x="6" y="715"/>
                    </a:cubicBezTo>
                    <a:cubicBezTo>
                      <a:pt x="0" y="851"/>
                      <a:pt x="0" y="987"/>
                      <a:pt x="11" y="1129"/>
                    </a:cubicBezTo>
                    <a:cubicBezTo>
                      <a:pt x="11" y="1156"/>
                      <a:pt x="28" y="1216"/>
                      <a:pt x="33" y="1260"/>
                    </a:cubicBezTo>
                    <a:cubicBezTo>
                      <a:pt x="311" y="1232"/>
                      <a:pt x="583" y="1162"/>
                      <a:pt x="845" y="1064"/>
                    </a:cubicBezTo>
                    <a:cubicBezTo>
                      <a:pt x="910" y="720"/>
                      <a:pt x="1003" y="388"/>
                      <a:pt x="1128" y="66"/>
                    </a:cubicBezTo>
                    <a:lnTo>
                      <a:pt x="1128" y="66"/>
                    </a:lnTo>
                    <a:cubicBezTo>
                      <a:pt x="1060" y="69"/>
                      <a:pt x="992" y="70"/>
                      <a:pt x="923" y="70"/>
                    </a:cubicBezTo>
                    <a:cubicBezTo>
                      <a:pt x="701" y="70"/>
                      <a:pt x="477" y="56"/>
                      <a:pt x="256" y="23"/>
                    </a:cubicBezTo>
                    <a:lnTo>
                      <a:pt x="9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8"/>
              <p:cNvSpPr/>
              <p:nvPr/>
            </p:nvSpPr>
            <p:spPr>
              <a:xfrm>
                <a:off x="4249821" y="3735315"/>
                <a:ext cx="88984" cy="140212"/>
              </a:xfrm>
              <a:custGeom>
                <a:rect b="b" l="l" r="r" t="t"/>
                <a:pathLst>
                  <a:path extrusionOk="0" h="5548" w="3521">
                    <a:moveTo>
                      <a:pt x="175" y="1"/>
                    </a:moveTo>
                    <a:cubicBezTo>
                      <a:pt x="93" y="480"/>
                      <a:pt x="11" y="1003"/>
                      <a:pt x="49" y="1341"/>
                    </a:cubicBezTo>
                    <a:cubicBezTo>
                      <a:pt x="60" y="1510"/>
                      <a:pt x="44" y="1679"/>
                      <a:pt x="0" y="1842"/>
                    </a:cubicBezTo>
                    <a:cubicBezTo>
                      <a:pt x="16" y="1842"/>
                      <a:pt x="32" y="1841"/>
                      <a:pt x="48" y="1841"/>
                    </a:cubicBezTo>
                    <a:cubicBezTo>
                      <a:pt x="608" y="1841"/>
                      <a:pt x="1134" y="2216"/>
                      <a:pt x="1515" y="2714"/>
                    </a:cubicBezTo>
                    <a:cubicBezTo>
                      <a:pt x="1864" y="3156"/>
                      <a:pt x="2109" y="3668"/>
                      <a:pt x="2403" y="4136"/>
                    </a:cubicBezTo>
                    <a:cubicBezTo>
                      <a:pt x="2719" y="4632"/>
                      <a:pt x="3133" y="5106"/>
                      <a:pt x="3520" y="5548"/>
                    </a:cubicBezTo>
                    <a:lnTo>
                      <a:pt x="3520" y="2071"/>
                    </a:lnTo>
                    <a:cubicBezTo>
                      <a:pt x="3210" y="1908"/>
                      <a:pt x="2866" y="1826"/>
                      <a:pt x="2556" y="1679"/>
                    </a:cubicBezTo>
                    <a:cubicBezTo>
                      <a:pt x="2523" y="1668"/>
                      <a:pt x="2496" y="1652"/>
                      <a:pt x="2463" y="1635"/>
                    </a:cubicBezTo>
                    <a:cubicBezTo>
                      <a:pt x="2180" y="1488"/>
                      <a:pt x="1918" y="1303"/>
                      <a:pt x="1684" y="1085"/>
                    </a:cubicBezTo>
                    <a:cubicBezTo>
                      <a:pt x="1237" y="665"/>
                      <a:pt x="796" y="71"/>
                      <a:pt x="1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8"/>
              <p:cNvSpPr/>
              <p:nvPr/>
            </p:nvSpPr>
            <p:spPr>
              <a:xfrm>
                <a:off x="4254901" y="3692352"/>
                <a:ext cx="59795" cy="78648"/>
              </a:xfrm>
              <a:custGeom>
                <a:rect b="b" l="l" r="r" t="t"/>
                <a:pathLst>
                  <a:path extrusionOk="0" h="3112" w="2366">
                    <a:moveTo>
                      <a:pt x="104" y="1"/>
                    </a:moveTo>
                    <a:cubicBezTo>
                      <a:pt x="126" y="300"/>
                      <a:pt x="126" y="600"/>
                      <a:pt x="104" y="900"/>
                    </a:cubicBezTo>
                    <a:cubicBezTo>
                      <a:pt x="83" y="1058"/>
                      <a:pt x="50" y="1248"/>
                      <a:pt x="12" y="1450"/>
                    </a:cubicBezTo>
                    <a:cubicBezTo>
                      <a:pt x="12" y="1472"/>
                      <a:pt x="6" y="1494"/>
                      <a:pt x="1" y="1515"/>
                    </a:cubicBezTo>
                    <a:cubicBezTo>
                      <a:pt x="508" y="1581"/>
                      <a:pt x="905" y="1935"/>
                      <a:pt x="1281" y="2316"/>
                    </a:cubicBezTo>
                    <a:cubicBezTo>
                      <a:pt x="1587" y="2627"/>
                      <a:pt x="1903" y="2910"/>
                      <a:pt x="2290" y="3112"/>
                    </a:cubicBezTo>
                    <a:cubicBezTo>
                      <a:pt x="2366" y="2463"/>
                      <a:pt x="2197" y="1733"/>
                      <a:pt x="2126" y="1101"/>
                    </a:cubicBezTo>
                    <a:lnTo>
                      <a:pt x="2093" y="834"/>
                    </a:lnTo>
                    <a:cubicBezTo>
                      <a:pt x="1423" y="513"/>
                      <a:pt x="856" y="11"/>
                      <a:pt x="1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8"/>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8"/>
              <p:cNvSpPr/>
              <p:nvPr/>
            </p:nvSpPr>
            <p:spPr>
              <a:xfrm>
                <a:off x="4250225" y="3610570"/>
                <a:ext cx="53603" cy="59213"/>
              </a:xfrm>
              <a:custGeom>
                <a:rect b="b" l="l" r="r" t="t"/>
                <a:pathLst>
                  <a:path extrusionOk="0" h="2343" w="2121">
                    <a:moveTo>
                      <a:pt x="565" y="0"/>
                    </a:moveTo>
                    <a:cubicBezTo>
                      <a:pt x="376" y="0"/>
                      <a:pt x="187" y="59"/>
                      <a:pt x="1" y="207"/>
                    </a:cubicBezTo>
                    <a:cubicBezTo>
                      <a:pt x="44" y="518"/>
                      <a:pt x="88" y="888"/>
                      <a:pt x="126" y="1269"/>
                    </a:cubicBezTo>
                    <a:cubicBezTo>
                      <a:pt x="480" y="1269"/>
                      <a:pt x="818" y="1384"/>
                      <a:pt x="1096" y="1596"/>
                    </a:cubicBezTo>
                    <a:cubicBezTo>
                      <a:pt x="1434" y="1847"/>
                      <a:pt x="1739" y="2152"/>
                      <a:pt x="2120" y="2343"/>
                    </a:cubicBezTo>
                    <a:cubicBezTo>
                      <a:pt x="2099" y="2000"/>
                      <a:pt x="2088" y="1662"/>
                      <a:pt x="2093" y="1319"/>
                    </a:cubicBezTo>
                    <a:cubicBezTo>
                      <a:pt x="2093" y="1128"/>
                      <a:pt x="2099" y="926"/>
                      <a:pt x="2115" y="725"/>
                    </a:cubicBezTo>
                    <a:cubicBezTo>
                      <a:pt x="1636" y="471"/>
                      <a:pt x="1100" y="0"/>
                      <a:pt x="5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8"/>
              <p:cNvSpPr/>
              <p:nvPr/>
            </p:nvSpPr>
            <p:spPr>
              <a:xfrm>
                <a:off x="4191416" y="3442559"/>
                <a:ext cx="68337" cy="96137"/>
              </a:xfrm>
              <a:custGeom>
                <a:rect b="b" l="l" r="r" t="t"/>
                <a:pathLst>
                  <a:path extrusionOk="0" h="3804" w="2704">
                    <a:moveTo>
                      <a:pt x="2682" y="0"/>
                    </a:moveTo>
                    <a:lnTo>
                      <a:pt x="2682" y="0"/>
                    </a:lnTo>
                    <a:cubicBezTo>
                      <a:pt x="2540" y="65"/>
                      <a:pt x="2388" y="109"/>
                      <a:pt x="2235" y="136"/>
                    </a:cubicBezTo>
                    <a:cubicBezTo>
                      <a:pt x="1875" y="169"/>
                      <a:pt x="55" y="452"/>
                      <a:pt x="39" y="2365"/>
                    </a:cubicBezTo>
                    <a:cubicBezTo>
                      <a:pt x="34" y="2855"/>
                      <a:pt x="17" y="3264"/>
                      <a:pt x="1" y="3602"/>
                    </a:cubicBezTo>
                    <a:cubicBezTo>
                      <a:pt x="306" y="3733"/>
                      <a:pt x="633" y="3803"/>
                      <a:pt x="965" y="3803"/>
                    </a:cubicBezTo>
                    <a:cubicBezTo>
                      <a:pt x="1510" y="3782"/>
                      <a:pt x="1805" y="3449"/>
                      <a:pt x="2170" y="3101"/>
                    </a:cubicBezTo>
                    <a:cubicBezTo>
                      <a:pt x="2431" y="2071"/>
                      <a:pt x="2704" y="1046"/>
                      <a:pt x="26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8"/>
              <p:cNvSpPr/>
              <p:nvPr/>
            </p:nvSpPr>
            <p:spPr>
              <a:xfrm>
                <a:off x="4135514" y="3814216"/>
                <a:ext cx="49458" cy="46982"/>
              </a:xfrm>
              <a:custGeom>
                <a:rect b="b" l="l" r="r" t="t"/>
                <a:pathLst>
                  <a:path extrusionOk="0" h="1859" w="1957">
                    <a:moveTo>
                      <a:pt x="1341" y="1"/>
                    </a:moveTo>
                    <a:cubicBezTo>
                      <a:pt x="1330" y="12"/>
                      <a:pt x="1325" y="23"/>
                      <a:pt x="1319" y="28"/>
                    </a:cubicBezTo>
                    <a:cubicBezTo>
                      <a:pt x="965" y="420"/>
                      <a:pt x="458" y="573"/>
                      <a:pt x="1" y="796"/>
                    </a:cubicBezTo>
                    <a:cubicBezTo>
                      <a:pt x="230" y="1167"/>
                      <a:pt x="1041" y="1799"/>
                      <a:pt x="1663" y="1859"/>
                    </a:cubicBezTo>
                    <a:cubicBezTo>
                      <a:pt x="1676" y="1854"/>
                      <a:pt x="1690" y="1853"/>
                      <a:pt x="1704" y="1853"/>
                    </a:cubicBezTo>
                    <a:cubicBezTo>
                      <a:pt x="1724" y="1853"/>
                      <a:pt x="1744" y="1856"/>
                      <a:pt x="1766" y="1859"/>
                    </a:cubicBezTo>
                    <a:cubicBezTo>
                      <a:pt x="1832" y="1859"/>
                      <a:pt x="1897" y="1854"/>
                      <a:pt x="1957" y="1832"/>
                    </a:cubicBezTo>
                    <a:cubicBezTo>
                      <a:pt x="1570" y="1314"/>
                      <a:pt x="1325" y="628"/>
                      <a:pt x="1341" y="23"/>
                    </a:cubicBezTo>
                    <a:cubicBezTo>
                      <a:pt x="1341" y="12"/>
                      <a:pt x="1341" y="6"/>
                      <a:pt x="1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8"/>
              <p:cNvSpPr/>
              <p:nvPr/>
            </p:nvSpPr>
            <p:spPr>
              <a:xfrm>
                <a:off x="4158790" y="3647595"/>
                <a:ext cx="38313" cy="142840"/>
              </a:xfrm>
              <a:custGeom>
                <a:rect b="b" l="l" r="r" t="t"/>
                <a:pathLst>
                  <a:path extrusionOk="0" h="5652" w="1516">
                    <a:moveTo>
                      <a:pt x="747" y="1"/>
                    </a:moveTo>
                    <a:lnTo>
                      <a:pt x="747" y="1"/>
                    </a:lnTo>
                    <a:cubicBezTo>
                      <a:pt x="763" y="338"/>
                      <a:pt x="660" y="823"/>
                      <a:pt x="524" y="1445"/>
                    </a:cubicBezTo>
                    <a:cubicBezTo>
                      <a:pt x="306" y="2464"/>
                      <a:pt x="1" y="3859"/>
                      <a:pt x="93" y="5379"/>
                    </a:cubicBezTo>
                    <a:cubicBezTo>
                      <a:pt x="257" y="5428"/>
                      <a:pt x="398" y="5520"/>
                      <a:pt x="502" y="5651"/>
                    </a:cubicBezTo>
                    <a:cubicBezTo>
                      <a:pt x="605" y="3804"/>
                      <a:pt x="1483" y="2088"/>
                      <a:pt x="1515" y="235"/>
                    </a:cubicBezTo>
                    <a:cubicBezTo>
                      <a:pt x="1248" y="186"/>
                      <a:pt x="992" y="110"/>
                      <a:pt x="7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8"/>
              <p:cNvSpPr/>
              <p:nvPr/>
            </p:nvSpPr>
            <p:spPr>
              <a:xfrm>
                <a:off x="4176278" y="3654342"/>
                <a:ext cx="38313" cy="138569"/>
              </a:xfrm>
              <a:custGeom>
                <a:rect b="b" l="l" r="r" t="t"/>
                <a:pathLst>
                  <a:path extrusionOk="0" h="5483" w="1516">
                    <a:moveTo>
                      <a:pt x="1014" y="1"/>
                    </a:moveTo>
                    <a:cubicBezTo>
                      <a:pt x="976" y="1875"/>
                      <a:pt x="71" y="3608"/>
                      <a:pt x="1" y="5482"/>
                    </a:cubicBezTo>
                    <a:cubicBezTo>
                      <a:pt x="28" y="5455"/>
                      <a:pt x="61" y="5428"/>
                      <a:pt x="88" y="5401"/>
                    </a:cubicBezTo>
                    <a:cubicBezTo>
                      <a:pt x="131" y="5362"/>
                      <a:pt x="186" y="5335"/>
                      <a:pt x="240" y="5319"/>
                    </a:cubicBezTo>
                    <a:cubicBezTo>
                      <a:pt x="246" y="5297"/>
                      <a:pt x="257" y="5275"/>
                      <a:pt x="268" y="5253"/>
                    </a:cubicBezTo>
                    <a:cubicBezTo>
                      <a:pt x="328" y="5134"/>
                      <a:pt x="622" y="4207"/>
                      <a:pt x="834" y="3532"/>
                    </a:cubicBezTo>
                    <a:cubicBezTo>
                      <a:pt x="981" y="3068"/>
                      <a:pt x="1123" y="2627"/>
                      <a:pt x="1221" y="2333"/>
                    </a:cubicBezTo>
                    <a:cubicBezTo>
                      <a:pt x="1363" y="1908"/>
                      <a:pt x="1428" y="1063"/>
                      <a:pt x="1488" y="388"/>
                    </a:cubicBezTo>
                    <a:cubicBezTo>
                      <a:pt x="1494" y="262"/>
                      <a:pt x="1504" y="148"/>
                      <a:pt x="1515" y="44"/>
                    </a:cubicBezTo>
                    <a:cubicBezTo>
                      <a:pt x="1346" y="33"/>
                      <a:pt x="1183" y="22"/>
                      <a:pt x="10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8"/>
              <p:cNvSpPr/>
              <p:nvPr/>
            </p:nvSpPr>
            <p:spPr>
              <a:xfrm>
                <a:off x="4174206" y="3794125"/>
                <a:ext cx="13799" cy="59365"/>
              </a:xfrm>
              <a:custGeom>
                <a:rect b="b" l="l" r="r" t="t"/>
                <a:pathLst>
                  <a:path extrusionOk="0" h="2349" w="546">
                    <a:moveTo>
                      <a:pt x="317" y="0"/>
                    </a:moveTo>
                    <a:cubicBezTo>
                      <a:pt x="181" y="88"/>
                      <a:pt x="77" y="311"/>
                      <a:pt x="55" y="398"/>
                    </a:cubicBezTo>
                    <a:cubicBezTo>
                      <a:pt x="17" y="534"/>
                      <a:pt x="1" y="676"/>
                      <a:pt x="1" y="818"/>
                    </a:cubicBezTo>
                    <a:cubicBezTo>
                      <a:pt x="6" y="1101"/>
                      <a:pt x="55" y="1384"/>
                      <a:pt x="153" y="1657"/>
                    </a:cubicBezTo>
                    <a:cubicBezTo>
                      <a:pt x="235" y="1897"/>
                      <a:pt x="344" y="2131"/>
                      <a:pt x="480" y="2349"/>
                    </a:cubicBezTo>
                    <a:cubicBezTo>
                      <a:pt x="480" y="2327"/>
                      <a:pt x="480" y="2305"/>
                      <a:pt x="480" y="2283"/>
                    </a:cubicBezTo>
                    <a:cubicBezTo>
                      <a:pt x="513" y="1853"/>
                      <a:pt x="540" y="1455"/>
                      <a:pt x="546" y="1292"/>
                    </a:cubicBezTo>
                    <a:cubicBezTo>
                      <a:pt x="546" y="1025"/>
                      <a:pt x="464" y="681"/>
                      <a:pt x="399" y="409"/>
                    </a:cubicBezTo>
                    <a:cubicBezTo>
                      <a:pt x="366" y="273"/>
                      <a:pt x="333" y="137"/>
                      <a:pt x="3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8"/>
              <p:cNvSpPr/>
              <p:nvPr/>
            </p:nvSpPr>
            <p:spPr>
              <a:xfrm>
                <a:off x="4135665" y="3788211"/>
                <a:ext cx="36089" cy="41194"/>
              </a:xfrm>
              <a:custGeom>
                <a:rect b="b" l="l" r="r" t="t"/>
                <a:pathLst>
                  <a:path extrusionOk="0" h="1630" w="1428">
                    <a:moveTo>
                      <a:pt x="937" y="0"/>
                    </a:moveTo>
                    <a:cubicBezTo>
                      <a:pt x="703" y="223"/>
                      <a:pt x="109" y="866"/>
                      <a:pt x="60" y="1319"/>
                    </a:cubicBezTo>
                    <a:cubicBezTo>
                      <a:pt x="49" y="1422"/>
                      <a:pt x="27" y="1526"/>
                      <a:pt x="0" y="1629"/>
                    </a:cubicBezTo>
                    <a:cubicBezTo>
                      <a:pt x="213" y="1537"/>
                      <a:pt x="431" y="1444"/>
                      <a:pt x="627" y="1335"/>
                    </a:cubicBezTo>
                    <a:cubicBezTo>
                      <a:pt x="877" y="1193"/>
                      <a:pt x="1221" y="997"/>
                      <a:pt x="1313" y="698"/>
                    </a:cubicBezTo>
                    <a:cubicBezTo>
                      <a:pt x="1428" y="327"/>
                      <a:pt x="1221" y="109"/>
                      <a:pt x="93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8"/>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8"/>
              <p:cNvSpPr/>
              <p:nvPr/>
            </p:nvSpPr>
            <p:spPr>
              <a:xfrm>
                <a:off x="4196926" y="3529850"/>
                <a:ext cx="47133" cy="120803"/>
              </a:xfrm>
              <a:custGeom>
                <a:rect b="b" l="l" r="r" t="t"/>
                <a:pathLst>
                  <a:path extrusionOk="0" h="4780" w="1865">
                    <a:moveTo>
                      <a:pt x="1864" y="1"/>
                    </a:moveTo>
                    <a:lnTo>
                      <a:pt x="1864" y="1"/>
                    </a:lnTo>
                    <a:cubicBezTo>
                      <a:pt x="1555" y="289"/>
                      <a:pt x="1240" y="541"/>
                      <a:pt x="777" y="541"/>
                    </a:cubicBezTo>
                    <a:cubicBezTo>
                      <a:pt x="767" y="541"/>
                      <a:pt x="757" y="540"/>
                      <a:pt x="747" y="540"/>
                    </a:cubicBezTo>
                    <a:cubicBezTo>
                      <a:pt x="671" y="540"/>
                      <a:pt x="589" y="529"/>
                      <a:pt x="508" y="524"/>
                    </a:cubicBezTo>
                    <a:lnTo>
                      <a:pt x="508" y="524"/>
                    </a:lnTo>
                    <a:cubicBezTo>
                      <a:pt x="513" y="540"/>
                      <a:pt x="508" y="557"/>
                      <a:pt x="502" y="573"/>
                    </a:cubicBezTo>
                    <a:cubicBezTo>
                      <a:pt x="1" y="1892"/>
                      <a:pt x="61" y="3319"/>
                      <a:pt x="66" y="4709"/>
                    </a:cubicBezTo>
                    <a:cubicBezTo>
                      <a:pt x="279" y="4747"/>
                      <a:pt x="497" y="4769"/>
                      <a:pt x="715" y="4780"/>
                    </a:cubicBezTo>
                    <a:cubicBezTo>
                      <a:pt x="758" y="4322"/>
                      <a:pt x="796" y="4104"/>
                      <a:pt x="862" y="3989"/>
                    </a:cubicBezTo>
                    <a:cubicBezTo>
                      <a:pt x="933" y="3826"/>
                      <a:pt x="987" y="3662"/>
                      <a:pt x="1036" y="3499"/>
                    </a:cubicBezTo>
                    <a:cubicBezTo>
                      <a:pt x="1221" y="2894"/>
                      <a:pt x="1336" y="2567"/>
                      <a:pt x="1494" y="2436"/>
                    </a:cubicBezTo>
                    <a:cubicBezTo>
                      <a:pt x="1494" y="1614"/>
                      <a:pt x="1663" y="807"/>
                      <a:pt x="18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8"/>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8"/>
              <p:cNvSpPr/>
              <p:nvPr/>
            </p:nvSpPr>
            <p:spPr>
              <a:xfrm>
                <a:off x="4279011" y="3261886"/>
                <a:ext cx="59795" cy="180547"/>
              </a:xfrm>
              <a:custGeom>
                <a:rect b="b" l="l" r="r" t="t"/>
                <a:pathLst>
                  <a:path extrusionOk="0" h="7144" w="2366">
                    <a:moveTo>
                      <a:pt x="2360" y="0"/>
                    </a:moveTo>
                    <a:cubicBezTo>
                      <a:pt x="1973" y="0"/>
                      <a:pt x="1183" y="76"/>
                      <a:pt x="742" y="583"/>
                    </a:cubicBezTo>
                    <a:cubicBezTo>
                      <a:pt x="404" y="981"/>
                      <a:pt x="278" y="1575"/>
                      <a:pt x="387" y="2359"/>
                    </a:cubicBezTo>
                    <a:lnTo>
                      <a:pt x="431" y="2681"/>
                    </a:lnTo>
                    <a:lnTo>
                      <a:pt x="120" y="2599"/>
                    </a:lnTo>
                    <a:cubicBezTo>
                      <a:pt x="93" y="2594"/>
                      <a:pt x="71" y="2594"/>
                      <a:pt x="44" y="2594"/>
                    </a:cubicBezTo>
                    <a:cubicBezTo>
                      <a:pt x="33" y="2594"/>
                      <a:pt x="17" y="2594"/>
                      <a:pt x="6" y="2599"/>
                    </a:cubicBezTo>
                    <a:cubicBezTo>
                      <a:pt x="1" y="2632"/>
                      <a:pt x="1" y="2670"/>
                      <a:pt x="6" y="2703"/>
                    </a:cubicBezTo>
                    <a:cubicBezTo>
                      <a:pt x="109" y="3302"/>
                      <a:pt x="289" y="3553"/>
                      <a:pt x="622" y="3553"/>
                    </a:cubicBezTo>
                    <a:lnTo>
                      <a:pt x="834" y="3553"/>
                    </a:lnTo>
                    <a:lnTo>
                      <a:pt x="840" y="3760"/>
                    </a:lnTo>
                    <a:cubicBezTo>
                      <a:pt x="840" y="3765"/>
                      <a:pt x="851" y="4359"/>
                      <a:pt x="1281" y="4626"/>
                    </a:cubicBezTo>
                    <a:lnTo>
                      <a:pt x="1363" y="4675"/>
                    </a:lnTo>
                    <a:lnTo>
                      <a:pt x="1379" y="4768"/>
                    </a:lnTo>
                    <a:cubicBezTo>
                      <a:pt x="1417" y="4964"/>
                      <a:pt x="1526" y="5558"/>
                      <a:pt x="1379" y="5765"/>
                    </a:cubicBezTo>
                    <a:cubicBezTo>
                      <a:pt x="1352" y="5792"/>
                      <a:pt x="1325" y="5820"/>
                      <a:pt x="1297" y="5847"/>
                    </a:cubicBezTo>
                    <a:cubicBezTo>
                      <a:pt x="1575" y="6255"/>
                      <a:pt x="1962" y="6806"/>
                      <a:pt x="2365" y="7144"/>
                    </a:cubicBezTo>
                    <a:lnTo>
                      <a:pt x="236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8"/>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8"/>
              <p:cNvSpPr/>
              <p:nvPr/>
            </p:nvSpPr>
            <p:spPr>
              <a:xfrm>
                <a:off x="4249821" y="3442129"/>
                <a:ext cx="88984" cy="151104"/>
              </a:xfrm>
              <a:custGeom>
                <a:rect b="b" l="l" r="r" t="t"/>
                <a:pathLst>
                  <a:path extrusionOk="0" h="5979" w="3521">
                    <a:moveTo>
                      <a:pt x="556" y="1"/>
                    </a:moveTo>
                    <a:lnTo>
                      <a:pt x="556" y="1"/>
                    </a:lnTo>
                    <a:cubicBezTo>
                      <a:pt x="572" y="1058"/>
                      <a:pt x="295" y="2093"/>
                      <a:pt x="33" y="3123"/>
                    </a:cubicBezTo>
                    <a:cubicBezTo>
                      <a:pt x="0" y="3161"/>
                      <a:pt x="0" y="3216"/>
                      <a:pt x="33" y="3254"/>
                    </a:cubicBezTo>
                    <a:cubicBezTo>
                      <a:pt x="496" y="4327"/>
                      <a:pt x="1444" y="5341"/>
                      <a:pt x="2436" y="5978"/>
                    </a:cubicBezTo>
                    <a:cubicBezTo>
                      <a:pt x="2491" y="5858"/>
                      <a:pt x="2561" y="5744"/>
                      <a:pt x="2638" y="5640"/>
                    </a:cubicBezTo>
                    <a:cubicBezTo>
                      <a:pt x="2861" y="5341"/>
                      <a:pt x="3215" y="5177"/>
                      <a:pt x="3520" y="5112"/>
                    </a:cubicBezTo>
                    <a:lnTo>
                      <a:pt x="3520" y="1439"/>
                    </a:lnTo>
                    <a:cubicBezTo>
                      <a:pt x="2507" y="1080"/>
                      <a:pt x="1553" y="420"/>
                      <a:pt x="5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8"/>
              <p:cNvSpPr/>
              <p:nvPr/>
            </p:nvSpPr>
            <p:spPr>
              <a:xfrm>
                <a:off x="4307518" y="3576073"/>
                <a:ext cx="31287" cy="206224"/>
              </a:xfrm>
              <a:custGeom>
                <a:rect b="b" l="l" r="r" t="t"/>
                <a:pathLst>
                  <a:path extrusionOk="0" h="8160" w="1238">
                    <a:moveTo>
                      <a:pt x="1235" y="1"/>
                    </a:moveTo>
                    <a:cubicBezTo>
                      <a:pt x="1192" y="1"/>
                      <a:pt x="685" y="288"/>
                      <a:pt x="638" y="330"/>
                    </a:cubicBezTo>
                    <a:cubicBezTo>
                      <a:pt x="502" y="460"/>
                      <a:pt x="393" y="613"/>
                      <a:pt x="316" y="782"/>
                    </a:cubicBezTo>
                    <a:cubicBezTo>
                      <a:pt x="99" y="1240"/>
                      <a:pt x="28" y="1757"/>
                      <a:pt x="11" y="2258"/>
                    </a:cubicBezTo>
                    <a:cubicBezTo>
                      <a:pt x="6" y="2509"/>
                      <a:pt x="11" y="2760"/>
                      <a:pt x="17" y="3010"/>
                    </a:cubicBezTo>
                    <a:cubicBezTo>
                      <a:pt x="22" y="3158"/>
                      <a:pt x="0" y="3310"/>
                      <a:pt x="6" y="3463"/>
                    </a:cubicBezTo>
                    <a:cubicBezTo>
                      <a:pt x="66" y="4711"/>
                      <a:pt x="322" y="5937"/>
                      <a:pt x="393" y="7184"/>
                    </a:cubicBezTo>
                    <a:cubicBezTo>
                      <a:pt x="393" y="7239"/>
                      <a:pt x="371" y="7789"/>
                      <a:pt x="387" y="7800"/>
                    </a:cubicBezTo>
                    <a:cubicBezTo>
                      <a:pt x="649" y="7920"/>
                      <a:pt x="981" y="8029"/>
                      <a:pt x="1237" y="8160"/>
                    </a:cubicBezTo>
                    <a:lnTo>
                      <a:pt x="1237" y="3"/>
                    </a:lnTo>
                    <a:cubicBezTo>
                      <a:pt x="1237" y="1"/>
                      <a:pt x="1236" y="1"/>
                      <a:pt x="12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8"/>
              <p:cNvSpPr/>
              <p:nvPr/>
            </p:nvSpPr>
            <p:spPr>
              <a:xfrm>
                <a:off x="4342369" y="3576073"/>
                <a:ext cx="31262" cy="206224"/>
              </a:xfrm>
              <a:custGeom>
                <a:rect b="b" l="l" r="r" t="t"/>
                <a:pathLst>
                  <a:path extrusionOk="0" h="8160" w="1237">
                    <a:moveTo>
                      <a:pt x="3" y="1"/>
                    </a:moveTo>
                    <a:cubicBezTo>
                      <a:pt x="1" y="1"/>
                      <a:pt x="0" y="1"/>
                      <a:pt x="0" y="3"/>
                    </a:cubicBezTo>
                    <a:lnTo>
                      <a:pt x="0" y="8160"/>
                    </a:lnTo>
                    <a:cubicBezTo>
                      <a:pt x="256" y="8029"/>
                      <a:pt x="589" y="7920"/>
                      <a:pt x="850" y="7800"/>
                    </a:cubicBezTo>
                    <a:cubicBezTo>
                      <a:pt x="866" y="7789"/>
                      <a:pt x="845" y="7239"/>
                      <a:pt x="845" y="7184"/>
                    </a:cubicBezTo>
                    <a:cubicBezTo>
                      <a:pt x="910" y="5937"/>
                      <a:pt x="1172" y="4711"/>
                      <a:pt x="1226" y="3463"/>
                    </a:cubicBezTo>
                    <a:cubicBezTo>
                      <a:pt x="1237" y="3310"/>
                      <a:pt x="1215" y="3158"/>
                      <a:pt x="1221" y="3010"/>
                    </a:cubicBezTo>
                    <a:cubicBezTo>
                      <a:pt x="1226" y="2760"/>
                      <a:pt x="1232" y="2509"/>
                      <a:pt x="1221" y="2258"/>
                    </a:cubicBezTo>
                    <a:cubicBezTo>
                      <a:pt x="1210" y="1757"/>
                      <a:pt x="1139" y="1240"/>
                      <a:pt x="921" y="782"/>
                    </a:cubicBezTo>
                    <a:cubicBezTo>
                      <a:pt x="845" y="613"/>
                      <a:pt x="736" y="460"/>
                      <a:pt x="599" y="330"/>
                    </a:cubicBezTo>
                    <a:cubicBezTo>
                      <a:pt x="552" y="288"/>
                      <a:pt x="45" y="1"/>
                      <a:pt x="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8"/>
              <p:cNvSpPr/>
              <p:nvPr/>
            </p:nvSpPr>
            <p:spPr>
              <a:xfrm>
                <a:off x="4231777" y="3786720"/>
                <a:ext cx="107029" cy="209130"/>
              </a:xfrm>
              <a:custGeom>
                <a:rect b="b" l="l" r="r" t="t"/>
                <a:pathLst>
                  <a:path extrusionOk="0" h="8275" w="4235">
                    <a:moveTo>
                      <a:pt x="766" y="0"/>
                    </a:moveTo>
                    <a:cubicBezTo>
                      <a:pt x="734" y="0"/>
                      <a:pt x="703" y="2"/>
                      <a:pt x="671" y="5"/>
                    </a:cubicBezTo>
                    <a:cubicBezTo>
                      <a:pt x="627" y="173"/>
                      <a:pt x="573" y="364"/>
                      <a:pt x="507" y="566"/>
                    </a:cubicBezTo>
                    <a:cubicBezTo>
                      <a:pt x="338" y="1127"/>
                      <a:pt x="148" y="1770"/>
                      <a:pt x="88" y="2462"/>
                    </a:cubicBezTo>
                    <a:cubicBezTo>
                      <a:pt x="1" y="3579"/>
                      <a:pt x="159" y="6380"/>
                      <a:pt x="333" y="7709"/>
                    </a:cubicBezTo>
                    <a:cubicBezTo>
                      <a:pt x="785" y="7987"/>
                      <a:pt x="1346" y="8129"/>
                      <a:pt x="1848" y="8205"/>
                    </a:cubicBezTo>
                    <a:cubicBezTo>
                      <a:pt x="2108" y="8253"/>
                      <a:pt x="2372" y="8274"/>
                      <a:pt x="2637" y="8274"/>
                    </a:cubicBezTo>
                    <a:cubicBezTo>
                      <a:pt x="2737" y="8274"/>
                      <a:pt x="2837" y="8271"/>
                      <a:pt x="2938" y="8265"/>
                    </a:cubicBezTo>
                    <a:cubicBezTo>
                      <a:pt x="2959" y="8222"/>
                      <a:pt x="2981" y="8178"/>
                      <a:pt x="3003" y="8140"/>
                    </a:cubicBezTo>
                    <a:cubicBezTo>
                      <a:pt x="3232" y="7704"/>
                      <a:pt x="3515" y="6472"/>
                      <a:pt x="3739" y="5486"/>
                    </a:cubicBezTo>
                    <a:cubicBezTo>
                      <a:pt x="3875" y="4876"/>
                      <a:pt x="4071" y="4347"/>
                      <a:pt x="4174" y="4020"/>
                    </a:cubicBezTo>
                    <a:lnTo>
                      <a:pt x="4234" y="3813"/>
                    </a:lnTo>
                    <a:lnTo>
                      <a:pt x="4234" y="3786"/>
                    </a:lnTo>
                    <a:cubicBezTo>
                      <a:pt x="4223" y="3781"/>
                      <a:pt x="4207" y="3775"/>
                      <a:pt x="4196" y="3764"/>
                    </a:cubicBezTo>
                    <a:cubicBezTo>
                      <a:pt x="3504" y="2996"/>
                      <a:pt x="2943" y="2130"/>
                      <a:pt x="2404" y="1258"/>
                    </a:cubicBezTo>
                    <a:cubicBezTo>
                      <a:pt x="2029" y="659"/>
                      <a:pt x="1444" y="0"/>
                      <a:pt x="7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8"/>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8"/>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8"/>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8"/>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8"/>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8"/>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8"/>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8"/>
              <p:cNvSpPr/>
              <p:nvPr/>
            </p:nvSpPr>
            <p:spPr>
              <a:xfrm>
                <a:off x="4414244" y="4273342"/>
                <a:ext cx="104830" cy="113676"/>
              </a:xfrm>
              <a:custGeom>
                <a:rect b="b" l="l" r="r" t="t"/>
                <a:pathLst>
                  <a:path extrusionOk="0" h="4498" w="4148">
                    <a:moveTo>
                      <a:pt x="1423" y="1"/>
                    </a:moveTo>
                    <a:cubicBezTo>
                      <a:pt x="1216" y="12"/>
                      <a:pt x="1014" y="39"/>
                      <a:pt x="812" y="83"/>
                    </a:cubicBezTo>
                    <a:cubicBezTo>
                      <a:pt x="795" y="110"/>
                      <a:pt x="765" y="125"/>
                      <a:pt x="732" y="125"/>
                    </a:cubicBezTo>
                    <a:cubicBezTo>
                      <a:pt x="714" y="125"/>
                      <a:pt x="694" y="120"/>
                      <a:pt x="676" y="110"/>
                    </a:cubicBezTo>
                    <a:cubicBezTo>
                      <a:pt x="485" y="159"/>
                      <a:pt x="300" y="230"/>
                      <a:pt x="126" y="317"/>
                    </a:cubicBezTo>
                    <a:cubicBezTo>
                      <a:pt x="120" y="638"/>
                      <a:pt x="98" y="851"/>
                      <a:pt x="104" y="878"/>
                    </a:cubicBezTo>
                    <a:cubicBezTo>
                      <a:pt x="0" y="2164"/>
                      <a:pt x="485" y="2453"/>
                      <a:pt x="872" y="2676"/>
                    </a:cubicBezTo>
                    <a:cubicBezTo>
                      <a:pt x="954" y="2725"/>
                      <a:pt x="1030" y="2774"/>
                      <a:pt x="1107" y="2829"/>
                    </a:cubicBezTo>
                    <a:cubicBezTo>
                      <a:pt x="1483" y="3118"/>
                      <a:pt x="2196" y="3771"/>
                      <a:pt x="2698" y="4240"/>
                    </a:cubicBezTo>
                    <a:cubicBezTo>
                      <a:pt x="2889" y="4405"/>
                      <a:pt x="3128" y="4497"/>
                      <a:pt x="3380" y="4497"/>
                    </a:cubicBezTo>
                    <a:cubicBezTo>
                      <a:pt x="3394" y="4497"/>
                      <a:pt x="3408" y="4497"/>
                      <a:pt x="3422" y="4496"/>
                    </a:cubicBezTo>
                    <a:cubicBezTo>
                      <a:pt x="3733" y="4496"/>
                      <a:pt x="4005" y="4382"/>
                      <a:pt x="4142" y="4191"/>
                    </a:cubicBezTo>
                    <a:cubicBezTo>
                      <a:pt x="4147" y="4147"/>
                      <a:pt x="4125" y="3929"/>
                      <a:pt x="3635" y="3183"/>
                    </a:cubicBezTo>
                    <a:cubicBezTo>
                      <a:pt x="3286" y="2665"/>
                      <a:pt x="2828" y="2066"/>
                      <a:pt x="2425" y="1532"/>
                    </a:cubicBezTo>
                    <a:cubicBezTo>
                      <a:pt x="1842" y="769"/>
                      <a:pt x="1515" y="328"/>
                      <a:pt x="1444" y="115"/>
                    </a:cubicBezTo>
                    <a:cubicBezTo>
                      <a:pt x="1433" y="77"/>
                      <a:pt x="1428" y="39"/>
                      <a:pt x="14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8"/>
              <p:cNvSpPr/>
              <p:nvPr/>
            </p:nvSpPr>
            <p:spPr>
              <a:xfrm>
                <a:off x="4403630" y="4031661"/>
                <a:ext cx="52491" cy="238825"/>
              </a:xfrm>
              <a:custGeom>
                <a:rect b="b" l="l" r="r" t="t"/>
                <a:pathLst>
                  <a:path extrusionOk="0" h="9450" w="2077">
                    <a:moveTo>
                      <a:pt x="1461" y="1"/>
                    </a:moveTo>
                    <a:cubicBezTo>
                      <a:pt x="1117" y="111"/>
                      <a:pt x="758" y="171"/>
                      <a:pt x="396" y="171"/>
                    </a:cubicBezTo>
                    <a:cubicBezTo>
                      <a:pt x="328" y="171"/>
                      <a:pt x="260" y="169"/>
                      <a:pt x="192" y="164"/>
                    </a:cubicBezTo>
                    <a:cubicBezTo>
                      <a:pt x="192" y="175"/>
                      <a:pt x="192" y="181"/>
                      <a:pt x="192" y="186"/>
                    </a:cubicBezTo>
                    <a:cubicBezTo>
                      <a:pt x="1" y="1772"/>
                      <a:pt x="360" y="3352"/>
                      <a:pt x="835" y="4850"/>
                    </a:cubicBezTo>
                    <a:cubicBezTo>
                      <a:pt x="1303" y="6349"/>
                      <a:pt x="1249" y="7902"/>
                      <a:pt x="1243" y="9449"/>
                    </a:cubicBezTo>
                    <a:cubicBezTo>
                      <a:pt x="1428" y="9411"/>
                      <a:pt x="1625" y="9389"/>
                      <a:pt x="1815" y="9379"/>
                    </a:cubicBezTo>
                    <a:cubicBezTo>
                      <a:pt x="1794" y="8981"/>
                      <a:pt x="1843" y="8321"/>
                      <a:pt x="1919" y="7401"/>
                    </a:cubicBezTo>
                    <a:cubicBezTo>
                      <a:pt x="1995" y="6436"/>
                      <a:pt x="2077" y="5346"/>
                      <a:pt x="2039" y="4676"/>
                    </a:cubicBezTo>
                    <a:cubicBezTo>
                      <a:pt x="2006" y="4049"/>
                      <a:pt x="1984" y="3477"/>
                      <a:pt x="1973" y="3020"/>
                    </a:cubicBezTo>
                    <a:cubicBezTo>
                      <a:pt x="1952" y="2464"/>
                      <a:pt x="1941" y="2022"/>
                      <a:pt x="1903" y="1821"/>
                    </a:cubicBezTo>
                    <a:cubicBezTo>
                      <a:pt x="1892" y="1745"/>
                      <a:pt x="1848" y="1586"/>
                      <a:pt x="1794" y="1396"/>
                    </a:cubicBezTo>
                    <a:cubicBezTo>
                      <a:pt x="1690" y="1014"/>
                      <a:pt x="1559" y="508"/>
                      <a:pt x="14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8"/>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8"/>
              <p:cNvSpPr/>
              <p:nvPr/>
            </p:nvSpPr>
            <p:spPr>
              <a:xfrm>
                <a:off x="4377194" y="3998882"/>
                <a:ext cx="28684" cy="31843"/>
              </a:xfrm>
              <a:custGeom>
                <a:rect b="b" l="l" r="r" t="t"/>
                <a:pathLst>
                  <a:path extrusionOk="0" h="1260" w="1135">
                    <a:moveTo>
                      <a:pt x="1036" y="1"/>
                    </a:moveTo>
                    <a:lnTo>
                      <a:pt x="878" y="23"/>
                    </a:lnTo>
                    <a:cubicBezTo>
                      <a:pt x="653" y="56"/>
                      <a:pt x="432" y="70"/>
                      <a:pt x="208" y="70"/>
                    </a:cubicBezTo>
                    <a:cubicBezTo>
                      <a:pt x="139" y="70"/>
                      <a:pt x="70" y="69"/>
                      <a:pt x="1" y="66"/>
                    </a:cubicBezTo>
                    <a:lnTo>
                      <a:pt x="1" y="66"/>
                    </a:lnTo>
                    <a:cubicBezTo>
                      <a:pt x="126" y="388"/>
                      <a:pt x="224" y="720"/>
                      <a:pt x="284" y="1064"/>
                    </a:cubicBezTo>
                    <a:cubicBezTo>
                      <a:pt x="546" y="1167"/>
                      <a:pt x="823" y="1232"/>
                      <a:pt x="1101" y="1260"/>
                    </a:cubicBezTo>
                    <a:cubicBezTo>
                      <a:pt x="1107" y="1216"/>
                      <a:pt x="1123" y="1156"/>
                      <a:pt x="1123" y="1129"/>
                    </a:cubicBezTo>
                    <a:cubicBezTo>
                      <a:pt x="1134" y="987"/>
                      <a:pt x="1134" y="851"/>
                      <a:pt x="1129" y="715"/>
                    </a:cubicBezTo>
                    <a:cubicBezTo>
                      <a:pt x="1123" y="497"/>
                      <a:pt x="1134" y="203"/>
                      <a:pt x="10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8"/>
              <p:cNvSpPr/>
              <p:nvPr/>
            </p:nvSpPr>
            <p:spPr>
              <a:xfrm>
                <a:off x="4342495" y="3735315"/>
                <a:ext cx="88706" cy="140212"/>
              </a:xfrm>
              <a:custGeom>
                <a:rect b="b" l="l" r="r" t="t"/>
                <a:pathLst>
                  <a:path extrusionOk="0" h="5548" w="3510">
                    <a:moveTo>
                      <a:pt x="3341" y="1"/>
                    </a:moveTo>
                    <a:cubicBezTo>
                      <a:pt x="2720" y="71"/>
                      <a:pt x="2278" y="665"/>
                      <a:pt x="1831" y="1085"/>
                    </a:cubicBezTo>
                    <a:cubicBezTo>
                      <a:pt x="1597" y="1297"/>
                      <a:pt x="1330" y="1472"/>
                      <a:pt x="1036" y="1603"/>
                    </a:cubicBezTo>
                    <a:cubicBezTo>
                      <a:pt x="693" y="1766"/>
                      <a:pt x="333" y="1897"/>
                      <a:pt x="0" y="2071"/>
                    </a:cubicBezTo>
                    <a:lnTo>
                      <a:pt x="0" y="5548"/>
                    </a:lnTo>
                    <a:cubicBezTo>
                      <a:pt x="382" y="5106"/>
                      <a:pt x="801" y="4632"/>
                      <a:pt x="1112" y="4136"/>
                    </a:cubicBezTo>
                    <a:cubicBezTo>
                      <a:pt x="1406" y="3668"/>
                      <a:pt x="1652" y="3156"/>
                      <a:pt x="2000" y="2714"/>
                    </a:cubicBezTo>
                    <a:cubicBezTo>
                      <a:pt x="2382" y="2216"/>
                      <a:pt x="2908" y="1841"/>
                      <a:pt x="3463" y="1841"/>
                    </a:cubicBezTo>
                    <a:cubicBezTo>
                      <a:pt x="3478" y="1841"/>
                      <a:pt x="3494" y="1842"/>
                      <a:pt x="3510" y="1842"/>
                    </a:cubicBezTo>
                    <a:cubicBezTo>
                      <a:pt x="3471" y="1679"/>
                      <a:pt x="3455" y="1510"/>
                      <a:pt x="3466" y="1341"/>
                    </a:cubicBezTo>
                    <a:cubicBezTo>
                      <a:pt x="3504" y="1003"/>
                      <a:pt x="3422" y="480"/>
                      <a:pt x="3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8"/>
              <p:cNvSpPr/>
              <p:nvPr/>
            </p:nvSpPr>
            <p:spPr>
              <a:xfrm>
                <a:off x="4366454" y="3692352"/>
                <a:ext cx="59668" cy="78648"/>
              </a:xfrm>
              <a:custGeom>
                <a:rect b="b" l="l" r="r" t="t"/>
                <a:pathLst>
                  <a:path extrusionOk="0" h="3112" w="2361">
                    <a:moveTo>
                      <a:pt x="2262" y="1"/>
                    </a:moveTo>
                    <a:cubicBezTo>
                      <a:pt x="1510" y="11"/>
                      <a:pt x="943" y="513"/>
                      <a:pt x="273" y="834"/>
                    </a:cubicBezTo>
                    <a:lnTo>
                      <a:pt x="240" y="1101"/>
                    </a:lnTo>
                    <a:cubicBezTo>
                      <a:pt x="170" y="1733"/>
                      <a:pt x="1" y="2463"/>
                      <a:pt x="77" y="3112"/>
                    </a:cubicBezTo>
                    <a:cubicBezTo>
                      <a:pt x="464" y="2910"/>
                      <a:pt x="774" y="2627"/>
                      <a:pt x="1080" y="2316"/>
                    </a:cubicBezTo>
                    <a:cubicBezTo>
                      <a:pt x="1455" y="1935"/>
                      <a:pt x="1853" y="1581"/>
                      <a:pt x="2360" y="1515"/>
                    </a:cubicBezTo>
                    <a:cubicBezTo>
                      <a:pt x="2360" y="1494"/>
                      <a:pt x="2349" y="1472"/>
                      <a:pt x="2349" y="1450"/>
                    </a:cubicBezTo>
                    <a:cubicBezTo>
                      <a:pt x="2316" y="1248"/>
                      <a:pt x="2284" y="1058"/>
                      <a:pt x="2262" y="900"/>
                    </a:cubicBezTo>
                    <a:cubicBezTo>
                      <a:pt x="2235" y="600"/>
                      <a:pt x="2235" y="300"/>
                      <a:pt x="22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8"/>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8"/>
              <p:cNvSpPr/>
              <p:nvPr/>
            </p:nvSpPr>
            <p:spPr>
              <a:xfrm>
                <a:off x="4377346" y="3610570"/>
                <a:ext cx="53578" cy="59213"/>
              </a:xfrm>
              <a:custGeom>
                <a:rect b="b" l="l" r="r" t="t"/>
                <a:pathLst>
                  <a:path extrusionOk="0" h="2343" w="2120">
                    <a:moveTo>
                      <a:pt x="1555" y="0"/>
                    </a:moveTo>
                    <a:cubicBezTo>
                      <a:pt x="1020" y="0"/>
                      <a:pt x="485" y="471"/>
                      <a:pt x="6" y="725"/>
                    </a:cubicBezTo>
                    <a:cubicBezTo>
                      <a:pt x="16" y="926"/>
                      <a:pt x="27" y="1128"/>
                      <a:pt x="27" y="1319"/>
                    </a:cubicBezTo>
                    <a:cubicBezTo>
                      <a:pt x="33" y="1662"/>
                      <a:pt x="22" y="2000"/>
                      <a:pt x="0" y="2343"/>
                    </a:cubicBezTo>
                    <a:cubicBezTo>
                      <a:pt x="382" y="2152"/>
                      <a:pt x="687" y="1847"/>
                      <a:pt x="1024" y="1596"/>
                    </a:cubicBezTo>
                    <a:cubicBezTo>
                      <a:pt x="1302" y="1384"/>
                      <a:pt x="1640" y="1269"/>
                      <a:pt x="1989" y="1269"/>
                    </a:cubicBezTo>
                    <a:cubicBezTo>
                      <a:pt x="2033" y="888"/>
                      <a:pt x="2076" y="518"/>
                      <a:pt x="2120" y="207"/>
                    </a:cubicBezTo>
                    <a:cubicBezTo>
                      <a:pt x="1933" y="59"/>
                      <a:pt x="1744" y="0"/>
                      <a:pt x="15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8"/>
              <p:cNvSpPr/>
              <p:nvPr/>
            </p:nvSpPr>
            <p:spPr>
              <a:xfrm>
                <a:off x="4421396" y="3442559"/>
                <a:ext cx="68337" cy="96137"/>
              </a:xfrm>
              <a:custGeom>
                <a:rect b="b" l="l" r="r" t="t"/>
                <a:pathLst>
                  <a:path extrusionOk="0" h="3804" w="2704">
                    <a:moveTo>
                      <a:pt x="23" y="0"/>
                    </a:moveTo>
                    <a:cubicBezTo>
                      <a:pt x="1" y="1046"/>
                      <a:pt x="273" y="2071"/>
                      <a:pt x="535" y="3101"/>
                    </a:cubicBezTo>
                    <a:cubicBezTo>
                      <a:pt x="900" y="3449"/>
                      <a:pt x="1189" y="3782"/>
                      <a:pt x="1734" y="3803"/>
                    </a:cubicBezTo>
                    <a:cubicBezTo>
                      <a:pt x="2071" y="3803"/>
                      <a:pt x="2398" y="3733"/>
                      <a:pt x="2703" y="3602"/>
                    </a:cubicBezTo>
                    <a:cubicBezTo>
                      <a:pt x="2687" y="3264"/>
                      <a:pt x="2671" y="2855"/>
                      <a:pt x="2665" y="2365"/>
                    </a:cubicBezTo>
                    <a:cubicBezTo>
                      <a:pt x="2649" y="452"/>
                      <a:pt x="829" y="169"/>
                      <a:pt x="469" y="136"/>
                    </a:cubicBezTo>
                    <a:cubicBezTo>
                      <a:pt x="311" y="109"/>
                      <a:pt x="164" y="65"/>
                      <a:pt x="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8"/>
              <p:cNvSpPr/>
              <p:nvPr/>
            </p:nvSpPr>
            <p:spPr>
              <a:xfrm>
                <a:off x="4496177" y="3814216"/>
                <a:ext cx="49332" cy="46982"/>
              </a:xfrm>
              <a:custGeom>
                <a:rect b="b" l="l" r="r" t="t"/>
                <a:pathLst>
                  <a:path extrusionOk="0" h="1859" w="1952">
                    <a:moveTo>
                      <a:pt x="616" y="1"/>
                    </a:moveTo>
                    <a:cubicBezTo>
                      <a:pt x="616" y="6"/>
                      <a:pt x="616" y="12"/>
                      <a:pt x="616" y="23"/>
                    </a:cubicBezTo>
                    <a:cubicBezTo>
                      <a:pt x="633" y="628"/>
                      <a:pt x="387" y="1314"/>
                      <a:pt x="1" y="1832"/>
                    </a:cubicBezTo>
                    <a:cubicBezTo>
                      <a:pt x="60" y="1854"/>
                      <a:pt x="126" y="1859"/>
                      <a:pt x="191" y="1859"/>
                    </a:cubicBezTo>
                    <a:cubicBezTo>
                      <a:pt x="213" y="1854"/>
                      <a:pt x="235" y="1854"/>
                      <a:pt x="257" y="1854"/>
                    </a:cubicBezTo>
                    <a:cubicBezTo>
                      <a:pt x="268" y="1854"/>
                      <a:pt x="284" y="1854"/>
                      <a:pt x="295" y="1859"/>
                    </a:cubicBezTo>
                    <a:cubicBezTo>
                      <a:pt x="916" y="1799"/>
                      <a:pt x="1728" y="1167"/>
                      <a:pt x="1951" y="796"/>
                    </a:cubicBezTo>
                    <a:cubicBezTo>
                      <a:pt x="1494" y="573"/>
                      <a:pt x="992" y="420"/>
                      <a:pt x="638" y="28"/>
                    </a:cubicBezTo>
                    <a:cubicBezTo>
                      <a:pt x="633" y="23"/>
                      <a:pt x="627" y="12"/>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8"/>
              <p:cNvSpPr/>
              <p:nvPr/>
            </p:nvSpPr>
            <p:spPr>
              <a:xfrm>
                <a:off x="4484072" y="3647595"/>
                <a:ext cx="38288" cy="142840"/>
              </a:xfrm>
              <a:custGeom>
                <a:rect b="b" l="l" r="r" t="t"/>
                <a:pathLst>
                  <a:path extrusionOk="0" h="5652" w="1515">
                    <a:moveTo>
                      <a:pt x="768" y="1"/>
                    </a:moveTo>
                    <a:lnTo>
                      <a:pt x="768" y="1"/>
                    </a:lnTo>
                    <a:cubicBezTo>
                      <a:pt x="523" y="110"/>
                      <a:pt x="262" y="186"/>
                      <a:pt x="0" y="235"/>
                    </a:cubicBezTo>
                    <a:cubicBezTo>
                      <a:pt x="27" y="2088"/>
                      <a:pt x="910" y="3804"/>
                      <a:pt x="1014" y="5651"/>
                    </a:cubicBezTo>
                    <a:cubicBezTo>
                      <a:pt x="1117" y="5520"/>
                      <a:pt x="1259" y="5428"/>
                      <a:pt x="1422" y="5379"/>
                    </a:cubicBezTo>
                    <a:cubicBezTo>
                      <a:pt x="1515" y="3859"/>
                      <a:pt x="1210" y="2464"/>
                      <a:pt x="992" y="1445"/>
                    </a:cubicBezTo>
                    <a:cubicBezTo>
                      <a:pt x="856" y="823"/>
                      <a:pt x="752" y="338"/>
                      <a:pt x="7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8"/>
              <p:cNvSpPr/>
              <p:nvPr/>
            </p:nvSpPr>
            <p:spPr>
              <a:xfrm>
                <a:off x="4466583" y="3654342"/>
                <a:ext cx="38288" cy="138569"/>
              </a:xfrm>
              <a:custGeom>
                <a:rect b="b" l="l" r="r" t="t"/>
                <a:pathLst>
                  <a:path extrusionOk="0" h="5483" w="1515">
                    <a:moveTo>
                      <a:pt x="501" y="1"/>
                    </a:moveTo>
                    <a:cubicBezTo>
                      <a:pt x="332" y="22"/>
                      <a:pt x="169" y="33"/>
                      <a:pt x="0" y="44"/>
                    </a:cubicBezTo>
                    <a:cubicBezTo>
                      <a:pt x="11" y="148"/>
                      <a:pt x="16" y="262"/>
                      <a:pt x="27" y="388"/>
                    </a:cubicBezTo>
                    <a:cubicBezTo>
                      <a:pt x="82" y="1063"/>
                      <a:pt x="153" y="1908"/>
                      <a:pt x="294" y="2333"/>
                    </a:cubicBezTo>
                    <a:cubicBezTo>
                      <a:pt x="392" y="2627"/>
                      <a:pt x="529" y="3068"/>
                      <a:pt x="681" y="3532"/>
                    </a:cubicBezTo>
                    <a:cubicBezTo>
                      <a:pt x="894" y="4207"/>
                      <a:pt x="1188" y="5134"/>
                      <a:pt x="1248" y="5253"/>
                    </a:cubicBezTo>
                    <a:cubicBezTo>
                      <a:pt x="1259" y="5275"/>
                      <a:pt x="1270" y="5297"/>
                      <a:pt x="1275" y="5319"/>
                    </a:cubicBezTo>
                    <a:cubicBezTo>
                      <a:pt x="1330" y="5335"/>
                      <a:pt x="1379" y="5362"/>
                      <a:pt x="1428" y="5401"/>
                    </a:cubicBezTo>
                    <a:cubicBezTo>
                      <a:pt x="1455" y="5428"/>
                      <a:pt x="1488" y="5455"/>
                      <a:pt x="1515" y="5482"/>
                    </a:cubicBezTo>
                    <a:cubicBezTo>
                      <a:pt x="1444" y="3608"/>
                      <a:pt x="539" y="1875"/>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8"/>
              <p:cNvSpPr/>
              <p:nvPr/>
            </p:nvSpPr>
            <p:spPr>
              <a:xfrm>
                <a:off x="4493018" y="3794125"/>
                <a:ext cx="13925" cy="59365"/>
              </a:xfrm>
              <a:custGeom>
                <a:rect b="b" l="l" r="r" t="t"/>
                <a:pathLst>
                  <a:path extrusionOk="0" h="2349" w="551">
                    <a:moveTo>
                      <a:pt x="235" y="0"/>
                    </a:moveTo>
                    <a:cubicBezTo>
                      <a:pt x="213" y="137"/>
                      <a:pt x="185" y="273"/>
                      <a:pt x="153" y="409"/>
                    </a:cubicBezTo>
                    <a:cubicBezTo>
                      <a:pt x="87" y="681"/>
                      <a:pt x="0" y="1025"/>
                      <a:pt x="6" y="1292"/>
                    </a:cubicBezTo>
                    <a:cubicBezTo>
                      <a:pt x="11" y="1455"/>
                      <a:pt x="38" y="1853"/>
                      <a:pt x="66" y="2283"/>
                    </a:cubicBezTo>
                    <a:cubicBezTo>
                      <a:pt x="71" y="2305"/>
                      <a:pt x="71" y="2327"/>
                      <a:pt x="71" y="2349"/>
                    </a:cubicBezTo>
                    <a:cubicBezTo>
                      <a:pt x="207" y="2131"/>
                      <a:pt x="311" y="1897"/>
                      <a:pt x="398" y="1657"/>
                    </a:cubicBezTo>
                    <a:cubicBezTo>
                      <a:pt x="491" y="1384"/>
                      <a:pt x="545" y="1101"/>
                      <a:pt x="551" y="818"/>
                    </a:cubicBezTo>
                    <a:cubicBezTo>
                      <a:pt x="551" y="676"/>
                      <a:pt x="534" y="534"/>
                      <a:pt x="496" y="398"/>
                    </a:cubicBezTo>
                    <a:cubicBezTo>
                      <a:pt x="474" y="311"/>
                      <a:pt x="371" y="88"/>
                      <a:pt x="2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8"/>
              <p:cNvSpPr/>
              <p:nvPr/>
            </p:nvSpPr>
            <p:spPr>
              <a:xfrm>
                <a:off x="4509395" y="3788211"/>
                <a:ext cx="36114" cy="41194"/>
              </a:xfrm>
              <a:custGeom>
                <a:rect b="b" l="l" r="r" t="t"/>
                <a:pathLst>
                  <a:path extrusionOk="0" h="1630" w="1429">
                    <a:moveTo>
                      <a:pt x="491" y="0"/>
                    </a:moveTo>
                    <a:cubicBezTo>
                      <a:pt x="202" y="109"/>
                      <a:pt x="1" y="327"/>
                      <a:pt x="115" y="698"/>
                    </a:cubicBezTo>
                    <a:cubicBezTo>
                      <a:pt x="208" y="997"/>
                      <a:pt x="551" y="1193"/>
                      <a:pt x="802" y="1335"/>
                    </a:cubicBezTo>
                    <a:cubicBezTo>
                      <a:pt x="998" y="1444"/>
                      <a:pt x="1216" y="1537"/>
                      <a:pt x="1428" y="1629"/>
                    </a:cubicBezTo>
                    <a:cubicBezTo>
                      <a:pt x="1401" y="1526"/>
                      <a:pt x="1379" y="1422"/>
                      <a:pt x="1368" y="1319"/>
                    </a:cubicBezTo>
                    <a:cubicBezTo>
                      <a:pt x="1314" y="866"/>
                      <a:pt x="725" y="223"/>
                      <a:pt x="4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8"/>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8"/>
              <p:cNvSpPr/>
              <p:nvPr/>
            </p:nvSpPr>
            <p:spPr>
              <a:xfrm>
                <a:off x="4437090" y="3529850"/>
                <a:ext cx="47133" cy="120803"/>
              </a:xfrm>
              <a:custGeom>
                <a:rect b="b" l="l" r="r" t="t"/>
                <a:pathLst>
                  <a:path extrusionOk="0" h="4780" w="1865">
                    <a:moveTo>
                      <a:pt x="1" y="1"/>
                    </a:moveTo>
                    <a:cubicBezTo>
                      <a:pt x="203" y="807"/>
                      <a:pt x="371" y="1614"/>
                      <a:pt x="371" y="2436"/>
                    </a:cubicBezTo>
                    <a:cubicBezTo>
                      <a:pt x="524" y="2567"/>
                      <a:pt x="644" y="2894"/>
                      <a:pt x="829" y="3499"/>
                    </a:cubicBezTo>
                    <a:cubicBezTo>
                      <a:pt x="878" y="3662"/>
                      <a:pt x="933" y="3826"/>
                      <a:pt x="998" y="3989"/>
                    </a:cubicBezTo>
                    <a:cubicBezTo>
                      <a:pt x="1069" y="4104"/>
                      <a:pt x="1107" y="4322"/>
                      <a:pt x="1151" y="4780"/>
                    </a:cubicBezTo>
                    <a:cubicBezTo>
                      <a:pt x="1369" y="4769"/>
                      <a:pt x="1587" y="4747"/>
                      <a:pt x="1799" y="4709"/>
                    </a:cubicBezTo>
                    <a:cubicBezTo>
                      <a:pt x="1805" y="3319"/>
                      <a:pt x="1864" y="1892"/>
                      <a:pt x="1363" y="573"/>
                    </a:cubicBezTo>
                    <a:cubicBezTo>
                      <a:pt x="1358" y="557"/>
                      <a:pt x="1352" y="540"/>
                      <a:pt x="1358" y="524"/>
                    </a:cubicBezTo>
                    <a:lnTo>
                      <a:pt x="1358" y="524"/>
                    </a:lnTo>
                    <a:cubicBezTo>
                      <a:pt x="1276" y="529"/>
                      <a:pt x="1194" y="540"/>
                      <a:pt x="1113" y="540"/>
                    </a:cubicBezTo>
                    <a:cubicBezTo>
                      <a:pt x="1103" y="540"/>
                      <a:pt x="1093" y="541"/>
                      <a:pt x="1083" y="541"/>
                    </a:cubicBezTo>
                    <a:cubicBezTo>
                      <a:pt x="625" y="541"/>
                      <a:pt x="310" y="289"/>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8"/>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8"/>
              <p:cNvSpPr/>
              <p:nvPr/>
            </p:nvSpPr>
            <p:spPr>
              <a:xfrm>
                <a:off x="4342495" y="3261886"/>
                <a:ext cx="59795" cy="180547"/>
              </a:xfrm>
              <a:custGeom>
                <a:rect b="b" l="l" r="r" t="t"/>
                <a:pathLst>
                  <a:path extrusionOk="0" h="7144" w="2366">
                    <a:moveTo>
                      <a:pt x="0" y="0"/>
                    </a:moveTo>
                    <a:lnTo>
                      <a:pt x="0" y="7144"/>
                    </a:lnTo>
                    <a:cubicBezTo>
                      <a:pt x="404" y="6806"/>
                      <a:pt x="785" y="6255"/>
                      <a:pt x="1068" y="5847"/>
                    </a:cubicBezTo>
                    <a:cubicBezTo>
                      <a:pt x="1041" y="5820"/>
                      <a:pt x="1009" y="5792"/>
                      <a:pt x="987" y="5765"/>
                    </a:cubicBezTo>
                    <a:cubicBezTo>
                      <a:pt x="840" y="5558"/>
                      <a:pt x="949" y="4964"/>
                      <a:pt x="987" y="4768"/>
                    </a:cubicBezTo>
                    <a:lnTo>
                      <a:pt x="1003" y="4675"/>
                    </a:lnTo>
                    <a:lnTo>
                      <a:pt x="1085" y="4626"/>
                    </a:lnTo>
                    <a:cubicBezTo>
                      <a:pt x="1510" y="4359"/>
                      <a:pt x="1526" y="3765"/>
                      <a:pt x="1526" y="3760"/>
                    </a:cubicBezTo>
                    <a:lnTo>
                      <a:pt x="1526" y="3553"/>
                    </a:lnTo>
                    <a:lnTo>
                      <a:pt x="1739" y="3553"/>
                    </a:lnTo>
                    <a:cubicBezTo>
                      <a:pt x="2071" y="3553"/>
                      <a:pt x="2251" y="3302"/>
                      <a:pt x="2360" y="2703"/>
                    </a:cubicBezTo>
                    <a:cubicBezTo>
                      <a:pt x="2365" y="2670"/>
                      <a:pt x="2365" y="2632"/>
                      <a:pt x="2360" y="2599"/>
                    </a:cubicBezTo>
                    <a:cubicBezTo>
                      <a:pt x="2349" y="2594"/>
                      <a:pt x="2333" y="2594"/>
                      <a:pt x="2316" y="2594"/>
                    </a:cubicBezTo>
                    <a:cubicBezTo>
                      <a:pt x="2295" y="2594"/>
                      <a:pt x="2273" y="2594"/>
                      <a:pt x="2245" y="2599"/>
                    </a:cubicBezTo>
                    <a:lnTo>
                      <a:pt x="1935" y="2681"/>
                    </a:lnTo>
                    <a:lnTo>
                      <a:pt x="1973" y="2359"/>
                    </a:lnTo>
                    <a:cubicBezTo>
                      <a:pt x="2087" y="1575"/>
                      <a:pt x="1968" y="981"/>
                      <a:pt x="1624" y="583"/>
                    </a:cubicBezTo>
                    <a:cubicBezTo>
                      <a:pt x="1183" y="76"/>
                      <a:pt x="393" y="0"/>
                      <a:pt x="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8"/>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8"/>
              <p:cNvSpPr/>
              <p:nvPr/>
            </p:nvSpPr>
            <p:spPr>
              <a:xfrm>
                <a:off x="4342369" y="3442129"/>
                <a:ext cx="88555" cy="151104"/>
              </a:xfrm>
              <a:custGeom>
                <a:rect b="b" l="l" r="r" t="t"/>
                <a:pathLst>
                  <a:path extrusionOk="0" h="5979" w="3504">
                    <a:moveTo>
                      <a:pt x="2964" y="1"/>
                    </a:moveTo>
                    <a:lnTo>
                      <a:pt x="2964" y="1"/>
                    </a:lnTo>
                    <a:cubicBezTo>
                      <a:pt x="1967" y="420"/>
                      <a:pt x="1014" y="1080"/>
                      <a:pt x="0" y="1439"/>
                    </a:cubicBezTo>
                    <a:lnTo>
                      <a:pt x="0" y="5112"/>
                    </a:lnTo>
                    <a:cubicBezTo>
                      <a:pt x="311" y="5177"/>
                      <a:pt x="659" y="5341"/>
                      <a:pt x="883" y="5640"/>
                    </a:cubicBezTo>
                    <a:cubicBezTo>
                      <a:pt x="959" y="5744"/>
                      <a:pt x="1030" y="5858"/>
                      <a:pt x="1084" y="5978"/>
                    </a:cubicBezTo>
                    <a:cubicBezTo>
                      <a:pt x="2076" y="5341"/>
                      <a:pt x="3024" y="4327"/>
                      <a:pt x="3487" y="3254"/>
                    </a:cubicBezTo>
                    <a:cubicBezTo>
                      <a:pt x="3493" y="3248"/>
                      <a:pt x="3498" y="3237"/>
                      <a:pt x="3504" y="3232"/>
                    </a:cubicBezTo>
                    <a:cubicBezTo>
                      <a:pt x="3471" y="3205"/>
                      <a:pt x="3466" y="3161"/>
                      <a:pt x="3487" y="3123"/>
                    </a:cubicBezTo>
                    <a:cubicBezTo>
                      <a:pt x="3226" y="2093"/>
                      <a:pt x="2948" y="1058"/>
                      <a:pt x="29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8"/>
              <p:cNvSpPr/>
              <p:nvPr/>
            </p:nvSpPr>
            <p:spPr>
              <a:xfrm>
                <a:off x="4342369" y="3786720"/>
                <a:ext cx="107004" cy="209130"/>
              </a:xfrm>
              <a:custGeom>
                <a:rect b="b" l="l" r="r" t="t"/>
                <a:pathLst>
                  <a:path extrusionOk="0" h="8275" w="4234">
                    <a:moveTo>
                      <a:pt x="3469" y="0"/>
                    </a:moveTo>
                    <a:cubicBezTo>
                      <a:pt x="2790" y="0"/>
                      <a:pt x="2206" y="659"/>
                      <a:pt x="1831" y="1258"/>
                    </a:cubicBezTo>
                    <a:cubicBezTo>
                      <a:pt x="1291" y="2130"/>
                      <a:pt x="725" y="2996"/>
                      <a:pt x="38" y="3764"/>
                    </a:cubicBezTo>
                    <a:cubicBezTo>
                      <a:pt x="27" y="3775"/>
                      <a:pt x="11" y="3781"/>
                      <a:pt x="0" y="3786"/>
                    </a:cubicBezTo>
                    <a:lnTo>
                      <a:pt x="0" y="3813"/>
                    </a:lnTo>
                    <a:lnTo>
                      <a:pt x="60" y="4020"/>
                    </a:lnTo>
                    <a:cubicBezTo>
                      <a:pt x="164" y="4347"/>
                      <a:pt x="354" y="4876"/>
                      <a:pt x="496" y="5486"/>
                    </a:cubicBezTo>
                    <a:cubicBezTo>
                      <a:pt x="719" y="6472"/>
                      <a:pt x="1003" y="7704"/>
                      <a:pt x="1232" y="8140"/>
                    </a:cubicBezTo>
                    <a:cubicBezTo>
                      <a:pt x="1253" y="8178"/>
                      <a:pt x="1275" y="8222"/>
                      <a:pt x="1297" y="8265"/>
                    </a:cubicBezTo>
                    <a:cubicBezTo>
                      <a:pt x="1396" y="8271"/>
                      <a:pt x="1495" y="8274"/>
                      <a:pt x="1596" y="8274"/>
                    </a:cubicBezTo>
                    <a:cubicBezTo>
                      <a:pt x="1859" y="8274"/>
                      <a:pt x="2126" y="8253"/>
                      <a:pt x="2387" y="8205"/>
                    </a:cubicBezTo>
                    <a:cubicBezTo>
                      <a:pt x="2888" y="8129"/>
                      <a:pt x="3449" y="7987"/>
                      <a:pt x="3902" y="7709"/>
                    </a:cubicBezTo>
                    <a:cubicBezTo>
                      <a:pt x="4076" y="6380"/>
                      <a:pt x="4234" y="3579"/>
                      <a:pt x="4141" y="2462"/>
                    </a:cubicBezTo>
                    <a:cubicBezTo>
                      <a:pt x="4087" y="1770"/>
                      <a:pt x="3896" y="1127"/>
                      <a:pt x="3722" y="566"/>
                    </a:cubicBezTo>
                    <a:cubicBezTo>
                      <a:pt x="3662" y="364"/>
                      <a:pt x="3607" y="173"/>
                      <a:pt x="3564" y="5"/>
                    </a:cubicBezTo>
                    <a:cubicBezTo>
                      <a:pt x="3532" y="2"/>
                      <a:pt x="3500" y="0"/>
                      <a:pt x="346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8"/>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8"/>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8"/>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8"/>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8"/>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8"/>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8"/>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72" name="Google Shape;9572;p88"/>
          <p:cNvGrpSpPr/>
          <p:nvPr/>
        </p:nvGrpSpPr>
        <p:grpSpPr>
          <a:xfrm>
            <a:off x="2936333" y="3256553"/>
            <a:ext cx="447601" cy="1135923"/>
            <a:chOff x="2936333" y="3256553"/>
            <a:chExt cx="447601" cy="1135923"/>
          </a:xfrm>
        </p:grpSpPr>
        <p:sp>
          <p:nvSpPr>
            <p:cNvPr id="9573" name="Google Shape;9573;p88"/>
            <p:cNvSpPr/>
            <p:nvPr/>
          </p:nvSpPr>
          <p:spPr>
            <a:xfrm>
              <a:off x="2936333" y="3256553"/>
              <a:ext cx="447601" cy="1135923"/>
            </a:xfrm>
            <a:custGeom>
              <a:rect b="b" l="l" r="r" t="t"/>
              <a:pathLst>
                <a:path extrusionOk="0" h="44947" w="17711">
                  <a:moveTo>
                    <a:pt x="8707" y="1"/>
                  </a:moveTo>
                  <a:cubicBezTo>
                    <a:pt x="7995" y="1"/>
                    <a:pt x="6256" y="235"/>
                    <a:pt x="6589" y="2603"/>
                  </a:cubicBezTo>
                  <a:cubicBezTo>
                    <a:pt x="6589" y="2603"/>
                    <a:pt x="6530" y="2587"/>
                    <a:pt x="6458" y="2587"/>
                  </a:cubicBezTo>
                  <a:cubicBezTo>
                    <a:pt x="6328" y="2587"/>
                    <a:pt x="6155" y="2641"/>
                    <a:pt x="6207" y="2946"/>
                  </a:cubicBezTo>
                  <a:cubicBezTo>
                    <a:pt x="6295" y="3415"/>
                    <a:pt x="6458" y="3965"/>
                    <a:pt x="7041" y="3965"/>
                  </a:cubicBezTo>
                  <a:cubicBezTo>
                    <a:pt x="7041" y="3965"/>
                    <a:pt x="7052" y="4690"/>
                    <a:pt x="7586" y="5022"/>
                  </a:cubicBezTo>
                  <a:cubicBezTo>
                    <a:pt x="7586" y="5022"/>
                    <a:pt x="7711" y="5720"/>
                    <a:pt x="7619" y="5851"/>
                  </a:cubicBezTo>
                  <a:cubicBezTo>
                    <a:pt x="7526" y="5982"/>
                    <a:pt x="5744" y="7224"/>
                    <a:pt x="5167" y="7278"/>
                  </a:cubicBezTo>
                  <a:cubicBezTo>
                    <a:pt x="4589" y="7338"/>
                    <a:pt x="2796" y="7758"/>
                    <a:pt x="2774" y="9725"/>
                  </a:cubicBezTo>
                  <a:cubicBezTo>
                    <a:pt x="2747" y="11687"/>
                    <a:pt x="2622" y="12259"/>
                    <a:pt x="2442" y="12542"/>
                  </a:cubicBezTo>
                  <a:cubicBezTo>
                    <a:pt x="2262" y="12825"/>
                    <a:pt x="2148" y="14640"/>
                    <a:pt x="2191" y="15485"/>
                  </a:cubicBezTo>
                  <a:cubicBezTo>
                    <a:pt x="2240" y="16324"/>
                    <a:pt x="1385" y="18422"/>
                    <a:pt x="1543" y="20874"/>
                  </a:cubicBezTo>
                  <a:cubicBezTo>
                    <a:pt x="1543" y="20874"/>
                    <a:pt x="666" y="21691"/>
                    <a:pt x="595" y="22334"/>
                  </a:cubicBezTo>
                  <a:cubicBezTo>
                    <a:pt x="519" y="22971"/>
                    <a:pt x="1" y="23838"/>
                    <a:pt x="61" y="23958"/>
                  </a:cubicBezTo>
                  <a:cubicBezTo>
                    <a:pt x="88" y="24009"/>
                    <a:pt x="166" y="24037"/>
                    <a:pt x="259" y="24037"/>
                  </a:cubicBezTo>
                  <a:cubicBezTo>
                    <a:pt x="374" y="24037"/>
                    <a:pt x="512" y="23994"/>
                    <a:pt x="606" y="23898"/>
                  </a:cubicBezTo>
                  <a:cubicBezTo>
                    <a:pt x="769" y="23718"/>
                    <a:pt x="1031" y="23386"/>
                    <a:pt x="1031" y="23386"/>
                  </a:cubicBezTo>
                  <a:lnTo>
                    <a:pt x="1031" y="23386"/>
                  </a:lnTo>
                  <a:cubicBezTo>
                    <a:pt x="1031" y="23386"/>
                    <a:pt x="475" y="25511"/>
                    <a:pt x="758" y="25603"/>
                  </a:cubicBezTo>
                  <a:cubicBezTo>
                    <a:pt x="770" y="25607"/>
                    <a:pt x="781" y="25609"/>
                    <a:pt x="793" y="25609"/>
                  </a:cubicBezTo>
                  <a:cubicBezTo>
                    <a:pt x="1101" y="25609"/>
                    <a:pt x="1318" y="24295"/>
                    <a:pt x="1423" y="24143"/>
                  </a:cubicBezTo>
                  <a:cubicBezTo>
                    <a:pt x="1440" y="24117"/>
                    <a:pt x="1455" y="24106"/>
                    <a:pt x="1467" y="24106"/>
                  </a:cubicBezTo>
                  <a:cubicBezTo>
                    <a:pt x="1526" y="24106"/>
                    <a:pt x="1520" y="24383"/>
                    <a:pt x="1489" y="24546"/>
                  </a:cubicBezTo>
                  <a:cubicBezTo>
                    <a:pt x="1452" y="24741"/>
                    <a:pt x="1374" y="25771"/>
                    <a:pt x="1595" y="25771"/>
                  </a:cubicBezTo>
                  <a:cubicBezTo>
                    <a:pt x="1603" y="25771"/>
                    <a:pt x="1611" y="25769"/>
                    <a:pt x="1619" y="25767"/>
                  </a:cubicBezTo>
                  <a:cubicBezTo>
                    <a:pt x="1851" y="25701"/>
                    <a:pt x="1929" y="24271"/>
                    <a:pt x="2034" y="24271"/>
                  </a:cubicBezTo>
                  <a:cubicBezTo>
                    <a:pt x="2043" y="24271"/>
                    <a:pt x="2052" y="24280"/>
                    <a:pt x="2061" y="24301"/>
                  </a:cubicBezTo>
                  <a:cubicBezTo>
                    <a:pt x="2175" y="24573"/>
                    <a:pt x="2001" y="25592"/>
                    <a:pt x="2164" y="25625"/>
                  </a:cubicBezTo>
                  <a:cubicBezTo>
                    <a:pt x="2178" y="25628"/>
                    <a:pt x="2191" y="25629"/>
                    <a:pt x="2203" y="25629"/>
                  </a:cubicBezTo>
                  <a:cubicBezTo>
                    <a:pt x="2335" y="25629"/>
                    <a:pt x="2346" y="25475"/>
                    <a:pt x="2366" y="25380"/>
                  </a:cubicBezTo>
                  <a:cubicBezTo>
                    <a:pt x="2386" y="25279"/>
                    <a:pt x="2340" y="24133"/>
                    <a:pt x="2439" y="24133"/>
                  </a:cubicBezTo>
                  <a:cubicBezTo>
                    <a:pt x="2446" y="24133"/>
                    <a:pt x="2455" y="24140"/>
                    <a:pt x="2464" y="24154"/>
                  </a:cubicBezTo>
                  <a:cubicBezTo>
                    <a:pt x="2595" y="24350"/>
                    <a:pt x="2518" y="25353"/>
                    <a:pt x="2627" y="25385"/>
                  </a:cubicBezTo>
                  <a:cubicBezTo>
                    <a:pt x="2627" y="25385"/>
                    <a:pt x="2667" y="25404"/>
                    <a:pt x="2714" y="25404"/>
                  </a:cubicBezTo>
                  <a:cubicBezTo>
                    <a:pt x="2791" y="25404"/>
                    <a:pt x="2890" y="25356"/>
                    <a:pt x="2883" y="25107"/>
                  </a:cubicBezTo>
                  <a:cubicBezTo>
                    <a:pt x="2873" y="24704"/>
                    <a:pt x="3020" y="22966"/>
                    <a:pt x="3025" y="22563"/>
                  </a:cubicBezTo>
                  <a:cubicBezTo>
                    <a:pt x="3036" y="22007"/>
                    <a:pt x="2720" y="21228"/>
                    <a:pt x="2807" y="21097"/>
                  </a:cubicBezTo>
                  <a:cubicBezTo>
                    <a:pt x="2889" y="20966"/>
                    <a:pt x="3505" y="18950"/>
                    <a:pt x="3777" y="18133"/>
                  </a:cubicBezTo>
                  <a:cubicBezTo>
                    <a:pt x="4050" y="17315"/>
                    <a:pt x="4050" y="15185"/>
                    <a:pt x="4213" y="14912"/>
                  </a:cubicBezTo>
                  <a:cubicBezTo>
                    <a:pt x="4346" y="14693"/>
                    <a:pt x="4639" y="13388"/>
                    <a:pt x="4845" y="13388"/>
                  </a:cubicBezTo>
                  <a:cubicBezTo>
                    <a:pt x="4900" y="13388"/>
                    <a:pt x="4949" y="13481"/>
                    <a:pt x="4987" y="13714"/>
                  </a:cubicBezTo>
                  <a:cubicBezTo>
                    <a:pt x="5161" y="14814"/>
                    <a:pt x="5434" y="17517"/>
                    <a:pt x="5352" y="18111"/>
                  </a:cubicBezTo>
                  <a:cubicBezTo>
                    <a:pt x="5270" y="18705"/>
                    <a:pt x="5030" y="19724"/>
                    <a:pt x="5090" y="20301"/>
                  </a:cubicBezTo>
                  <a:cubicBezTo>
                    <a:pt x="5150" y="20884"/>
                    <a:pt x="4529" y="22067"/>
                    <a:pt x="4420" y="23418"/>
                  </a:cubicBezTo>
                  <a:cubicBezTo>
                    <a:pt x="4311" y="24770"/>
                    <a:pt x="4545" y="28311"/>
                    <a:pt x="4747" y="29227"/>
                  </a:cubicBezTo>
                  <a:cubicBezTo>
                    <a:pt x="4949" y="30137"/>
                    <a:pt x="4311" y="32060"/>
                    <a:pt x="4240" y="32447"/>
                  </a:cubicBezTo>
                  <a:cubicBezTo>
                    <a:pt x="4169" y="32840"/>
                    <a:pt x="4180" y="33929"/>
                    <a:pt x="4099" y="35330"/>
                  </a:cubicBezTo>
                  <a:cubicBezTo>
                    <a:pt x="4011" y="36730"/>
                    <a:pt x="4453" y="39760"/>
                    <a:pt x="4284" y="40283"/>
                  </a:cubicBezTo>
                  <a:cubicBezTo>
                    <a:pt x="4120" y="40806"/>
                    <a:pt x="1254" y="44032"/>
                    <a:pt x="1608" y="44538"/>
                  </a:cubicBezTo>
                  <a:cubicBezTo>
                    <a:pt x="1798" y="44809"/>
                    <a:pt x="2153" y="44946"/>
                    <a:pt x="2517" y="44946"/>
                  </a:cubicBezTo>
                  <a:cubicBezTo>
                    <a:pt x="2835" y="44946"/>
                    <a:pt x="3159" y="44842"/>
                    <a:pt x="3385" y="44631"/>
                  </a:cubicBezTo>
                  <a:cubicBezTo>
                    <a:pt x="3870" y="44184"/>
                    <a:pt x="4594" y="43520"/>
                    <a:pt x="4960" y="43236"/>
                  </a:cubicBezTo>
                  <a:cubicBezTo>
                    <a:pt x="5330" y="42947"/>
                    <a:pt x="6180" y="42795"/>
                    <a:pt x="6049" y="41089"/>
                  </a:cubicBezTo>
                  <a:cubicBezTo>
                    <a:pt x="6049" y="41089"/>
                    <a:pt x="5826" y="38550"/>
                    <a:pt x="6611" y="36872"/>
                  </a:cubicBezTo>
                  <a:cubicBezTo>
                    <a:pt x="7390" y="35188"/>
                    <a:pt x="7036" y="32840"/>
                    <a:pt x="7117" y="32082"/>
                  </a:cubicBezTo>
                  <a:cubicBezTo>
                    <a:pt x="7199" y="31325"/>
                    <a:pt x="7275" y="30093"/>
                    <a:pt x="7738" y="29216"/>
                  </a:cubicBezTo>
                  <a:cubicBezTo>
                    <a:pt x="8120" y="28491"/>
                    <a:pt x="8578" y="25936"/>
                    <a:pt x="8850" y="25058"/>
                  </a:cubicBezTo>
                  <a:cubicBezTo>
                    <a:pt x="9123" y="25936"/>
                    <a:pt x="9580" y="28491"/>
                    <a:pt x="9962" y="29216"/>
                  </a:cubicBezTo>
                  <a:cubicBezTo>
                    <a:pt x="10425" y="30093"/>
                    <a:pt x="10501" y="31325"/>
                    <a:pt x="10583" y="32082"/>
                  </a:cubicBezTo>
                  <a:cubicBezTo>
                    <a:pt x="10665" y="32840"/>
                    <a:pt x="10310" y="35188"/>
                    <a:pt x="11090" y="36872"/>
                  </a:cubicBezTo>
                  <a:cubicBezTo>
                    <a:pt x="11874" y="38556"/>
                    <a:pt x="11651" y="41089"/>
                    <a:pt x="11651" y="41089"/>
                  </a:cubicBezTo>
                  <a:cubicBezTo>
                    <a:pt x="11520" y="42789"/>
                    <a:pt x="12370" y="42947"/>
                    <a:pt x="12741" y="43236"/>
                  </a:cubicBezTo>
                  <a:cubicBezTo>
                    <a:pt x="13106" y="43520"/>
                    <a:pt x="13830" y="44184"/>
                    <a:pt x="14315" y="44631"/>
                  </a:cubicBezTo>
                  <a:cubicBezTo>
                    <a:pt x="14541" y="44842"/>
                    <a:pt x="14866" y="44946"/>
                    <a:pt x="15183" y="44946"/>
                  </a:cubicBezTo>
                  <a:cubicBezTo>
                    <a:pt x="15547" y="44946"/>
                    <a:pt x="15903" y="44809"/>
                    <a:pt x="16092" y="44538"/>
                  </a:cubicBezTo>
                  <a:cubicBezTo>
                    <a:pt x="16446" y="44026"/>
                    <a:pt x="13580" y="40806"/>
                    <a:pt x="13416" y="40283"/>
                  </a:cubicBezTo>
                  <a:cubicBezTo>
                    <a:pt x="13247" y="39760"/>
                    <a:pt x="13689" y="36730"/>
                    <a:pt x="13602" y="35330"/>
                  </a:cubicBezTo>
                  <a:cubicBezTo>
                    <a:pt x="13520" y="33929"/>
                    <a:pt x="13536" y="32840"/>
                    <a:pt x="13460" y="32447"/>
                  </a:cubicBezTo>
                  <a:cubicBezTo>
                    <a:pt x="13389" y="32060"/>
                    <a:pt x="12752" y="30137"/>
                    <a:pt x="12953" y="29227"/>
                  </a:cubicBezTo>
                  <a:cubicBezTo>
                    <a:pt x="13155" y="28311"/>
                    <a:pt x="13389" y="24770"/>
                    <a:pt x="13280" y="23418"/>
                  </a:cubicBezTo>
                  <a:cubicBezTo>
                    <a:pt x="13171" y="22067"/>
                    <a:pt x="12550" y="20884"/>
                    <a:pt x="12610" y="20301"/>
                  </a:cubicBezTo>
                  <a:cubicBezTo>
                    <a:pt x="12664" y="19724"/>
                    <a:pt x="12430" y="18705"/>
                    <a:pt x="12348" y="18111"/>
                  </a:cubicBezTo>
                  <a:cubicBezTo>
                    <a:pt x="12267" y="17517"/>
                    <a:pt x="12539" y="14814"/>
                    <a:pt x="12713" y="13714"/>
                  </a:cubicBezTo>
                  <a:cubicBezTo>
                    <a:pt x="12751" y="13482"/>
                    <a:pt x="12800" y="13389"/>
                    <a:pt x="12855" y="13389"/>
                  </a:cubicBezTo>
                  <a:cubicBezTo>
                    <a:pt x="13061" y="13389"/>
                    <a:pt x="13354" y="14697"/>
                    <a:pt x="13487" y="14912"/>
                  </a:cubicBezTo>
                  <a:cubicBezTo>
                    <a:pt x="13651" y="15185"/>
                    <a:pt x="13651" y="17315"/>
                    <a:pt x="13923" y="18133"/>
                  </a:cubicBezTo>
                  <a:cubicBezTo>
                    <a:pt x="14196" y="18950"/>
                    <a:pt x="14811" y="20966"/>
                    <a:pt x="14893" y="21097"/>
                  </a:cubicBezTo>
                  <a:cubicBezTo>
                    <a:pt x="14980" y="21228"/>
                    <a:pt x="14522" y="21893"/>
                    <a:pt x="14779" y="23342"/>
                  </a:cubicBezTo>
                  <a:cubicBezTo>
                    <a:pt x="14860" y="23925"/>
                    <a:pt x="14898" y="24513"/>
                    <a:pt x="14893" y="25102"/>
                  </a:cubicBezTo>
                  <a:cubicBezTo>
                    <a:pt x="14886" y="25359"/>
                    <a:pt x="14961" y="25406"/>
                    <a:pt x="15016" y="25406"/>
                  </a:cubicBezTo>
                  <a:cubicBezTo>
                    <a:pt x="15048" y="25406"/>
                    <a:pt x="15073" y="25391"/>
                    <a:pt x="15073" y="25391"/>
                  </a:cubicBezTo>
                  <a:cubicBezTo>
                    <a:pt x="15182" y="25353"/>
                    <a:pt x="15138" y="24230"/>
                    <a:pt x="15274" y="24029"/>
                  </a:cubicBezTo>
                  <a:cubicBezTo>
                    <a:pt x="15283" y="24015"/>
                    <a:pt x="15292" y="24008"/>
                    <a:pt x="15299" y="24008"/>
                  </a:cubicBezTo>
                  <a:cubicBezTo>
                    <a:pt x="15398" y="24008"/>
                    <a:pt x="15314" y="25278"/>
                    <a:pt x="15334" y="25374"/>
                  </a:cubicBezTo>
                  <a:cubicBezTo>
                    <a:pt x="15359" y="25474"/>
                    <a:pt x="15371" y="25629"/>
                    <a:pt x="15502" y="25629"/>
                  </a:cubicBezTo>
                  <a:cubicBezTo>
                    <a:pt x="15514" y="25629"/>
                    <a:pt x="15527" y="25628"/>
                    <a:pt x="15541" y="25625"/>
                  </a:cubicBezTo>
                  <a:cubicBezTo>
                    <a:pt x="15710" y="25587"/>
                    <a:pt x="15547" y="24383"/>
                    <a:pt x="15667" y="24110"/>
                  </a:cubicBezTo>
                  <a:cubicBezTo>
                    <a:pt x="15675" y="24092"/>
                    <a:pt x="15683" y="24083"/>
                    <a:pt x="15690" y="24083"/>
                  </a:cubicBezTo>
                  <a:cubicBezTo>
                    <a:pt x="15794" y="24083"/>
                    <a:pt x="15853" y="25701"/>
                    <a:pt x="16086" y="25767"/>
                  </a:cubicBezTo>
                  <a:cubicBezTo>
                    <a:pt x="16094" y="25769"/>
                    <a:pt x="16101" y="25770"/>
                    <a:pt x="16108" y="25770"/>
                  </a:cubicBezTo>
                  <a:cubicBezTo>
                    <a:pt x="16326" y="25770"/>
                    <a:pt x="16249" y="24741"/>
                    <a:pt x="16217" y="24546"/>
                  </a:cubicBezTo>
                  <a:cubicBezTo>
                    <a:pt x="16184" y="24377"/>
                    <a:pt x="16220" y="23997"/>
                    <a:pt x="16301" y="23997"/>
                  </a:cubicBezTo>
                  <a:cubicBezTo>
                    <a:pt x="16313" y="23997"/>
                    <a:pt x="16327" y="24007"/>
                    <a:pt x="16342" y="24029"/>
                  </a:cubicBezTo>
                  <a:cubicBezTo>
                    <a:pt x="16449" y="24178"/>
                    <a:pt x="16748" y="25600"/>
                    <a:pt x="16939" y="25600"/>
                  </a:cubicBezTo>
                  <a:cubicBezTo>
                    <a:pt x="16944" y="25600"/>
                    <a:pt x="16948" y="25599"/>
                    <a:pt x="16953" y="25598"/>
                  </a:cubicBezTo>
                  <a:cubicBezTo>
                    <a:pt x="17241" y="25494"/>
                    <a:pt x="16680" y="23386"/>
                    <a:pt x="16680" y="23386"/>
                  </a:cubicBezTo>
                  <a:lnTo>
                    <a:pt x="16680" y="23386"/>
                  </a:lnTo>
                  <a:cubicBezTo>
                    <a:pt x="16680" y="23386"/>
                    <a:pt x="16936" y="23718"/>
                    <a:pt x="17105" y="23892"/>
                  </a:cubicBezTo>
                  <a:cubicBezTo>
                    <a:pt x="17195" y="23991"/>
                    <a:pt x="17333" y="24036"/>
                    <a:pt x="17449" y="24036"/>
                  </a:cubicBezTo>
                  <a:cubicBezTo>
                    <a:pt x="17543" y="24036"/>
                    <a:pt x="17623" y="24006"/>
                    <a:pt x="17650" y="23952"/>
                  </a:cubicBezTo>
                  <a:cubicBezTo>
                    <a:pt x="17710" y="23832"/>
                    <a:pt x="17182" y="22971"/>
                    <a:pt x="17111" y="22334"/>
                  </a:cubicBezTo>
                  <a:cubicBezTo>
                    <a:pt x="17045" y="21691"/>
                    <a:pt x="16163" y="20874"/>
                    <a:pt x="16163" y="20874"/>
                  </a:cubicBezTo>
                  <a:cubicBezTo>
                    <a:pt x="16321" y="18422"/>
                    <a:pt x="15465" y="16324"/>
                    <a:pt x="15514" y="15485"/>
                  </a:cubicBezTo>
                  <a:cubicBezTo>
                    <a:pt x="15558" y="14640"/>
                    <a:pt x="15443" y="12825"/>
                    <a:pt x="15264" y="12542"/>
                  </a:cubicBezTo>
                  <a:cubicBezTo>
                    <a:pt x="15084" y="12259"/>
                    <a:pt x="14958" y="11692"/>
                    <a:pt x="14931" y="9725"/>
                  </a:cubicBezTo>
                  <a:cubicBezTo>
                    <a:pt x="14909" y="7758"/>
                    <a:pt x="13117" y="7338"/>
                    <a:pt x="12539" y="7278"/>
                  </a:cubicBezTo>
                  <a:cubicBezTo>
                    <a:pt x="11956" y="7224"/>
                    <a:pt x="10180" y="5976"/>
                    <a:pt x="10087" y="5851"/>
                  </a:cubicBezTo>
                  <a:cubicBezTo>
                    <a:pt x="9994" y="5725"/>
                    <a:pt x="10120" y="5022"/>
                    <a:pt x="10120" y="5022"/>
                  </a:cubicBezTo>
                  <a:cubicBezTo>
                    <a:pt x="10654" y="4690"/>
                    <a:pt x="10665" y="3965"/>
                    <a:pt x="10665" y="3965"/>
                  </a:cubicBezTo>
                  <a:cubicBezTo>
                    <a:pt x="11248" y="3965"/>
                    <a:pt x="11417" y="3420"/>
                    <a:pt x="11498" y="2946"/>
                  </a:cubicBezTo>
                  <a:cubicBezTo>
                    <a:pt x="11547" y="2641"/>
                    <a:pt x="11378" y="2585"/>
                    <a:pt x="11250" y="2585"/>
                  </a:cubicBezTo>
                  <a:cubicBezTo>
                    <a:pt x="11177" y="2585"/>
                    <a:pt x="11117" y="2603"/>
                    <a:pt x="11117" y="2603"/>
                  </a:cubicBezTo>
                  <a:cubicBezTo>
                    <a:pt x="11450" y="235"/>
                    <a:pt x="9711" y="1"/>
                    <a:pt x="9003" y="1"/>
                  </a:cubicBezTo>
                  <a:cubicBezTo>
                    <a:pt x="8947" y="1"/>
                    <a:pt x="8897" y="2"/>
                    <a:pt x="8856" y="4"/>
                  </a:cubicBezTo>
                  <a:cubicBezTo>
                    <a:pt x="8814" y="2"/>
                    <a:pt x="8764" y="1"/>
                    <a:pt x="870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4" name="Google Shape;9574;p88"/>
            <p:cNvGrpSpPr/>
            <p:nvPr/>
          </p:nvGrpSpPr>
          <p:grpSpPr>
            <a:xfrm>
              <a:off x="2939796" y="3259611"/>
              <a:ext cx="443027" cy="1124980"/>
              <a:chOff x="2939796" y="3259611"/>
              <a:chExt cx="443027" cy="1124980"/>
            </a:xfrm>
          </p:grpSpPr>
          <p:sp>
            <p:nvSpPr>
              <p:cNvPr id="9575" name="Google Shape;9575;p88"/>
              <p:cNvSpPr/>
              <p:nvPr/>
            </p:nvSpPr>
            <p:spPr>
              <a:xfrm>
                <a:off x="3348503" y="3813938"/>
                <a:ext cx="20698" cy="20799"/>
              </a:xfrm>
              <a:custGeom>
                <a:rect b="b" l="l" r="r" t="t"/>
                <a:pathLst>
                  <a:path extrusionOk="0" h="823" w="819">
                    <a:moveTo>
                      <a:pt x="164" y="1"/>
                    </a:moveTo>
                    <a:lnTo>
                      <a:pt x="1" y="115"/>
                    </a:lnTo>
                    <a:cubicBezTo>
                      <a:pt x="1" y="115"/>
                      <a:pt x="519" y="823"/>
                      <a:pt x="674" y="823"/>
                    </a:cubicBezTo>
                    <a:cubicBezTo>
                      <a:pt x="681" y="823"/>
                      <a:pt x="687" y="821"/>
                      <a:pt x="693" y="818"/>
                    </a:cubicBezTo>
                    <a:cubicBezTo>
                      <a:pt x="818" y="748"/>
                      <a:pt x="164" y="1"/>
                      <a:pt x="1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8"/>
              <p:cNvSpPr/>
              <p:nvPr/>
            </p:nvSpPr>
            <p:spPr>
              <a:xfrm>
                <a:off x="3361240" y="3830643"/>
                <a:ext cx="21583" cy="28659"/>
              </a:xfrm>
              <a:custGeom>
                <a:rect b="b" l="l" r="r" t="t"/>
                <a:pathLst>
                  <a:path extrusionOk="0" h="1134" w="854">
                    <a:moveTo>
                      <a:pt x="145" y="1"/>
                    </a:moveTo>
                    <a:cubicBezTo>
                      <a:pt x="113" y="1"/>
                      <a:pt x="84" y="13"/>
                      <a:pt x="63" y="37"/>
                    </a:cubicBezTo>
                    <a:cubicBezTo>
                      <a:pt x="1" y="90"/>
                      <a:pt x="342" y="1134"/>
                      <a:pt x="582" y="1134"/>
                    </a:cubicBezTo>
                    <a:cubicBezTo>
                      <a:pt x="593" y="1134"/>
                      <a:pt x="603" y="1132"/>
                      <a:pt x="614" y="1127"/>
                    </a:cubicBezTo>
                    <a:cubicBezTo>
                      <a:pt x="854" y="1024"/>
                      <a:pt x="178" y="5"/>
                      <a:pt x="178" y="5"/>
                    </a:cubicBezTo>
                    <a:cubicBezTo>
                      <a:pt x="167" y="2"/>
                      <a:pt x="156" y="1"/>
                      <a:pt x="1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8"/>
              <p:cNvSpPr/>
              <p:nvPr/>
            </p:nvSpPr>
            <p:spPr>
              <a:xfrm>
                <a:off x="3341805" y="3812472"/>
                <a:ext cx="16655" cy="30352"/>
              </a:xfrm>
              <a:custGeom>
                <a:rect b="b" l="l" r="r" t="t"/>
                <a:pathLst>
                  <a:path extrusionOk="0" h="1201" w="659">
                    <a:moveTo>
                      <a:pt x="140" y="1"/>
                    </a:moveTo>
                    <a:cubicBezTo>
                      <a:pt x="115" y="1"/>
                      <a:pt x="90" y="9"/>
                      <a:pt x="70" y="26"/>
                    </a:cubicBezTo>
                    <a:cubicBezTo>
                      <a:pt x="0" y="64"/>
                      <a:pt x="139" y="1200"/>
                      <a:pt x="383" y="1200"/>
                    </a:cubicBezTo>
                    <a:cubicBezTo>
                      <a:pt x="389" y="1200"/>
                      <a:pt x="396" y="1199"/>
                      <a:pt x="402" y="1198"/>
                    </a:cubicBezTo>
                    <a:cubicBezTo>
                      <a:pt x="658" y="1143"/>
                      <a:pt x="184" y="10"/>
                      <a:pt x="184" y="10"/>
                    </a:cubicBezTo>
                    <a:cubicBezTo>
                      <a:pt x="170" y="4"/>
                      <a:pt x="155"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8"/>
              <p:cNvSpPr/>
              <p:nvPr/>
            </p:nvSpPr>
            <p:spPr>
              <a:xfrm>
                <a:off x="3347997" y="3841839"/>
                <a:ext cx="16655" cy="30302"/>
              </a:xfrm>
              <a:custGeom>
                <a:rect b="b" l="l" r="r" t="t"/>
                <a:pathLst>
                  <a:path extrusionOk="0" h="1199" w="659">
                    <a:moveTo>
                      <a:pt x="135" y="1"/>
                    </a:moveTo>
                    <a:cubicBezTo>
                      <a:pt x="112" y="1"/>
                      <a:pt x="89" y="9"/>
                      <a:pt x="70" y="25"/>
                    </a:cubicBezTo>
                    <a:cubicBezTo>
                      <a:pt x="1" y="67"/>
                      <a:pt x="144" y="1199"/>
                      <a:pt x="384" y="1199"/>
                    </a:cubicBezTo>
                    <a:cubicBezTo>
                      <a:pt x="390" y="1199"/>
                      <a:pt x="396" y="1198"/>
                      <a:pt x="402" y="1196"/>
                    </a:cubicBezTo>
                    <a:cubicBezTo>
                      <a:pt x="658" y="1142"/>
                      <a:pt x="184" y="14"/>
                      <a:pt x="184" y="14"/>
                    </a:cubicBezTo>
                    <a:cubicBezTo>
                      <a:pt x="168" y="5"/>
                      <a:pt x="151" y="1"/>
                      <a:pt x="13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8"/>
              <p:cNvSpPr/>
              <p:nvPr/>
            </p:nvSpPr>
            <p:spPr>
              <a:xfrm>
                <a:off x="3354619" y="3870043"/>
                <a:ext cx="16629" cy="30327"/>
              </a:xfrm>
              <a:custGeom>
                <a:rect b="b" l="l" r="r" t="t"/>
                <a:pathLst>
                  <a:path extrusionOk="0" h="1200" w="658">
                    <a:moveTo>
                      <a:pt x="139" y="0"/>
                    </a:moveTo>
                    <a:cubicBezTo>
                      <a:pt x="114" y="0"/>
                      <a:pt x="90" y="9"/>
                      <a:pt x="69" y="26"/>
                    </a:cubicBezTo>
                    <a:cubicBezTo>
                      <a:pt x="0" y="63"/>
                      <a:pt x="144" y="1200"/>
                      <a:pt x="383" y="1200"/>
                    </a:cubicBezTo>
                    <a:cubicBezTo>
                      <a:pt x="389" y="1200"/>
                      <a:pt x="396" y="1199"/>
                      <a:pt x="402" y="1198"/>
                    </a:cubicBezTo>
                    <a:cubicBezTo>
                      <a:pt x="658" y="1138"/>
                      <a:pt x="184" y="10"/>
                      <a:pt x="184" y="10"/>
                    </a:cubicBezTo>
                    <a:cubicBezTo>
                      <a:pt x="169" y="3"/>
                      <a:pt x="154"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8"/>
              <p:cNvSpPr/>
              <p:nvPr/>
            </p:nvSpPr>
            <p:spPr>
              <a:xfrm>
                <a:off x="3331722" y="3818411"/>
                <a:ext cx="14330" cy="29468"/>
              </a:xfrm>
              <a:custGeom>
                <a:rect b="b" l="l" r="r" t="t"/>
                <a:pathLst>
                  <a:path extrusionOk="0" h="1166" w="567">
                    <a:moveTo>
                      <a:pt x="175" y="1"/>
                    </a:moveTo>
                    <a:cubicBezTo>
                      <a:pt x="150" y="1"/>
                      <a:pt x="125" y="8"/>
                      <a:pt x="103" y="20"/>
                    </a:cubicBezTo>
                    <a:cubicBezTo>
                      <a:pt x="23" y="52"/>
                      <a:pt x="1" y="1165"/>
                      <a:pt x="270" y="1165"/>
                    </a:cubicBezTo>
                    <a:cubicBezTo>
                      <a:pt x="274" y="1165"/>
                      <a:pt x="279" y="1165"/>
                      <a:pt x="283" y="1164"/>
                    </a:cubicBezTo>
                    <a:cubicBezTo>
                      <a:pt x="567" y="1126"/>
                      <a:pt x="234" y="15"/>
                      <a:pt x="234" y="15"/>
                    </a:cubicBezTo>
                    <a:cubicBezTo>
                      <a:pt x="215" y="5"/>
                      <a:pt x="195" y="1"/>
                      <a:pt x="1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8"/>
              <p:cNvSpPr/>
              <p:nvPr/>
            </p:nvSpPr>
            <p:spPr>
              <a:xfrm>
                <a:off x="3333920" y="3846919"/>
                <a:ext cx="14481" cy="29468"/>
              </a:xfrm>
              <a:custGeom>
                <a:rect b="b" l="l" r="r" t="t"/>
                <a:pathLst>
                  <a:path extrusionOk="0" h="1166" w="573">
                    <a:moveTo>
                      <a:pt x="178" y="1"/>
                    </a:moveTo>
                    <a:cubicBezTo>
                      <a:pt x="154" y="1"/>
                      <a:pt x="131" y="8"/>
                      <a:pt x="109" y="20"/>
                    </a:cubicBezTo>
                    <a:cubicBezTo>
                      <a:pt x="23" y="52"/>
                      <a:pt x="1" y="1165"/>
                      <a:pt x="270" y="1165"/>
                    </a:cubicBezTo>
                    <a:cubicBezTo>
                      <a:pt x="274" y="1165"/>
                      <a:pt x="279" y="1165"/>
                      <a:pt x="283" y="1164"/>
                    </a:cubicBezTo>
                    <a:cubicBezTo>
                      <a:pt x="572" y="1126"/>
                      <a:pt x="234" y="15"/>
                      <a:pt x="234" y="15"/>
                    </a:cubicBezTo>
                    <a:cubicBezTo>
                      <a:pt x="215" y="5"/>
                      <a:pt x="196" y="1"/>
                      <a:pt x="1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8"/>
              <p:cNvSpPr/>
              <p:nvPr/>
            </p:nvSpPr>
            <p:spPr>
              <a:xfrm>
                <a:off x="3336675" y="3874289"/>
                <a:ext cx="14481" cy="29493"/>
              </a:xfrm>
              <a:custGeom>
                <a:rect b="b" l="l" r="r" t="t"/>
                <a:pathLst>
                  <a:path extrusionOk="0" h="1167" w="573">
                    <a:moveTo>
                      <a:pt x="173" y="0"/>
                    </a:moveTo>
                    <a:cubicBezTo>
                      <a:pt x="150" y="0"/>
                      <a:pt x="127" y="7"/>
                      <a:pt x="104" y="21"/>
                    </a:cubicBezTo>
                    <a:cubicBezTo>
                      <a:pt x="23" y="54"/>
                      <a:pt x="1" y="1167"/>
                      <a:pt x="270" y="1167"/>
                    </a:cubicBezTo>
                    <a:cubicBezTo>
                      <a:pt x="274" y="1167"/>
                      <a:pt x="279" y="1166"/>
                      <a:pt x="283" y="1166"/>
                    </a:cubicBezTo>
                    <a:cubicBezTo>
                      <a:pt x="572" y="1128"/>
                      <a:pt x="234" y="16"/>
                      <a:pt x="234" y="16"/>
                    </a:cubicBezTo>
                    <a:cubicBezTo>
                      <a:pt x="214" y="6"/>
                      <a:pt x="193"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8"/>
              <p:cNvSpPr/>
              <p:nvPr/>
            </p:nvSpPr>
            <p:spPr>
              <a:xfrm>
                <a:off x="2953418" y="3814368"/>
                <a:ext cx="20673" cy="20926"/>
              </a:xfrm>
              <a:custGeom>
                <a:rect b="b" l="l" r="r" t="t"/>
                <a:pathLst>
                  <a:path extrusionOk="0" h="828" w="818">
                    <a:moveTo>
                      <a:pt x="654" y="0"/>
                    </a:moveTo>
                    <a:cubicBezTo>
                      <a:pt x="654" y="0"/>
                      <a:pt x="1" y="752"/>
                      <a:pt x="126" y="823"/>
                    </a:cubicBezTo>
                    <a:cubicBezTo>
                      <a:pt x="131" y="826"/>
                      <a:pt x="138" y="828"/>
                      <a:pt x="145" y="828"/>
                    </a:cubicBezTo>
                    <a:cubicBezTo>
                      <a:pt x="300" y="828"/>
                      <a:pt x="818" y="120"/>
                      <a:pt x="818" y="120"/>
                    </a:cubicBezTo>
                    <a:lnTo>
                      <a:pt x="6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8"/>
              <p:cNvSpPr/>
              <p:nvPr/>
            </p:nvSpPr>
            <p:spPr>
              <a:xfrm>
                <a:off x="2939796" y="3831123"/>
                <a:ext cx="21431" cy="28735"/>
              </a:xfrm>
              <a:custGeom>
                <a:rect b="b" l="l" r="r" t="t"/>
                <a:pathLst>
                  <a:path extrusionOk="0" h="1137" w="848">
                    <a:moveTo>
                      <a:pt x="695" y="1"/>
                    </a:moveTo>
                    <a:cubicBezTo>
                      <a:pt x="688" y="1"/>
                      <a:pt x="682" y="1"/>
                      <a:pt x="676" y="2"/>
                    </a:cubicBezTo>
                    <a:cubicBezTo>
                      <a:pt x="676" y="2"/>
                      <a:pt x="0" y="1027"/>
                      <a:pt x="240" y="1130"/>
                    </a:cubicBezTo>
                    <a:cubicBezTo>
                      <a:pt x="250" y="1135"/>
                      <a:pt x="261" y="1137"/>
                      <a:pt x="272" y="1137"/>
                    </a:cubicBezTo>
                    <a:cubicBezTo>
                      <a:pt x="511" y="1137"/>
                      <a:pt x="847" y="87"/>
                      <a:pt x="785" y="40"/>
                    </a:cubicBezTo>
                    <a:cubicBezTo>
                      <a:pt x="762" y="13"/>
                      <a:pt x="728" y="1"/>
                      <a:pt x="6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8"/>
              <p:cNvSpPr/>
              <p:nvPr/>
            </p:nvSpPr>
            <p:spPr>
              <a:xfrm>
                <a:off x="2964310" y="3812927"/>
                <a:ext cx="16503" cy="30428"/>
              </a:xfrm>
              <a:custGeom>
                <a:rect b="b" l="l" r="r" t="t"/>
                <a:pathLst>
                  <a:path extrusionOk="0" h="1204" w="653">
                    <a:moveTo>
                      <a:pt x="518" y="0"/>
                    </a:moveTo>
                    <a:cubicBezTo>
                      <a:pt x="501" y="0"/>
                      <a:pt x="485" y="5"/>
                      <a:pt x="469" y="14"/>
                    </a:cubicBezTo>
                    <a:cubicBezTo>
                      <a:pt x="469" y="14"/>
                      <a:pt x="0" y="1142"/>
                      <a:pt x="251" y="1202"/>
                    </a:cubicBezTo>
                    <a:cubicBezTo>
                      <a:pt x="256" y="1203"/>
                      <a:pt x="262" y="1203"/>
                      <a:pt x="268" y="1203"/>
                    </a:cubicBezTo>
                    <a:cubicBezTo>
                      <a:pt x="513" y="1203"/>
                      <a:pt x="652" y="62"/>
                      <a:pt x="583" y="25"/>
                    </a:cubicBezTo>
                    <a:cubicBezTo>
                      <a:pt x="564" y="9"/>
                      <a:pt x="541" y="0"/>
                      <a:pt x="51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8"/>
              <p:cNvSpPr/>
              <p:nvPr/>
            </p:nvSpPr>
            <p:spPr>
              <a:xfrm>
                <a:off x="2958093" y="3842344"/>
                <a:ext cx="16528" cy="30352"/>
              </a:xfrm>
              <a:custGeom>
                <a:rect b="b" l="l" r="r" t="t"/>
                <a:pathLst>
                  <a:path extrusionOk="0" h="1201" w="654">
                    <a:moveTo>
                      <a:pt x="516" y="1"/>
                    </a:moveTo>
                    <a:cubicBezTo>
                      <a:pt x="500" y="1"/>
                      <a:pt x="485" y="4"/>
                      <a:pt x="469" y="10"/>
                    </a:cubicBezTo>
                    <a:cubicBezTo>
                      <a:pt x="469" y="10"/>
                      <a:pt x="1" y="1138"/>
                      <a:pt x="252" y="1198"/>
                    </a:cubicBezTo>
                    <a:cubicBezTo>
                      <a:pt x="257" y="1199"/>
                      <a:pt x="263" y="1200"/>
                      <a:pt x="269" y="1200"/>
                    </a:cubicBezTo>
                    <a:cubicBezTo>
                      <a:pt x="514" y="1200"/>
                      <a:pt x="653" y="64"/>
                      <a:pt x="584" y="21"/>
                    </a:cubicBezTo>
                    <a:cubicBezTo>
                      <a:pt x="564" y="8"/>
                      <a:pt x="540" y="1"/>
                      <a:pt x="5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8"/>
              <p:cNvSpPr/>
              <p:nvPr/>
            </p:nvSpPr>
            <p:spPr>
              <a:xfrm>
                <a:off x="2951497" y="3870473"/>
                <a:ext cx="16655" cy="30453"/>
              </a:xfrm>
              <a:custGeom>
                <a:rect b="b" l="l" r="r" t="t"/>
                <a:pathLst>
                  <a:path extrusionOk="0" h="1205" w="659">
                    <a:moveTo>
                      <a:pt x="521" y="1"/>
                    </a:moveTo>
                    <a:cubicBezTo>
                      <a:pt x="505" y="1"/>
                      <a:pt x="488" y="5"/>
                      <a:pt x="474" y="14"/>
                    </a:cubicBezTo>
                    <a:cubicBezTo>
                      <a:pt x="474" y="14"/>
                      <a:pt x="0" y="1142"/>
                      <a:pt x="256" y="1202"/>
                    </a:cubicBezTo>
                    <a:cubicBezTo>
                      <a:pt x="262" y="1204"/>
                      <a:pt x="268" y="1204"/>
                      <a:pt x="273" y="1204"/>
                    </a:cubicBezTo>
                    <a:cubicBezTo>
                      <a:pt x="519" y="1204"/>
                      <a:pt x="658" y="63"/>
                      <a:pt x="589" y="25"/>
                    </a:cubicBezTo>
                    <a:cubicBezTo>
                      <a:pt x="570" y="9"/>
                      <a:pt x="54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8"/>
              <p:cNvSpPr/>
              <p:nvPr/>
            </p:nvSpPr>
            <p:spPr>
              <a:xfrm>
                <a:off x="2976567" y="3818841"/>
                <a:ext cx="14304" cy="29442"/>
              </a:xfrm>
              <a:custGeom>
                <a:rect b="b" l="l" r="r" t="t"/>
                <a:pathLst>
                  <a:path extrusionOk="0" h="1165" w="566">
                    <a:moveTo>
                      <a:pt x="387" y="0"/>
                    </a:moveTo>
                    <a:cubicBezTo>
                      <a:pt x="368" y="0"/>
                      <a:pt x="349" y="5"/>
                      <a:pt x="332" y="14"/>
                    </a:cubicBezTo>
                    <a:cubicBezTo>
                      <a:pt x="332" y="14"/>
                      <a:pt x="0" y="1126"/>
                      <a:pt x="283" y="1164"/>
                    </a:cubicBezTo>
                    <a:cubicBezTo>
                      <a:pt x="288" y="1164"/>
                      <a:pt x="293" y="1165"/>
                      <a:pt x="297" y="1165"/>
                    </a:cubicBezTo>
                    <a:cubicBezTo>
                      <a:pt x="566" y="1165"/>
                      <a:pt x="538" y="52"/>
                      <a:pt x="458" y="20"/>
                    </a:cubicBezTo>
                    <a:cubicBezTo>
                      <a:pt x="436" y="7"/>
                      <a:pt x="411" y="0"/>
                      <a:pt x="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8"/>
              <p:cNvSpPr/>
              <p:nvPr/>
            </p:nvSpPr>
            <p:spPr>
              <a:xfrm>
                <a:off x="2974343" y="3847273"/>
                <a:ext cx="14481" cy="29518"/>
              </a:xfrm>
              <a:custGeom>
                <a:rect b="b" l="l" r="r" t="t"/>
                <a:pathLst>
                  <a:path extrusionOk="0" h="1168" w="573">
                    <a:moveTo>
                      <a:pt x="399" y="1"/>
                    </a:moveTo>
                    <a:cubicBezTo>
                      <a:pt x="377" y="1"/>
                      <a:pt x="355" y="6"/>
                      <a:pt x="333" y="17"/>
                    </a:cubicBezTo>
                    <a:cubicBezTo>
                      <a:pt x="333" y="17"/>
                      <a:pt x="1" y="1129"/>
                      <a:pt x="284" y="1167"/>
                    </a:cubicBezTo>
                    <a:cubicBezTo>
                      <a:pt x="289" y="1167"/>
                      <a:pt x="294" y="1168"/>
                      <a:pt x="298" y="1168"/>
                    </a:cubicBezTo>
                    <a:cubicBezTo>
                      <a:pt x="572" y="1168"/>
                      <a:pt x="544" y="55"/>
                      <a:pt x="464" y="17"/>
                    </a:cubicBezTo>
                    <a:cubicBezTo>
                      <a:pt x="442" y="6"/>
                      <a:pt x="420" y="1"/>
                      <a:pt x="3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8"/>
              <p:cNvSpPr/>
              <p:nvPr/>
            </p:nvSpPr>
            <p:spPr>
              <a:xfrm>
                <a:off x="2971589" y="3874820"/>
                <a:ext cx="14481" cy="29518"/>
              </a:xfrm>
              <a:custGeom>
                <a:rect b="b" l="l" r="r" t="t"/>
                <a:pathLst>
                  <a:path extrusionOk="0" h="1168" w="573">
                    <a:moveTo>
                      <a:pt x="401" y="0"/>
                    </a:moveTo>
                    <a:cubicBezTo>
                      <a:pt x="380" y="0"/>
                      <a:pt x="358" y="6"/>
                      <a:pt x="339" y="17"/>
                    </a:cubicBezTo>
                    <a:cubicBezTo>
                      <a:pt x="339" y="17"/>
                      <a:pt x="1" y="1128"/>
                      <a:pt x="290" y="1167"/>
                    </a:cubicBezTo>
                    <a:cubicBezTo>
                      <a:pt x="294" y="1167"/>
                      <a:pt x="299" y="1167"/>
                      <a:pt x="303" y="1167"/>
                    </a:cubicBezTo>
                    <a:cubicBezTo>
                      <a:pt x="572" y="1167"/>
                      <a:pt x="544" y="54"/>
                      <a:pt x="464" y="17"/>
                    </a:cubicBezTo>
                    <a:cubicBezTo>
                      <a:pt x="445" y="6"/>
                      <a:pt x="423" y="0"/>
                      <a:pt x="4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8"/>
              <p:cNvSpPr/>
              <p:nvPr/>
            </p:nvSpPr>
            <p:spPr>
              <a:xfrm>
                <a:off x="2989355" y="382480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5"/>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8"/>
              <p:cNvSpPr/>
              <p:nvPr/>
            </p:nvSpPr>
            <p:spPr>
              <a:xfrm>
                <a:off x="2988824" y="3850735"/>
                <a:ext cx="11828" cy="26865"/>
              </a:xfrm>
              <a:custGeom>
                <a:rect b="b" l="l" r="r" t="t"/>
                <a:pathLst>
                  <a:path extrusionOk="0" h="1063" w="468">
                    <a:moveTo>
                      <a:pt x="284" y="1"/>
                    </a:moveTo>
                    <a:cubicBezTo>
                      <a:pt x="263" y="1"/>
                      <a:pt x="242" y="7"/>
                      <a:pt x="223" y="16"/>
                    </a:cubicBezTo>
                    <a:cubicBezTo>
                      <a:pt x="223" y="16"/>
                      <a:pt x="0" y="1046"/>
                      <a:pt x="234" y="1062"/>
                    </a:cubicBezTo>
                    <a:cubicBezTo>
                      <a:pt x="236" y="1063"/>
                      <a:pt x="238" y="1063"/>
                      <a:pt x="240" y="1063"/>
                    </a:cubicBezTo>
                    <a:cubicBezTo>
                      <a:pt x="468" y="1063"/>
                      <a:pt x="397" y="38"/>
                      <a:pt x="327" y="11"/>
                    </a:cubicBezTo>
                    <a:cubicBezTo>
                      <a:pt x="313" y="4"/>
                      <a:pt x="299" y="1"/>
                      <a:pt x="28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8"/>
              <p:cNvSpPr/>
              <p:nvPr/>
            </p:nvSpPr>
            <p:spPr>
              <a:xfrm>
                <a:off x="2987839" y="387575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0"/>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8"/>
              <p:cNvSpPr/>
              <p:nvPr/>
            </p:nvSpPr>
            <p:spPr>
              <a:xfrm>
                <a:off x="2960721" y="3801226"/>
                <a:ext cx="45870" cy="28583"/>
              </a:xfrm>
              <a:custGeom>
                <a:rect b="b" l="l" r="r" t="t"/>
                <a:pathLst>
                  <a:path extrusionOk="0" h="1131" w="1815">
                    <a:moveTo>
                      <a:pt x="902" y="0"/>
                    </a:moveTo>
                    <a:cubicBezTo>
                      <a:pt x="718" y="0"/>
                      <a:pt x="543" y="87"/>
                      <a:pt x="404" y="226"/>
                    </a:cubicBezTo>
                    <a:cubicBezTo>
                      <a:pt x="404" y="226"/>
                      <a:pt x="0" y="362"/>
                      <a:pt x="137" y="673"/>
                    </a:cubicBezTo>
                    <a:cubicBezTo>
                      <a:pt x="273" y="989"/>
                      <a:pt x="899" y="869"/>
                      <a:pt x="1101" y="1076"/>
                    </a:cubicBezTo>
                    <a:cubicBezTo>
                      <a:pt x="1138" y="1114"/>
                      <a:pt x="1186" y="1131"/>
                      <a:pt x="1240" y="1131"/>
                    </a:cubicBezTo>
                    <a:cubicBezTo>
                      <a:pt x="1481" y="1131"/>
                      <a:pt x="1814" y="779"/>
                      <a:pt x="1515" y="373"/>
                    </a:cubicBezTo>
                    <a:cubicBezTo>
                      <a:pt x="1325" y="109"/>
                      <a:pt x="1108"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8"/>
              <p:cNvSpPr/>
              <p:nvPr/>
            </p:nvSpPr>
            <p:spPr>
              <a:xfrm>
                <a:off x="3231744" y="4292043"/>
                <a:ext cx="109354" cy="92270"/>
              </a:xfrm>
              <a:custGeom>
                <a:rect b="b" l="l" r="r" t="t"/>
                <a:pathLst>
                  <a:path extrusionOk="0" h="3651" w="4327">
                    <a:moveTo>
                      <a:pt x="1399" y="1"/>
                    </a:moveTo>
                    <a:cubicBezTo>
                      <a:pt x="992" y="1"/>
                      <a:pt x="498" y="145"/>
                      <a:pt x="251" y="765"/>
                    </a:cubicBezTo>
                    <a:cubicBezTo>
                      <a:pt x="251" y="765"/>
                      <a:pt x="0" y="1108"/>
                      <a:pt x="300" y="1304"/>
                    </a:cubicBezTo>
                    <a:cubicBezTo>
                      <a:pt x="594" y="1495"/>
                      <a:pt x="850" y="1457"/>
                      <a:pt x="975" y="1805"/>
                    </a:cubicBezTo>
                    <a:cubicBezTo>
                      <a:pt x="1095" y="2149"/>
                      <a:pt x="1629" y="2683"/>
                      <a:pt x="2190" y="3091"/>
                    </a:cubicBezTo>
                    <a:cubicBezTo>
                      <a:pt x="2329" y="3191"/>
                      <a:pt x="2509" y="3651"/>
                      <a:pt x="2790" y="3651"/>
                    </a:cubicBezTo>
                    <a:cubicBezTo>
                      <a:pt x="2818" y="3651"/>
                      <a:pt x="2847" y="3646"/>
                      <a:pt x="2877" y="3636"/>
                    </a:cubicBezTo>
                    <a:cubicBezTo>
                      <a:pt x="3204" y="3522"/>
                      <a:pt x="2561" y="2803"/>
                      <a:pt x="2463" y="2775"/>
                    </a:cubicBezTo>
                    <a:cubicBezTo>
                      <a:pt x="2463" y="2775"/>
                      <a:pt x="1809" y="1996"/>
                      <a:pt x="1706" y="1838"/>
                    </a:cubicBezTo>
                    <a:lnTo>
                      <a:pt x="1706" y="1838"/>
                    </a:lnTo>
                    <a:cubicBezTo>
                      <a:pt x="1706" y="1838"/>
                      <a:pt x="2310" y="2269"/>
                      <a:pt x="2512" y="2672"/>
                    </a:cubicBezTo>
                    <a:cubicBezTo>
                      <a:pt x="2616" y="2873"/>
                      <a:pt x="3079" y="3266"/>
                      <a:pt x="3139" y="3413"/>
                    </a:cubicBezTo>
                    <a:cubicBezTo>
                      <a:pt x="3163" y="3472"/>
                      <a:pt x="3221" y="3501"/>
                      <a:pt x="3277" y="3501"/>
                    </a:cubicBezTo>
                    <a:cubicBezTo>
                      <a:pt x="3361" y="3501"/>
                      <a:pt x="3439" y="3435"/>
                      <a:pt x="3384" y="3304"/>
                    </a:cubicBezTo>
                    <a:cubicBezTo>
                      <a:pt x="3286" y="3081"/>
                      <a:pt x="2948" y="2672"/>
                      <a:pt x="2948" y="2672"/>
                    </a:cubicBezTo>
                    <a:lnTo>
                      <a:pt x="2948" y="2672"/>
                    </a:lnTo>
                    <a:lnTo>
                      <a:pt x="3531" y="3320"/>
                    </a:lnTo>
                    <a:cubicBezTo>
                      <a:pt x="3531" y="3320"/>
                      <a:pt x="3614" y="3401"/>
                      <a:pt x="3713" y="3401"/>
                    </a:cubicBezTo>
                    <a:cubicBezTo>
                      <a:pt x="3748" y="3401"/>
                      <a:pt x="3784" y="3391"/>
                      <a:pt x="3820" y="3364"/>
                    </a:cubicBezTo>
                    <a:cubicBezTo>
                      <a:pt x="3896" y="3306"/>
                      <a:pt x="3759" y="3093"/>
                      <a:pt x="3599" y="2903"/>
                    </a:cubicBezTo>
                    <a:lnTo>
                      <a:pt x="3599" y="2903"/>
                    </a:lnTo>
                    <a:lnTo>
                      <a:pt x="3831" y="3130"/>
                    </a:lnTo>
                    <a:cubicBezTo>
                      <a:pt x="3831" y="3130"/>
                      <a:pt x="3963" y="3284"/>
                      <a:pt x="4048" y="3284"/>
                    </a:cubicBezTo>
                    <a:cubicBezTo>
                      <a:pt x="4068" y="3284"/>
                      <a:pt x="4085" y="3275"/>
                      <a:pt x="4098" y="3255"/>
                    </a:cubicBezTo>
                    <a:cubicBezTo>
                      <a:pt x="4144" y="3181"/>
                      <a:pt x="4133" y="2991"/>
                      <a:pt x="3955" y="2756"/>
                    </a:cubicBezTo>
                    <a:lnTo>
                      <a:pt x="3955" y="2756"/>
                    </a:lnTo>
                    <a:cubicBezTo>
                      <a:pt x="4036" y="2825"/>
                      <a:pt x="4113" y="2878"/>
                      <a:pt x="4161" y="2878"/>
                    </a:cubicBezTo>
                    <a:cubicBezTo>
                      <a:pt x="4176" y="2878"/>
                      <a:pt x="4187" y="2873"/>
                      <a:pt x="4196" y="2863"/>
                    </a:cubicBezTo>
                    <a:cubicBezTo>
                      <a:pt x="4196" y="2863"/>
                      <a:pt x="4326" y="2835"/>
                      <a:pt x="3765" y="2121"/>
                    </a:cubicBezTo>
                    <a:cubicBezTo>
                      <a:pt x="3765" y="2121"/>
                      <a:pt x="3002" y="1206"/>
                      <a:pt x="2474" y="857"/>
                    </a:cubicBezTo>
                    <a:cubicBezTo>
                      <a:pt x="1945" y="514"/>
                      <a:pt x="1994" y="411"/>
                      <a:pt x="2043" y="111"/>
                    </a:cubicBezTo>
                    <a:cubicBezTo>
                      <a:pt x="2043" y="111"/>
                      <a:pt x="1754" y="1"/>
                      <a:pt x="13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8"/>
              <p:cNvSpPr/>
              <p:nvPr/>
            </p:nvSpPr>
            <p:spPr>
              <a:xfrm>
                <a:off x="3056706" y="3695536"/>
                <a:ext cx="200259" cy="117189"/>
              </a:xfrm>
              <a:custGeom>
                <a:rect b="b" l="l" r="r" t="t"/>
                <a:pathLst>
                  <a:path extrusionOk="0" h="4637" w="7924">
                    <a:moveTo>
                      <a:pt x="5970" y="1"/>
                    </a:moveTo>
                    <a:cubicBezTo>
                      <a:pt x="4955" y="1"/>
                      <a:pt x="4725" y="801"/>
                      <a:pt x="4725" y="801"/>
                    </a:cubicBezTo>
                    <a:cubicBezTo>
                      <a:pt x="4725" y="801"/>
                      <a:pt x="4332" y="1387"/>
                      <a:pt x="4594" y="1387"/>
                    </a:cubicBezTo>
                    <a:cubicBezTo>
                      <a:pt x="4630" y="1387"/>
                      <a:pt x="4678" y="1376"/>
                      <a:pt x="4741" y="1351"/>
                    </a:cubicBezTo>
                    <a:cubicBezTo>
                      <a:pt x="4823" y="1319"/>
                      <a:pt x="4902" y="1304"/>
                      <a:pt x="4977" y="1304"/>
                    </a:cubicBezTo>
                    <a:cubicBezTo>
                      <a:pt x="5381" y="1304"/>
                      <a:pt x="5675" y="1750"/>
                      <a:pt x="5716" y="2376"/>
                    </a:cubicBezTo>
                    <a:cubicBezTo>
                      <a:pt x="5760" y="3111"/>
                      <a:pt x="5291" y="2850"/>
                      <a:pt x="4741" y="3525"/>
                    </a:cubicBezTo>
                    <a:cubicBezTo>
                      <a:pt x="4475" y="3855"/>
                      <a:pt x="4307" y="3939"/>
                      <a:pt x="4204" y="3939"/>
                    </a:cubicBezTo>
                    <a:cubicBezTo>
                      <a:pt x="4166" y="3939"/>
                      <a:pt x="4136" y="3927"/>
                      <a:pt x="4114" y="3912"/>
                    </a:cubicBezTo>
                    <a:lnTo>
                      <a:pt x="4114" y="3841"/>
                    </a:lnTo>
                    <a:cubicBezTo>
                      <a:pt x="4109" y="3858"/>
                      <a:pt x="4098" y="3874"/>
                      <a:pt x="4087" y="3885"/>
                    </a:cubicBezTo>
                    <a:cubicBezTo>
                      <a:pt x="4076" y="3874"/>
                      <a:pt x="4065" y="3858"/>
                      <a:pt x="4060" y="3841"/>
                    </a:cubicBezTo>
                    <a:lnTo>
                      <a:pt x="4060" y="3912"/>
                    </a:lnTo>
                    <a:cubicBezTo>
                      <a:pt x="4038" y="3927"/>
                      <a:pt x="4008" y="3939"/>
                      <a:pt x="3970" y="3939"/>
                    </a:cubicBezTo>
                    <a:cubicBezTo>
                      <a:pt x="3867" y="3939"/>
                      <a:pt x="3698" y="3855"/>
                      <a:pt x="3428" y="3525"/>
                    </a:cubicBezTo>
                    <a:cubicBezTo>
                      <a:pt x="2877" y="2855"/>
                      <a:pt x="2409" y="3117"/>
                      <a:pt x="2452" y="2381"/>
                    </a:cubicBezTo>
                    <a:cubicBezTo>
                      <a:pt x="2494" y="1754"/>
                      <a:pt x="2789" y="1311"/>
                      <a:pt x="3195" y="1311"/>
                    </a:cubicBezTo>
                    <a:cubicBezTo>
                      <a:pt x="3269" y="1311"/>
                      <a:pt x="3347" y="1326"/>
                      <a:pt x="3428" y="1357"/>
                    </a:cubicBezTo>
                    <a:cubicBezTo>
                      <a:pt x="3491" y="1382"/>
                      <a:pt x="3539" y="1393"/>
                      <a:pt x="3574" y="1393"/>
                    </a:cubicBezTo>
                    <a:cubicBezTo>
                      <a:pt x="3836" y="1393"/>
                      <a:pt x="3444" y="806"/>
                      <a:pt x="3444" y="806"/>
                    </a:cubicBezTo>
                    <a:cubicBezTo>
                      <a:pt x="3444" y="806"/>
                      <a:pt x="3332" y="89"/>
                      <a:pt x="2574" y="89"/>
                    </a:cubicBezTo>
                    <a:cubicBezTo>
                      <a:pt x="2330" y="89"/>
                      <a:pt x="2019" y="163"/>
                      <a:pt x="1624" y="360"/>
                    </a:cubicBezTo>
                    <a:cubicBezTo>
                      <a:pt x="0" y="1161"/>
                      <a:pt x="507" y="2087"/>
                      <a:pt x="1292" y="2506"/>
                    </a:cubicBezTo>
                    <a:cubicBezTo>
                      <a:pt x="2076" y="2926"/>
                      <a:pt x="1777" y="2959"/>
                      <a:pt x="2033" y="3422"/>
                    </a:cubicBezTo>
                    <a:cubicBezTo>
                      <a:pt x="2143" y="3621"/>
                      <a:pt x="2238" y="3651"/>
                      <a:pt x="2342" y="3651"/>
                    </a:cubicBezTo>
                    <a:cubicBezTo>
                      <a:pt x="2386" y="3651"/>
                      <a:pt x="2431" y="3646"/>
                      <a:pt x="2479" y="3646"/>
                    </a:cubicBezTo>
                    <a:cubicBezTo>
                      <a:pt x="2582" y="3646"/>
                      <a:pt x="2700" y="3670"/>
                      <a:pt x="2850" y="3820"/>
                    </a:cubicBezTo>
                    <a:cubicBezTo>
                      <a:pt x="3221" y="4190"/>
                      <a:pt x="3559" y="4610"/>
                      <a:pt x="4060" y="4637"/>
                    </a:cubicBezTo>
                    <a:lnTo>
                      <a:pt x="4114" y="4637"/>
                    </a:lnTo>
                    <a:cubicBezTo>
                      <a:pt x="4621" y="4610"/>
                      <a:pt x="4953" y="4190"/>
                      <a:pt x="5324" y="3814"/>
                    </a:cubicBezTo>
                    <a:cubicBezTo>
                      <a:pt x="5474" y="3664"/>
                      <a:pt x="5592" y="3640"/>
                      <a:pt x="5695" y="3640"/>
                    </a:cubicBezTo>
                    <a:cubicBezTo>
                      <a:pt x="5743" y="3640"/>
                      <a:pt x="5789" y="3646"/>
                      <a:pt x="5832" y="3646"/>
                    </a:cubicBezTo>
                    <a:cubicBezTo>
                      <a:pt x="5936" y="3646"/>
                      <a:pt x="6031" y="3616"/>
                      <a:pt x="6141" y="3416"/>
                    </a:cubicBezTo>
                    <a:cubicBezTo>
                      <a:pt x="6397" y="2953"/>
                      <a:pt x="6354" y="2719"/>
                      <a:pt x="7139" y="2299"/>
                    </a:cubicBezTo>
                    <a:cubicBezTo>
                      <a:pt x="7923" y="1880"/>
                      <a:pt x="7678" y="436"/>
                      <a:pt x="6801" y="147"/>
                    </a:cubicBezTo>
                    <a:cubicBezTo>
                      <a:pt x="6478" y="43"/>
                      <a:pt x="6203" y="1"/>
                      <a:pt x="597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8"/>
              <p:cNvSpPr/>
              <p:nvPr/>
            </p:nvSpPr>
            <p:spPr>
              <a:xfrm>
                <a:off x="3147864" y="3709992"/>
                <a:ext cx="25500" cy="16402"/>
              </a:xfrm>
              <a:custGeom>
                <a:rect b="b" l="l" r="r" t="t"/>
                <a:pathLst>
                  <a:path extrusionOk="0" h="649" w="1009">
                    <a:moveTo>
                      <a:pt x="126" y="0"/>
                    </a:moveTo>
                    <a:cubicBezTo>
                      <a:pt x="55" y="0"/>
                      <a:pt x="1" y="55"/>
                      <a:pt x="1" y="120"/>
                    </a:cubicBezTo>
                    <a:lnTo>
                      <a:pt x="1" y="529"/>
                    </a:lnTo>
                    <a:cubicBezTo>
                      <a:pt x="1" y="594"/>
                      <a:pt x="55" y="648"/>
                      <a:pt x="126" y="648"/>
                    </a:cubicBezTo>
                    <a:lnTo>
                      <a:pt x="889" y="648"/>
                    </a:lnTo>
                    <a:cubicBezTo>
                      <a:pt x="954" y="648"/>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8"/>
              <p:cNvSpPr/>
              <p:nvPr/>
            </p:nvSpPr>
            <p:spPr>
              <a:xfrm>
                <a:off x="3147864" y="3704483"/>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8"/>
              <p:cNvSpPr/>
              <p:nvPr/>
            </p:nvSpPr>
            <p:spPr>
              <a:xfrm>
                <a:off x="3147864" y="3688081"/>
                <a:ext cx="25500" cy="16427"/>
              </a:xfrm>
              <a:custGeom>
                <a:rect b="b" l="l" r="r" t="t"/>
                <a:pathLst>
                  <a:path extrusionOk="0" h="650" w="1009">
                    <a:moveTo>
                      <a:pt x="120"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8"/>
              <p:cNvSpPr/>
              <p:nvPr/>
            </p:nvSpPr>
            <p:spPr>
              <a:xfrm>
                <a:off x="3147864" y="3682572"/>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8"/>
              <p:cNvSpPr/>
              <p:nvPr/>
            </p:nvSpPr>
            <p:spPr>
              <a:xfrm>
                <a:off x="3147864" y="3666195"/>
                <a:ext cx="25500" cy="16402"/>
              </a:xfrm>
              <a:custGeom>
                <a:rect b="b" l="l" r="r" t="t"/>
                <a:pathLst>
                  <a:path extrusionOk="0" h="649" w="1009">
                    <a:moveTo>
                      <a:pt x="120" y="0"/>
                    </a:moveTo>
                    <a:cubicBezTo>
                      <a:pt x="55" y="0"/>
                      <a:pt x="1" y="55"/>
                      <a:pt x="1" y="120"/>
                    </a:cubicBezTo>
                    <a:lnTo>
                      <a:pt x="1" y="523"/>
                    </a:lnTo>
                    <a:cubicBezTo>
                      <a:pt x="1" y="594"/>
                      <a:pt x="55" y="649"/>
                      <a:pt x="120" y="649"/>
                    </a:cubicBezTo>
                    <a:lnTo>
                      <a:pt x="883" y="649"/>
                    </a:lnTo>
                    <a:cubicBezTo>
                      <a:pt x="954" y="649"/>
                      <a:pt x="1009" y="594"/>
                      <a:pt x="1009" y="523"/>
                    </a:cubicBezTo>
                    <a:lnTo>
                      <a:pt x="1009" y="120"/>
                    </a:lnTo>
                    <a:cubicBezTo>
                      <a:pt x="1009"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8"/>
              <p:cNvSpPr/>
              <p:nvPr/>
            </p:nvSpPr>
            <p:spPr>
              <a:xfrm>
                <a:off x="3147738" y="3660686"/>
                <a:ext cx="25500" cy="5535"/>
              </a:xfrm>
              <a:custGeom>
                <a:rect b="b" l="l" r="r" t="t"/>
                <a:pathLst>
                  <a:path extrusionOk="0" h="219" w="1009">
                    <a:moveTo>
                      <a:pt x="115" y="0"/>
                    </a:moveTo>
                    <a:cubicBezTo>
                      <a:pt x="49" y="0"/>
                      <a:pt x="0" y="49"/>
                      <a:pt x="6" y="109"/>
                    </a:cubicBezTo>
                    <a:cubicBezTo>
                      <a:pt x="6" y="169"/>
                      <a:pt x="55" y="218"/>
                      <a:pt x="115"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8"/>
              <p:cNvSpPr/>
              <p:nvPr/>
            </p:nvSpPr>
            <p:spPr>
              <a:xfrm>
                <a:off x="3147864" y="3644284"/>
                <a:ext cx="25500" cy="16427"/>
              </a:xfrm>
              <a:custGeom>
                <a:rect b="b" l="l" r="r" t="t"/>
                <a:pathLst>
                  <a:path extrusionOk="0" h="650" w="1009">
                    <a:moveTo>
                      <a:pt x="892" y="0"/>
                    </a:moveTo>
                    <a:cubicBezTo>
                      <a:pt x="889" y="0"/>
                      <a:pt x="886" y="1"/>
                      <a:pt x="883" y="1"/>
                    </a:cubicBezTo>
                    <a:lnTo>
                      <a:pt x="120" y="1"/>
                    </a:lnTo>
                    <a:cubicBezTo>
                      <a:pt x="50" y="1"/>
                      <a:pt x="1" y="55"/>
                      <a:pt x="1" y="121"/>
                    </a:cubicBezTo>
                    <a:lnTo>
                      <a:pt x="1" y="524"/>
                    </a:lnTo>
                    <a:cubicBezTo>
                      <a:pt x="1" y="595"/>
                      <a:pt x="55" y="649"/>
                      <a:pt x="120" y="649"/>
                    </a:cubicBezTo>
                    <a:lnTo>
                      <a:pt x="883" y="649"/>
                    </a:lnTo>
                    <a:cubicBezTo>
                      <a:pt x="954" y="644"/>
                      <a:pt x="1009" y="589"/>
                      <a:pt x="1009" y="524"/>
                    </a:cubicBezTo>
                    <a:lnTo>
                      <a:pt x="1003" y="121"/>
                    </a:lnTo>
                    <a:cubicBezTo>
                      <a:pt x="1003" y="53"/>
                      <a:pt x="954" y="0"/>
                      <a:pt x="8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8"/>
              <p:cNvSpPr/>
              <p:nvPr/>
            </p:nvSpPr>
            <p:spPr>
              <a:xfrm>
                <a:off x="3147738" y="363877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8"/>
              <p:cNvSpPr/>
              <p:nvPr/>
            </p:nvSpPr>
            <p:spPr>
              <a:xfrm>
                <a:off x="3147738" y="3622272"/>
                <a:ext cx="25500" cy="16528"/>
              </a:xfrm>
              <a:custGeom>
                <a:rect b="b" l="l" r="r" t="t"/>
                <a:pathLst>
                  <a:path extrusionOk="0" h="654" w="1009">
                    <a:moveTo>
                      <a:pt x="888" y="0"/>
                    </a:moveTo>
                    <a:lnTo>
                      <a:pt x="125" y="5"/>
                    </a:lnTo>
                    <a:cubicBezTo>
                      <a:pt x="55" y="5"/>
                      <a:pt x="0" y="60"/>
                      <a:pt x="0" y="125"/>
                    </a:cubicBezTo>
                    <a:lnTo>
                      <a:pt x="6" y="529"/>
                    </a:lnTo>
                    <a:cubicBezTo>
                      <a:pt x="6" y="599"/>
                      <a:pt x="60" y="654"/>
                      <a:pt x="125" y="654"/>
                    </a:cubicBezTo>
                    <a:lnTo>
                      <a:pt x="888" y="648"/>
                    </a:lnTo>
                    <a:cubicBezTo>
                      <a:pt x="954" y="648"/>
                      <a:pt x="1008" y="594"/>
                      <a:pt x="1008" y="529"/>
                    </a:cubicBezTo>
                    <a:lnTo>
                      <a:pt x="1008" y="125"/>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8"/>
              <p:cNvSpPr/>
              <p:nvPr/>
            </p:nvSpPr>
            <p:spPr>
              <a:xfrm>
                <a:off x="3147738" y="3616888"/>
                <a:ext cx="25500" cy="5535"/>
              </a:xfrm>
              <a:custGeom>
                <a:rect b="b" l="l" r="r" t="t"/>
                <a:pathLst>
                  <a:path extrusionOk="0" h="219" w="1009">
                    <a:moveTo>
                      <a:pt x="109" y="1"/>
                    </a:moveTo>
                    <a:cubicBezTo>
                      <a:pt x="49" y="1"/>
                      <a:pt x="0" y="50"/>
                      <a:pt x="0" y="109"/>
                    </a:cubicBezTo>
                    <a:cubicBezTo>
                      <a:pt x="0" y="169"/>
                      <a:pt x="49" y="218"/>
                      <a:pt x="109" y="218"/>
                    </a:cubicBezTo>
                    <a:lnTo>
                      <a:pt x="899" y="218"/>
                    </a:lnTo>
                    <a:cubicBezTo>
                      <a:pt x="959" y="218"/>
                      <a:pt x="1008" y="169"/>
                      <a:pt x="1008" y="109"/>
                    </a:cubicBezTo>
                    <a:cubicBezTo>
                      <a:pt x="1008" y="44"/>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8"/>
              <p:cNvSpPr/>
              <p:nvPr/>
            </p:nvSpPr>
            <p:spPr>
              <a:xfrm>
                <a:off x="3147738" y="3600360"/>
                <a:ext cx="25500" cy="16427"/>
              </a:xfrm>
              <a:custGeom>
                <a:rect b="b" l="l" r="r" t="t"/>
                <a:pathLst>
                  <a:path extrusionOk="0" h="650" w="1009">
                    <a:moveTo>
                      <a:pt x="120" y="1"/>
                    </a:moveTo>
                    <a:cubicBezTo>
                      <a:pt x="55" y="1"/>
                      <a:pt x="0" y="55"/>
                      <a:pt x="0" y="126"/>
                    </a:cubicBezTo>
                    <a:lnTo>
                      <a:pt x="0" y="529"/>
                    </a:lnTo>
                    <a:cubicBezTo>
                      <a:pt x="0" y="595"/>
                      <a:pt x="55" y="649"/>
                      <a:pt x="125" y="649"/>
                    </a:cubicBezTo>
                    <a:lnTo>
                      <a:pt x="888" y="649"/>
                    </a:lnTo>
                    <a:cubicBezTo>
                      <a:pt x="954" y="649"/>
                      <a:pt x="1008" y="595"/>
                      <a:pt x="1008" y="529"/>
                    </a:cubicBezTo>
                    <a:lnTo>
                      <a:pt x="1008" y="126"/>
                    </a:lnTo>
                    <a:cubicBezTo>
                      <a:pt x="1008" y="55"/>
                      <a:pt x="954" y="1"/>
                      <a:pt x="8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8"/>
              <p:cNvSpPr/>
              <p:nvPr/>
            </p:nvSpPr>
            <p:spPr>
              <a:xfrm>
                <a:off x="3147738" y="3595002"/>
                <a:ext cx="25500" cy="5535"/>
              </a:xfrm>
              <a:custGeom>
                <a:rect b="b" l="l" r="r" t="t"/>
                <a:pathLst>
                  <a:path extrusionOk="0" h="219" w="1009">
                    <a:moveTo>
                      <a:pt x="109" y="0"/>
                    </a:moveTo>
                    <a:cubicBezTo>
                      <a:pt x="49" y="0"/>
                      <a:pt x="0" y="49"/>
                      <a:pt x="0" y="109"/>
                    </a:cubicBezTo>
                    <a:cubicBezTo>
                      <a:pt x="0" y="169"/>
                      <a:pt x="49" y="218"/>
                      <a:pt x="109"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8"/>
              <p:cNvSpPr/>
              <p:nvPr/>
            </p:nvSpPr>
            <p:spPr>
              <a:xfrm>
                <a:off x="3147738" y="3578474"/>
                <a:ext cx="25500" cy="16402"/>
              </a:xfrm>
              <a:custGeom>
                <a:rect b="b" l="l" r="r" t="t"/>
                <a:pathLst>
                  <a:path extrusionOk="0" h="649" w="1009">
                    <a:moveTo>
                      <a:pt x="120" y="0"/>
                    </a:moveTo>
                    <a:cubicBezTo>
                      <a:pt x="55" y="0"/>
                      <a:pt x="0" y="55"/>
                      <a:pt x="0" y="126"/>
                    </a:cubicBezTo>
                    <a:lnTo>
                      <a:pt x="0" y="529"/>
                    </a:lnTo>
                    <a:cubicBezTo>
                      <a:pt x="0" y="594"/>
                      <a:pt x="55" y="649"/>
                      <a:pt x="125" y="649"/>
                    </a:cubicBezTo>
                    <a:lnTo>
                      <a:pt x="888" y="649"/>
                    </a:lnTo>
                    <a:cubicBezTo>
                      <a:pt x="954" y="649"/>
                      <a:pt x="1008" y="594"/>
                      <a:pt x="1008" y="529"/>
                    </a:cubicBezTo>
                    <a:lnTo>
                      <a:pt x="1008" y="126"/>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8"/>
              <p:cNvSpPr/>
              <p:nvPr/>
            </p:nvSpPr>
            <p:spPr>
              <a:xfrm>
                <a:off x="3147738" y="3573091"/>
                <a:ext cx="25500" cy="5408"/>
              </a:xfrm>
              <a:custGeom>
                <a:rect b="b" l="l" r="r" t="t"/>
                <a:pathLst>
                  <a:path extrusionOk="0" h="214" w="1009">
                    <a:moveTo>
                      <a:pt x="109" y="1"/>
                    </a:moveTo>
                    <a:cubicBezTo>
                      <a:pt x="49" y="1"/>
                      <a:pt x="0" y="44"/>
                      <a:pt x="0" y="110"/>
                    </a:cubicBezTo>
                    <a:cubicBezTo>
                      <a:pt x="0" y="170"/>
                      <a:pt x="49" y="213"/>
                      <a:pt x="109" y="213"/>
                    </a:cubicBezTo>
                    <a:lnTo>
                      <a:pt x="899" y="213"/>
                    </a:lnTo>
                    <a:cubicBezTo>
                      <a:pt x="902" y="213"/>
                      <a:pt x="905" y="214"/>
                      <a:pt x="907" y="214"/>
                    </a:cubicBezTo>
                    <a:cubicBezTo>
                      <a:pt x="963" y="214"/>
                      <a:pt x="1007" y="163"/>
                      <a:pt x="1008" y="107"/>
                    </a:cubicBezTo>
                    <a:lnTo>
                      <a:pt x="1008" y="107"/>
                    </a:lnTo>
                    <a:cubicBezTo>
                      <a:pt x="1008" y="108"/>
                      <a:pt x="1008" y="109"/>
                      <a:pt x="1008" y="110"/>
                    </a:cubicBezTo>
                    <a:lnTo>
                      <a:pt x="1008" y="104"/>
                    </a:lnTo>
                    <a:cubicBezTo>
                      <a:pt x="1008" y="105"/>
                      <a:pt x="1008" y="106"/>
                      <a:pt x="1008" y="107"/>
                    </a:cubicBezTo>
                    <a:lnTo>
                      <a:pt x="1008" y="107"/>
                    </a:lnTo>
                    <a:cubicBezTo>
                      <a:pt x="1007" y="43"/>
                      <a:pt x="958"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8"/>
              <p:cNvSpPr/>
              <p:nvPr/>
            </p:nvSpPr>
            <p:spPr>
              <a:xfrm>
                <a:off x="3147738" y="3556563"/>
                <a:ext cx="25500" cy="16427"/>
              </a:xfrm>
              <a:custGeom>
                <a:rect b="b" l="l" r="r" t="t"/>
                <a:pathLst>
                  <a:path extrusionOk="0" h="650" w="1009">
                    <a:moveTo>
                      <a:pt x="120" y="1"/>
                    </a:moveTo>
                    <a:cubicBezTo>
                      <a:pt x="55" y="1"/>
                      <a:pt x="0" y="55"/>
                      <a:pt x="0" y="126"/>
                    </a:cubicBezTo>
                    <a:lnTo>
                      <a:pt x="0" y="529"/>
                    </a:lnTo>
                    <a:cubicBezTo>
                      <a:pt x="0" y="595"/>
                      <a:pt x="55" y="649"/>
                      <a:pt x="120" y="649"/>
                    </a:cubicBezTo>
                    <a:lnTo>
                      <a:pt x="888" y="649"/>
                    </a:lnTo>
                    <a:cubicBezTo>
                      <a:pt x="954" y="649"/>
                      <a:pt x="1008" y="595"/>
                      <a:pt x="1008" y="529"/>
                    </a:cubicBezTo>
                    <a:lnTo>
                      <a:pt x="1008" y="121"/>
                    </a:lnTo>
                    <a:cubicBezTo>
                      <a:pt x="1008" y="55"/>
                      <a:pt x="954"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8"/>
              <p:cNvSpPr/>
              <p:nvPr/>
            </p:nvSpPr>
            <p:spPr>
              <a:xfrm>
                <a:off x="3147738" y="355105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8"/>
              <p:cNvSpPr/>
              <p:nvPr/>
            </p:nvSpPr>
            <p:spPr>
              <a:xfrm>
                <a:off x="3147738" y="3534677"/>
                <a:ext cx="25500" cy="16402"/>
              </a:xfrm>
              <a:custGeom>
                <a:rect b="b" l="l" r="r" t="t"/>
                <a:pathLst>
                  <a:path extrusionOk="0" h="649" w="1009">
                    <a:moveTo>
                      <a:pt x="120" y="0"/>
                    </a:moveTo>
                    <a:cubicBezTo>
                      <a:pt x="55" y="0"/>
                      <a:pt x="0" y="55"/>
                      <a:pt x="0" y="126"/>
                    </a:cubicBezTo>
                    <a:lnTo>
                      <a:pt x="0" y="529"/>
                    </a:lnTo>
                    <a:cubicBezTo>
                      <a:pt x="0" y="594"/>
                      <a:pt x="55" y="649"/>
                      <a:pt x="120" y="649"/>
                    </a:cubicBezTo>
                    <a:lnTo>
                      <a:pt x="883" y="649"/>
                    </a:lnTo>
                    <a:cubicBezTo>
                      <a:pt x="954" y="649"/>
                      <a:pt x="1008" y="594"/>
                      <a:pt x="1008" y="529"/>
                    </a:cubicBezTo>
                    <a:lnTo>
                      <a:pt x="1008" y="120"/>
                    </a:lnTo>
                    <a:cubicBezTo>
                      <a:pt x="1008"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8"/>
              <p:cNvSpPr/>
              <p:nvPr/>
            </p:nvSpPr>
            <p:spPr>
              <a:xfrm>
                <a:off x="3147586" y="3529168"/>
                <a:ext cx="25500" cy="5535"/>
              </a:xfrm>
              <a:custGeom>
                <a:rect b="b" l="l" r="r" t="t"/>
                <a:pathLst>
                  <a:path extrusionOk="0" h="219" w="1009">
                    <a:moveTo>
                      <a:pt x="110" y="1"/>
                    </a:moveTo>
                    <a:cubicBezTo>
                      <a:pt x="50" y="1"/>
                      <a:pt x="1" y="50"/>
                      <a:pt x="1" y="109"/>
                    </a:cubicBezTo>
                    <a:cubicBezTo>
                      <a:pt x="1" y="169"/>
                      <a:pt x="50" y="218"/>
                      <a:pt x="110" y="218"/>
                    </a:cubicBezTo>
                    <a:lnTo>
                      <a:pt x="900" y="218"/>
                    </a:lnTo>
                    <a:cubicBezTo>
                      <a:pt x="960" y="218"/>
                      <a:pt x="1009" y="169"/>
                      <a:pt x="1009" y="109"/>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8"/>
              <p:cNvSpPr/>
              <p:nvPr/>
            </p:nvSpPr>
            <p:spPr>
              <a:xfrm>
                <a:off x="3147586" y="3512791"/>
                <a:ext cx="25500" cy="16402"/>
              </a:xfrm>
              <a:custGeom>
                <a:rect b="b" l="l" r="r" t="t"/>
                <a:pathLst>
                  <a:path extrusionOk="0" h="649" w="1009">
                    <a:moveTo>
                      <a:pt x="126" y="0"/>
                    </a:moveTo>
                    <a:cubicBezTo>
                      <a:pt x="55" y="0"/>
                      <a:pt x="1" y="55"/>
                      <a:pt x="1" y="120"/>
                    </a:cubicBezTo>
                    <a:lnTo>
                      <a:pt x="6" y="529"/>
                    </a:lnTo>
                    <a:cubicBezTo>
                      <a:pt x="6" y="594"/>
                      <a:pt x="61" y="649"/>
                      <a:pt x="126" y="649"/>
                    </a:cubicBezTo>
                    <a:lnTo>
                      <a:pt x="889" y="649"/>
                    </a:lnTo>
                    <a:cubicBezTo>
                      <a:pt x="960"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8"/>
              <p:cNvSpPr/>
              <p:nvPr/>
            </p:nvSpPr>
            <p:spPr>
              <a:xfrm>
                <a:off x="3147586" y="3507282"/>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8"/>
              <p:cNvSpPr/>
              <p:nvPr/>
            </p:nvSpPr>
            <p:spPr>
              <a:xfrm>
                <a:off x="3147586" y="3490880"/>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8"/>
              <p:cNvSpPr/>
              <p:nvPr/>
            </p:nvSpPr>
            <p:spPr>
              <a:xfrm>
                <a:off x="3147586" y="3485370"/>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8"/>
              <p:cNvSpPr/>
              <p:nvPr/>
            </p:nvSpPr>
            <p:spPr>
              <a:xfrm>
                <a:off x="3147586" y="3468994"/>
                <a:ext cx="25500" cy="16402"/>
              </a:xfrm>
              <a:custGeom>
                <a:rect b="b" l="l" r="r" t="t"/>
                <a:pathLst>
                  <a:path extrusionOk="0" h="649" w="1009">
                    <a:moveTo>
                      <a:pt x="121"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8"/>
              <p:cNvSpPr/>
              <p:nvPr/>
            </p:nvSpPr>
            <p:spPr>
              <a:xfrm>
                <a:off x="3147586" y="3463484"/>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8"/>
              <p:cNvSpPr/>
              <p:nvPr/>
            </p:nvSpPr>
            <p:spPr>
              <a:xfrm>
                <a:off x="3147586" y="3447083"/>
                <a:ext cx="25500" cy="16427"/>
              </a:xfrm>
              <a:custGeom>
                <a:rect b="b" l="l" r="r" t="t"/>
                <a:pathLst>
                  <a:path extrusionOk="0" h="650" w="1009">
                    <a:moveTo>
                      <a:pt x="893" y="1"/>
                    </a:moveTo>
                    <a:cubicBezTo>
                      <a:pt x="890" y="1"/>
                      <a:pt x="887" y="1"/>
                      <a:pt x="883" y="1"/>
                    </a:cubicBezTo>
                    <a:lnTo>
                      <a:pt x="121" y="1"/>
                    </a:lnTo>
                    <a:cubicBezTo>
                      <a:pt x="55" y="1"/>
                      <a:pt x="1" y="55"/>
                      <a:pt x="1" y="121"/>
                    </a:cubicBezTo>
                    <a:lnTo>
                      <a:pt x="1" y="524"/>
                    </a:lnTo>
                    <a:cubicBezTo>
                      <a:pt x="1" y="595"/>
                      <a:pt x="55" y="649"/>
                      <a:pt x="121" y="649"/>
                    </a:cubicBezTo>
                    <a:lnTo>
                      <a:pt x="889" y="649"/>
                    </a:lnTo>
                    <a:cubicBezTo>
                      <a:pt x="954" y="644"/>
                      <a:pt x="1009" y="595"/>
                      <a:pt x="1009" y="524"/>
                    </a:cubicBezTo>
                    <a:lnTo>
                      <a:pt x="1009" y="121"/>
                    </a:lnTo>
                    <a:cubicBezTo>
                      <a:pt x="1009" y="53"/>
                      <a:pt x="959" y="1"/>
                      <a:pt x="8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8"/>
              <p:cNvSpPr/>
              <p:nvPr/>
            </p:nvSpPr>
            <p:spPr>
              <a:xfrm>
                <a:off x="3147586" y="3441573"/>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8"/>
              <p:cNvSpPr/>
              <p:nvPr/>
            </p:nvSpPr>
            <p:spPr>
              <a:xfrm>
                <a:off x="3147586" y="3425197"/>
                <a:ext cx="25500" cy="16402"/>
              </a:xfrm>
              <a:custGeom>
                <a:rect b="b" l="l" r="r" t="t"/>
                <a:pathLst>
                  <a:path extrusionOk="0" h="649" w="1009">
                    <a:moveTo>
                      <a:pt x="893" y="0"/>
                    </a:moveTo>
                    <a:cubicBezTo>
                      <a:pt x="890" y="0"/>
                      <a:pt x="887" y="0"/>
                      <a:pt x="883" y="1"/>
                    </a:cubicBezTo>
                    <a:lnTo>
                      <a:pt x="121" y="1"/>
                    </a:lnTo>
                    <a:cubicBezTo>
                      <a:pt x="55" y="1"/>
                      <a:pt x="1" y="55"/>
                      <a:pt x="1" y="120"/>
                    </a:cubicBezTo>
                    <a:lnTo>
                      <a:pt x="1" y="524"/>
                    </a:lnTo>
                    <a:cubicBezTo>
                      <a:pt x="1" y="594"/>
                      <a:pt x="55" y="649"/>
                      <a:pt x="121" y="649"/>
                    </a:cubicBezTo>
                    <a:lnTo>
                      <a:pt x="883" y="649"/>
                    </a:lnTo>
                    <a:cubicBezTo>
                      <a:pt x="954" y="644"/>
                      <a:pt x="1009" y="594"/>
                      <a:pt x="1009" y="524"/>
                    </a:cubicBezTo>
                    <a:lnTo>
                      <a:pt x="1009" y="120"/>
                    </a:lnTo>
                    <a:cubicBezTo>
                      <a:pt x="1009" y="53"/>
                      <a:pt x="959" y="0"/>
                      <a:pt x="89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8"/>
              <p:cNvSpPr/>
              <p:nvPr/>
            </p:nvSpPr>
            <p:spPr>
              <a:xfrm>
                <a:off x="3147460" y="3419687"/>
                <a:ext cx="25500" cy="5535"/>
              </a:xfrm>
              <a:custGeom>
                <a:rect b="b" l="l" r="r" t="t"/>
                <a:pathLst>
                  <a:path extrusionOk="0" h="219" w="1009">
                    <a:moveTo>
                      <a:pt x="109" y="1"/>
                    </a:moveTo>
                    <a:cubicBezTo>
                      <a:pt x="49" y="1"/>
                      <a:pt x="0" y="50"/>
                      <a:pt x="0" y="110"/>
                    </a:cubicBezTo>
                    <a:cubicBezTo>
                      <a:pt x="0" y="169"/>
                      <a:pt x="49" y="219"/>
                      <a:pt x="115" y="219"/>
                    </a:cubicBezTo>
                    <a:lnTo>
                      <a:pt x="899" y="219"/>
                    </a:lnTo>
                    <a:cubicBezTo>
                      <a:pt x="959" y="219"/>
                      <a:pt x="1008" y="169"/>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8"/>
              <p:cNvSpPr/>
              <p:nvPr/>
            </p:nvSpPr>
            <p:spPr>
              <a:xfrm>
                <a:off x="3147586" y="3403159"/>
                <a:ext cx="25500" cy="16553"/>
              </a:xfrm>
              <a:custGeom>
                <a:rect b="b" l="l" r="r" t="t"/>
                <a:pathLst>
                  <a:path extrusionOk="0" h="655" w="1009">
                    <a:moveTo>
                      <a:pt x="883" y="1"/>
                    </a:moveTo>
                    <a:lnTo>
                      <a:pt x="121" y="6"/>
                    </a:lnTo>
                    <a:cubicBezTo>
                      <a:pt x="50" y="6"/>
                      <a:pt x="1" y="61"/>
                      <a:pt x="1" y="126"/>
                    </a:cubicBezTo>
                    <a:lnTo>
                      <a:pt x="1" y="529"/>
                    </a:lnTo>
                    <a:cubicBezTo>
                      <a:pt x="1" y="600"/>
                      <a:pt x="55" y="655"/>
                      <a:pt x="121" y="655"/>
                    </a:cubicBezTo>
                    <a:lnTo>
                      <a:pt x="883" y="649"/>
                    </a:lnTo>
                    <a:cubicBezTo>
                      <a:pt x="954" y="649"/>
                      <a:pt x="1009" y="595"/>
                      <a:pt x="1003" y="529"/>
                    </a:cubicBezTo>
                    <a:lnTo>
                      <a:pt x="1003" y="126"/>
                    </a:lnTo>
                    <a:cubicBezTo>
                      <a:pt x="1003" y="55"/>
                      <a:pt x="949"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8"/>
              <p:cNvSpPr/>
              <p:nvPr/>
            </p:nvSpPr>
            <p:spPr>
              <a:xfrm>
                <a:off x="3173339" y="3692757"/>
                <a:ext cx="9401" cy="7203"/>
              </a:xfrm>
              <a:custGeom>
                <a:rect b="b" l="l" r="r" t="t"/>
                <a:pathLst>
                  <a:path extrusionOk="0" h="285" w="372">
                    <a:moveTo>
                      <a:pt x="1" y="1"/>
                    </a:moveTo>
                    <a:lnTo>
                      <a:pt x="1" y="284"/>
                    </a:lnTo>
                    <a:lnTo>
                      <a:pt x="246" y="284"/>
                    </a:lnTo>
                    <a:cubicBezTo>
                      <a:pt x="311" y="284"/>
                      <a:pt x="371" y="224"/>
                      <a:pt x="371" y="159"/>
                    </a:cubicBezTo>
                    <a:lnTo>
                      <a:pt x="371" y="121"/>
                    </a:lnTo>
                    <a:cubicBezTo>
                      <a:pt x="366" y="50"/>
                      <a:pt x="317" y="1"/>
                      <a:pt x="2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8"/>
              <p:cNvSpPr/>
              <p:nvPr/>
            </p:nvSpPr>
            <p:spPr>
              <a:xfrm>
                <a:off x="3138513" y="3692757"/>
                <a:ext cx="9654" cy="7051"/>
              </a:xfrm>
              <a:custGeom>
                <a:rect b="b" l="l" r="r" t="t"/>
                <a:pathLst>
                  <a:path extrusionOk="0" h="279" w="382">
                    <a:moveTo>
                      <a:pt x="120" y="1"/>
                    </a:moveTo>
                    <a:cubicBezTo>
                      <a:pt x="55" y="1"/>
                      <a:pt x="0" y="55"/>
                      <a:pt x="0" y="121"/>
                    </a:cubicBezTo>
                    <a:lnTo>
                      <a:pt x="0" y="159"/>
                    </a:lnTo>
                    <a:cubicBezTo>
                      <a:pt x="0" y="230"/>
                      <a:pt x="55" y="279"/>
                      <a:pt x="120" y="279"/>
                    </a:cubicBezTo>
                    <a:lnTo>
                      <a:pt x="381" y="279"/>
                    </a:lnTo>
                    <a:lnTo>
                      <a:pt x="38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8"/>
              <p:cNvSpPr/>
              <p:nvPr/>
            </p:nvSpPr>
            <p:spPr>
              <a:xfrm>
                <a:off x="3173339" y="3670744"/>
                <a:ext cx="9250" cy="7177"/>
              </a:xfrm>
              <a:custGeom>
                <a:rect b="b" l="l" r="r" t="t"/>
                <a:pathLst>
                  <a:path extrusionOk="0" h="284" w="366">
                    <a:moveTo>
                      <a:pt x="1" y="0"/>
                    </a:moveTo>
                    <a:lnTo>
                      <a:pt x="1" y="283"/>
                    </a:lnTo>
                    <a:lnTo>
                      <a:pt x="246" y="283"/>
                    </a:lnTo>
                    <a:cubicBezTo>
                      <a:pt x="311" y="283"/>
                      <a:pt x="366" y="229"/>
                      <a:pt x="366" y="164"/>
                    </a:cubicBezTo>
                    <a:lnTo>
                      <a:pt x="366" y="125"/>
                    </a:lnTo>
                    <a:cubicBezTo>
                      <a:pt x="366" y="55"/>
                      <a:pt x="311"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8"/>
              <p:cNvSpPr/>
              <p:nvPr/>
            </p:nvSpPr>
            <p:spPr>
              <a:xfrm>
                <a:off x="3138513" y="3670871"/>
                <a:ext cx="9528" cy="7177"/>
              </a:xfrm>
              <a:custGeom>
                <a:rect b="b" l="l" r="r" t="t"/>
                <a:pathLst>
                  <a:path extrusionOk="0" h="284" w="377">
                    <a:moveTo>
                      <a:pt x="120" y="1"/>
                    </a:moveTo>
                    <a:cubicBezTo>
                      <a:pt x="55" y="1"/>
                      <a:pt x="0" y="55"/>
                      <a:pt x="0" y="120"/>
                    </a:cubicBezTo>
                    <a:lnTo>
                      <a:pt x="0" y="159"/>
                    </a:lnTo>
                    <a:cubicBezTo>
                      <a:pt x="0" y="229"/>
                      <a:pt x="55" y="284"/>
                      <a:pt x="120" y="284"/>
                    </a:cubicBezTo>
                    <a:lnTo>
                      <a:pt x="376" y="284"/>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8"/>
              <p:cNvSpPr/>
              <p:nvPr/>
            </p:nvSpPr>
            <p:spPr>
              <a:xfrm>
                <a:off x="3173213" y="3648833"/>
                <a:ext cx="9376" cy="7203"/>
              </a:xfrm>
              <a:custGeom>
                <a:rect b="b" l="l" r="r" t="t"/>
                <a:pathLst>
                  <a:path extrusionOk="0" h="285" w="371">
                    <a:moveTo>
                      <a:pt x="0" y="1"/>
                    </a:moveTo>
                    <a:lnTo>
                      <a:pt x="0" y="284"/>
                    </a:lnTo>
                    <a:lnTo>
                      <a:pt x="251" y="284"/>
                    </a:lnTo>
                    <a:cubicBezTo>
                      <a:pt x="316" y="284"/>
                      <a:pt x="371" y="230"/>
                      <a:pt x="371" y="164"/>
                    </a:cubicBezTo>
                    <a:lnTo>
                      <a:pt x="371" y="126"/>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8"/>
              <p:cNvSpPr/>
              <p:nvPr/>
            </p:nvSpPr>
            <p:spPr>
              <a:xfrm>
                <a:off x="3138513" y="3648985"/>
                <a:ext cx="9528" cy="7177"/>
              </a:xfrm>
              <a:custGeom>
                <a:rect b="b" l="l" r="r" t="t"/>
                <a:pathLst>
                  <a:path extrusionOk="0" h="284" w="377">
                    <a:moveTo>
                      <a:pt x="120" y="0"/>
                    </a:moveTo>
                    <a:cubicBezTo>
                      <a:pt x="55" y="0"/>
                      <a:pt x="0" y="55"/>
                      <a:pt x="0" y="120"/>
                    </a:cubicBezTo>
                    <a:lnTo>
                      <a:pt x="0" y="158"/>
                    </a:lnTo>
                    <a:cubicBezTo>
                      <a:pt x="0" y="229"/>
                      <a:pt x="55" y="283"/>
                      <a:pt x="120" y="283"/>
                    </a:cubicBezTo>
                    <a:lnTo>
                      <a:pt x="376" y="283"/>
                    </a:lnTo>
                    <a:lnTo>
                      <a:pt x="3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8"/>
              <p:cNvSpPr/>
              <p:nvPr/>
            </p:nvSpPr>
            <p:spPr>
              <a:xfrm>
                <a:off x="3173213" y="3626947"/>
                <a:ext cx="9376" cy="7329"/>
              </a:xfrm>
              <a:custGeom>
                <a:rect b="b" l="l" r="r" t="t"/>
                <a:pathLst>
                  <a:path extrusionOk="0" h="290" w="371">
                    <a:moveTo>
                      <a:pt x="0" y="0"/>
                    </a:moveTo>
                    <a:lnTo>
                      <a:pt x="0" y="289"/>
                    </a:lnTo>
                    <a:lnTo>
                      <a:pt x="251" y="289"/>
                    </a:lnTo>
                    <a:cubicBezTo>
                      <a:pt x="316" y="284"/>
                      <a:pt x="371" y="229"/>
                      <a:pt x="371" y="164"/>
                    </a:cubicBezTo>
                    <a:lnTo>
                      <a:pt x="371" y="126"/>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8"/>
              <p:cNvSpPr/>
              <p:nvPr/>
            </p:nvSpPr>
            <p:spPr>
              <a:xfrm>
                <a:off x="3138362" y="3626947"/>
                <a:ext cx="9679" cy="7177"/>
              </a:xfrm>
              <a:custGeom>
                <a:rect b="b" l="l" r="r" t="t"/>
                <a:pathLst>
                  <a:path extrusionOk="0" h="284" w="383">
                    <a:moveTo>
                      <a:pt x="126" y="0"/>
                    </a:moveTo>
                    <a:cubicBezTo>
                      <a:pt x="55" y="0"/>
                      <a:pt x="1" y="55"/>
                      <a:pt x="1" y="126"/>
                    </a:cubicBezTo>
                    <a:lnTo>
                      <a:pt x="1" y="164"/>
                    </a:lnTo>
                    <a:cubicBezTo>
                      <a:pt x="1" y="229"/>
                      <a:pt x="55" y="284"/>
                      <a:pt x="126"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8"/>
              <p:cNvSpPr/>
              <p:nvPr/>
            </p:nvSpPr>
            <p:spPr>
              <a:xfrm>
                <a:off x="3173213" y="3605036"/>
                <a:ext cx="9376" cy="7203"/>
              </a:xfrm>
              <a:custGeom>
                <a:rect b="b" l="l" r="r" t="t"/>
                <a:pathLst>
                  <a:path extrusionOk="0" h="285" w="371">
                    <a:moveTo>
                      <a:pt x="0" y="1"/>
                    </a:moveTo>
                    <a:lnTo>
                      <a:pt x="0" y="284"/>
                    </a:lnTo>
                    <a:lnTo>
                      <a:pt x="245" y="284"/>
                    </a:lnTo>
                    <a:cubicBezTo>
                      <a:pt x="316" y="284"/>
                      <a:pt x="371" y="230"/>
                      <a:pt x="371" y="164"/>
                    </a:cubicBezTo>
                    <a:lnTo>
                      <a:pt x="371" y="121"/>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8"/>
              <p:cNvSpPr/>
              <p:nvPr/>
            </p:nvSpPr>
            <p:spPr>
              <a:xfrm>
                <a:off x="3138362" y="3605036"/>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8"/>
              <p:cNvSpPr/>
              <p:nvPr/>
            </p:nvSpPr>
            <p:spPr>
              <a:xfrm>
                <a:off x="3173213" y="3583150"/>
                <a:ext cx="9376" cy="7177"/>
              </a:xfrm>
              <a:custGeom>
                <a:rect b="b" l="l" r="r" t="t"/>
                <a:pathLst>
                  <a:path extrusionOk="0" h="284" w="371">
                    <a:moveTo>
                      <a:pt x="0" y="1"/>
                    </a:moveTo>
                    <a:lnTo>
                      <a:pt x="0" y="284"/>
                    </a:lnTo>
                    <a:lnTo>
                      <a:pt x="245" y="284"/>
                    </a:lnTo>
                    <a:cubicBezTo>
                      <a:pt x="316" y="284"/>
                      <a:pt x="371" y="229"/>
                      <a:pt x="371" y="164"/>
                    </a:cubicBezTo>
                    <a:lnTo>
                      <a:pt x="371" y="120"/>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8"/>
              <p:cNvSpPr/>
              <p:nvPr/>
            </p:nvSpPr>
            <p:spPr>
              <a:xfrm>
                <a:off x="3138362" y="3583150"/>
                <a:ext cx="9679" cy="7177"/>
              </a:xfrm>
              <a:custGeom>
                <a:rect b="b" l="l" r="r" t="t"/>
                <a:pathLst>
                  <a:path extrusionOk="0" h="284" w="383">
                    <a:moveTo>
                      <a:pt x="120" y="1"/>
                    </a:moveTo>
                    <a:cubicBezTo>
                      <a:pt x="55" y="1"/>
                      <a:pt x="1" y="55"/>
                      <a:pt x="1" y="120"/>
                    </a:cubicBezTo>
                    <a:lnTo>
                      <a:pt x="1" y="164"/>
                    </a:lnTo>
                    <a:cubicBezTo>
                      <a:pt x="1" y="229"/>
                      <a:pt x="55" y="284"/>
                      <a:pt x="120"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8"/>
              <p:cNvSpPr/>
              <p:nvPr/>
            </p:nvSpPr>
            <p:spPr>
              <a:xfrm>
                <a:off x="3173061" y="3561264"/>
                <a:ext cx="9401" cy="7177"/>
              </a:xfrm>
              <a:custGeom>
                <a:rect b="b" l="l" r="r" t="t"/>
                <a:pathLst>
                  <a:path extrusionOk="0" h="284" w="372">
                    <a:moveTo>
                      <a:pt x="1" y="0"/>
                    </a:moveTo>
                    <a:lnTo>
                      <a:pt x="1" y="283"/>
                    </a:lnTo>
                    <a:lnTo>
                      <a:pt x="251" y="283"/>
                    </a:lnTo>
                    <a:cubicBezTo>
                      <a:pt x="317" y="283"/>
                      <a:pt x="371" y="229"/>
                      <a:pt x="371" y="158"/>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8"/>
              <p:cNvSpPr/>
              <p:nvPr/>
            </p:nvSpPr>
            <p:spPr>
              <a:xfrm>
                <a:off x="3138362" y="3561264"/>
                <a:ext cx="9679" cy="7177"/>
              </a:xfrm>
              <a:custGeom>
                <a:rect b="b" l="l" r="r" t="t"/>
                <a:pathLst>
                  <a:path extrusionOk="0" h="284" w="383">
                    <a:moveTo>
                      <a:pt x="120" y="0"/>
                    </a:moveTo>
                    <a:cubicBezTo>
                      <a:pt x="55" y="0"/>
                      <a:pt x="1" y="55"/>
                      <a:pt x="1" y="125"/>
                    </a:cubicBezTo>
                    <a:lnTo>
                      <a:pt x="1" y="164"/>
                    </a:lnTo>
                    <a:cubicBezTo>
                      <a:pt x="1" y="229"/>
                      <a:pt x="55" y="283"/>
                      <a:pt x="120" y="283"/>
                    </a:cubicBezTo>
                    <a:lnTo>
                      <a:pt x="382" y="283"/>
                    </a:lnTo>
                    <a:lnTo>
                      <a:pt x="3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8"/>
              <p:cNvSpPr/>
              <p:nvPr/>
            </p:nvSpPr>
            <p:spPr>
              <a:xfrm>
                <a:off x="3173061" y="3539352"/>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8"/>
              <p:cNvSpPr/>
              <p:nvPr/>
            </p:nvSpPr>
            <p:spPr>
              <a:xfrm>
                <a:off x="3138362" y="3539352"/>
                <a:ext cx="9528" cy="7203"/>
              </a:xfrm>
              <a:custGeom>
                <a:rect b="b" l="l" r="r" t="t"/>
                <a:pathLst>
                  <a:path extrusionOk="0" h="285" w="377">
                    <a:moveTo>
                      <a:pt x="120" y="1"/>
                    </a:moveTo>
                    <a:cubicBezTo>
                      <a:pt x="55" y="1"/>
                      <a:pt x="1" y="55"/>
                      <a:pt x="1" y="121"/>
                    </a:cubicBezTo>
                    <a:lnTo>
                      <a:pt x="1" y="164"/>
                    </a:lnTo>
                    <a:cubicBezTo>
                      <a:pt x="1" y="230"/>
                      <a:pt x="55" y="284"/>
                      <a:pt x="120" y="284"/>
                    </a:cubicBezTo>
                    <a:lnTo>
                      <a:pt x="377"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8"/>
              <p:cNvSpPr/>
              <p:nvPr/>
            </p:nvSpPr>
            <p:spPr>
              <a:xfrm>
                <a:off x="3173061" y="3517466"/>
                <a:ext cx="9401" cy="7177"/>
              </a:xfrm>
              <a:custGeom>
                <a:rect b="b" l="l" r="r" t="t"/>
                <a:pathLst>
                  <a:path extrusionOk="0" h="284" w="372">
                    <a:moveTo>
                      <a:pt x="1" y="0"/>
                    </a:moveTo>
                    <a:lnTo>
                      <a:pt x="1" y="284"/>
                    </a:lnTo>
                    <a:lnTo>
                      <a:pt x="251" y="284"/>
                    </a:lnTo>
                    <a:cubicBezTo>
                      <a:pt x="317" y="284"/>
                      <a:pt x="371" y="229"/>
                      <a:pt x="371" y="158"/>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8"/>
              <p:cNvSpPr/>
              <p:nvPr/>
            </p:nvSpPr>
            <p:spPr>
              <a:xfrm>
                <a:off x="3138235" y="351746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8"/>
              <p:cNvSpPr/>
              <p:nvPr/>
            </p:nvSpPr>
            <p:spPr>
              <a:xfrm>
                <a:off x="3173061" y="349555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8"/>
              <p:cNvSpPr/>
              <p:nvPr/>
            </p:nvSpPr>
            <p:spPr>
              <a:xfrm>
                <a:off x="3138235" y="3495555"/>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8"/>
              <p:cNvSpPr/>
              <p:nvPr/>
            </p:nvSpPr>
            <p:spPr>
              <a:xfrm>
                <a:off x="3173061" y="3473543"/>
                <a:ext cx="9401" cy="7304"/>
              </a:xfrm>
              <a:custGeom>
                <a:rect b="b" l="l" r="r" t="t"/>
                <a:pathLst>
                  <a:path extrusionOk="0" h="289" w="372">
                    <a:moveTo>
                      <a:pt x="1" y="0"/>
                    </a:moveTo>
                    <a:lnTo>
                      <a:pt x="1" y="289"/>
                    </a:lnTo>
                    <a:lnTo>
                      <a:pt x="246" y="289"/>
                    </a:lnTo>
                    <a:cubicBezTo>
                      <a:pt x="317" y="289"/>
                      <a:pt x="371" y="234"/>
                      <a:pt x="371" y="164"/>
                    </a:cubicBezTo>
                    <a:lnTo>
                      <a:pt x="371" y="125"/>
                    </a:lnTo>
                    <a:cubicBezTo>
                      <a:pt x="371" y="55"/>
                      <a:pt x="317"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8"/>
              <p:cNvSpPr/>
              <p:nvPr/>
            </p:nvSpPr>
            <p:spPr>
              <a:xfrm>
                <a:off x="3138235" y="3473669"/>
                <a:ext cx="9654" cy="7177"/>
              </a:xfrm>
              <a:custGeom>
                <a:rect b="b" l="l" r="r" t="t"/>
                <a:pathLst>
                  <a:path extrusionOk="0" h="284" w="382">
                    <a:moveTo>
                      <a:pt x="120" y="1"/>
                    </a:moveTo>
                    <a:cubicBezTo>
                      <a:pt x="55" y="1"/>
                      <a:pt x="0" y="55"/>
                      <a:pt x="0" y="120"/>
                    </a:cubicBezTo>
                    <a:lnTo>
                      <a:pt x="0" y="159"/>
                    </a:lnTo>
                    <a:cubicBezTo>
                      <a:pt x="0" y="229"/>
                      <a:pt x="55" y="284"/>
                      <a:pt x="120"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8"/>
              <p:cNvSpPr/>
              <p:nvPr/>
            </p:nvSpPr>
            <p:spPr>
              <a:xfrm>
                <a:off x="3173061" y="3451758"/>
                <a:ext cx="9401" cy="7203"/>
              </a:xfrm>
              <a:custGeom>
                <a:rect b="b" l="l" r="r" t="t"/>
                <a:pathLst>
                  <a:path extrusionOk="0" h="285" w="372">
                    <a:moveTo>
                      <a:pt x="255" y="1"/>
                    </a:moveTo>
                    <a:cubicBezTo>
                      <a:pt x="252" y="1"/>
                      <a:pt x="249" y="1"/>
                      <a:pt x="246" y="1"/>
                    </a:cubicBezTo>
                    <a:lnTo>
                      <a:pt x="1" y="1"/>
                    </a:lnTo>
                    <a:lnTo>
                      <a:pt x="1" y="285"/>
                    </a:lnTo>
                    <a:lnTo>
                      <a:pt x="246" y="285"/>
                    </a:lnTo>
                    <a:cubicBezTo>
                      <a:pt x="317" y="279"/>
                      <a:pt x="366" y="225"/>
                      <a:pt x="371" y="159"/>
                    </a:cubicBezTo>
                    <a:lnTo>
                      <a:pt x="371" y="121"/>
                    </a:lnTo>
                    <a:cubicBezTo>
                      <a:pt x="366" y="54"/>
                      <a:pt x="316"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8"/>
              <p:cNvSpPr/>
              <p:nvPr/>
            </p:nvSpPr>
            <p:spPr>
              <a:xfrm>
                <a:off x="3138235" y="3451758"/>
                <a:ext cx="9654" cy="7076"/>
              </a:xfrm>
              <a:custGeom>
                <a:rect b="b" l="l" r="r" t="t"/>
                <a:pathLst>
                  <a:path extrusionOk="0" h="280" w="382">
                    <a:moveTo>
                      <a:pt x="112" y="1"/>
                    </a:moveTo>
                    <a:cubicBezTo>
                      <a:pt x="50" y="1"/>
                      <a:pt x="0" y="58"/>
                      <a:pt x="0" y="121"/>
                    </a:cubicBezTo>
                    <a:lnTo>
                      <a:pt x="0" y="159"/>
                    </a:lnTo>
                    <a:cubicBezTo>
                      <a:pt x="0" y="227"/>
                      <a:pt x="50" y="279"/>
                      <a:pt x="111" y="279"/>
                    </a:cubicBezTo>
                    <a:cubicBezTo>
                      <a:pt x="114" y="279"/>
                      <a:pt x="117" y="279"/>
                      <a:pt x="120" y="279"/>
                    </a:cubicBezTo>
                    <a:lnTo>
                      <a:pt x="382" y="279"/>
                    </a:lnTo>
                    <a:lnTo>
                      <a:pt x="382" y="1"/>
                    </a:lnTo>
                    <a:lnTo>
                      <a:pt x="120" y="1"/>
                    </a:lnTo>
                    <a:cubicBezTo>
                      <a:pt x="117" y="1"/>
                      <a:pt x="114"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8"/>
              <p:cNvSpPr/>
              <p:nvPr/>
            </p:nvSpPr>
            <p:spPr>
              <a:xfrm>
                <a:off x="3172935" y="3429746"/>
                <a:ext cx="9376" cy="7177"/>
              </a:xfrm>
              <a:custGeom>
                <a:rect b="b" l="l" r="r" t="t"/>
                <a:pathLst>
                  <a:path extrusionOk="0" h="284" w="371">
                    <a:moveTo>
                      <a:pt x="0" y="0"/>
                    </a:moveTo>
                    <a:lnTo>
                      <a:pt x="0" y="284"/>
                    </a:lnTo>
                    <a:lnTo>
                      <a:pt x="251" y="284"/>
                    </a:lnTo>
                    <a:cubicBezTo>
                      <a:pt x="316" y="284"/>
                      <a:pt x="371" y="229"/>
                      <a:pt x="371" y="164"/>
                    </a:cubicBezTo>
                    <a:lnTo>
                      <a:pt x="371" y="120"/>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8"/>
              <p:cNvSpPr/>
              <p:nvPr/>
            </p:nvSpPr>
            <p:spPr>
              <a:xfrm>
                <a:off x="3138235" y="3429872"/>
                <a:ext cx="9528" cy="7076"/>
              </a:xfrm>
              <a:custGeom>
                <a:rect b="b" l="l" r="r" t="t"/>
                <a:pathLst>
                  <a:path extrusionOk="0" h="280" w="377">
                    <a:moveTo>
                      <a:pt x="120" y="1"/>
                    </a:moveTo>
                    <a:cubicBezTo>
                      <a:pt x="55" y="1"/>
                      <a:pt x="0" y="55"/>
                      <a:pt x="0" y="121"/>
                    </a:cubicBezTo>
                    <a:lnTo>
                      <a:pt x="0" y="159"/>
                    </a:lnTo>
                    <a:cubicBezTo>
                      <a:pt x="0" y="226"/>
                      <a:pt x="50" y="279"/>
                      <a:pt x="111" y="279"/>
                    </a:cubicBezTo>
                    <a:cubicBezTo>
                      <a:pt x="114" y="279"/>
                      <a:pt x="117" y="279"/>
                      <a:pt x="120" y="279"/>
                    </a:cubicBezTo>
                    <a:lnTo>
                      <a:pt x="376" y="279"/>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8"/>
              <p:cNvSpPr/>
              <p:nvPr/>
            </p:nvSpPr>
            <p:spPr>
              <a:xfrm>
                <a:off x="3172935" y="3407834"/>
                <a:ext cx="9376" cy="7203"/>
              </a:xfrm>
              <a:custGeom>
                <a:rect b="b" l="l" r="r" t="t"/>
                <a:pathLst>
                  <a:path extrusionOk="0" h="285" w="371">
                    <a:moveTo>
                      <a:pt x="0" y="1"/>
                    </a:moveTo>
                    <a:lnTo>
                      <a:pt x="0" y="284"/>
                    </a:lnTo>
                    <a:lnTo>
                      <a:pt x="251" y="284"/>
                    </a:lnTo>
                    <a:cubicBezTo>
                      <a:pt x="316" y="284"/>
                      <a:pt x="371" y="230"/>
                      <a:pt x="371" y="164"/>
                    </a:cubicBezTo>
                    <a:lnTo>
                      <a:pt x="371" y="121"/>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8"/>
              <p:cNvSpPr/>
              <p:nvPr/>
            </p:nvSpPr>
            <p:spPr>
              <a:xfrm>
                <a:off x="3138084" y="3407834"/>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8"/>
              <p:cNvSpPr/>
              <p:nvPr/>
            </p:nvSpPr>
            <p:spPr>
              <a:xfrm>
                <a:off x="3033380" y="3446173"/>
                <a:ext cx="127626" cy="73518"/>
              </a:xfrm>
              <a:custGeom>
                <a:rect b="b" l="l" r="r" t="t"/>
                <a:pathLst>
                  <a:path extrusionOk="0" h="2909" w="5050">
                    <a:moveTo>
                      <a:pt x="1565" y="1"/>
                    </a:moveTo>
                    <a:cubicBezTo>
                      <a:pt x="864" y="1"/>
                      <a:pt x="1" y="158"/>
                      <a:pt x="8" y="631"/>
                    </a:cubicBezTo>
                    <a:cubicBezTo>
                      <a:pt x="12" y="875"/>
                      <a:pt x="104" y="947"/>
                      <a:pt x="233" y="947"/>
                    </a:cubicBezTo>
                    <a:cubicBezTo>
                      <a:pt x="421" y="947"/>
                      <a:pt x="686" y="794"/>
                      <a:pt x="867" y="794"/>
                    </a:cubicBezTo>
                    <a:cubicBezTo>
                      <a:pt x="928" y="794"/>
                      <a:pt x="980" y="812"/>
                      <a:pt x="1016" y="860"/>
                    </a:cubicBezTo>
                    <a:cubicBezTo>
                      <a:pt x="1228" y="1143"/>
                      <a:pt x="1114" y="2091"/>
                      <a:pt x="744" y="2091"/>
                    </a:cubicBezTo>
                    <a:cubicBezTo>
                      <a:pt x="373" y="2091"/>
                      <a:pt x="1370" y="2909"/>
                      <a:pt x="1370" y="2909"/>
                    </a:cubicBezTo>
                    <a:cubicBezTo>
                      <a:pt x="1370" y="2909"/>
                      <a:pt x="2569" y="2887"/>
                      <a:pt x="3228" y="2227"/>
                    </a:cubicBezTo>
                    <a:cubicBezTo>
                      <a:pt x="3882" y="1568"/>
                      <a:pt x="4454" y="1699"/>
                      <a:pt x="4149" y="1165"/>
                    </a:cubicBezTo>
                    <a:cubicBezTo>
                      <a:pt x="3903" y="726"/>
                      <a:pt x="4591" y="559"/>
                      <a:pt x="4878" y="559"/>
                    </a:cubicBezTo>
                    <a:cubicBezTo>
                      <a:pt x="4940" y="559"/>
                      <a:pt x="4983" y="567"/>
                      <a:pt x="4994" y="582"/>
                    </a:cubicBezTo>
                    <a:cubicBezTo>
                      <a:pt x="4999" y="588"/>
                      <a:pt x="5003" y="591"/>
                      <a:pt x="5006" y="591"/>
                    </a:cubicBezTo>
                    <a:cubicBezTo>
                      <a:pt x="5050" y="591"/>
                      <a:pt x="4994" y="124"/>
                      <a:pt x="4994" y="124"/>
                    </a:cubicBezTo>
                    <a:lnTo>
                      <a:pt x="4454" y="189"/>
                    </a:lnTo>
                    <a:cubicBezTo>
                      <a:pt x="4454" y="189"/>
                      <a:pt x="4010" y="215"/>
                      <a:pt x="3524" y="215"/>
                    </a:cubicBezTo>
                    <a:cubicBezTo>
                      <a:pt x="3065" y="215"/>
                      <a:pt x="2569" y="192"/>
                      <a:pt x="2373" y="102"/>
                    </a:cubicBezTo>
                    <a:cubicBezTo>
                      <a:pt x="2237" y="42"/>
                      <a:pt x="1922" y="1"/>
                      <a:pt x="1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8"/>
              <p:cNvSpPr/>
              <p:nvPr/>
            </p:nvSpPr>
            <p:spPr>
              <a:xfrm>
                <a:off x="3158150" y="3445996"/>
                <a:ext cx="127626" cy="73568"/>
              </a:xfrm>
              <a:custGeom>
                <a:rect b="b" l="l" r="r" t="t"/>
                <a:pathLst>
                  <a:path extrusionOk="0" h="2911" w="5050">
                    <a:moveTo>
                      <a:pt x="3497" y="1"/>
                    </a:moveTo>
                    <a:cubicBezTo>
                      <a:pt x="3135" y="1"/>
                      <a:pt x="2815" y="43"/>
                      <a:pt x="2678" y="104"/>
                    </a:cubicBezTo>
                    <a:cubicBezTo>
                      <a:pt x="2482" y="194"/>
                      <a:pt x="1985" y="217"/>
                      <a:pt x="1526" y="217"/>
                    </a:cubicBezTo>
                    <a:cubicBezTo>
                      <a:pt x="1040" y="217"/>
                      <a:pt x="596" y="191"/>
                      <a:pt x="596" y="191"/>
                    </a:cubicBezTo>
                    <a:lnTo>
                      <a:pt x="57" y="137"/>
                    </a:lnTo>
                    <a:cubicBezTo>
                      <a:pt x="57" y="137"/>
                      <a:pt x="1" y="604"/>
                      <a:pt x="44" y="604"/>
                    </a:cubicBezTo>
                    <a:cubicBezTo>
                      <a:pt x="48" y="604"/>
                      <a:pt x="52" y="601"/>
                      <a:pt x="57" y="594"/>
                    </a:cubicBezTo>
                    <a:cubicBezTo>
                      <a:pt x="69" y="578"/>
                      <a:pt x="114" y="570"/>
                      <a:pt x="179" y="570"/>
                    </a:cubicBezTo>
                    <a:cubicBezTo>
                      <a:pt x="469" y="570"/>
                      <a:pt x="1146" y="741"/>
                      <a:pt x="901" y="1177"/>
                    </a:cubicBezTo>
                    <a:cubicBezTo>
                      <a:pt x="607" y="1711"/>
                      <a:pt x="1174" y="1575"/>
                      <a:pt x="1833" y="2234"/>
                    </a:cubicBezTo>
                    <a:cubicBezTo>
                      <a:pt x="2487" y="2894"/>
                      <a:pt x="3686" y="2910"/>
                      <a:pt x="3686" y="2910"/>
                    </a:cubicBezTo>
                    <a:cubicBezTo>
                      <a:pt x="3686" y="2910"/>
                      <a:pt x="4683" y="2087"/>
                      <a:pt x="4312" y="2087"/>
                    </a:cubicBezTo>
                    <a:cubicBezTo>
                      <a:pt x="3942" y="2087"/>
                      <a:pt x="3822" y="1145"/>
                      <a:pt x="4034" y="856"/>
                    </a:cubicBezTo>
                    <a:cubicBezTo>
                      <a:pt x="4070" y="808"/>
                      <a:pt x="4122" y="790"/>
                      <a:pt x="4184" y="790"/>
                    </a:cubicBezTo>
                    <a:cubicBezTo>
                      <a:pt x="4365" y="790"/>
                      <a:pt x="4629" y="943"/>
                      <a:pt x="4817" y="943"/>
                    </a:cubicBezTo>
                    <a:cubicBezTo>
                      <a:pt x="4946" y="943"/>
                      <a:pt x="5039" y="871"/>
                      <a:pt x="5043" y="627"/>
                    </a:cubicBezTo>
                    <a:cubicBezTo>
                      <a:pt x="5050" y="157"/>
                      <a:pt x="4195" y="1"/>
                      <a:pt x="349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8"/>
              <p:cNvSpPr/>
              <p:nvPr/>
            </p:nvSpPr>
            <p:spPr>
              <a:xfrm>
                <a:off x="3084253" y="3751439"/>
                <a:ext cx="30302" cy="54134"/>
              </a:xfrm>
              <a:custGeom>
                <a:rect b="b" l="l" r="r" t="t"/>
                <a:pathLst>
                  <a:path extrusionOk="0" h="2142" w="1199">
                    <a:moveTo>
                      <a:pt x="600" y="0"/>
                    </a:moveTo>
                    <a:cubicBezTo>
                      <a:pt x="267" y="0"/>
                      <a:pt x="0" y="480"/>
                      <a:pt x="0" y="1074"/>
                    </a:cubicBezTo>
                    <a:cubicBezTo>
                      <a:pt x="0" y="1662"/>
                      <a:pt x="273" y="2142"/>
                      <a:pt x="600" y="2142"/>
                    </a:cubicBezTo>
                    <a:cubicBezTo>
                      <a:pt x="932" y="2142"/>
                      <a:pt x="1199" y="1662"/>
                      <a:pt x="1199" y="1068"/>
                    </a:cubicBezTo>
                    <a:cubicBezTo>
                      <a:pt x="1199" y="480"/>
                      <a:pt x="926"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8"/>
              <p:cNvSpPr/>
              <p:nvPr/>
            </p:nvSpPr>
            <p:spPr>
              <a:xfrm>
                <a:off x="3029842" y="3464066"/>
                <a:ext cx="34472" cy="33688"/>
              </a:xfrm>
              <a:custGeom>
                <a:rect b="b" l="l" r="r" t="t"/>
                <a:pathLst>
                  <a:path extrusionOk="0" h="1333" w="1364">
                    <a:moveTo>
                      <a:pt x="565" y="1"/>
                    </a:moveTo>
                    <a:cubicBezTo>
                      <a:pt x="477" y="1"/>
                      <a:pt x="392" y="23"/>
                      <a:pt x="317" y="70"/>
                    </a:cubicBezTo>
                    <a:cubicBezTo>
                      <a:pt x="50" y="233"/>
                      <a:pt x="1" y="631"/>
                      <a:pt x="202" y="964"/>
                    </a:cubicBezTo>
                    <a:cubicBezTo>
                      <a:pt x="346" y="1196"/>
                      <a:pt x="578" y="1333"/>
                      <a:pt x="796" y="1333"/>
                    </a:cubicBezTo>
                    <a:cubicBezTo>
                      <a:pt x="884" y="1333"/>
                      <a:pt x="970" y="1310"/>
                      <a:pt x="1047" y="1263"/>
                    </a:cubicBezTo>
                    <a:cubicBezTo>
                      <a:pt x="1314" y="1100"/>
                      <a:pt x="1363" y="702"/>
                      <a:pt x="1161" y="375"/>
                    </a:cubicBezTo>
                    <a:cubicBezTo>
                      <a:pt x="1018" y="138"/>
                      <a:pt x="782" y="1"/>
                      <a:pt x="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8"/>
              <p:cNvSpPr/>
              <p:nvPr/>
            </p:nvSpPr>
            <p:spPr>
              <a:xfrm>
                <a:off x="2982228" y="3468969"/>
                <a:ext cx="76955" cy="195407"/>
              </a:xfrm>
              <a:custGeom>
                <a:rect b="b" l="l" r="r" t="t"/>
                <a:pathLst>
                  <a:path extrusionOk="0" h="7732" w="3045">
                    <a:moveTo>
                      <a:pt x="2010" y="0"/>
                    </a:moveTo>
                    <a:cubicBezTo>
                      <a:pt x="1986" y="0"/>
                      <a:pt x="1961" y="3"/>
                      <a:pt x="1934" y="7"/>
                    </a:cubicBezTo>
                    <a:cubicBezTo>
                      <a:pt x="1373" y="94"/>
                      <a:pt x="1542" y="830"/>
                      <a:pt x="1667" y="1276"/>
                    </a:cubicBezTo>
                    <a:cubicBezTo>
                      <a:pt x="1792" y="1723"/>
                      <a:pt x="1318" y="5581"/>
                      <a:pt x="1002" y="5968"/>
                    </a:cubicBezTo>
                    <a:cubicBezTo>
                      <a:pt x="690" y="6350"/>
                      <a:pt x="0" y="7412"/>
                      <a:pt x="1128" y="7412"/>
                    </a:cubicBezTo>
                    <a:cubicBezTo>
                      <a:pt x="1142" y="7412"/>
                      <a:pt x="1156" y="7412"/>
                      <a:pt x="1171" y="7412"/>
                    </a:cubicBezTo>
                    <a:cubicBezTo>
                      <a:pt x="1171" y="7412"/>
                      <a:pt x="1418" y="7731"/>
                      <a:pt x="1746" y="7731"/>
                    </a:cubicBezTo>
                    <a:cubicBezTo>
                      <a:pt x="1801" y="7731"/>
                      <a:pt x="1858" y="7722"/>
                      <a:pt x="1917" y="7701"/>
                    </a:cubicBezTo>
                    <a:cubicBezTo>
                      <a:pt x="2326" y="7559"/>
                      <a:pt x="1738" y="6562"/>
                      <a:pt x="1917" y="5859"/>
                    </a:cubicBezTo>
                    <a:cubicBezTo>
                      <a:pt x="2097" y="5156"/>
                      <a:pt x="2283" y="1925"/>
                      <a:pt x="2283" y="1925"/>
                    </a:cubicBezTo>
                    <a:cubicBezTo>
                      <a:pt x="2283" y="1925"/>
                      <a:pt x="3045" y="724"/>
                      <a:pt x="2564" y="724"/>
                    </a:cubicBezTo>
                    <a:cubicBezTo>
                      <a:pt x="2515" y="724"/>
                      <a:pt x="2453" y="736"/>
                      <a:pt x="2375" y="764"/>
                    </a:cubicBezTo>
                    <a:cubicBezTo>
                      <a:pt x="2375" y="764"/>
                      <a:pt x="2375" y="764"/>
                      <a:pt x="2375" y="764"/>
                    </a:cubicBezTo>
                    <a:cubicBezTo>
                      <a:pt x="2360" y="764"/>
                      <a:pt x="2476" y="0"/>
                      <a:pt x="20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8"/>
              <p:cNvSpPr/>
              <p:nvPr/>
            </p:nvSpPr>
            <p:spPr>
              <a:xfrm>
                <a:off x="3205435" y="3751288"/>
                <a:ext cx="30327" cy="54285"/>
              </a:xfrm>
              <a:custGeom>
                <a:rect b="b" l="l" r="r" t="t"/>
                <a:pathLst>
                  <a:path extrusionOk="0" h="2148" w="1200">
                    <a:moveTo>
                      <a:pt x="600" y="1"/>
                    </a:moveTo>
                    <a:cubicBezTo>
                      <a:pt x="273" y="1"/>
                      <a:pt x="0" y="480"/>
                      <a:pt x="0" y="1074"/>
                    </a:cubicBezTo>
                    <a:cubicBezTo>
                      <a:pt x="0" y="1668"/>
                      <a:pt x="273" y="2148"/>
                      <a:pt x="600" y="2148"/>
                    </a:cubicBezTo>
                    <a:cubicBezTo>
                      <a:pt x="927" y="2148"/>
                      <a:pt x="1199" y="1663"/>
                      <a:pt x="1199" y="1074"/>
                    </a:cubicBezTo>
                    <a:cubicBezTo>
                      <a:pt x="1199" y="480"/>
                      <a:pt x="927" y="1"/>
                      <a:pt x="6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8"/>
              <p:cNvSpPr/>
              <p:nvPr/>
            </p:nvSpPr>
            <p:spPr>
              <a:xfrm>
                <a:off x="3254868" y="3463788"/>
                <a:ext cx="34598" cy="33688"/>
              </a:xfrm>
              <a:custGeom>
                <a:rect b="b" l="l" r="r" t="t"/>
                <a:pathLst>
                  <a:path extrusionOk="0" h="1333" w="1369">
                    <a:moveTo>
                      <a:pt x="801" y="1"/>
                    </a:moveTo>
                    <a:cubicBezTo>
                      <a:pt x="581" y="1"/>
                      <a:pt x="346" y="138"/>
                      <a:pt x="202" y="375"/>
                    </a:cubicBezTo>
                    <a:cubicBezTo>
                      <a:pt x="0" y="708"/>
                      <a:pt x="55" y="1105"/>
                      <a:pt x="322" y="1263"/>
                    </a:cubicBezTo>
                    <a:cubicBezTo>
                      <a:pt x="397" y="1310"/>
                      <a:pt x="482" y="1333"/>
                      <a:pt x="570" y="1333"/>
                    </a:cubicBezTo>
                    <a:cubicBezTo>
                      <a:pt x="788" y="1333"/>
                      <a:pt x="1023" y="1195"/>
                      <a:pt x="1167" y="958"/>
                    </a:cubicBezTo>
                    <a:cubicBezTo>
                      <a:pt x="1368" y="631"/>
                      <a:pt x="1314" y="228"/>
                      <a:pt x="1052" y="70"/>
                    </a:cubicBezTo>
                    <a:cubicBezTo>
                      <a:pt x="975" y="23"/>
                      <a:pt x="889" y="1"/>
                      <a:pt x="80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8"/>
              <p:cNvSpPr/>
              <p:nvPr/>
            </p:nvSpPr>
            <p:spPr>
              <a:xfrm>
                <a:off x="3286812" y="3644739"/>
                <a:ext cx="37479" cy="23706"/>
              </a:xfrm>
              <a:custGeom>
                <a:rect b="b" l="l" r="r" t="t"/>
                <a:pathLst>
                  <a:path extrusionOk="0" h="938" w="1483">
                    <a:moveTo>
                      <a:pt x="923" y="0"/>
                    </a:moveTo>
                    <a:cubicBezTo>
                      <a:pt x="826" y="0"/>
                      <a:pt x="721" y="16"/>
                      <a:pt x="616" y="48"/>
                    </a:cubicBezTo>
                    <a:cubicBezTo>
                      <a:pt x="246" y="157"/>
                      <a:pt x="1" y="441"/>
                      <a:pt x="71" y="675"/>
                    </a:cubicBezTo>
                    <a:cubicBezTo>
                      <a:pt x="123" y="840"/>
                      <a:pt x="325" y="937"/>
                      <a:pt x="573" y="937"/>
                    </a:cubicBezTo>
                    <a:cubicBezTo>
                      <a:pt x="668" y="937"/>
                      <a:pt x="770" y="923"/>
                      <a:pt x="872" y="893"/>
                    </a:cubicBezTo>
                    <a:cubicBezTo>
                      <a:pt x="1243" y="778"/>
                      <a:pt x="1483" y="501"/>
                      <a:pt x="1417" y="266"/>
                    </a:cubicBezTo>
                    <a:cubicBezTo>
                      <a:pt x="1367" y="98"/>
                      <a:pt x="1168" y="0"/>
                      <a:pt x="9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8"/>
              <p:cNvSpPr/>
              <p:nvPr/>
            </p:nvSpPr>
            <p:spPr>
              <a:xfrm>
                <a:off x="3218375" y="4036892"/>
                <a:ext cx="40916" cy="40790"/>
              </a:xfrm>
              <a:custGeom>
                <a:rect b="b" l="l" r="r" t="t"/>
                <a:pathLst>
                  <a:path extrusionOk="0" h="1614" w="1619">
                    <a:moveTo>
                      <a:pt x="807" y="1"/>
                    </a:moveTo>
                    <a:cubicBezTo>
                      <a:pt x="360" y="1"/>
                      <a:pt x="0" y="361"/>
                      <a:pt x="0" y="807"/>
                    </a:cubicBezTo>
                    <a:cubicBezTo>
                      <a:pt x="0" y="1254"/>
                      <a:pt x="360" y="1614"/>
                      <a:pt x="807" y="1614"/>
                    </a:cubicBezTo>
                    <a:cubicBezTo>
                      <a:pt x="1254" y="1614"/>
                      <a:pt x="1619" y="1254"/>
                      <a:pt x="1619" y="807"/>
                    </a:cubicBezTo>
                    <a:cubicBezTo>
                      <a:pt x="1619" y="361"/>
                      <a:pt x="1254" y="1"/>
                      <a:pt x="8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8"/>
              <p:cNvSpPr/>
              <p:nvPr/>
            </p:nvSpPr>
            <p:spPr>
              <a:xfrm>
                <a:off x="3115768" y="3352361"/>
                <a:ext cx="87342" cy="60881"/>
              </a:xfrm>
              <a:custGeom>
                <a:rect b="b" l="l" r="r" t="t"/>
                <a:pathLst>
                  <a:path extrusionOk="0" h="2409" w="3456">
                    <a:moveTo>
                      <a:pt x="3407" y="0"/>
                    </a:moveTo>
                    <a:lnTo>
                      <a:pt x="2927" y="436"/>
                    </a:lnTo>
                    <a:cubicBezTo>
                      <a:pt x="2927" y="436"/>
                      <a:pt x="2982" y="1308"/>
                      <a:pt x="2715" y="1520"/>
                    </a:cubicBezTo>
                    <a:cubicBezTo>
                      <a:pt x="2442" y="1733"/>
                      <a:pt x="1728" y="1733"/>
                      <a:pt x="1728" y="1733"/>
                    </a:cubicBezTo>
                    <a:cubicBezTo>
                      <a:pt x="1728" y="1733"/>
                      <a:pt x="1020" y="1733"/>
                      <a:pt x="747" y="1520"/>
                    </a:cubicBezTo>
                    <a:cubicBezTo>
                      <a:pt x="475" y="1308"/>
                      <a:pt x="530" y="441"/>
                      <a:pt x="530" y="441"/>
                    </a:cubicBezTo>
                    <a:lnTo>
                      <a:pt x="55" y="5"/>
                    </a:lnTo>
                    <a:lnTo>
                      <a:pt x="55" y="5"/>
                    </a:lnTo>
                    <a:cubicBezTo>
                      <a:pt x="1" y="539"/>
                      <a:pt x="83" y="1084"/>
                      <a:pt x="279" y="1586"/>
                    </a:cubicBezTo>
                    <a:cubicBezTo>
                      <a:pt x="579" y="2343"/>
                      <a:pt x="1527" y="2403"/>
                      <a:pt x="1701" y="2408"/>
                    </a:cubicBezTo>
                    <a:lnTo>
                      <a:pt x="1734" y="2408"/>
                    </a:lnTo>
                    <a:cubicBezTo>
                      <a:pt x="1908" y="2403"/>
                      <a:pt x="2883" y="2343"/>
                      <a:pt x="3183" y="1580"/>
                    </a:cubicBezTo>
                    <a:cubicBezTo>
                      <a:pt x="3379" y="1079"/>
                      <a:pt x="3456" y="539"/>
                      <a:pt x="340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8"/>
              <p:cNvSpPr/>
              <p:nvPr/>
            </p:nvSpPr>
            <p:spPr>
              <a:xfrm>
                <a:off x="3101312" y="3259611"/>
                <a:ext cx="116253" cy="121535"/>
              </a:xfrm>
              <a:custGeom>
                <a:rect b="b" l="l" r="r" t="t"/>
                <a:pathLst>
                  <a:path extrusionOk="0" h="4809" w="4600">
                    <a:moveTo>
                      <a:pt x="2124" y="0"/>
                    </a:moveTo>
                    <a:cubicBezTo>
                      <a:pt x="1842" y="0"/>
                      <a:pt x="1260" y="94"/>
                      <a:pt x="731" y="777"/>
                    </a:cubicBezTo>
                    <a:cubicBezTo>
                      <a:pt x="1" y="1725"/>
                      <a:pt x="508" y="2548"/>
                      <a:pt x="508" y="2548"/>
                    </a:cubicBezTo>
                    <a:lnTo>
                      <a:pt x="491" y="3174"/>
                    </a:lnTo>
                    <a:cubicBezTo>
                      <a:pt x="77" y="3725"/>
                      <a:pt x="938" y="4128"/>
                      <a:pt x="1210" y="4215"/>
                    </a:cubicBezTo>
                    <a:cubicBezTo>
                      <a:pt x="1488" y="4297"/>
                      <a:pt x="1445" y="4809"/>
                      <a:pt x="1445" y="4809"/>
                    </a:cubicBezTo>
                    <a:lnTo>
                      <a:pt x="3161" y="4809"/>
                    </a:lnTo>
                    <a:cubicBezTo>
                      <a:pt x="3161" y="4809"/>
                      <a:pt x="3118" y="4297"/>
                      <a:pt x="3396" y="4215"/>
                    </a:cubicBezTo>
                    <a:cubicBezTo>
                      <a:pt x="3673" y="4128"/>
                      <a:pt x="4529" y="3725"/>
                      <a:pt x="4115" y="3174"/>
                    </a:cubicBezTo>
                    <a:lnTo>
                      <a:pt x="4093" y="2548"/>
                    </a:lnTo>
                    <a:cubicBezTo>
                      <a:pt x="4093" y="2548"/>
                      <a:pt x="4600" y="1719"/>
                      <a:pt x="3870" y="777"/>
                    </a:cubicBezTo>
                    <a:cubicBezTo>
                      <a:pt x="3337" y="94"/>
                      <a:pt x="2750" y="0"/>
                      <a:pt x="2467" y="0"/>
                    </a:cubicBezTo>
                    <a:cubicBezTo>
                      <a:pt x="2359" y="0"/>
                      <a:pt x="2295" y="14"/>
                      <a:pt x="2295" y="14"/>
                    </a:cubicBezTo>
                    <a:cubicBezTo>
                      <a:pt x="2295" y="14"/>
                      <a:pt x="2231" y="0"/>
                      <a:pt x="21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8"/>
              <p:cNvSpPr/>
              <p:nvPr/>
            </p:nvSpPr>
            <p:spPr>
              <a:xfrm>
                <a:off x="3260024" y="3468691"/>
                <a:ext cx="77460" cy="195356"/>
              </a:xfrm>
              <a:custGeom>
                <a:rect b="b" l="l" r="r" t="t"/>
                <a:pathLst>
                  <a:path extrusionOk="0" h="7730" w="3065">
                    <a:moveTo>
                      <a:pt x="1039" y="1"/>
                    </a:moveTo>
                    <a:cubicBezTo>
                      <a:pt x="573" y="1"/>
                      <a:pt x="683" y="764"/>
                      <a:pt x="674" y="764"/>
                    </a:cubicBezTo>
                    <a:cubicBezTo>
                      <a:pt x="674" y="764"/>
                      <a:pt x="674" y="764"/>
                      <a:pt x="674" y="764"/>
                    </a:cubicBezTo>
                    <a:cubicBezTo>
                      <a:pt x="596" y="736"/>
                      <a:pt x="533" y="724"/>
                      <a:pt x="483" y="724"/>
                    </a:cubicBezTo>
                    <a:cubicBezTo>
                      <a:pt x="1" y="724"/>
                      <a:pt x="772" y="1925"/>
                      <a:pt x="772" y="1925"/>
                    </a:cubicBezTo>
                    <a:cubicBezTo>
                      <a:pt x="772" y="1925"/>
                      <a:pt x="968" y="5151"/>
                      <a:pt x="1142" y="5859"/>
                    </a:cubicBezTo>
                    <a:cubicBezTo>
                      <a:pt x="1322" y="6562"/>
                      <a:pt x="734" y="7559"/>
                      <a:pt x="1142" y="7701"/>
                    </a:cubicBezTo>
                    <a:cubicBezTo>
                      <a:pt x="1199" y="7721"/>
                      <a:pt x="1255" y="7729"/>
                      <a:pt x="1309" y="7729"/>
                    </a:cubicBezTo>
                    <a:cubicBezTo>
                      <a:pt x="1640" y="7729"/>
                      <a:pt x="1894" y="7407"/>
                      <a:pt x="1894" y="7407"/>
                    </a:cubicBezTo>
                    <a:cubicBezTo>
                      <a:pt x="1909" y="7407"/>
                      <a:pt x="1923" y="7407"/>
                      <a:pt x="1938" y="7407"/>
                    </a:cubicBezTo>
                    <a:cubicBezTo>
                      <a:pt x="3065" y="7407"/>
                      <a:pt x="2370" y="6345"/>
                      <a:pt x="2058" y="5963"/>
                    </a:cubicBezTo>
                    <a:cubicBezTo>
                      <a:pt x="1742" y="5576"/>
                      <a:pt x="1257" y="1729"/>
                      <a:pt x="1382" y="1276"/>
                    </a:cubicBezTo>
                    <a:cubicBezTo>
                      <a:pt x="1507" y="824"/>
                      <a:pt x="1671" y="89"/>
                      <a:pt x="1115" y="7"/>
                    </a:cubicBezTo>
                    <a:cubicBezTo>
                      <a:pt x="1088" y="3"/>
                      <a:pt x="1062" y="1"/>
                      <a:pt x="103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8"/>
              <p:cNvSpPr/>
              <p:nvPr/>
            </p:nvSpPr>
            <p:spPr>
              <a:xfrm>
                <a:off x="3289138" y="3658234"/>
                <a:ext cx="65456" cy="151964"/>
              </a:xfrm>
              <a:custGeom>
                <a:rect b="b" l="l" r="r" t="t"/>
                <a:pathLst>
                  <a:path extrusionOk="0" h="6013" w="2590">
                    <a:moveTo>
                      <a:pt x="944" y="1345"/>
                    </a:moveTo>
                    <a:cubicBezTo>
                      <a:pt x="944" y="1345"/>
                      <a:pt x="1396" y="2228"/>
                      <a:pt x="1565" y="3143"/>
                    </a:cubicBezTo>
                    <a:cubicBezTo>
                      <a:pt x="1734" y="4053"/>
                      <a:pt x="1489" y="5426"/>
                      <a:pt x="1489" y="5426"/>
                    </a:cubicBezTo>
                    <a:cubicBezTo>
                      <a:pt x="1489" y="5426"/>
                      <a:pt x="1227" y="4124"/>
                      <a:pt x="1113" y="3448"/>
                    </a:cubicBezTo>
                    <a:cubicBezTo>
                      <a:pt x="993" y="2778"/>
                      <a:pt x="944" y="1345"/>
                      <a:pt x="944" y="1345"/>
                    </a:cubicBezTo>
                    <a:close/>
                    <a:moveTo>
                      <a:pt x="1242" y="1"/>
                    </a:moveTo>
                    <a:cubicBezTo>
                      <a:pt x="1011" y="1"/>
                      <a:pt x="704" y="244"/>
                      <a:pt x="704" y="244"/>
                    </a:cubicBezTo>
                    <a:cubicBezTo>
                      <a:pt x="605" y="164"/>
                      <a:pt x="493" y="126"/>
                      <a:pt x="394" y="126"/>
                    </a:cubicBezTo>
                    <a:cubicBezTo>
                      <a:pt x="164" y="126"/>
                      <a:pt x="1" y="325"/>
                      <a:pt x="214" y="648"/>
                    </a:cubicBezTo>
                    <a:cubicBezTo>
                      <a:pt x="519" y="1116"/>
                      <a:pt x="573" y="3819"/>
                      <a:pt x="813" y="4304"/>
                    </a:cubicBezTo>
                    <a:cubicBezTo>
                      <a:pt x="1047" y="4789"/>
                      <a:pt x="1004" y="5917"/>
                      <a:pt x="1260" y="5999"/>
                    </a:cubicBezTo>
                    <a:cubicBezTo>
                      <a:pt x="1294" y="6008"/>
                      <a:pt x="1322" y="6013"/>
                      <a:pt x="1347" y="6013"/>
                    </a:cubicBezTo>
                    <a:cubicBezTo>
                      <a:pt x="1516" y="6013"/>
                      <a:pt x="1515" y="5815"/>
                      <a:pt x="1729" y="5791"/>
                    </a:cubicBezTo>
                    <a:cubicBezTo>
                      <a:pt x="1742" y="5790"/>
                      <a:pt x="1756" y="5789"/>
                      <a:pt x="1770" y="5789"/>
                    </a:cubicBezTo>
                    <a:cubicBezTo>
                      <a:pt x="1947" y="5789"/>
                      <a:pt x="2126" y="5908"/>
                      <a:pt x="2278" y="5908"/>
                    </a:cubicBezTo>
                    <a:cubicBezTo>
                      <a:pt x="2325" y="5908"/>
                      <a:pt x="2369" y="5897"/>
                      <a:pt x="2410" y="5868"/>
                    </a:cubicBezTo>
                    <a:cubicBezTo>
                      <a:pt x="2589" y="5737"/>
                      <a:pt x="2459" y="5301"/>
                      <a:pt x="2301" y="5001"/>
                    </a:cubicBezTo>
                    <a:cubicBezTo>
                      <a:pt x="2143" y="4707"/>
                      <a:pt x="2077" y="2304"/>
                      <a:pt x="1723" y="1754"/>
                    </a:cubicBezTo>
                    <a:cubicBezTo>
                      <a:pt x="1363" y="1203"/>
                      <a:pt x="1609" y="342"/>
                      <a:pt x="1423" y="86"/>
                    </a:cubicBezTo>
                    <a:cubicBezTo>
                      <a:pt x="1378" y="24"/>
                      <a:pt x="1314" y="1"/>
                      <a:pt x="124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8"/>
              <p:cNvSpPr/>
              <p:nvPr/>
            </p:nvSpPr>
            <p:spPr>
              <a:xfrm>
                <a:off x="3321537" y="3824401"/>
                <a:ext cx="11853" cy="26890"/>
              </a:xfrm>
              <a:custGeom>
                <a:rect b="b" l="l" r="r" t="t"/>
                <a:pathLst>
                  <a:path extrusionOk="0" h="1064" w="469">
                    <a:moveTo>
                      <a:pt x="184" y="0"/>
                    </a:moveTo>
                    <a:cubicBezTo>
                      <a:pt x="167" y="0"/>
                      <a:pt x="151" y="4"/>
                      <a:pt x="136" y="12"/>
                    </a:cubicBezTo>
                    <a:cubicBezTo>
                      <a:pt x="65" y="39"/>
                      <a:pt x="0" y="1064"/>
                      <a:pt x="230" y="1064"/>
                    </a:cubicBezTo>
                    <a:cubicBezTo>
                      <a:pt x="232" y="1064"/>
                      <a:pt x="233" y="1064"/>
                      <a:pt x="234" y="1064"/>
                    </a:cubicBezTo>
                    <a:cubicBezTo>
                      <a:pt x="468" y="1047"/>
                      <a:pt x="239" y="17"/>
                      <a:pt x="239" y="17"/>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8"/>
              <p:cNvSpPr/>
              <p:nvPr/>
            </p:nvSpPr>
            <p:spPr>
              <a:xfrm>
                <a:off x="3322093" y="3850356"/>
                <a:ext cx="11853" cy="26839"/>
              </a:xfrm>
              <a:custGeom>
                <a:rect b="b" l="l" r="r" t="t"/>
                <a:pathLst>
                  <a:path extrusionOk="0" h="1062" w="469">
                    <a:moveTo>
                      <a:pt x="184" y="0"/>
                    </a:moveTo>
                    <a:cubicBezTo>
                      <a:pt x="167" y="0"/>
                      <a:pt x="151" y="5"/>
                      <a:pt x="136" y="15"/>
                    </a:cubicBezTo>
                    <a:cubicBezTo>
                      <a:pt x="65" y="42"/>
                      <a:pt x="1" y="1061"/>
                      <a:pt x="228" y="1061"/>
                    </a:cubicBezTo>
                    <a:cubicBezTo>
                      <a:pt x="230" y="1061"/>
                      <a:pt x="232" y="1061"/>
                      <a:pt x="234" y="1061"/>
                    </a:cubicBezTo>
                    <a:cubicBezTo>
                      <a:pt x="468" y="1045"/>
                      <a:pt x="239" y="15"/>
                      <a:pt x="239" y="15"/>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8"/>
              <p:cNvSpPr/>
              <p:nvPr/>
            </p:nvSpPr>
            <p:spPr>
              <a:xfrm>
                <a:off x="3323205" y="3875350"/>
                <a:ext cx="11828" cy="26890"/>
              </a:xfrm>
              <a:custGeom>
                <a:rect b="b" l="l" r="r" t="t"/>
                <a:pathLst>
                  <a:path extrusionOk="0" h="1064" w="468">
                    <a:moveTo>
                      <a:pt x="183" y="0"/>
                    </a:moveTo>
                    <a:cubicBezTo>
                      <a:pt x="167" y="0"/>
                      <a:pt x="151" y="5"/>
                      <a:pt x="135" y="12"/>
                    </a:cubicBezTo>
                    <a:cubicBezTo>
                      <a:pt x="65" y="39"/>
                      <a:pt x="0" y="1064"/>
                      <a:pt x="228" y="1064"/>
                    </a:cubicBezTo>
                    <a:cubicBezTo>
                      <a:pt x="230" y="1064"/>
                      <a:pt x="232" y="1064"/>
                      <a:pt x="233" y="1064"/>
                    </a:cubicBezTo>
                    <a:cubicBezTo>
                      <a:pt x="468" y="1047"/>
                      <a:pt x="239" y="18"/>
                      <a:pt x="239" y="18"/>
                    </a:cubicBezTo>
                    <a:cubicBezTo>
                      <a:pt x="221" y="6"/>
                      <a:pt x="202"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8"/>
              <p:cNvSpPr/>
              <p:nvPr/>
            </p:nvSpPr>
            <p:spPr>
              <a:xfrm>
                <a:off x="3313677" y="3819877"/>
                <a:ext cx="10994" cy="26056"/>
              </a:xfrm>
              <a:custGeom>
                <a:rect b="b" l="l" r="r" t="t"/>
                <a:pathLst>
                  <a:path extrusionOk="0" h="1031" w="435">
                    <a:moveTo>
                      <a:pt x="257" y="0"/>
                    </a:moveTo>
                    <a:cubicBezTo>
                      <a:pt x="246" y="0"/>
                      <a:pt x="234" y="2"/>
                      <a:pt x="224" y="6"/>
                    </a:cubicBezTo>
                    <a:cubicBezTo>
                      <a:pt x="158" y="22"/>
                      <a:pt x="0" y="1014"/>
                      <a:pt x="218" y="1030"/>
                    </a:cubicBezTo>
                    <a:cubicBezTo>
                      <a:pt x="219" y="1030"/>
                      <a:pt x="220" y="1030"/>
                      <a:pt x="222" y="1030"/>
                    </a:cubicBezTo>
                    <a:cubicBezTo>
                      <a:pt x="435" y="1030"/>
                      <a:pt x="316" y="22"/>
                      <a:pt x="316" y="22"/>
                    </a:cubicBezTo>
                    <a:cubicBezTo>
                      <a:pt x="302" y="8"/>
                      <a:pt x="280" y="0"/>
                      <a:pt x="2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8"/>
              <p:cNvSpPr/>
              <p:nvPr/>
            </p:nvSpPr>
            <p:spPr>
              <a:xfrm>
                <a:off x="3311883" y="3844948"/>
                <a:ext cx="10994" cy="26031"/>
              </a:xfrm>
              <a:custGeom>
                <a:rect b="b" l="l" r="r" t="t"/>
                <a:pathLst>
                  <a:path extrusionOk="0" h="1030" w="435">
                    <a:moveTo>
                      <a:pt x="256" y="0"/>
                    </a:moveTo>
                    <a:cubicBezTo>
                      <a:pt x="246" y="0"/>
                      <a:pt x="235" y="2"/>
                      <a:pt x="224" y="5"/>
                    </a:cubicBezTo>
                    <a:cubicBezTo>
                      <a:pt x="158" y="22"/>
                      <a:pt x="0" y="1014"/>
                      <a:pt x="218" y="1030"/>
                    </a:cubicBezTo>
                    <a:cubicBezTo>
                      <a:pt x="219" y="1030"/>
                      <a:pt x="221" y="1030"/>
                      <a:pt x="222" y="1030"/>
                    </a:cubicBezTo>
                    <a:cubicBezTo>
                      <a:pt x="435" y="1030"/>
                      <a:pt x="316" y="22"/>
                      <a:pt x="316" y="22"/>
                    </a:cubicBezTo>
                    <a:cubicBezTo>
                      <a:pt x="298" y="7"/>
                      <a:pt x="278" y="0"/>
                      <a:pt x="2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8"/>
              <p:cNvSpPr/>
              <p:nvPr/>
            </p:nvSpPr>
            <p:spPr>
              <a:xfrm>
                <a:off x="3310644" y="3869032"/>
                <a:ext cx="10994" cy="26056"/>
              </a:xfrm>
              <a:custGeom>
                <a:rect b="b" l="l" r="r" t="t"/>
                <a:pathLst>
                  <a:path extrusionOk="0" h="1031" w="435">
                    <a:moveTo>
                      <a:pt x="255" y="1"/>
                    </a:moveTo>
                    <a:cubicBezTo>
                      <a:pt x="244" y="1"/>
                      <a:pt x="234" y="3"/>
                      <a:pt x="224" y="6"/>
                    </a:cubicBezTo>
                    <a:cubicBezTo>
                      <a:pt x="153" y="28"/>
                      <a:pt x="0" y="1020"/>
                      <a:pt x="218" y="1030"/>
                    </a:cubicBezTo>
                    <a:cubicBezTo>
                      <a:pt x="219" y="1031"/>
                      <a:pt x="221" y="1031"/>
                      <a:pt x="222" y="1031"/>
                    </a:cubicBezTo>
                    <a:cubicBezTo>
                      <a:pt x="435" y="1031"/>
                      <a:pt x="316" y="28"/>
                      <a:pt x="316" y="28"/>
                    </a:cubicBezTo>
                    <a:cubicBezTo>
                      <a:pt x="298" y="9"/>
                      <a:pt x="277"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8"/>
              <p:cNvSpPr/>
              <p:nvPr/>
            </p:nvSpPr>
            <p:spPr>
              <a:xfrm>
                <a:off x="3111876" y="3715805"/>
                <a:ext cx="96111" cy="59618"/>
              </a:xfrm>
              <a:custGeom>
                <a:rect b="b" l="l" r="r" t="t"/>
                <a:pathLst>
                  <a:path extrusionOk="0" h="2359" w="3803">
                    <a:moveTo>
                      <a:pt x="1877" y="2286"/>
                    </a:moveTo>
                    <a:cubicBezTo>
                      <a:pt x="1875" y="2310"/>
                      <a:pt x="1875" y="2334"/>
                      <a:pt x="1877" y="2358"/>
                    </a:cubicBezTo>
                    <a:lnTo>
                      <a:pt x="1877" y="2286"/>
                    </a:lnTo>
                    <a:close/>
                    <a:moveTo>
                      <a:pt x="2534" y="0"/>
                    </a:moveTo>
                    <a:cubicBezTo>
                      <a:pt x="2480" y="0"/>
                      <a:pt x="2440" y="18"/>
                      <a:pt x="2422" y="59"/>
                    </a:cubicBezTo>
                    <a:cubicBezTo>
                      <a:pt x="2313" y="309"/>
                      <a:pt x="1997" y="397"/>
                      <a:pt x="1899" y="413"/>
                    </a:cubicBezTo>
                    <a:cubicBezTo>
                      <a:pt x="1806" y="397"/>
                      <a:pt x="1490" y="315"/>
                      <a:pt x="1376" y="59"/>
                    </a:cubicBezTo>
                    <a:cubicBezTo>
                      <a:pt x="1358" y="19"/>
                      <a:pt x="1317" y="0"/>
                      <a:pt x="1264" y="0"/>
                    </a:cubicBezTo>
                    <a:cubicBezTo>
                      <a:pt x="914" y="0"/>
                      <a:pt x="0" y="791"/>
                      <a:pt x="1168" y="1307"/>
                    </a:cubicBezTo>
                    <a:cubicBezTo>
                      <a:pt x="1168" y="1307"/>
                      <a:pt x="1021" y="1688"/>
                      <a:pt x="1245" y="1857"/>
                    </a:cubicBezTo>
                    <a:cubicBezTo>
                      <a:pt x="1425" y="1988"/>
                      <a:pt x="1746" y="1873"/>
                      <a:pt x="1877" y="2097"/>
                    </a:cubicBezTo>
                    <a:lnTo>
                      <a:pt x="1877" y="2286"/>
                    </a:lnTo>
                    <a:lnTo>
                      <a:pt x="1877" y="2286"/>
                    </a:lnTo>
                    <a:cubicBezTo>
                      <a:pt x="1880" y="2242"/>
                      <a:pt x="1890" y="2199"/>
                      <a:pt x="1904" y="2157"/>
                    </a:cubicBezTo>
                    <a:cubicBezTo>
                      <a:pt x="1920" y="2222"/>
                      <a:pt x="1931" y="2287"/>
                      <a:pt x="1931" y="2358"/>
                    </a:cubicBezTo>
                    <a:lnTo>
                      <a:pt x="1931" y="2091"/>
                    </a:lnTo>
                    <a:cubicBezTo>
                      <a:pt x="2062" y="1873"/>
                      <a:pt x="2378" y="1988"/>
                      <a:pt x="2558" y="1852"/>
                    </a:cubicBezTo>
                    <a:cubicBezTo>
                      <a:pt x="2787" y="1688"/>
                      <a:pt x="2640" y="1301"/>
                      <a:pt x="2640" y="1301"/>
                    </a:cubicBezTo>
                    <a:cubicBezTo>
                      <a:pt x="3803" y="786"/>
                      <a:pt x="2886" y="0"/>
                      <a:pt x="25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8"/>
              <p:cNvSpPr/>
              <p:nvPr/>
            </p:nvSpPr>
            <p:spPr>
              <a:xfrm>
                <a:off x="3209757" y="3762332"/>
                <a:ext cx="63030" cy="294981"/>
              </a:xfrm>
              <a:custGeom>
                <a:rect b="b" l="l" r="r" t="t"/>
                <a:pathLst>
                  <a:path extrusionOk="0" h="11672" w="2494">
                    <a:moveTo>
                      <a:pt x="771" y="0"/>
                    </a:moveTo>
                    <a:cubicBezTo>
                      <a:pt x="374" y="0"/>
                      <a:pt x="385" y="604"/>
                      <a:pt x="385" y="604"/>
                    </a:cubicBezTo>
                    <a:cubicBezTo>
                      <a:pt x="69" y="964"/>
                      <a:pt x="80" y="1563"/>
                      <a:pt x="461" y="1705"/>
                    </a:cubicBezTo>
                    <a:cubicBezTo>
                      <a:pt x="843" y="1847"/>
                      <a:pt x="309" y="9486"/>
                      <a:pt x="167" y="9879"/>
                    </a:cubicBezTo>
                    <a:cubicBezTo>
                      <a:pt x="36" y="10263"/>
                      <a:pt x="1" y="11672"/>
                      <a:pt x="356" y="11672"/>
                    </a:cubicBezTo>
                    <a:cubicBezTo>
                      <a:pt x="369" y="11672"/>
                      <a:pt x="382" y="11670"/>
                      <a:pt x="396" y="11666"/>
                    </a:cubicBezTo>
                    <a:cubicBezTo>
                      <a:pt x="794" y="11557"/>
                      <a:pt x="641" y="11088"/>
                      <a:pt x="1066" y="11050"/>
                    </a:cubicBezTo>
                    <a:cubicBezTo>
                      <a:pt x="1080" y="11049"/>
                      <a:pt x="1094" y="11048"/>
                      <a:pt x="1107" y="11048"/>
                    </a:cubicBezTo>
                    <a:cubicBezTo>
                      <a:pt x="1431" y="11048"/>
                      <a:pt x="1664" y="11391"/>
                      <a:pt x="1927" y="11391"/>
                    </a:cubicBezTo>
                    <a:cubicBezTo>
                      <a:pt x="1990" y="11391"/>
                      <a:pt x="2055" y="11372"/>
                      <a:pt x="2123" y="11323"/>
                    </a:cubicBezTo>
                    <a:cubicBezTo>
                      <a:pt x="2494" y="11067"/>
                      <a:pt x="1715" y="10255"/>
                      <a:pt x="1529" y="9301"/>
                    </a:cubicBezTo>
                    <a:cubicBezTo>
                      <a:pt x="1339" y="8347"/>
                      <a:pt x="1567" y="2043"/>
                      <a:pt x="1567" y="2043"/>
                    </a:cubicBezTo>
                    <a:cubicBezTo>
                      <a:pt x="1567" y="2043"/>
                      <a:pt x="2368" y="1106"/>
                      <a:pt x="1415" y="321"/>
                    </a:cubicBezTo>
                    <a:cubicBezTo>
                      <a:pt x="1127" y="86"/>
                      <a:pt x="920" y="0"/>
                      <a:pt x="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8"/>
              <p:cNvSpPr/>
              <p:nvPr/>
            </p:nvSpPr>
            <p:spPr>
              <a:xfrm>
                <a:off x="3205157" y="4056782"/>
                <a:ext cx="85952" cy="265109"/>
              </a:xfrm>
              <a:custGeom>
                <a:rect b="b" l="l" r="r" t="t"/>
                <a:pathLst>
                  <a:path extrusionOk="0" h="10490" w="3401">
                    <a:moveTo>
                      <a:pt x="1924" y="1737"/>
                    </a:moveTo>
                    <a:lnTo>
                      <a:pt x="1924" y="1737"/>
                    </a:lnTo>
                    <a:cubicBezTo>
                      <a:pt x="1924" y="1737"/>
                      <a:pt x="2311" y="3998"/>
                      <a:pt x="2245" y="4521"/>
                    </a:cubicBezTo>
                    <a:cubicBezTo>
                      <a:pt x="2180" y="5044"/>
                      <a:pt x="2060" y="7387"/>
                      <a:pt x="2098" y="7801"/>
                    </a:cubicBezTo>
                    <a:cubicBezTo>
                      <a:pt x="2100" y="7816"/>
                      <a:pt x="2100" y="7823"/>
                      <a:pt x="2100" y="7823"/>
                    </a:cubicBezTo>
                    <a:cubicBezTo>
                      <a:pt x="2090" y="7823"/>
                      <a:pt x="1477" y="2588"/>
                      <a:pt x="1924" y="1737"/>
                    </a:cubicBezTo>
                    <a:close/>
                    <a:moveTo>
                      <a:pt x="1839" y="0"/>
                    </a:moveTo>
                    <a:cubicBezTo>
                      <a:pt x="1139" y="0"/>
                      <a:pt x="1205" y="674"/>
                      <a:pt x="1205" y="674"/>
                    </a:cubicBezTo>
                    <a:cubicBezTo>
                      <a:pt x="1205" y="674"/>
                      <a:pt x="805" y="372"/>
                      <a:pt x="498" y="372"/>
                    </a:cubicBezTo>
                    <a:cubicBezTo>
                      <a:pt x="364" y="372"/>
                      <a:pt x="249" y="429"/>
                      <a:pt x="191" y="592"/>
                    </a:cubicBezTo>
                    <a:cubicBezTo>
                      <a:pt x="0" y="1132"/>
                      <a:pt x="709" y="2211"/>
                      <a:pt x="747" y="2636"/>
                    </a:cubicBezTo>
                    <a:cubicBezTo>
                      <a:pt x="780" y="3066"/>
                      <a:pt x="1352" y="8810"/>
                      <a:pt x="1352" y="8810"/>
                    </a:cubicBezTo>
                    <a:cubicBezTo>
                      <a:pt x="1352" y="8810"/>
                      <a:pt x="747" y="10243"/>
                      <a:pt x="1357" y="10455"/>
                    </a:cubicBezTo>
                    <a:cubicBezTo>
                      <a:pt x="1425" y="10479"/>
                      <a:pt x="1492" y="10489"/>
                      <a:pt x="1559" y="10489"/>
                    </a:cubicBezTo>
                    <a:cubicBezTo>
                      <a:pt x="2098" y="10489"/>
                      <a:pt x="2594" y="9812"/>
                      <a:pt x="2594" y="9812"/>
                    </a:cubicBezTo>
                    <a:cubicBezTo>
                      <a:pt x="2594" y="9812"/>
                      <a:pt x="3401" y="9175"/>
                      <a:pt x="2649" y="8466"/>
                    </a:cubicBezTo>
                    <a:cubicBezTo>
                      <a:pt x="1902" y="7752"/>
                      <a:pt x="2752" y="5818"/>
                      <a:pt x="2480" y="3753"/>
                    </a:cubicBezTo>
                    <a:cubicBezTo>
                      <a:pt x="2202" y="1693"/>
                      <a:pt x="2316" y="1132"/>
                      <a:pt x="2316" y="1132"/>
                    </a:cubicBezTo>
                    <a:cubicBezTo>
                      <a:pt x="2316" y="1132"/>
                      <a:pt x="2719" y="69"/>
                      <a:pt x="1929" y="4"/>
                    </a:cubicBezTo>
                    <a:cubicBezTo>
                      <a:pt x="1898" y="2"/>
                      <a:pt x="1868" y="0"/>
                      <a:pt x="1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8"/>
              <p:cNvSpPr/>
              <p:nvPr/>
            </p:nvSpPr>
            <p:spPr>
              <a:xfrm>
                <a:off x="2980965" y="4292296"/>
                <a:ext cx="109228" cy="92295"/>
              </a:xfrm>
              <a:custGeom>
                <a:rect b="b" l="l" r="r" t="t"/>
                <a:pathLst>
                  <a:path extrusionOk="0" h="3652" w="4322">
                    <a:moveTo>
                      <a:pt x="2278" y="106"/>
                    </a:moveTo>
                    <a:lnTo>
                      <a:pt x="2278" y="106"/>
                    </a:lnTo>
                    <a:cubicBezTo>
                      <a:pt x="2278" y="106"/>
                      <a:pt x="2278" y="106"/>
                      <a:pt x="2278" y="106"/>
                    </a:cubicBezTo>
                    <a:lnTo>
                      <a:pt x="2278" y="106"/>
                    </a:lnTo>
                    <a:cubicBezTo>
                      <a:pt x="2278" y="106"/>
                      <a:pt x="2278" y="106"/>
                      <a:pt x="2278" y="106"/>
                    </a:cubicBezTo>
                    <a:close/>
                    <a:moveTo>
                      <a:pt x="2924" y="0"/>
                    </a:moveTo>
                    <a:cubicBezTo>
                      <a:pt x="2574" y="0"/>
                      <a:pt x="2289" y="106"/>
                      <a:pt x="2278" y="106"/>
                    </a:cubicBezTo>
                    <a:cubicBezTo>
                      <a:pt x="2278" y="106"/>
                      <a:pt x="2278" y="106"/>
                      <a:pt x="2278" y="106"/>
                    </a:cubicBezTo>
                    <a:lnTo>
                      <a:pt x="2278" y="106"/>
                    </a:lnTo>
                    <a:cubicBezTo>
                      <a:pt x="2327" y="406"/>
                      <a:pt x="2382" y="510"/>
                      <a:pt x="1848" y="858"/>
                    </a:cubicBezTo>
                    <a:cubicBezTo>
                      <a:pt x="1319" y="1207"/>
                      <a:pt x="556" y="2122"/>
                      <a:pt x="556" y="2122"/>
                    </a:cubicBezTo>
                    <a:cubicBezTo>
                      <a:pt x="0" y="2842"/>
                      <a:pt x="126" y="2863"/>
                      <a:pt x="126" y="2863"/>
                    </a:cubicBezTo>
                    <a:cubicBezTo>
                      <a:pt x="135" y="2874"/>
                      <a:pt x="147" y="2879"/>
                      <a:pt x="161" y="2879"/>
                    </a:cubicBezTo>
                    <a:cubicBezTo>
                      <a:pt x="213" y="2879"/>
                      <a:pt x="295" y="2821"/>
                      <a:pt x="380" y="2748"/>
                    </a:cubicBezTo>
                    <a:lnTo>
                      <a:pt x="380" y="2748"/>
                    </a:lnTo>
                    <a:cubicBezTo>
                      <a:pt x="195" y="2991"/>
                      <a:pt x="182" y="3186"/>
                      <a:pt x="229" y="3261"/>
                    </a:cubicBezTo>
                    <a:cubicBezTo>
                      <a:pt x="241" y="3280"/>
                      <a:pt x="257" y="3288"/>
                      <a:pt x="276" y="3288"/>
                    </a:cubicBezTo>
                    <a:cubicBezTo>
                      <a:pt x="359" y="3288"/>
                      <a:pt x="491" y="3130"/>
                      <a:pt x="491" y="3130"/>
                    </a:cubicBezTo>
                    <a:lnTo>
                      <a:pt x="751" y="2878"/>
                    </a:lnTo>
                    <a:lnTo>
                      <a:pt x="751" y="2878"/>
                    </a:lnTo>
                    <a:cubicBezTo>
                      <a:pt x="581" y="3077"/>
                      <a:pt x="427" y="3309"/>
                      <a:pt x="507" y="3370"/>
                    </a:cubicBezTo>
                    <a:cubicBezTo>
                      <a:pt x="542" y="3396"/>
                      <a:pt x="577" y="3406"/>
                      <a:pt x="611" y="3406"/>
                    </a:cubicBezTo>
                    <a:cubicBezTo>
                      <a:pt x="711" y="3406"/>
                      <a:pt x="796" y="3321"/>
                      <a:pt x="796" y="3321"/>
                    </a:cubicBezTo>
                    <a:lnTo>
                      <a:pt x="1374" y="2673"/>
                    </a:lnTo>
                    <a:lnTo>
                      <a:pt x="1374" y="2673"/>
                    </a:lnTo>
                    <a:cubicBezTo>
                      <a:pt x="1373" y="2673"/>
                      <a:pt x="1036" y="3087"/>
                      <a:pt x="943" y="3305"/>
                    </a:cubicBezTo>
                    <a:cubicBezTo>
                      <a:pt x="884" y="3436"/>
                      <a:pt x="963" y="3502"/>
                      <a:pt x="1048" y="3502"/>
                    </a:cubicBezTo>
                    <a:cubicBezTo>
                      <a:pt x="1105" y="3502"/>
                      <a:pt x="1164" y="3473"/>
                      <a:pt x="1188" y="3414"/>
                    </a:cubicBezTo>
                    <a:cubicBezTo>
                      <a:pt x="1248" y="3267"/>
                      <a:pt x="1706" y="2874"/>
                      <a:pt x="1809" y="2673"/>
                    </a:cubicBezTo>
                    <a:cubicBezTo>
                      <a:pt x="2017" y="2270"/>
                      <a:pt x="2616" y="1839"/>
                      <a:pt x="2616" y="1839"/>
                    </a:cubicBezTo>
                    <a:lnTo>
                      <a:pt x="2616" y="1839"/>
                    </a:lnTo>
                    <a:cubicBezTo>
                      <a:pt x="2518" y="1992"/>
                      <a:pt x="1859" y="2776"/>
                      <a:pt x="1859" y="2776"/>
                    </a:cubicBezTo>
                    <a:cubicBezTo>
                      <a:pt x="1766" y="2804"/>
                      <a:pt x="1123" y="3523"/>
                      <a:pt x="1450" y="3637"/>
                    </a:cubicBezTo>
                    <a:cubicBezTo>
                      <a:pt x="1480" y="3647"/>
                      <a:pt x="1509" y="3652"/>
                      <a:pt x="1536" y="3652"/>
                    </a:cubicBezTo>
                    <a:cubicBezTo>
                      <a:pt x="1817" y="3652"/>
                      <a:pt x="1992" y="3191"/>
                      <a:pt x="2131" y="3092"/>
                    </a:cubicBezTo>
                    <a:cubicBezTo>
                      <a:pt x="2692" y="2689"/>
                      <a:pt x="3226" y="2150"/>
                      <a:pt x="3346" y="1801"/>
                    </a:cubicBezTo>
                    <a:cubicBezTo>
                      <a:pt x="3471" y="1458"/>
                      <a:pt x="3728" y="1496"/>
                      <a:pt x="4022" y="1300"/>
                    </a:cubicBezTo>
                    <a:cubicBezTo>
                      <a:pt x="4321" y="1103"/>
                      <a:pt x="4071" y="760"/>
                      <a:pt x="4071" y="760"/>
                    </a:cubicBezTo>
                    <a:cubicBezTo>
                      <a:pt x="3822" y="143"/>
                      <a:pt x="3329"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8"/>
              <p:cNvSpPr/>
              <p:nvPr/>
            </p:nvSpPr>
            <p:spPr>
              <a:xfrm>
                <a:off x="3061938" y="4037044"/>
                <a:ext cx="40916" cy="40916"/>
              </a:xfrm>
              <a:custGeom>
                <a:rect b="b" l="l" r="r" t="t"/>
                <a:pathLst>
                  <a:path extrusionOk="0" h="1619" w="1619">
                    <a:moveTo>
                      <a:pt x="812" y="0"/>
                    </a:moveTo>
                    <a:cubicBezTo>
                      <a:pt x="365" y="0"/>
                      <a:pt x="0" y="360"/>
                      <a:pt x="0" y="807"/>
                    </a:cubicBezTo>
                    <a:cubicBezTo>
                      <a:pt x="0" y="1254"/>
                      <a:pt x="365" y="1619"/>
                      <a:pt x="812" y="1619"/>
                    </a:cubicBezTo>
                    <a:cubicBezTo>
                      <a:pt x="1259" y="1619"/>
                      <a:pt x="1619" y="1254"/>
                      <a:pt x="1619" y="807"/>
                    </a:cubicBezTo>
                    <a:cubicBezTo>
                      <a:pt x="1619" y="360"/>
                      <a:pt x="1259" y="0"/>
                      <a:pt x="8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8"/>
              <p:cNvSpPr/>
              <p:nvPr/>
            </p:nvSpPr>
            <p:spPr>
              <a:xfrm>
                <a:off x="3048442" y="3763469"/>
                <a:ext cx="63030" cy="293970"/>
              </a:xfrm>
              <a:custGeom>
                <a:rect b="b" l="l" r="r" t="t"/>
                <a:pathLst>
                  <a:path extrusionOk="0" h="11632" w="2494">
                    <a:moveTo>
                      <a:pt x="1718" y="1"/>
                    </a:moveTo>
                    <a:cubicBezTo>
                      <a:pt x="1566" y="1"/>
                      <a:pt x="1353" y="77"/>
                      <a:pt x="1052" y="287"/>
                    </a:cubicBezTo>
                    <a:cubicBezTo>
                      <a:pt x="126" y="935"/>
                      <a:pt x="905" y="2009"/>
                      <a:pt x="905" y="2009"/>
                    </a:cubicBezTo>
                    <a:cubicBezTo>
                      <a:pt x="905" y="2009"/>
                      <a:pt x="1145" y="8308"/>
                      <a:pt x="959" y="9267"/>
                    </a:cubicBezTo>
                    <a:cubicBezTo>
                      <a:pt x="774" y="10221"/>
                      <a:pt x="0" y="11032"/>
                      <a:pt x="365" y="11289"/>
                    </a:cubicBezTo>
                    <a:cubicBezTo>
                      <a:pt x="434" y="11336"/>
                      <a:pt x="498" y="11355"/>
                      <a:pt x="561" y="11355"/>
                    </a:cubicBezTo>
                    <a:cubicBezTo>
                      <a:pt x="829" y="11355"/>
                      <a:pt x="1062" y="11009"/>
                      <a:pt x="1387" y="11009"/>
                    </a:cubicBezTo>
                    <a:cubicBezTo>
                      <a:pt x="1401" y="11009"/>
                      <a:pt x="1414" y="11009"/>
                      <a:pt x="1428" y="11011"/>
                    </a:cubicBezTo>
                    <a:cubicBezTo>
                      <a:pt x="1853" y="11054"/>
                      <a:pt x="1700" y="11517"/>
                      <a:pt x="2098" y="11626"/>
                    </a:cubicBezTo>
                    <a:cubicBezTo>
                      <a:pt x="2112" y="11630"/>
                      <a:pt x="2126" y="11632"/>
                      <a:pt x="2138" y="11632"/>
                    </a:cubicBezTo>
                    <a:cubicBezTo>
                      <a:pt x="2493" y="11632"/>
                      <a:pt x="2453" y="10223"/>
                      <a:pt x="2322" y="9839"/>
                    </a:cubicBezTo>
                    <a:cubicBezTo>
                      <a:pt x="2180" y="9447"/>
                      <a:pt x="1624" y="1813"/>
                      <a:pt x="2011" y="1666"/>
                    </a:cubicBezTo>
                    <a:cubicBezTo>
                      <a:pt x="2393" y="1524"/>
                      <a:pt x="2403" y="925"/>
                      <a:pt x="2082" y="565"/>
                    </a:cubicBezTo>
                    <a:cubicBezTo>
                      <a:pt x="2082" y="565"/>
                      <a:pt x="2128" y="1"/>
                      <a:pt x="171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8"/>
              <p:cNvSpPr/>
              <p:nvPr/>
            </p:nvSpPr>
            <p:spPr>
              <a:xfrm>
                <a:off x="3030676" y="4057034"/>
                <a:ext cx="85396" cy="265083"/>
              </a:xfrm>
              <a:custGeom>
                <a:rect b="b" l="l" r="r" t="t"/>
                <a:pathLst>
                  <a:path extrusionOk="0" h="10489" w="3379">
                    <a:moveTo>
                      <a:pt x="1455" y="1732"/>
                    </a:moveTo>
                    <a:lnTo>
                      <a:pt x="1455" y="1732"/>
                    </a:lnTo>
                    <a:cubicBezTo>
                      <a:pt x="1907" y="2584"/>
                      <a:pt x="1315" y="7824"/>
                      <a:pt x="1302" y="7824"/>
                    </a:cubicBezTo>
                    <a:cubicBezTo>
                      <a:pt x="1301" y="7824"/>
                      <a:pt x="1302" y="7817"/>
                      <a:pt x="1303" y="7802"/>
                    </a:cubicBezTo>
                    <a:cubicBezTo>
                      <a:pt x="1335" y="7388"/>
                      <a:pt x="1216" y="5040"/>
                      <a:pt x="1145" y="4517"/>
                    </a:cubicBezTo>
                    <a:cubicBezTo>
                      <a:pt x="1079" y="3994"/>
                      <a:pt x="1455" y="1732"/>
                      <a:pt x="1455" y="1732"/>
                    </a:cubicBezTo>
                    <a:close/>
                    <a:moveTo>
                      <a:pt x="1548" y="1"/>
                    </a:moveTo>
                    <a:cubicBezTo>
                      <a:pt x="1517" y="1"/>
                      <a:pt x="1484" y="2"/>
                      <a:pt x="1450" y="5"/>
                    </a:cubicBezTo>
                    <a:cubicBezTo>
                      <a:pt x="654" y="70"/>
                      <a:pt x="1063" y="1133"/>
                      <a:pt x="1063" y="1133"/>
                    </a:cubicBezTo>
                    <a:cubicBezTo>
                      <a:pt x="1063" y="1133"/>
                      <a:pt x="1183" y="1694"/>
                      <a:pt x="910" y="3754"/>
                    </a:cubicBezTo>
                    <a:cubicBezTo>
                      <a:pt x="638" y="5819"/>
                      <a:pt x="1499" y="7753"/>
                      <a:pt x="747" y="8467"/>
                    </a:cubicBezTo>
                    <a:cubicBezTo>
                      <a:pt x="0" y="9181"/>
                      <a:pt x="807" y="9813"/>
                      <a:pt x="807" y="9813"/>
                    </a:cubicBezTo>
                    <a:cubicBezTo>
                      <a:pt x="807" y="9813"/>
                      <a:pt x="1309" y="10489"/>
                      <a:pt x="1851" y="10489"/>
                    </a:cubicBezTo>
                    <a:cubicBezTo>
                      <a:pt x="1917" y="10489"/>
                      <a:pt x="1983" y="10479"/>
                      <a:pt x="2049" y="10456"/>
                    </a:cubicBezTo>
                    <a:cubicBezTo>
                      <a:pt x="2660" y="10244"/>
                      <a:pt x="2049" y="8805"/>
                      <a:pt x="2049" y="8805"/>
                    </a:cubicBezTo>
                    <a:cubicBezTo>
                      <a:pt x="2049" y="8805"/>
                      <a:pt x="2605" y="3062"/>
                      <a:pt x="2643" y="2631"/>
                    </a:cubicBezTo>
                    <a:cubicBezTo>
                      <a:pt x="2676" y="2206"/>
                      <a:pt x="3379" y="1122"/>
                      <a:pt x="3188" y="588"/>
                    </a:cubicBezTo>
                    <a:cubicBezTo>
                      <a:pt x="3130" y="426"/>
                      <a:pt x="3015" y="370"/>
                      <a:pt x="2882" y="370"/>
                    </a:cubicBezTo>
                    <a:cubicBezTo>
                      <a:pt x="2575" y="370"/>
                      <a:pt x="2175" y="670"/>
                      <a:pt x="2175" y="670"/>
                    </a:cubicBezTo>
                    <a:cubicBezTo>
                      <a:pt x="2175" y="670"/>
                      <a:pt x="2240" y="1"/>
                      <a:pt x="15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8"/>
              <p:cNvSpPr/>
              <p:nvPr/>
            </p:nvSpPr>
            <p:spPr>
              <a:xfrm>
                <a:off x="3063736" y="3445287"/>
                <a:ext cx="192919" cy="183711"/>
              </a:xfrm>
              <a:custGeom>
                <a:rect b="b" l="l" r="r" t="t"/>
                <a:pathLst>
                  <a:path extrusionOk="0" h="8360" w="8779">
                    <a:moveTo>
                      <a:pt x="4387" y="246"/>
                    </a:moveTo>
                    <a:cubicBezTo>
                      <a:pt x="5542" y="284"/>
                      <a:pt x="6555" y="496"/>
                      <a:pt x="6555" y="703"/>
                    </a:cubicBezTo>
                    <a:cubicBezTo>
                      <a:pt x="6555" y="714"/>
                      <a:pt x="6555" y="731"/>
                      <a:pt x="6550" y="742"/>
                    </a:cubicBezTo>
                    <a:cubicBezTo>
                      <a:pt x="5765" y="475"/>
                      <a:pt x="4708" y="415"/>
                      <a:pt x="4381" y="398"/>
                    </a:cubicBezTo>
                    <a:lnTo>
                      <a:pt x="4359" y="398"/>
                    </a:lnTo>
                    <a:cubicBezTo>
                      <a:pt x="4033" y="415"/>
                      <a:pt x="3014" y="480"/>
                      <a:pt x="2223" y="747"/>
                    </a:cubicBezTo>
                    <a:cubicBezTo>
                      <a:pt x="2223" y="736"/>
                      <a:pt x="2218" y="720"/>
                      <a:pt x="2218" y="709"/>
                    </a:cubicBezTo>
                    <a:cubicBezTo>
                      <a:pt x="2218" y="507"/>
                      <a:pt x="3232" y="284"/>
                      <a:pt x="4387" y="246"/>
                    </a:cubicBezTo>
                    <a:close/>
                    <a:moveTo>
                      <a:pt x="6512" y="1118"/>
                    </a:moveTo>
                    <a:cubicBezTo>
                      <a:pt x="6899" y="1254"/>
                      <a:pt x="7166" y="1428"/>
                      <a:pt x="7166" y="1635"/>
                    </a:cubicBezTo>
                    <a:cubicBezTo>
                      <a:pt x="7166" y="1657"/>
                      <a:pt x="7166" y="1673"/>
                      <a:pt x="7160" y="1695"/>
                    </a:cubicBezTo>
                    <a:cubicBezTo>
                      <a:pt x="6877" y="1575"/>
                      <a:pt x="6583" y="1494"/>
                      <a:pt x="6278" y="1445"/>
                    </a:cubicBezTo>
                    <a:cubicBezTo>
                      <a:pt x="6158" y="1423"/>
                      <a:pt x="6038" y="1401"/>
                      <a:pt x="5918" y="1390"/>
                    </a:cubicBezTo>
                    <a:cubicBezTo>
                      <a:pt x="6125" y="1319"/>
                      <a:pt x="6327" y="1232"/>
                      <a:pt x="6512" y="1118"/>
                    </a:cubicBezTo>
                    <a:close/>
                    <a:moveTo>
                      <a:pt x="2267" y="1118"/>
                    </a:moveTo>
                    <a:cubicBezTo>
                      <a:pt x="2452" y="1232"/>
                      <a:pt x="2649" y="1325"/>
                      <a:pt x="2856" y="1390"/>
                    </a:cubicBezTo>
                    <a:cubicBezTo>
                      <a:pt x="2741" y="1406"/>
                      <a:pt x="2616" y="1428"/>
                      <a:pt x="2496" y="1450"/>
                    </a:cubicBezTo>
                    <a:cubicBezTo>
                      <a:pt x="2196" y="1499"/>
                      <a:pt x="1902" y="1581"/>
                      <a:pt x="1619" y="1701"/>
                    </a:cubicBezTo>
                    <a:cubicBezTo>
                      <a:pt x="1613" y="1679"/>
                      <a:pt x="1613" y="1663"/>
                      <a:pt x="1613" y="1641"/>
                    </a:cubicBezTo>
                    <a:cubicBezTo>
                      <a:pt x="1613" y="1434"/>
                      <a:pt x="1875" y="1254"/>
                      <a:pt x="2267" y="1118"/>
                    </a:cubicBezTo>
                    <a:close/>
                    <a:moveTo>
                      <a:pt x="7264" y="2158"/>
                    </a:moveTo>
                    <a:cubicBezTo>
                      <a:pt x="7422" y="2267"/>
                      <a:pt x="7525" y="2398"/>
                      <a:pt x="7531" y="2556"/>
                    </a:cubicBezTo>
                    <a:cubicBezTo>
                      <a:pt x="7525" y="2600"/>
                      <a:pt x="7520" y="2638"/>
                      <a:pt x="7504" y="2681"/>
                    </a:cubicBezTo>
                    <a:cubicBezTo>
                      <a:pt x="7258" y="2567"/>
                      <a:pt x="6997" y="2480"/>
                      <a:pt x="6730" y="2420"/>
                    </a:cubicBezTo>
                    <a:cubicBezTo>
                      <a:pt x="6926" y="2365"/>
                      <a:pt x="7106" y="2278"/>
                      <a:pt x="7264" y="2158"/>
                    </a:cubicBezTo>
                    <a:close/>
                    <a:moveTo>
                      <a:pt x="1515" y="2169"/>
                    </a:moveTo>
                    <a:cubicBezTo>
                      <a:pt x="1673" y="2284"/>
                      <a:pt x="1853" y="2371"/>
                      <a:pt x="2049" y="2425"/>
                    </a:cubicBezTo>
                    <a:cubicBezTo>
                      <a:pt x="1782" y="2485"/>
                      <a:pt x="1526" y="2572"/>
                      <a:pt x="1275" y="2687"/>
                    </a:cubicBezTo>
                    <a:cubicBezTo>
                      <a:pt x="1259" y="2649"/>
                      <a:pt x="1254" y="2605"/>
                      <a:pt x="1254" y="2567"/>
                    </a:cubicBezTo>
                    <a:cubicBezTo>
                      <a:pt x="1254" y="2404"/>
                      <a:pt x="1357" y="2273"/>
                      <a:pt x="1515" y="2169"/>
                    </a:cubicBezTo>
                    <a:close/>
                    <a:moveTo>
                      <a:pt x="7809" y="4016"/>
                    </a:moveTo>
                    <a:cubicBezTo>
                      <a:pt x="7907" y="4136"/>
                      <a:pt x="8021" y="4316"/>
                      <a:pt x="7961" y="4458"/>
                    </a:cubicBezTo>
                    <a:cubicBezTo>
                      <a:pt x="7904" y="4606"/>
                      <a:pt x="7583" y="4913"/>
                      <a:pt x="5954" y="4913"/>
                    </a:cubicBezTo>
                    <a:cubicBezTo>
                      <a:pt x="5726" y="4913"/>
                      <a:pt x="5471" y="4907"/>
                      <a:pt x="5188" y="4894"/>
                    </a:cubicBezTo>
                    <a:cubicBezTo>
                      <a:pt x="5079" y="4747"/>
                      <a:pt x="4986" y="4589"/>
                      <a:pt x="4904" y="4425"/>
                    </a:cubicBezTo>
                    <a:lnTo>
                      <a:pt x="4910" y="4425"/>
                    </a:lnTo>
                    <a:cubicBezTo>
                      <a:pt x="5008" y="4425"/>
                      <a:pt x="5139" y="4431"/>
                      <a:pt x="5297" y="4431"/>
                    </a:cubicBezTo>
                    <a:cubicBezTo>
                      <a:pt x="6016" y="4431"/>
                      <a:pt x="7215" y="4371"/>
                      <a:pt x="7809" y="4016"/>
                    </a:cubicBezTo>
                    <a:close/>
                    <a:moveTo>
                      <a:pt x="976" y="4022"/>
                    </a:moveTo>
                    <a:cubicBezTo>
                      <a:pt x="1570" y="4376"/>
                      <a:pt x="2768" y="4431"/>
                      <a:pt x="3488" y="4431"/>
                    </a:cubicBezTo>
                    <a:cubicBezTo>
                      <a:pt x="3646" y="4431"/>
                      <a:pt x="3776" y="4431"/>
                      <a:pt x="3875" y="4425"/>
                    </a:cubicBezTo>
                    <a:lnTo>
                      <a:pt x="3875" y="4425"/>
                    </a:lnTo>
                    <a:cubicBezTo>
                      <a:pt x="3798" y="4589"/>
                      <a:pt x="3706" y="4747"/>
                      <a:pt x="3597" y="4894"/>
                    </a:cubicBezTo>
                    <a:cubicBezTo>
                      <a:pt x="3302" y="4908"/>
                      <a:pt x="3039" y="4915"/>
                      <a:pt x="2803" y="4915"/>
                    </a:cubicBezTo>
                    <a:cubicBezTo>
                      <a:pt x="1202" y="4915"/>
                      <a:pt x="880" y="4611"/>
                      <a:pt x="823" y="4463"/>
                    </a:cubicBezTo>
                    <a:cubicBezTo>
                      <a:pt x="763" y="4327"/>
                      <a:pt x="878" y="4147"/>
                      <a:pt x="976" y="4022"/>
                    </a:cubicBezTo>
                    <a:close/>
                    <a:moveTo>
                      <a:pt x="8043" y="4899"/>
                    </a:moveTo>
                    <a:cubicBezTo>
                      <a:pt x="8108" y="4992"/>
                      <a:pt x="8163" y="5117"/>
                      <a:pt x="8125" y="5215"/>
                    </a:cubicBezTo>
                    <a:cubicBezTo>
                      <a:pt x="8077" y="5326"/>
                      <a:pt x="7802" y="5674"/>
                      <a:pt x="6021" y="5674"/>
                    </a:cubicBezTo>
                    <a:cubicBezTo>
                      <a:pt x="5956" y="5674"/>
                      <a:pt x="5889" y="5674"/>
                      <a:pt x="5820" y="5673"/>
                    </a:cubicBezTo>
                    <a:cubicBezTo>
                      <a:pt x="5689" y="5526"/>
                      <a:pt x="5569" y="5390"/>
                      <a:pt x="5471" y="5264"/>
                    </a:cubicBezTo>
                    <a:lnTo>
                      <a:pt x="5471" y="5264"/>
                    </a:lnTo>
                    <a:cubicBezTo>
                      <a:pt x="5635" y="5270"/>
                      <a:pt x="5798" y="5275"/>
                      <a:pt x="5951" y="5275"/>
                    </a:cubicBezTo>
                    <a:cubicBezTo>
                      <a:pt x="6986" y="5275"/>
                      <a:pt x="7678" y="5150"/>
                      <a:pt x="8043" y="4899"/>
                    </a:cubicBezTo>
                    <a:close/>
                    <a:moveTo>
                      <a:pt x="747" y="4910"/>
                    </a:moveTo>
                    <a:cubicBezTo>
                      <a:pt x="1104" y="5156"/>
                      <a:pt x="1775" y="5281"/>
                      <a:pt x="2775" y="5281"/>
                    </a:cubicBezTo>
                    <a:cubicBezTo>
                      <a:pt x="2796" y="5281"/>
                      <a:pt x="2818" y="5281"/>
                      <a:pt x="2839" y="5281"/>
                    </a:cubicBezTo>
                    <a:cubicBezTo>
                      <a:pt x="2992" y="5281"/>
                      <a:pt x="3150" y="5281"/>
                      <a:pt x="3319" y="5275"/>
                    </a:cubicBezTo>
                    <a:lnTo>
                      <a:pt x="3319" y="5275"/>
                    </a:lnTo>
                    <a:cubicBezTo>
                      <a:pt x="3215" y="5395"/>
                      <a:pt x="3101" y="5531"/>
                      <a:pt x="2970" y="5678"/>
                    </a:cubicBezTo>
                    <a:cubicBezTo>
                      <a:pt x="2887" y="5680"/>
                      <a:pt x="2808" y="5680"/>
                      <a:pt x="2731" y="5680"/>
                    </a:cubicBezTo>
                    <a:cubicBezTo>
                      <a:pt x="979" y="5680"/>
                      <a:pt x="707" y="5336"/>
                      <a:pt x="665" y="5226"/>
                    </a:cubicBezTo>
                    <a:cubicBezTo>
                      <a:pt x="627" y="5128"/>
                      <a:pt x="681" y="5008"/>
                      <a:pt x="747" y="4910"/>
                    </a:cubicBezTo>
                    <a:close/>
                    <a:moveTo>
                      <a:pt x="8168" y="5678"/>
                    </a:moveTo>
                    <a:cubicBezTo>
                      <a:pt x="8256" y="5836"/>
                      <a:pt x="8348" y="6065"/>
                      <a:pt x="8266" y="6223"/>
                    </a:cubicBezTo>
                    <a:cubicBezTo>
                      <a:pt x="8208" y="6331"/>
                      <a:pt x="7982" y="6543"/>
                      <a:pt x="7126" y="6543"/>
                    </a:cubicBezTo>
                    <a:cubicBezTo>
                      <a:pt x="6945" y="6543"/>
                      <a:pt x="6737" y="6534"/>
                      <a:pt x="6495" y="6512"/>
                    </a:cubicBezTo>
                    <a:cubicBezTo>
                      <a:pt x="6387" y="6349"/>
                      <a:pt x="6267" y="6191"/>
                      <a:pt x="6141" y="6038"/>
                    </a:cubicBezTo>
                    <a:cubicBezTo>
                      <a:pt x="7133" y="6027"/>
                      <a:pt x="7803" y="5907"/>
                      <a:pt x="8168" y="5678"/>
                    </a:cubicBezTo>
                    <a:close/>
                    <a:moveTo>
                      <a:pt x="627" y="5689"/>
                    </a:moveTo>
                    <a:cubicBezTo>
                      <a:pt x="992" y="5918"/>
                      <a:pt x="1662" y="6038"/>
                      <a:pt x="2654" y="6043"/>
                    </a:cubicBezTo>
                    <a:cubicBezTo>
                      <a:pt x="2529" y="6196"/>
                      <a:pt x="2409" y="6354"/>
                      <a:pt x="2300" y="6518"/>
                    </a:cubicBezTo>
                    <a:cubicBezTo>
                      <a:pt x="2050" y="6541"/>
                      <a:pt x="1834" y="6551"/>
                      <a:pt x="1649" y="6551"/>
                    </a:cubicBezTo>
                    <a:cubicBezTo>
                      <a:pt x="805" y="6551"/>
                      <a:pt x="582" y="6341"/>
                      <a:pt x="529" y="6234"/>
                    </a:cubicBezTo>
                    <a:cubicBezTo>
                      <a:pt x="442" y="6076"/>
                      <a:pt x="529" y="5847"/>
                      <a:pt x="627" y="5689"/>
                    </a:cubicBezTo>
                    <a:close/>
                    <a:moveTo>
                      <a:pt x="8245" y="6714"/>
                    </a:moveTo>
                    <a:cubicBezTo>
                      <a:pt x="8283" y="6834"/>
                      <a:pt x="8305" y="6970"/>
                      <a:pt x="8245" y="7052"/>
                    </a:cubicBezTo>
                    <a:cubicBezTo>
                      <a:pt x="8212" y="7093"/>
                      <a:pt x="8108" y="7179"/>
                      <a:pt x="7791" y="7179"/>
                    </a:cubicBezTo>
                    <a:cubicBezTo>
                      <a:pt x="7572" y="7179"/>
                      <a:pt x="7252" y="7138"/>
                      <a:pt x="6784" y="7013"/>
                    </a:cubicBezTo>
                    <a:cubicBezTo>
                      <a:pt x="6762" y="6975"/>
                      <a:pt x="6746" y="6937"/>
                      <a:pt x="6724" y="6899"/>
                    </a:cubicBezTo>
                    <a:lnTo>
                      <a:pt x="6724" y="6899"/>
                    </a:lnTo>
                    <a:cubicBezTo>
                      <a:pt x="6866" y="6904"/>
                      <a:pt x="7002" y="6910"/>
                      <a:pt x="7133" y="6910"/>
                    </a:cubicBezTo>
                    <a:cubicBezTo>
                      <a:pt x="7618" y="6910"/>
                      <a:pt x="7989" y="6844"/>
                      <a:pt x="8245" y="6714"/>
                    </a:cubicBezTo>
                    <a:close/>
                    <a:moveTo>
                      <a:pt x="545" y="6719"/>
                    </a:moveTo>
                    <a:cubicBezTo>
                      <a:pt x="801" y="6850"/>
                      <a:pt x="1172" y="6915"/>
                      <a:pt x="1657" y="6915"/>
                    </a:cubicBezTo>
                    <a:cubicBezTo>
                      <a:pt x="1788" y="6915"/>
                      <a:pt x="1924" y="6910"/>
                      <a:pt x="2065" y="6899"/>
                    </a:cubicBezTo>
                    <a:lnTo>
                      <a:pt x="2065" y="6899"/>
                    </a:lnTo>
                    <a:cubicBezTo>
                      <a:pt x="2049" y="6943"/>
                      <a:pt x="2027" y="6981"/>
                      <a:pt x="2006" y="7019"/>
                    </a:cubicBezTo>
                    <a:cubicBezTo>
                      <a:pt x="1532" y="7145"/>
                      <a:pt x="1209" y="7187"/>
                      <a:pt x="990" y="7187"/>
                    </a:cubicBezTo>
                    <a:cubicBezTo>
                      <a:pt x="680" y="7187"/>
                      <a:pt x="577" y="7104"/>
                      <a:pt x="545" y="7062"/>
                    </a:cubicBezTo>
                    <a:cubicBezTo>
                      <a:pt x="491" y="6992"/>
                      <a:pt x="507" y="6844"/>
                      <a:pt x="545" y="6719"/>
                    </a:cubicBezTo>
                    <a:close/>
                    <a:moveTo>
                      <a:pt x="6980" y="7438"/>
                    </a:moveTo>
                    <a:lnTo>
                      <a:pt x="6980" y="7438"/>
                    </a:lnTo>
                    <a:cubicBezTo>
                      <a:pt x="7253" y="7504"/>
                      <a:pt x="7525" y="7542"/>
                      <a:pt x="7798" y="7547"/>
                    </a:cubicBezTo>
                    <a:cubicBezTo>
                      <a:pt x="7945" y="7547"/>
                      <a:pt x="8092" y="7526"/>
                      <a:pt x="8228" y="7487"/>
                    </a:cubicBezTo>
                    <a:lnTo>
                      <a:pt x="8228" y="7487"/>
                    </a:lnTo>
                    <a:cubicBezTo>
                      <a:pt x="8256" y="7602"/>
                      <a:pt x="8277" y="7754"/>
                      <a:pt x="8217" y="7847"/>
                    </a:cubicBezTo>
                    <a:lnTo>
                      <a:pt x="8223" y="7847"/>
                    </a:lnTo>
                    <a:cubicBezTo>
                      <a:pt x="8154" y="7957"/>
                      <a:pt x="7978" y="7986"/>
                      <a:pt x="7816" y="7986"/>
                    </a:cubicBezTo>
                    <a:cubicBezTo>
                      <a:pt x="7786" y="7986"/>
                      <a:pt x="7756" y="7985"/>
                      <a:pt x="7727" y="7983"/>
                    </a:cubicBezTo>
                    <a:cubicBezTo>
                      <a:pt x="7237" y="7962"/>
                      <a:pt x="7160" y="7836"/>
                      <a:pt x="6980" y="7438"/>
                    </a:cubicBezTo>
                    <a:close/>
                    <a:moveTo>
                      <a:pt x="1809" y="7444"/>
                    </a:moveTo>
                    <a:cubicBezTo>
                      <a:pt x="1630" y="7847"/>
                      <a:pt x="1559" y="7967"/>
                      <a:pt x="1068" y="7994"/>
                    </a:cubicBezTo>
                    <a:cubicBezTo>
                      <a:pt x="1049" y="7995"/>
                      <a:pt x="1029" y="7995"/>
                      <a:pt x="1010" y="7995"/>
                    </a:cubicBezTo>
                    <a:cubicBezTo>
                      <a:pt x="837" y="7995"/>
                      <a:pt x="646" y="7970"/>
                      <a:pt x="572" y="7858"/>
                    </a:cubicBezTo>
                    <a:cubicBezTo>
                      <a:pt x="513" y="7760"/>
                      <a:pt x="534" y="7613"/>
                      <a:pt x="567" y="7493"/>
                    </a:cubicBezTo>
                    <a:lnTo>
                      <a:pt x="567" y="7493"/>
                    </a:lnTo>
                    <a:cubicBezTo>
                      <a:pt x="709" y="7531"/>
                      <a:pt x="850" y="7553"/>
                      <a:pt x="997" y="7553"/>
                    </a:cubicBezTo>
                    <a:cubicBezTo>
                      <a:pt x="1270" y="7542"/>
                      <a:pt x="1542" y="7509"/>
                      <a:pt x="1809" y="7444"/>
                    </a:cubicBezTo>
                    <a:close/>
                    <a:moveTo>
                      <a:pt x="4387" y="1"/>
                    </a:moveTo>
                    <a:cubicBezTo>
                      <a:pt x="3662" y="28"/>
                      <a:pt x="1967" y="142"/>
                      <a:pt x="1973" y="709"/>
                    </a:cubicBezTo>
                    <a:cubicBezTo>
                      <a:pt x="1973" y="753"/>
                      <a:pt x="1978" y="791"/>
                      <a:pt x="1995" y="834"/>
                    </a:cubicBezTo>
                    <a:cubicBezTo>
                      <a:pt x="1559" y="1014"/>
                      <a:pt x="1243" y="1276"/>
                      <a:pt x="1243" y="1641"/>
                    </a:cubicBezTo>
                    <a:cubicBezTo>
                      <a:pt x="1243" y="1722"/>
                      <a:pt x="1259" y="1804"/>
                      <a:pt x="1286" y="1875"/>
                    </a:cubicBezTo>
                    <a:cubicBezTo>
                      <a:pt x="1019" y="2066"/>
                      <a:pt x="883" y="2295"/>
                      <a:pt x="883" y="2567"/>
                    </a:cubicBezTo>
                    <a:cubicBezTo>
                      <a:pt x="883" y="2671"/>
                      <a:pt x="905" y="2774"/>
                      <a:pt x="954" y="2872"/>
                    </a:cubicBezTo>
                    <a:cubicBezTo>
                      <a:pt x="730" y="3030"/>
                      <a:pt x="594" y="3221"/>
                      <a:pt x="594" y="3455"/>
                    </a:cubicBezTo>
                    <a:cubicBezTo>
                      <a:pt x="594" y="3575"/>
                      <a:pt x="632" y="3684"/>
                      <a:pt x="698" y="3782"/>
                    </a:cubicBezTo>
                    <a:cubicBezTo>
                      <a:pt x="551" y="3957"/>
                      <a:pt x="344" y="4278"/>
                      <a:pt x="480" y="4605"/>
                    </a:cubicBezTo>
                    <a:cubicBezTo>
                      <a:pt x="480" y="4616"/>
                      <a:pt x="485" y="4621"/>
                      <a:pt x="491" y="4632"/>
                    </a:cubicBezTo>
                    <a:cubicBezTo>
                      <a:pt x="365" y="4796"/>
                      <a:pt x="207" y="5074"/>
                      <a:pt x="316" y="5357"/>
                    </a:cubicBezTo>
                    <a:cubicBezTo>
                      <a:pt x="327" y="5384"/>
                      <a:pt x="338" y="5406"/>
                      <a:pt x="349" y="5428"/>
                    </a:cubicBezTo>
                    <a:cubicBezTo>
                      <a:pt x="218" y="5624"/>
                      <a:pt x="0" y="6043"/>
                      <a:pt x="196" y="6409"/>
                    </a:cubicBezTo>
                    <a:cubicBezTo>
                      <a:pt x="207" y="6430"/>
                      <a:pt x="224" y="6458"/>
                      <a:pt x="246" y="6479"/>
                    </a:cubicBezTo>
                    <a:cubicBezTo>
                      <a:pt x="158" y="6665"/>
                      <a:pt x="49" y="7013"/>
                      <a:pt x="246" y="7280"/>
                    </a:cubicBezTo>
                    <a:cubicBezTo>
                      <a:pt x="180" y="7460"/>
                      <a:pt x="93" y="7793"/>
                      <a:pt x="256" y="8054"/>
                    </a:cubicBezTo>
                    <a:cubicBezTo>
                      <a:pt x="387" y="8256"/>
                      <a:pt x="632" y="8359"/>
                      <a:pt x="987" y="8359"/>
                    </a:cubicBezTo>
                    <a:lnTo>
                      <a:pt x="1079" y="8359"/>
                    </a:lnTo>
                    <a:cubicBezTo>
                      <a:pt x="1815" y="8327"/>
                      <a:pt x="1951" y="8016"/>
                      <a:pt x="2158" y="7542"/>
                    </a:cubicBezTo>
                    <a:cubicBezTo>
                      <a:pt x="2256" y="7308"/>
                      <a:pt x="2371" y="7079"/>
                      <a:pt x="2507" y="6861"/>
                    </a:cubicBezTo>
                    <a:lnTo>
                      <a:pt x="2550" y="6855"/>
                    </a:lnTo>
                    <a:lnTo>
                      <a:pt x="2545" y="6801"/>
                    </a:lnTo>
                    <a:cubicBezTo>
                      <a:pt x="2719" y="6523"/>
                      <a:pt x="2921" y="6261"/>
                      <a:pt x="3144" y="6022"/>
                    </a:cubicBezTo>
                    <a:cubicBezTo>
                      <a:pt x="4501" y="4540"/>
                      <a:pt x="4370" y="4033"/>
                      <a:pt x="4251" y="3886"/>
                    </a:cubicBezTo>
                    <a:lnTo>
                      <a:pt x="4251" y="3886"/>
                    </a:lnTo>
                    <a:lnTo>
                      <a:pt x="4027" y="4066"/>
                    </a:lnTo>
                    <a:lnTo>
                      <a:pt x="4027" y="4055"/>
                    </a:lnTo>
                    <a:cubicBezTo>
                      <a:pt x="3894" y="4061"/>
                      <a:pt x="3715" y="4066"/>
                      <a:pt x="3510" y="4066"/>
                    </a:cubicBezTo>
                    <a:cubicBezTo>
                      <a:pt x="2681" y="4066"/>
                      <a:pt x="1422" y="3988"/>
                      <a:pt x="1047" y="3630"/>
                    </a:cubicBezTo>
                    <a:cubicBezTo>
                      <a:pt x="992" y="3586"/>
                      <a:pt x="965" y="3521"/>
                      <a:pt x="959" y="3455"/>
                    </a:cubicBezTo>
                    <a:cubicBezTo>
                      <a:pt x="959" y="3341"/>
                      <a:pt x="1041" y="3237"/>
                      <a:pt x="1183" y="3145"/>
                    </a:cubicBezTo>
                    <a:cubicBezTo>
                      <a:pt x="1597" y="3461"/>
                      <a:pt x="2382" y="3532"/>
                      <a:pt x="3024" y="3532"/>
                    </a:cubicBezTo>
                    <a:cubicBezTo>
                      <a:pt x="3351" y="3532"/>
                      <a:pt x="3678" y="3515"/>
                      <a:pt x="4005" y="3477"/>
                    </a:cubicBezTo>
                    <a:lnTo>
                      <a:pt x="3967" y="3117"/>
                    </a:lnTo>
                    <a:cubicBezTo>
                      <a:pt x="3759" y="3140"/>
                      <a:pt x="3411" y="3165"/>
                      <a:pt x="3033" y="3165"/>
                    </a:cubicBezTo>
                    <a:cubicBezTo>
                      <a:pt x="2511" y="3165"/>
                      <a:pt x="1932" y="3118"/>
                      <a:pt x="1575" y="2954"/>
                    </a:cubicBezTo>
                    <a:cubicBezTo>
                      <a:pt x="2011" y="2785"/>
                      <a:pt x="2621" y="2660"/>
                      <a:pt x="3210" y="2583"/>
                    </a:cubicBezTo>
                    <a:cubicBezTo>
                      <a:pt x="3319" y="2589"/>
                      <a:pt x="3422" y="2589"/>
                      <a:pt x="3515" y="2589"/>
                    </a:cubicBezTo>
                    <a:cubicBezTo>
                      <a:pt x="3782" y="2589"/>
                      <a:pt x="3984" y="2578"/>
                      <a:pt x="4043" y="2572"/>
                    </a:cubicBezTo>
                    <a:lnTo>
                      <a:pt x="4022" y="2207"/>
                    </a:lnTo>
                    <a:lnTo>
                      <a:pt x="3978" y="2207"/>
                    </a:lnTo>
                    <a:lnTo>
                      <a:pt x="3973" y="2142"/>
                    </a:lnTo>
                    <a:cubicBezTo>
                      <a:pt x="3831" y="2147"/>
                      <a:pt x="3542" y="2169"/>
                      <a:pt x="3188" y="2207"/>
                    </a:cubicBezTo>
                    <a:cubicBezTo>
                      <a:pt x="2725" y="2191"/>
                      <a:pt x="2207" y="2126"/>
                      <a:pt x="1891" y="1968"/>
                    </a:cubicBezTo>
                    <a:cubicBezTo>
                      <a:pt x="2109" y="1897"/>
                      <a:pt x="2327" y="1837"/>
                      <a:pt x="2556" y="1799"/>
                    </a:cubicBezTo>
                    <a:cubicBezTo>
                      <a:pt x="3024" y="1717"/>
                      <a:pt x="3504" y="1673"/>
                      <a:pt x="3984" y="1663"/>
                    </a:cubicBezTo>
                    <a:lnTo>
                      <a:pt x="3984" y="1297"/>
                    </a:lnTo>
                    <a:cubicBezTo>
                      <a:pt x="3967" y="1297"/>
                      <a:pt x="3793" y="1297"/>
                      <a:pt x="3531" y="1319"/>
                    </a:cubicBezTo>
                    <a:cubicBezTo>
                      <a:pt x="3204" y="1243"/>
                      <a:pt x="2888" y="1139"/>
                      <a:pt x="2583" y="1009"/>
                    </a:cubicBezTo>
                    <a:cubicBezTo>
                      <a:pt x="3171" y="836"/>
                      <a:pt x="3779" y="750"/>
                      <a:pt x="4387" y="750"/>
                    </a:cubicBezTo>
                    <a:cubicBezTo>
                      <a:pt x="4990" y="750"/>
                      <a:pt x="5593" y="835"/>
                      <a:pt x="6179" y="1003"/>
                    </a:cubicBezTo>
                    <a:cubicBezTo>
                      <a:pt x="5874" y="1139"/>
                      <a:pt x="5553" y="1243"/>
                      <a:pt x="5231" y="1314"/>
                    </a:cubicBezTo>
                    <a:cubicBezTo>
                      <a:pt x="4970" y="1303"/>
                      <a:pt x="4795" y="1303"/>
                      <a:pt x="4779" y="1297"/>
                    </a:cubicBezTo>
                    <a:lnTo>
                      <a:pt x="4779" y="1663"/>
                    </a:lnTo>
                    <a:cubicBezTo>
                      <a:pt x="5259" y="1668"/>
                      <a:pt x="5738" y="1712"/>
                      <a:pt x="6207" y="1793"/>
                    </a:cubicBezTo>
                    <a:cubicBezTo>
                      <a:pt x="6436" y="1831"/>
                      <a:pt x="6654" y="1891"/>
                      <a:pt x="6871" y="1962"/>
                    </a:cubicBezTo>
                    <a:cubicBezTo>
                      <a:pt x="6550" y="2120"/>
                      <a:pt x="6038" y="2186"/>
                      <a:pt x="5575" y="2207"/>
                    </a:cubicBezTo>
                    <a:cubicBezTo>
                      <a:pt x="5220" y="2164"/>
                      <a:pt x="4932" y="2142"/>
                      <a:pt x="4790" y="2137"/>
                    </a:cubicBezTo>
                    <a:lnTo>
                      <a:pt x="4790" y="2207"/>
                    </a:lnTo>
                    <a:lnTo>
                      <a:pt x="4746" y="2207"/>
                    </a:lnTo>
                    <a:lnTo>
                      <a:pt x="4719" y="2567"/>
                    </a:lnTo>
                    <a:cubicBezTo>
                      <a:pt x="4779" y="2572"/>
                      <a:pt x="4981" y="2583"/>
                      <a:pt x="5248" y="2583"/>
                    </a:cubicBezTo>
                    <a:cubicBezTo>
                      <a:pt x="5346" y="2583"/>
                      <a:pt x="5449" y="2583"/>
                      <a:pt x="5558" y="2578"/>
                    </a:cubicBezTo>
                    <a:cubicBezTo>
                      <a:pt x="6147" y="2654"/>
                      <a:pt x="6757" y="2780"/>
                      <a:pt x="7198" y="2943"/>
                    </a:cubicBezTo>
                    <a:cubicBezTo>
                      <a:pt x="6840" y="3111"/>
                      <a:pt x="6255" y="3159"/>
                      <a:pt x="5732" y="3159"/>
                    </a:cubicBezTo>
                    <a:cubicBezTo>
                      <a:pt x="5357" y="3159"/>
                      <a:pt x="5013" y="3135"/>
                      <a:pt x="4806" y="3112"/>
                    </a:cubicBezTo>
                    <a:lnTo>
                      <a:pt x="4763" y="3477"/>
                    </a:lnTo>
                    <a:cubicBezTo>
                      <a:pt x="5090" y="3510"/>
                      <a:pt x="5422" y="3526"/>
                      <a:pt x="5749" y="3526"/>
                    </a:cubicBezTo>
                    <a:cubicBezTo>
                      <a:pt x="6387" y="3526"/>
                      <a:pt x="7171" y="3450"/>
                      <a:pt x="7591" y="3134"/>
                    </a:cubicBezTo>
                    <a:cubicBezTo>
                      <a:pt x="7727" y="3226"/>
                      <a:pt x="7814" y="3330"/>
                      <a:pt x="7814" y="3444"/>
                    </a:cubicBezTo>
                    <a:cubicBezTo>
                      <a:pt x="7809" y="3510"/>
                      <a:pt x="7781" y="3575"/>
                      <a:pt x="7727" y="3619"/>
                    </a:cubicBezTo>
                    <a:cubicBezTo>
                      <a:pt x="7348" y="3980"/>
                      <a:pt x="6071" y="4060"/>
                      <a:pt x="5241" y="4060"/>
                    </a:cubicBezTo>
                    <a:cubicBezTo>
                      <a:pt x="5045" y="4060"/>
                      <a:pt x="4875" y="4055"/>
                      <a:pt x="4746" y="4049"/>
                    </a:cubicBezTo>
                    <a:lnTo>
                      <a:pt x="4746" y="4066"/>
                    </a:lnTo>
                    <a:lnTo>
                      <a:pt x="4523" y="3886"/>
                    </a:lnTo>
                    <a:lnTo>
                      <a:pt x="4523" y="3886"/>
                    </a:lnTo>
                    <a:cubicBezTo>
                      <a:pt x="4403" y="4033"/>
                      <a:pt x="4278" y="4540"/>
                      <a:pt x="5635" y="6022"/>
                    </a:cubicBezTo>
                    <a:cubicBezTo>
                      <a:pt x="5858" y="6261"/>
                      <a:pt x="6060" y="6518"/>
                      <a:pt x="6239" y="6790"/>
                    </a:cubicBezTo>
                    <a:lnTo>
                      <a:pt x="6234" y="6850"/>
                    </a:lnTo>
                    <a:lnTo>
                      <a:pt x="6278" y="6855"/>
                    </a:lnTo>
                    <a:cubicBezTo>
                      <a:pt x="6408" y="7073"/>
                      <a:pt x="6523" y="7302"/>
                      <a:pt x="6626" y="7537"/>
                    </a:cubicBezTo>
                    <a:cubicBezTo>
                      <a:pt x="6833" y="8005"/>
                      <a:pt x="6975" y="8316"/>
                      <a:pt x="7705" y="8348"/>
                    </a:cubicBezTo>
                    <a:lnTo>
                      <a:pt x="7798" y="8348"/>
                    </a:lnTo>
                    <a:cubicBezTo>
                      <a:pt x="8152" y="8348"/>
                      <a:pt x="8397" y="8245"/>
                      <a:pt x="8528" y="8038"/>
                    </a:cubicBezTo>
                    <a:cubicBezTo>
                      <a:pt x="8691" y="7776"/>
                      <a:pt x="8604" y="7444"/>
                      <a:pt x="8533" y="7264"/>
                    </a:cubicBezTo>
                    <a:cubicBezTo>
                      <a:pt x="8735" y="7008"/>
                      <a:pt x="8621" y="6654"/>
                      <a:pt x="8539" y="6474"/>
                    </a:cubicBezTo>
                    <a:cubicBezTo>
                      <a:pt x="8555" y="6447"/>
                      <a:pt x="8572" y="6425"/>
                      <a:pt x="8588" y="6398"/>
                    </a:cubicBezTo>
                    <a:cubicBezTo>
                      <a:pt x="8779" y="6033"/>
                      <a:pt x="8561" y="5613"/>
                      <a:pt x="8430" y="5417"/>
                    </a:cubicBezTo>
                    <a:cubicBezTo>
                      <a:pt x="8441" y="5395"/>
                      <a:pt x="8452" y="5373"/>
                      <a:pt x="8463" y="5351"/>
                    </a:cubicBezTo>
                    <a:cubicBezTo>
                      <a:pt x="8572" y="5063"/>
                      <a:pt x="8414" y="4785"/>
                      <a:pt x="8283" y="4627"/>
                    </a:cubicBezTo>
                    <a:cubicBezTo>
                      <a:pt x="8288" y="4616"/>
                      <a:pt x="8294" y="4605"/>
                      <a:pt x="8299" y="4594"/>
                    </a:cubicBezTo>
                    <a:cubicBezTo>
                      <a:pt x="8435" y="4267"/>
                      <a:pt x="8223" y="3946"/>
                      <a:pt x="8076" y="3771"/>
                    </a:cubicBezTo>
                    <a:cubicBezTo>
                      <a:pt x="8141" y="3679"/>
                      <a:pt x="8179" y="3564"/>
                      <a:pt x="8179" y="3450"/>
                    </a:cubicBezTo>
                    <a:cubicBezTo>
                      <a:pt x="8179" y="3215"/>
                      <a:pt x="8043" y="3019"/>
                      <a:pt x="7820" y="2861"/>
                    </a:cubicBezTo>
                    <a:cubicBezTo>
                      <a:pt x="7869" y="2769"/>
                      <a:pt x="7890" y="2665"/>
                      <a:pt x="7890" y="2556"/>
                    </a:cubicBezTo>
                    <a:cubicBezTo>
                      <a:pt x="7890" y="2284"/>
                      <a:pt x="7754" y="2055"/>
                      <a:pt x="7482" y="1870"/>
                    </a:cubicBezTo>
                    <a:cubicBezTo>
                      <a:pt x="7509" y="1793"/>
                      <a:pt x="7525" y="1717"/>
                      <a:pt x="7525" y="1635"/>
                    </a:cubicBezTo>
                    <a:cubicBezTo>
                      <a:pt x="7525" y="1270"/>
                      <a:pt x="7209" y="1009"/>
                      <a:pt x="6773" y="823"/>
                    </a:cubicBezTo>
                    <a:cubicBezTo>
                      <a:pt x="6784" y="785"/>
                      <a:pt x="6795" y="747"/>
                      <a:pt x="6795" y="703"/>
                    </a:cubicBezTo>
                    <a:cubicBezTo>
                      <a:pt x="6795" y="137"/>
                      <a:pt x="5111" y="22"/>
                      <a:pt x="43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8"/>
              <p:cNvSpPr/>
              <p:nvPr/>
            </p:nvSpPr>
            <p:spPr>
              <a:xfrm>
                <a:off x="3147586" y="3469828"/>
                <a:ext cx="24135" cy="107004"/>
              </a:xfrm>
              <a:custGeom>
                <a:rect b="b" l="l" r="r" t="t"/>
                <a:pathLst>
                  <a:path extrusionOk="0" h="4234" w="955">
                    <a:moveTo>
                      <a:pt x="475" y="0"/>
                    </a:moveTo>
                    <a:cubicBezTo>
                      <a:pt x="475" y="0"/>
                      <a:pt x="208" y="33"/>
                      <a:pt x="137" y="76"/>
                    </a:cubicBezTo>
                    <a:cubicBezTo>
                      <a:pt x="61" y="114"/>
                      <a:pt x="1" y="1101"/>
                      <a:pt x="126" y="1210"/>
                    </a:cubicBezTo>
                    <a:cubicBezTo>
                      <a:pt x="251" y="1313"/>
                      <a:pt x="44" y="1477"/>
                      <a:pt x="55" y="1738"/>
                    </a:cubicBezTo>
                    <a:cubicBezTo>
                      <a:pt x="61" y="2005"/>
                      <a:pt x="126" y="2872"/>
                      <a:pt x="191" y="3013"/>
                    </a:cubicBezTo>
                    <a:cubicBezTo>
                      <a:pt x="251" y="3150"/>
                      <a:pt x="240" y="4234"/>
                      <a:pt x="475" y="4234"/>
                    </a:cubicBezTo>
                    <a:cubicBezTo>
                      <a:pt x="709" y="4234"/>
                      <a:pt x="698" y="3150"/>
                      <a:pt x="764" y="3013"/>
                    </a:cubicBezTo>
                    <a:cubicBezTo>
                      <a:pt x="823" y="2872"/>
                      <a:pt x="889" y="2005"/>
                      <a:pt x="900" y="1738"/>
                    </a:cubicBezTo>
                    <a:cubicBezTo>
                      <a:pt x="911" y="1471"/>
                      <a:pt x="698" y="1313"/>
                      <a:pt x="829" y="1210"/>
                    </a:cubicBezTo>
                    <a:cubicBezTo>
                      <a:pt x="954" y="1101"/>
                      <a:pt x="889" y="120"/>
                      <a:pt x="818" y="71"/>
                    </a:cubicBezTo>
                    <a:cubicBezTo>
                      <a:pt x="742" y="27"/>
                      <a:pt x="47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8"/>
              <p:cNvSpPr/>
              <p:nvPr/>
            </p:nvSpPr>
            <p:spPr>
              <a:xfrm>
                <a:off x="3316002" y="3800796"/>
                <a:ext cx="45895" cy="28608"/>
              </a:xfrm>
              <a:custGeom>
                <a:rect b="b" l="l" r="r" t="t"/>
                <a:pathLst>
                  <a:path extrusionOk="0" h="1132" w="1816">
                    <a:moveTo>
                      <a:pt x="915" y="0"/>
                    </a:moveTo>
                    <a:cubicBezTo>
                      <a:pt x="708" y="0"/>
                      <a:pt x="488" y="108"/>
                      <a:pt x="295" y="374"/>
                    </a:cubicBezTo>
                    <a:cubicBezTo>
                      <a:pt x="1" y="784"/>
                      <a:pt x="334" y="1132"/>
                      <a:pt x="575" y="1132"/>
                    </a:cubicBezTo>
                    <a:cubicBezTo>
                      <a:pt x="629" y="1132"/>
                      <a:pt x="678" y="1115"/>
                      <a:pt x="715" y="1077"/>
                    </a:cubicBezTo>
                    <a:cubicBezTo>
                      <a:pt x="916" y="870"/>
                      <a:pt x="1537" y="984"/>
                      <a:pt x="1679" y="674"/>
                    </a:cubicBezTo>
                    <a:cubicBezTo>
                      <a:pt x="1815" y="358"/>
                      <a:pt x="1412" y="221"/>
                      <a:pt x="1412" y="221"/>
                    </a:cubicBezTo>
                    <a:cubicBezTo>
                      <a:pt x="1274" y="85"/>
                      <a:pt x="1099" y="0"/>
                      <a:pt x="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8"/>
              <p:cNvSpPr/>
              <p:nvPr/>
            </p:nvSpPr>
            <p:spPr>
              <a:xfrm>
                <a:off x="2997897" y="3645093"/>
                <a:ext cx="37479" cy="23706"/>
              </a:xfrm>
              <a:custGeom>
                <a:rect b="b" l="l" r="r" t="t"/>
                <a:pathLst>
                  <a:path extrusionOk="0" h="938" w="1483">
                    <a:moveTo>
                      <a:pt x="568" y="1"/>
                    </a:moveTo>
                    <a:cubicBezTo>
                      <a:pt x="320" y="1"/>
                      <a:pt x="117" y="99"/>
                      <a:pt x="66" y="269"/>
                    </a:cubicBezTo>
                    <a:cubicBezTo>
                      <a:pt x="1" y="503"/>
                      <a:pt x="240" y="781"/>
                      <a:pt x="611" y="890"/>
                    </a:cubicBezTo>
                    <a:cubicBezTo>
                      <a:pt x="716" y="922"/>
                      <a:pt x="820" y="938"/>
                      <a:pt x="917" y="938"/>
                    </a:cubicBezTo>
                    <a:cubicBezTo>
                      <a:pt x="1162" y="938"/>
                      <a:pt x="1361" y="840"/>
                      <a:pt x="1412" y="672"/>
                    </a:cubicBezTo>
                    <a:cubicBezTo>
                      <a:pt x="1483" y="437"/>
                      <a:pt x="1238" y="160"/>
                      <a:pt x="867" y="45"/>
                    </a:cubicBezTo>
                    <a:cubicBezTo>
                      <a:pt x="765" y="15"/>
                      <a:pt x="663" y="1"/>
                      <a:pt x="5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8"/>
              <p:cNvSpPr/>
              <p:nvPr/>
            </p:nvSpPr>
            <p:spPr>
              <a:xfrm>
                <a:off x="2968025" y="3658714"/>
                <a:ext cx="65153" cy="151913"/>
              </a:xfrm>
              <a:custGeom>
                <a:rect b="b" l="l" r="r" t="t"/>
                <a:pathLst>
                  <a:path extrusionOk="0" h="6011" w="2578">
                    <a:moveTo>
                      <a:pt x="1635" y="1332"/>
                    </a:moveTo>
                    <a:cubicBezTo>
                      <a:pt x="1635" y="1332"/>
                      <a:pt x="1586" y="2770"/>
                      <a:pt x="1471" y="3446"/>
                    </a:cubicBezTo>
                    <a:lnTo>
                      <a:pt x="1471" y="3440"/>
                    </a:lnTo>
                    <a:cubicBezTo>
                      <a:pt x="1357" y="4116"/>
                      <a:pt x="1095" y="5418"/>
                      <a:pt x="1095" y="5418"/>
                    </a:cubicBezTo>
                    <a:cubicBezTo>
                      <a:pt x="1095" y="5418"/>
                      <a:pt x="850" y="4045"/>
                      <a:pt x="1014" y="3135"/>
                    </a:cubicBezTo>
                    <a:cubicBezTo>
                      <a:pt x="1177" y="2225"/>
                      <a:pt x="1635" y="1332"/>
                      <a:pt x="1635" y="1332"/>
                    </a:cubicBezTo>
                    <a:close/>
                    <a:moveTo>
                      <a:pt x="1333" y="0"/>
                    </a:moveTo>
                    <a:cubicBezTo>
                      <a:pt x="1262" y="0"/>
                      <a:pt x="1199" y="23"/>
                      <a:pt x="1155" y="84"/>
                    </a:cubicBezTo>
                    <a:cubicBezTo>
                      <a:pt x="965" y="345"/>
                      <a:pt x="1215" y="1201"/>
                      <a:pt x="861" y="1751"/>
                    </a:cubicBezTo>
                    <a:cubicBezTo>
                      <a:pt x="502" y="2307"/>
                      <a:pt x="442" y="4704"/>
                      <a:pt x="284" y="5004"/>
                    </a:cubicBezTo>
                    <a:cubicBezTo>
                      <a:pt x="131" y="5304"/>
                      <a:pt x="0" y="5734"/>
                      <a:pt x="180" y="5871"/>
                    </a:cubicBezTo>
                    <a:cubicBezTo>
                      <a:pt x="220" y="5899"/>
                      <a:pt x="263" y="5911"/>
                      <a:pt x="309" y="5911"/>
                    </a:cubicBezTo>
                    <a:cubicBezTo>
                      <a:pt x="461" y="5911"/>
                      <a:pt x="642" y="5792"/>
                      <a:pt x="820" y="5792"/>
                    </a:cubicBezTo>
                    <a:cubicBezTo>
                      <a:pt x="834" y="5792"/>
                      <a:pt x="847" y="5793"/>
                      <a:pt x="861" y="5794"/>
                    </a:cubicBezTo>
                    <a:cubicBezTo>
                      <a:pt x="1075" y="5813"/>
                      <a:pt x="1073" y="6010"/>
                      <a:pt x="1242" y="6010"/>
                    </a:cubicBezTo>
                    <a:cubicBezTo>
                      <a:pt x="1267" y="6010"/>
                      <a:pt x="1296" y="6006"/>
                      <a:pt x="1330" y="5996"/>
                    </a:cubicBezTo>
                    <a:cubicBezTo>
                      <a:pt x="1591" y="5920"/>
                      <a:pt x="1531" y="4786"/>
                      <a:pt x="1777" y="4301"/>
                    </a:cubicBezTo>
                    <a:cubicBezTo>
                      <a:pt x="2016" y="3816"/>
                      <a:pt x="2060" y="1114"/>
                      <a:pt x="2365" y="645"/>
                    </a:cubicBezTo>
                    <a:cubicBezTo>
                      <a:pt x="2577" y="319"/>
                      <a:pt x="2413" y="123"/>
                      <a:pt x="2183" y="123"/>
                    </a:cubicBezTo>
                    <a:cubicBezTo>
                      <a:pt x="2082" y="123"/>
                      <a:pt x="1969" y="160"/>
                      <a:pt x="1869" y="242"/>
                    </a:cubicBezTo>
                    <a:cubicBezTo>
                      <a:pt x="1869" y="242"/>
                      <a:pt x="1561" y="0"/>
                      <a:pt x="13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8"/>
              <p:cNvSpPr/>
              <p:nvPr/>
            </p:nvSpPr>
            <p:spPr>
              <a:xfrm>
                <a:off x="2997948" y="3820282"/>
                <a:ext cx="10994" cy="25930"/>
              </a:xfrm>
              <a:custGeom>
                <a:rect b="b" l="l" r="r" t="t"/>
                <a:pathLst>
                  <a:path extrusionOk="0" h="1026" w="435">
                    <a:moveTo>
                      <a:pt x="177" y="1"/>
                    </a:moveTo>
                    <a:cubicBezTo>
                      <a:pt x="154" y="1"/>
                      <a:pt x="131" y="8"/>
                      <a:pt x="113" y="22"/>
                    </a:cubicBezTo>
                    <a:cubicBezTo>
                      <a:pt x="113" y="22"/>
                      <a:pt x="0" y="1025"/>
                      <a:pt x="211" y="1025"/>
                    </a:cubicBezTo>
                    <a:cubicBezTo>
                      <a:pt x="213" y="1025"/>
                      <a:pt x="215" y="1025"/>
                      <a:pt x="217" y="1025"/>
                    </a:cubicBezTo>
                    <a:cubicBezTo>
                      <a:pt x="435" y="1014"/>
                      <a:pt x="277" y="22"/>
                      <a:pt x="211" y="6"/>
                    </a:cubicBezTo>
                    <a:cubicBezTo>
                      <a:pt x="200" y="2"/>
                      <a:pt x="189" y="1"/>
                      <a:pt x="1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8"/>
              <p:cNvSpPr/>
              <p:nvPr/>
            </p:nvSpPr>
            <p:spPr>
              <a:xfrm>
                <a:off x="2999869" y="3845352"/>
                <a:ext cx="10994" cy="25904"/>
              </a:xfrm>
              <a:custGeom>
                <a:rect b="b" l="l" r="r" t="t"/>
                <a:pathLst>
                  <a:path extrusionOk="0" h="1025" w="435">
                    <a:moveTo>
                      <a:pt x="173" y="0"/>
                    </a:moveTo>
                    <a:cubicBezTo>
                      <a:pt x="152" y="0"/>
                      <a:pt x="132" y="8"/>
                      <a:pt x="113" y="22"/>
                    </a:cubicBezTo>
                    <a:cubicBezTo>
                      <a:pt x="113" y="22"/>
                      <a:pt x="1" y="1025"/>
                      <a:pt x="212" y="1025"/>
                    </a:cubicBezTo>
                    <a:cubicBezTo>
                      <a:pt x="213" y="1025"/>
                      <a:pt x="215" y="1025"/>
                      <a:pt x="217" y="1025"/>
                    </a:cubicBezTo>
                    <a:cubicBezTo>
                      <a:pt x="435" y="1014"/>
                      <a:pt x="277" y="22"/>
                      <a:pt x="206" y="6"/>
                    </a:cubicBezTo>
                    <a:cubicBezTo>
                      <a:pt x="195" y="2"/>
                      <a:pt x="184"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8"/>
              <p:cNvSpPr/>
              <p:nvPr/>
            </p:nvSpPr>
            <p:spPr>
              <a:xfrm>
                <a:off x="3001258" y="3869437"/>
                <a:ext cx="10842" cy="25930"/>
              </a:xfrm>
              <a:custGeom>
                <a:rect b="b" l="l" r="r" t="t"/>
                <a:pathLst>
                  <a:path extrusionOk="0" h="1026" w="429">
                    <a:moveTo>
                      <a:pt x="172" y="1"/>
                    </a:moveTo>
                    <a:cubicBezTo>
                      <a:pt x="149" y="1"/>
                      <a:pt x="126" y="8"/>
                      <a:pt x="107" y="23"/>
                    </a:cubicBezTo>
                    <a:cubicBezTo>
                      <a:pt x="107" y="23"/>
                      <a:pt x="0" y="1026"/>
                      <a:pt x="206" y="1026"/>
                    </a:cubicBezTo>
                    <a:cubicBezTo>
                      <a:pt x="208" y="1026"/>
                      <a:pt x="209" y="1025"/>
                      <a:pt x="211" y="1025"/>
                    </a:cubicBezTo>
                    <a:cubicBezTo>
                      <a:pt x="429" y="1014"/>
                      <a:pt x="271" y="23"/>
                      <a:pt x="205" y="6"/>
                    </a:cubicBezTo>
                    <a:cubicBezTo>
                      <a:pt x="195" y="3"/>
                      <a:pt x="183" y="1"/>
                      <a:pt x="1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8"/>
              <p:cNvSpPr/>
              <p:nvPr/>
            </p:nvSpPr>
            <p:spPr>
              <a:xfrm>
                <a:off x="3124740" y="3316398"/>
                <a:ext cx="31818" cy="31237"/>
              </a:xfrm>
              <a:custGeom>
                <a:rect b="b" l="l" r="r" t="t"/>
                <a:pathLst>
                  <a:path extrusionOk="0" h="1236" w="1259">
                    <a:moveTo>
                      <a:pt x="805" y="0"/>
                    </a:moveTo>
                    <a:cubicBezTo>
                      <a:pt x="602" y="0"/>
                      <a:pt x="240" y="105"/>
                      <a:pt x="120" y="241"/>
                    </a:cubicBezTo>
                    <a:cubicBezTo>
                      <a:pt x="0" y="382"/>
                      <a:pt x="0" y="873"/>
                      <a:pt x="87" y="987"/>
                    </a:cubicBezTo>
                    <a:cubicBezTo>
                      <a:pt x="162" y="1085"/>
                      <a:pt x="321" y="1235"/>
                      <a:pt x="505" y="1235"/>
                    </a:cubicBezTo>
                    <a:cubicBezTo>
                      <a:pt x="536" y="1235"/>
                      <a:pt x="567" y="1231"/>
                      <a:pt x="600" y="1221"/>
                    </a:cubicBezTo>
                    <a:cubicBezTo>
                      <a:pt x="817" y="1156"/>
                      <a:pt x="1052" y="687"/>
                      <a:pt x="1155" y="573"/>
                    </a:cubicBezTo>
                    <a:cubicBezTo>
                      <a:pt x="1259" y="459"/>
                      <a:pt x="1128" y="17"/>
                      <a:pt x="834" y="1"/>
                    </a:cubicBezTo>
                    <a:cubicBezTo>
                      <a:pt x="825" y="0"/>
                      <a:pt x="815" y="0"/>
                      <a:pt x="8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8"/>
              <p:cNvSpPr/>
              <p:nvPr/>
            </p:nvSpPr>
            <p:spPr>
              <a:xfrm>
                <a:off x="3163710" y="3316398"/>
                <a:ext cx="31970" cy="31085"/>
              </a:xfrm>
              <a:custGeom>
                <a:rect b="b" l="l" r="r" t="t"/>
                <a:pathLst>
                  <a:path extrusionOk="0" h="1230" w="1265">
                    <a:moveTo>
                      <a:pt x="454" y="0"/>
                    </a:moveTo>
                    <a:cubicBezTo>
                      <a:pt x="444" y="0"/>
                      <a:pt x="434" y="0"/>
                      <a:pt x="425" y="1"/>
                    </a:cubicBezTo>
                    <a:cubicBezTo>
                      <a:pt x="131" y="17"/>
                      <a:pt x="0" y="459"/>
                      <a:pt x="104" y="573"/>
                    </a:cubicBezTo>
                    <a:cubicBezTo>
                      <a:pt x="207" y="687"/>
                      <a:pt x="442" y="1156"/>
                      <a:pt x="665" y="1216"/>
                    </a:cubicBezTo>
                    <a:cubicBezTo>
                      <a:pt x="697" y="1225"/>
                      <a:pt x="729" y="1230"/>
                      <a:pt x="760" y="1230"/>
                    </a:cubicBezTo>
                    <a:cubicBezTo>
                      <a:pt x="944" y="1230"/>
                      <a:pt x="1103" y="1080"/>
                      <a:pt x="1177" y="982"/>
                    </a:cubicBezTo>
                    <a:cubicBezTo>
                      <a:pt x="1264" y="867"/>
                      <a:pt x="1264" y="382"/>
                      <a:pt x="1139" y="241"/>
                    </a:cubicBezTo>
                    <a:cubicBezTo>
                      <a:pt x="1020" y="105"/>
                      <a:pt x="657" y="0"/>
                      <a:pt x="4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8"/>
              <p:cNvSpPr/>
              <p:nvPr/>
            </p:nvSpPr>
            <p:spPr>
              <a:xfrm>
                <a:off x="3148825" y="3340786"/>
                <a:ext cx="23984" cy="19333"/>
              </a:xfrm>
              <a:custGeom>
                <a:rect b="b" l="l" r="r" t="t"/>
                <a:pathLst>
                  <a:path extrusionOk="0" h="765" w="949">
                    <a:moveTo>
                      <a:pt x="475" y="0"/>
                    </a:moveTo>
                    <a:cubicBezTo>
                      <a:pt x="355" y="0"/>
                      <a:pt x="1" y="649"/>
                      <a:pt x="208" y="736"/>
                    </a:cubicBezTo>
                    <a:cubicBezTo>
                      <a:pt x="248" y="753"/>
                      <a:pt x="283" y="760"/>
                      <a:pt x="313" y="760"/>
                    </a:cubicBezTo>
                    <a:cubicBezTo>
                      <a:pt x="436" y="760"/>
                      <a:pt x="475" y="643"/>
                      <a:pt x="475" y="643"/>
                    </a:cubicBezTo>
                    <a:cubicBezTo>
                      <a:pt x="475" y="643"/>
                      <a:pt x="514" y="765"/>
                      <a:pt x="639" y="765"/>
                    </a:cubicBezTo>
                    <a:cubicBezTo>
                      <a:pt x="668" y="765"/>
                      <a:pt x="702" y="758"/>
                      <a:pt x="742" y="741"/>
                    </a:cubicBezTo>
                    <a:cubicBezTo>
                      <a:pt x="949" y="654"/>
                      <a:pt x="59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91" name="Google Shape;9691;p88"/>
          <p:cNvGrpSpPr/>
          <p:nvPr/>
        </p:nvGrpSpPr>
        <p:grpSpPr>
          <a:xfrm>
            <a:off x="4707616" y="3256553"/>
            <a:ext cx="447702" cy="1135923"/>
            <a:chOff x="4707616" y="3256553"/>
            <a:chExt cx="447702" cy="1135923"/>
          </a:xfrm>
        </p:grpSpPr>
        <p:sp>
          <p:nvSpPr>
            <p:cNvPr id="9692" name="Google Shape;9692;p88"/>
            <p:cNvSpPr/>
            <p:nvPr/>
          </p:nvSpPr>
          <p:spPr>
            <a:xfrm>
              <a:off x="4707616"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3" name="Google Shape;9693;p88"/>
            <p:cNvGrpSpPr/>
            <p:nvPr/>
          </p:nvGrpSpPr>
          <p:grpSpPr>
            <a:xfrm>
              <a:off x="4724641" y="3320695"/>
              <a:ext cx="412877" cy="1031270"/>
              <a:chOff x="4724641" y="3320695"/>
              <a:chExt cx="412877" cy="1031270"/>
            </a:xfrm>
          </p:grpSpPr>
          <p:sp>
            <p:nvSpPr>
              <p:cNvPr id="9694" name="Google Shape;9694;p88"/>
              <p:cNvSpPr/>
              <p:nvPr/>
            </p:nvSpPr>
            <p:spPr>
              <a:xfrm>
                <a:off x="4923763" y="3572333"/>
                <a:ext cx="18474" cy="141678"/>
              </a:xfrm>
              <a:custGeom>
                <a:rect b="b" l="l" r="r" t="t"/>
                <a:pathLst>
                  <a:path extrusionOk="0" h="5606" w="731">
                    <a:moveTo>
                      <a:pt x="403" y="1"/>
                    </a:moveTo>
                    <a:cubicBezTo>
                      <a:pt x="278" y="1"/>
                      <a:pt x="145" y="88"/>
                      <a:pt x="148" y="249"/>
                    </a:cubicBezTo>
                    <a:cubicBezTo>
                      <a:pt x="153" y="821"/>
                      <a:pt x="191" y="1388"/>
                      <a:pt x="229" y="1960"/>
                    </a:cubicBezTo>
                    <a:cubicBezTo>
                      <a:pt x="153" y="1949"/>
                      <a:pt x="77" y="1943"/>
                      <a:pt x="1" y="1932"/>
                    </a:cubicBezTo>
                    <a:lnTo>
                      <a:pt x="1" y="2554"/>
                    </a:lnTo>
                    <a:cubicBezTo>
                      <a:pt x="88" y="2515"/>
                      <a:pt x="175" y="2483"/>
                      <a:pt x="262" y="2445"/>
                    </a:cubicBezTo>
                    <a:cubicBezTo>
                      <a:pt x="268" y="2559"/>
                      <a:pt x="273" y="2679"/>
                      <a:pt x="279" y="2793"/>
                    </a:cubicBezTo>
                    <a:cubicBezTo>
                      <a:pt x="317" y="3567"/>
                      <a:pt x="366" y="4395"/>
                      <a:pt x="159" y="5147"/>
                    </a:cubicBezTo>
                    <a:lnTo>
                      <a:pt x="355" y="5147"/>
                    </a:lnTo>
                    <a:lnTo>
                      <a:pt x="355" y="5605"/>
                    </a:lnTo>
                    <a:cubicBezTo>
                      <a:pt x="393" y="5507"/>
                      <a:pt x="437" y="5409"/>
                      <a:pt x="469" y="5311"/>
                    </a:cubicBezTo>
                    <a:cubicBezTo>
                      <a:pt x="731" y="4559"/>
                      <a:pt x="682" y="3676"/>
                      <a:pt x="682" y="2891"/>
                    </a:cubicBezTo>
                    <a:cubicBezTo>
                      <a:pt x="682" y="2668"/>
                      <a:pt x="676" y="2450"/>
                      <a:pt x="671" y="2232"/>
                    </a:cubicBezTo>
                    <a:cubicBezTo>
                      <a:pt x="720" y="2167"/>
                      <a:pt x="720" y="2080"/>
                      <a:pt x="665" y="2020"/>
                    </a:cubicBezTo>
                    <a:cubicBezTo>
                      <a:pt x="644" y="1415"/>
                      <a:pt x="611" y="810"/>
                      <a:pt x="611" y="205"/>
                    </a:cubicBezTo>
                    <a:cubicBezTo>
                      <a:pt x="611" y="66"/>
                      <a:pt x="510" y="1"/>
                      <a:pt x="4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8"/>
              <p:cNvSpPr/>
              <p:nvPr/>
            </p:nvSpPr>
            <p:spPr>
              <a:xfrm>
                <a:off x="4931193" y="3678983"/>
                <a:ext cx="72734" cy="148375"/>
              </a:xfrm>
              <a:custGeom>
                <a:rect b="b" l="l" r="r" t="t"/>
                <a:pathLst>
                  <a:path extrusionOk="0" h="5871" w="2878">
                    <a:moveTo>
                      <a:pt x="6" y="1"/>
                    </a:moveTo>
                    <a:cubicBezTo>
                      <a:pt x="28" y="377"/>
                      <a:pt x="1" y="742"/>
                      <a:pt x="115" y="1085"/>
                    </a:cubicBezTo>
                    <a:cubicBezTo>
                      <a:pt x="301" y="1619"/>
                      <a:pt x="595" y="2099"/>
                      <a:pt x="884" y="2584"/>
                    </a:cubicBezTo>
                    <a:cubicBezTo>
                      <a:pt x="867" y="2791"/>
                      <a:pt x="884" y="2992"/>
                      <a:pt x="878" y="3200"/>
                    </a:cubicBezTo>
                    <a:cubicBezTo>
                      <a:pt x="878" y="3418"/>
                      <a:pt x="845" y="3635"/>
                      <a:pt x="851" y="3853"/>
                    </a:cubicBezTo>
                    <a:cubicBezTo>
                      <a:pt x="851" y="3872"/>
                      <a:pt x="866" y="3884"/>
                      <a:pt x="880" y="3884"/>
                    </a:cubicBezTo>
                    <a:cubicBezTo>
                      <a:pt x="891" y="3884"/>
                      <a:pt x="901" y="3878"/>
                      <a:pt x="905" y="3864"/>
                    </a:cubicBezTo>
                    <a:cubicBezTo>
                      <a:pt x="1031" y="3614"/>
                      <a:pt x="1085" y="3276"/>
                      <a:pt x="1102" y="2954"/>
                    </a:cubicBezTo>
                    <a:cubicBezTo>
                      <a:pt x="1151" y="3036"/>
                      <a:pt x="1194" y="3118"/>
                      <a:pt x="1238" y="3200"/>
                    </a:cubicBezTo>
                    <a:cubicBezTo>
                      <a:pt x="1439" y="3554"/>
                      <a:pt x="1608" y="3919"/>
                      <a:pt x="1745" y="4300"/>
                    </a:cubicBezTo>
                    <a:cubicBezTo>
                      <a:pt x="1892" y="4753"/>
                      <a:pt x="1864" y="5205"/>
                      <a:pt x="1913" y="5668"/>
                    </a:cubicBezTo>
                    <a:cubicBezTo>
                      <a:pt x="1916" y="5709"/>
                      <a:pt x="1945" y="5727"/>
                      <a:pt x="1975" y="5727"/>
                    </a:cubicBezTo>
                    <a:cubicBezTo>
                      <a:pt x="2010" y="5727"/>
                      <a:pt x="2047" y="5703"/>
                      <a:pt x="2050" y="5662"/>
                    </a:cubicBezTo>
                    <a:cubicBezTo>
                      <a:pt x="2061" y="5592"/>
                      <a:pt x="2077" y="5499"/>
                      <a:pt x="2088" y="5417"/>
                    </a:cubicBezTo>
                    <a:cubicBezTo>
                      <a:pt x="2197" y="5608"/>
                      <a:pt x="2360" y="5766"/>
                      <a:pt x="2562" y="5864"/>
                    </a:cubicBezTo>
                    <a:cubicBezTo>
                      <a:pt x="2571" y="5868"/>
                      <a:pt x="2580" y="5870"/>
                      <a:pt x="2589" y="5870"/>
                    </a:cubicBezTo>
                    <a:cubicBezTo>
                      <a:pt x="2644" y="5870"/>
                      <a:pt x="2674" y="5787"/>
                      <a:pt x="2622" y="5744"/>
                    </a:cubicBezTo>
                    <a:cubicBezTo>
                      <a:pt x="2437" y="5597"/>
                      <a:pt x="2344" y="5412"/>
                      <a:pt x="2257" y="5216"/>
                    </a:cubicBezTo>
                    <a:lnTo>
                      <a:pt x="2257" y="5216"/>
                    </a:lnTo>
                    <a:cubicBezTo>
                      <a:pt x="2378" y="5256"/>
                      <a:pt x="2505" y="5279"/>
                      <a:pt x="2634" y="5279"/>
                    </a:cubicBezTo>
                    <a:cubicBezTo>
                      <a:pt x="2679" y="5279"/>
                      <a:pt x="2724" y="5276"/>
                      <a:pt x="2769" y="5270"/>
                    </a:cubicBezTo>
                    <a:cubicBezTo>
                      <a:pt x="2878" y="5259"/>
                      <a:pt x="2862" y="5096"/>
                      <a:pt x="2764" y="5085"/>
                    </a:cubicBezTo>
                    <a:cubicBezTo>
                      <a:pt x="2535" y="5052"/>
                      <a:pt x="2322" y="4998"/>
                      <a:pt x="2159" y="4829"/>
                    </a:cubicBezTo>
                    <a:cubicBezTo>
                      <a:pt x="2148" y="4818"/>
                      <a:pt x="2137" y="4807"/>
                      <a:pt x="2126" y="4802"/>
                    </a:cubicBezTo>
                    <a:cubicBezTo>
                      <a:pt x="2126" y="4693"/>
                      <a:pt x="2110" y="4578"/>
                      <a:pt x="2082" y="4475"/>
                    </a:cubicBezTo>
                    <a:cubicBezTo>
                      <a:pt x="1995" y="4093"/>
                      <a:pt x="1864" y="3728"/>
                      <a:pt x="1696" y="3385"/>
                    </a:cubicBezTo>
                    <a:cubicBezTo>
                      <a:pt x="1336" y="2671"/>
                      <a:pt x="845" y="2012"/>
                      <a:pt x="546" y="1271"/>
                    </a:cubicBezTo>
                    <a:cubicBezTo>
                      <a:pt x="388" y="867"/>
                      <a:pt x="301" y="437"/>
                      <a:pt x="2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8"/>
              <p:cNvSpPr/>
              <p:nvPr/>
            </p:nvSpPr>
            <p:spPr>
              <a:xfrm>
                <a:off x="4861946" y="3572333"/>
                <a:ext cx="76449" cy="255075"/>
              </a:xfrm>
              <a:custGeom>
                <a:rect b="b" l="l" r="r" t="t"/>
                <a:pathLst>
                  <a:path extrusionOk="0" h="10093" w="3025">
                    <a:moveTo>
                      <a:pt x="2701" y="1"/>
                    </a:moveTo>
                    <a:cubicBezTo>
                      <a:pt x="2577" y="1"/>
                      <a:pt x="2444" y="88"/>
                      <a:pt x="2447" y="249"/>
                    </a:cubicBezTo>
                    <a:cubicBezTo>
                      <a:pt x="2452" y="821"/>
                      <a:pt x="2490" y="1388"/>
                      <a:pt x="2528" y="1960"/>
                    </a:cubicBezTo>
                    <a:cubicBezTo>
                      <a:pt x="2316" y="1949"/>
                      <a:pt x="2109" y="1900"/>
                      <a:pt x="1918" y="1813"/>
                    </a:cubicBezTo>
                    <a:cubicBezTo>
                      <a:pt x="1689" y="1704"/>
                      <a:pt x="1482" y="1556"/>
                      <a:pt x="1259" y="1442"/>
                    </a:cubicBezTo>
                    <a:cubicBezTo>
                      <a:pt x="1243" y="1435"/>
                      <a:pt x="1228" y="1431"/>
                      <a:pt x="1213" y="1431"/>
                    </a:cubicBezTo>
                    <a:cubicBezTo>
                      <a:pt x="1118" y="1431"/>
                      <a:pt x="1045" y="1567"/>
                      <a:pt x="1139" y="1633"/>
                    </a:cubicBezTo>
                    <a:cubicBezTo>
                      <a:pt x="1330" y="1769"/>
                      <a:pt x="1553" y="1965"/>
                      <a:pt x="1793" y="2118"/>
                    </a:cubicBezTo>
                    <a:cubicBezTo>
                      <a:pt x="1406" y="2145"/>
                      <a:pt x="1019" y="2199"/>
                      <a:pt x="703" y="2357"/>
                    </a:cubicBezTo>
                    <a:cubicBezTo>
                      <a:pt x="630" y="2394"/>
                      <a:pt x="637" y="2516"/>
                      <a:pt x="724" y="2516"/>
                    </a:cubicBezTo>
                    <a:cubicBezTo>
                      <a:pt x="728" y="2516"/>
                      <a:pt x="732" y="2516"/>
                      <a:pt x="736" y="2515"/>
                    </a:cubicBezTo>
                    <a:cubicBezTo>
                      <a:pt x="868" y="2499"/>
                      <a:pt x="1006" y="2493"/>
                      <a:pt x="1145" y="2493"/>
                    </a:cubicBezTo>
                    <a:cubicBezTo>
                      <a:pt x="1319" y="2493"/>
                      <a:pt x="1497" y="2502"/>
                      <a:pt x="1673" y="2505"/>
                    </a:cubicBezTo>
                    <a:cubicBezTo>
                      <a:pt x="1449" y="2706"/>
                      <a:pt x="1275" y="2951"/>
                      <a:pt x="1155" y="3224"/>
                    </a:cubicBezTo>
                    <a:cubicBezTo>
                      <a:pt x="1130" y="3300"/>
                      <a:pt x="1189" y="3392"/>
                      <a:pt x="1261" y="3392"/>
                    </a:cubicBezTo>
                    <a:cubicBezTo>
                      <a:pt x="1281" y="3392"/>
                      <a:pt x="1303" y="3384"/>
                      <a:pt x="1324" y="3366"/>
                    </a:cubicBezTo>
                    <a:cubicBezTo>
                      <a:pt x="1558" y="3158"/>
                      <a:pt x="1749" y="2913"/>
                      <a:pt x="2005" y="2723"/>
                    </a:cubicBezTo>
                    <a:cubicBezTo>
                      <a:pt x="2174" y="2608"/>
                      <a:pt x="2359" y="2515"/>
                      <a:pt x="2556" y="2445"/>
                    </a:cubicBezTo>
                    <a:cubicBezTo>
                      <a:pt x="2561" y="2559"/>
                      <a:pt x="2567" y="2679"/>
                      <a:pt x="2572" y="2793"/>
                    </a:cubicBezTo>
                    <a:cubicBezTo>
                      <a:pt x="2616" y="3687"/>
                      <a:pt x="2681" y="4651"/>
                      <a:pt x="2338" y="5496"/>
                    </a:cubicBezTo>
                    <a:cubicBezTo>
                      <a:pt x="2038" y="6232"/>
                      <a:pt x="1548" y="6891"/>
                      <a:pt x="1188" y="7605"/>
                    </a:cubicBezTo>
                    <a:cubicBezTo>
                      <a:pt x="1014" y="7954"/>
                      <a:pt x="883" y="8319"/>
                      <a:pt x="796" y="8695"/>
                    </a:cubicBezTo>
                    <a:cubicBezTo>
                      <a:pt x="774" y="8804"/>
                      <a:pt x="757" y="8913"/>
                      <a:pt x="752" y="9022"/>
                    </a:cubicBezTo>
                    <a:cubicBezTo>
                      <a:pt x="741" y="9032"/>
                      <a:pt x="730" y="9038"/>
                      <a:pt x="725" y="9049"/>
                    </a:cubicBezTo>
                    <a:cubicBezTo>
                      <a:pt x="561" y="9218"/>
                      <a:pt x="349" y="9272"/>
                      <a:pt x="120" y="9305"/>
                    </a:cubicBezTo>
                    <a:cubicBezTo>
                      <a:pt x="16" y="9321"/>
                      <a:pt x="0" y="9479"/>
                      <a:pt x="114" y="9490"/>
                    </a:cubicBezTo>
                    <a:cubicBezTo>
                      <a:pt x="163" y="9496"/>
                      <a:pt x="212" y="9499"/>
                      <a:pt x="261" y="9499"/>
                    </a:cubicBezTo>
                    <a:cubicBezTo>
                      <a:pt x="386" y="9499"/>
                      <a:pt x="509" y="9479"/>
                      <a:pt x="627" y="9436"/>
                    </a:cubicBezTo>
                    <a:lnTo>
                      <a:pt x="627" y="9436"/>
                    </a:lnTo>
                    <a:cubicBezTo>
                      <a:pt x="539" y="9632"/>
                      <a:pt x="447" y="9823"/>
                      <a:pt x="262" y="9970"/>
                    </a:cubicBezTo>
                    <a:cubicBezTo>
                      <a:pt x="210" y="10007"/>
                      <a:pt x="235" y="10092"/>
                      <a:pt x="291" y="10092"/>
                    </a:cubicBezTo>
                    <a:cubicBezTo>
                      <a:pt x="300" y="10092"/>
                      <a:pt x="310" y="10090"/>
                      <a:pt x="322" y="10084"/>
                    </a:cubicBezTo>
                    <a:cubicBezTo>
                      <a:pt x="518" y="9986"/>
                      <a:pt x="687" y="9833"/>
                      <a:pt x="796" y="9637"/>
                    </a:cubicBezTo>
                    <a:cubicBezTo>
                      <a:pt x="806" y="9724"/>
                      <a:pt x="817" y="9806"/>
                      <a:pt x="828" y="9888"/>
                    </a:cubicBezTo>
                    <a:cubicBezTo>
                      <a:pt x="834" y="9930"/>
                      <a:pt x="870" y="9952"/>
                      <a:pt x="904" y="9952"/>
                    </a:cubicBezTo>
                    <a:cubicBezTo>
                      <a:pt x="937" y="9952"/>
                      <a:pt x="967" y="9933"/>
                      <a:pt x="970" y="9893"/>
                    </a:cubicBezTo>
                    <a:cubicBezTo>
                      <a:pt x="1019" y="9425"/>
                      <a:pt x="992" y="8978"/>
                      <a:pt x="1139" y="8526"/>
                    </a:cubicBezTo>
                    <a:cubicBezTo>
                      <a:pt x="1275" y="8144"/>
                      <a:pt x="1444" y="7774"/>
                      <a:pt x="1640" y="7425"/>
                    </a:cubicBezTo>
                    <a:cubicBezTo>
                      <a:pt x="1689" y="7343"/>
                      <a:pt x="1733" y="7262"/>
                      <a:pt x="1776" y="7180"/>
                    </a:cubicBezTo>
                    <a:cubicBezTo>
                      <a:pt x="1798" y="7496"/>
                      <a:pt x="1853" y="7834"/>
                      <a:pt x="1973" y="8090"/>
                    </a:cubicBezTo>
                    <a:cubicBezTo>
                      <a:pt x="1979" y="8103"/>
                      <a:pt x="1991" y="8110"/>
                      <a:pt x="2002" y="8110"/>
                    </a:cubicBezTo>
                    <a:cubicBezTo>
                      <a:pt x="2018" y="8110"/>
                      <a:pt x="2033" y="8098"/>
                      <a:pt x="2033" y="8079"/>
                    </a:cubicBezTo>
                    <a:cubicBezTo>
                      <a:pt x="2038" y="7861"/>
                      <a:pt x="2005" y="7638"/>
                      <a:pt x="2005" y="7420"/>
                    </a:cubicBezTo>
                    <a:cubicBezTo>
                      <a:pt x="2005" y="7212"/>
                      <a:pt x="2016" y="7011"/>
                      <a:pt x="2000" y="6804"/>
                    </a:cubicBezTo>
                    <a:cubicBezTo>
                      <a:pt x="2289" y="6324"/>
                      <a:pt x="2583" y="5845"/>
                      <a:pt x="2763" y="5305"/>
                    </a:cubicBezTo>
                    <a:cubicBezTo>
                      <a:pt x="3024" y="4559"/>
                      <a:pt x="2981" y="3671"/>
                      <a:pt x="2981" y="2891"/>
                    </a:cubicBezTo>
                    <a:cubicBezTo>
                      <a:pt x="2981" y="2668"/>
                      <a:pt x="2975" y="2450"/>
                      <a:pt x="2970" y="2232"/>
                    </a:cubicBezTo>
                    <a:cubicBezTo>
                      <a:pt x="3019" y="2167"/>
                      <a:pt x="3019" y="2080"/>
                      <a:pt x="2964" y="2020"/>
                    </a:cubicBezTo>
                    <a:cubicBezTo>
                      <a:pt x="2942" y="1415"/>
                      <a:pt x="2910" y="810"/>
                      <a:pt x="2910" y="205"/>
                    </a:cubicBezTo>
                    <a:cubicBezTo>
                      <a:pt x="2910" y="66"/>
                      <a:pt x="2809" y="1"/>
                      <a:pt x="27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8"/>
              <p:cNvSpPr/>
              <p:nvPr/>
            </p:nvSpPr>
            <p:spPr>
              <a:xfrm>
                <a:off x="4724641" y="3320695"/>
                <a:ext cx="217697" cy="547933"/>
              </a:xfrm>
              <a:custGeom>
                <a:rect b="b" l="l" r="r" t="t"/>
                <a:pathLst>
                  <a:path extrusionOk="0" h="21681" w="8614">
                    <a:moveTo>
                      <a:pt x="7854" y="1"/>
                    </a:moveTo>
                    <a:cubicBezTo>
                      <a:pt x="7845" y="1"/>
                      <a:pt x="7836" y="7"/>
                      <a:pt x="7836" y="16"/>
                    </a:cubicBezTo>
                    <a:cubicBezTo>
                      <a:pt x="7874" y="648"/>
                      <a:pt x="7357" y="1035"/>
                      <a:pt x="7166" y="1558"/>
                    </a:cubicBezTo>
                    <a:cubicBezTo>
                      <a:pt x="7149" y="1515"/>
                      <a:pt x="7133" y="1476"/>
                      <a:pt x="7117" y="1433"/>
                    </a:cubicBezTo>
                    <a:cubicBezTo>
                      <a:pt x="7030" y="1220"/>
                      <a:pt x="6915" y="1019"/>
                      <a:pt x="6812" y="812"/>
                    </a:cubicBezTo>
                    <a:cubicBezTo>
                      <a:pt x="6686" y="572"/>
                      <a:pt x="6665" y="299"/>
                      <a:pt x="6659" y="32"/>
                    </a:cubicBezTo>
                    <a:cubicBezTo>
                      <a:pt x="6656" y="27"/>
                      <a:pt x="6651" y="24"/>
                      <a:pt x="6646" y="24"/>
                    </a:cubicBezTo>
                    <a:cubicBezTo>
                      <a:pt x="6641" y="24"/>
                      <a:pt x="6637" y="27"/>
                      <a:pt x="6637" y="32"/>
                    </a:cubicBezTo>
                    <a:cubicBezTo>
                      <a:pt x="6583" y="425"/>
                      <a:pt x="6594" y="724"/>
                      <a:pt x="6763" y="1084"/>
                    </a:cubicBezTo>
                    <a:cubicBezTo>
                      <a:pt x="6991" y="1553"/>
                      <a:pt x="7122" y="2065"/>
                      <a:pt x="7144" y="2588"/>
                    </a:cubicBezTo>
                    <a:cubicBezTo>
                      <a:pt x="7188" y="3460"/>
                      <a:pt x="6991" y="4457"/>
                      <a:pt x="7182" y="5334"/>
                    </a:cubicBezTo>
                    <a:cubicBezTo>
                      <a:pt x="7030" y="5276"/>
                      <a:pt x="6872" y="5251"/>
                      <a:pt x="6712" y="5251"/>
                    </a:cubicBezTo>
                    <a:cubicBezTo>
                      <a:pt x="6337" y="5251"/>
                      <a:pt x="5952" y="5385"/>
                      <a:pt x="5624" y="5530"/>
                    </a:cubicBezTo>
                    <a:cubicBezTo>
                      <a:pt x="5564" y="5552"/>
                      <a:pt x="5509" y="5580"/>
                      <a:pt x="5455" y="5607"/>
                    </a:cubicBezTo>
                    <a:cubicBezTo>
                      <a:pt x="5396" y="5612"/>
                      <a:pt x="5337" y="5614"/>
                      <a:pt x="5278" y="5614"/>
                    </a:cubicBezTo>
                    <a:cubicBezTo>
                      <a:pt x="5147" y="5614"/>
                      <a:pt x="5016" y="5602"/>
                      <a:pt x="4888" y="5580"/>
                    </a:cubicBezTo>
                    <a:cubicBezTo>
                      <a:pt x="4756" y="5556"/>
                      <a:pt x="4624" y="5543"/>
                      <a:pt x="4491" y="5543"/>
                    </a:cubicBezTo>
                    <a:cubicBezTo>
                      <a:pt x="4411" y="5543"/>
                      <a:pt x="4331" y="5547"/>
                      <a:pt x="4251" y="5558"/>
                    </a:cubicBezTo>
                    <a:cubicBezTo>
                      <a:pt x="3853" y="5612"/>
                      <a:pt x="3466" y="5754"/>
                      <a:pt x="3128" y="5977"/>
                    </a:cubicBezTo>
                    <a:cubicBezTo>
                      <a:pt x="3101" y="5991"/>
                      <a:pt x="3119" y="6026"/>
                      <a:pt x="3144" y="6026"/>
                    </a:cubicBezTo>
                    <a:cubicBezTo>
                      <a:pt x="3149" y="6026"/>
                      <a:pt x="3155" y="6025"/>
                      <a:pt x="3161" y="6021"/>
                    </a:cubicBezTo>
                    <a:cubicBezTo>
                      <a:pt x="3478" y="5789"/>
                      <a:pt x="3874" y="5705"/>
                      <a:pt x="4273" y="5705"/>
                    </a:cubicBezTo>
                    <a:cubicBezTo>
                      <a:pt x="4333" y="5705"/>
                      <a:pt x="4393" y="5707"/>
                      <a:pt x="4452" y="5710"/>
                    </a:cubicBezTo>
                    <a:cubicBezTo>
                      <a:pt x="4158" y="6168"/>
                      <a:pt x="3760" y="6560"/>
                      <a:pt x="3302" y="6855"/>
                    </a:cubicBezTo>
                    <a:cubicBezTo>
                      <a:pt x="3068" y="7007"/>
                      <a:pt x="2736" y="7122"/>
                      <a:pt x="2649" y="7410"/>
                    </a:cubicBezTo>
                    <a:cubicBezTo>
                      <a:pt x="2638" y="7448"/>
                      <a:pt x="2671" y="7472"/>
                      <a:pt x="2702" y="7472"/>
                    </a:cubicBezTo>
                    <a:cubicBezTo>
                      <a:pt x="2720" y="7472"/>
                      <a:pt x="2739" y="7464"/>
                      <a:pt x="2747" y="7443"/>
                    </a:cubicBezTo>
                    <a:cubicBezTo>
                      <a:pt x="2818" y="7236"/>
                      <a:pt x="3074" y="7143"/>
                      <a:pt x="3259" y="7056"/>
                    </a:cubicBezTo>
                    <a:cubicBezTo>
                      <a:pt x="3450" y="6953"/>
                      <a:pt x="3629" y="6838"/>
                      <a:pt x="3793" y="6702"/>
                    </a:cubicBezTo>
                    <a:cubicBezTo>
                      <a:pt x="4136" y="6451"/>
                      <a:pt x="4485" y="6141"/>
                      <a:pt x="4627" y="5732"/>
                    </a:cubicBezTo>
                    <a:cubicBezTo>
                      <a:pt x="4627" y="5727"/>
                      <a:pt x="4627" y="5727"/>
                      <a:pt x="4627" y="5727"/>
                    </a:cubicBezTo>
                    <a:cubicBezTo>
                      <a:pt x="4659" y="5732"/>
                      <a:pt x="4697" y="5738"/>
                      <a:pt x="4736" y="5743"/>
                    </a:cubicBezTo>
                    <a:cubicBezTo>
                      <a:pt x="4872" y="5765"/>
                      <a:pt x="5003" y="5787"/>
                      <a:pt x="5122" y="5797"/>
                    </a:cubicBezTo>
                    <a:cubicBezTo>
                      <a:pt x="4430" y="6244"/>
                      <a:pt x="3913" y="6925"/>
                      <a:pt x="3580" y="7688"/>
                    </a:cubicBezTo>
                    <a:cubicBezTo>
                      <a:pt x="3411" y="7759"/>
                      <a:pt x="3253" y="7852"/>
                      <a:pt x="3112" y="7972"/>
                    </a:cubicBezTo>
                    <a:cubicBezTo>
                      <a:pt x="2981" y="8086"/>
                      <a:pt x="2828" y="8255"/>
                      <a:pt x="2807" y="8435"/>
                    </a:cubicBezTo>
                    <a:cubicBezTo>
                      <a:pt x="2804" y="8459"/>
                      <a:pt x="2821" y="8473"/>
                      <a:pt x="2838" y="8473"/>
                    </a:cubicBezTo>
                    <a:cubicBezTo>
                      <a:pt x="2851" y="8473"/>
                      <a:pt x="2864" y="8465"/>
                      <a:pt x="2867" y="8446"/>
                    </a:cubicBezTo>
                    <a:cubicBezTo>
                      <a:pt x="2883" y="8271"/>
                      <a:pt x="3079" y="8119"/>
                      <a:pt x="3210" y="8021"/>
                    </a:cubicBezTo>
                    <a:cubicBezTo>
                      <a:pt x="3302" y="7955"/>
                      <a:pt x="3406" y="7895"/>
                      <a:pt x="3510" y="7852"/>
                    </a:cubicBezTo>
                    <a:lnTo>
                      <a:pt x="3510" y="7852"/>
                    </a:lnTo>
                    <a:cubicBezTo>
                      <a:pt x="3324" y="8342"/>
                      <a:pt x="3221" y="8860"/>
                      <a:pt x="3199" y="9388"/>
                    </a:cubicBezTo>
                    <a:lnTo>
                      <a:pt x="3199" y="9481"/>
                    </a:lnTo>
                    <a:cubicBezTo>
                      <a:pt x="3008" y="9650"/>
                      <a:pt x="2823" y="9835"/>
                      <a:pt x="2649" y="10020"/>
                    </a:cubicBezTo>
                    <a:cubicBezTo>
                      <a:pt x="2436" y="10244"/>
                      <a:pt x="2371" y="10500"/>
                      <a:pt x="2289" y="10789"/>
                    </a:cubicBezTo>
                    <a:cubicBezTo>
                      <a:pt x="2289" y="10799"/>
                      <a:pt x="2298" y="10805"/>
                      <a:pt x="2306" y="10805"/>
                    </a:cubicBezTo>
                    <a:cubicBezTo>
                      <a:pt x="2310" y="10805"/>
                      <a:pt x="2314" y="10803"/>
                      <a:pt x="2316" y="10800"/>
                    </a:cubicBezTo>
                    <a:cubicBezTo>
                      <a:pt x="2425" y="10549"/>
                      <a:pt x="2578" y="10315"/>
                      <a:pt x="2758" y="10113"/>
                    </a:cubicBezTo>
                    <a:cubicBezTo>
                      <a:pt x="2894" y="9971"/>
                      <a:pt x="3063" y="9852"/>
                      <a:pt x="3199" y="9710"/>
                    </a:cubicBezTo>
                    <a:cubicBezTo>
                      <a:pt x="3204" y="9939"/>
                      <a:pt x="3221" y="10168"/>
                      <a:pt x="3226" y="10391"/>
                    </a:cubicBezTo>
                    <a:cubicBezTo>
                      <a:pt x="2992" y="10647"/>
                      <a:pt x="2730" y="10887"/>
                      <a:pt x="2545" y="11192"/>
                    </a:cubicBezTo>
                    <a:cubicBezTo>
                      <a:pt x="2349" y="11513"/>
                      <a:pt x="2316" y="11862"/>
                      <a:pt x="2305" y="12233"/>
                    </a:cubicBezTo>
                    <a:cubicBezTo>
                      <a:pt x="2305" y="12261"/>
                      <a:pt x="2330" y="12276"/>
                      <a:pt x="2354" y="12276"/>
                    </a:cubicBezTo>
                    <a:cubicBezTo>
                      <a:pt x="2377" y="12276"/>
                      <a:pt x="2401" y="12262"/>
                      <a:pt x="2403" y="12233"/>
                    </a:cubicBezTo>
                    <a:cubicBezTo>
                      <a:pt x="2447" y="11851"/>
                      <a:pt x="2534" y="11519"/>
                      <a:pt x="2747" y="11203"/>
                    </a:cubicBezTo>
                    <a:cubicBezTo>
                      <a:pt x="2768" y="11323"/>
                      <a:pt x="2774" y="11443"/>
                      <a:pt x="2763" y="11568"/>
                    </a:cubicBezTo>
                    <a:cubicBezTo>
                      <a:pt x="2760" y="11599"/>
                      <a:pt x="2785" y="11616"/>
                      <a:pt x="2810" y="11616"/>
                    </a:cubicBezTo>
                    <a:cubicBezTo>
                      <a:pt x="2829" y="11616"/>
                      <a:pt x="2849" y="11606"/>
                      <a:pt x="2856" y="11584"/>
                    </a:cubicBezTo>
                    <a:cubicBezTo>
                      <a:pt x="2883" y="11410"/>
                      <a:pt x="2883" y="11230"/>
                      <a:pt x="2856" y="11056"/>
                    </a:cubicBezTo>
                    <a:cubicBezTo>
                      <a:pt x="2970" y="10920"/>
                      <a:pt x="3106" y="10800"/>
                      <a:pt x="3226" y="10669"/>
                    </a:cubicBezTo>
                    <a:lnTo>
                      <a:pt x="3226" y="10669"/>
                    </a:lnTo>
                    <a:cubicBezTo>
                      <a:pt x="3221" y="10860"/>
                      <a:pt x="3199" y="11056"/>
                      <a:pt x="3155" y="11246"/>
                    </a:cubicBezTo>
                    <a:cubicBezTo>
                      <a:pt x="3003" y="11938"/>
                      <a:pt x="2605" y="12630"/>
                      <a:pt x="2398" y="13344"/>
                    </a:cubicBezTo>
                    <a:cubicBezTo>
                      <a:pt x="2011" y="13535"/>
                      <a:pt x="1690" y="14036"/>
                      <a:pt x="1581" y="14445"/>
                    </a:cubicBezTo>
                    <a:cubicBezTo>
                      <a:pt x="1574" y="14470"/>
                      <a:pt x="1597" y="14486"/>
                      <a:pt x="1618" y="14486"/>
                    </a:cubicBezTo>
                    <a:cubicBezTo>
                      <a:pt x="1634" y="14486"/>
                      <a:pt x="1649" y="14477"/>
                      <a:pt x="1651" y="14456"/>
                    </a:cubicBezTo>
                    <a:cubicBezTo>
                      <a:pt x="1690" y="14058"/>
                      <a:pt x="2049" y="13780"/>
                      <a:pt x="2343" y="13535"/>
                    </a:cubicBezTo>
                    <a:lnTo>
                      <a:pt x="2343" y="13535"/>
                    </a:lnTo>
                    <a:cubicBezTo>
                      <a:pt x="2300" y="13715"/>
                      <a:pt x="2273" y="13900"/>
                      <a:pt x="2262" y="14085"/>
                    </a:cubicBezTo>
                    <a:cubicBezTo>
                      <a:pt x="2218" y="14091"/>
                      <a:pt x="2180" y="14124"/>
                      <a:pt x="2169" y="14167"/>
                    </a:cubicBezTo>
                    <a:cubicBezTo>
                      <a:pt x="2082" y="14461"/>
                      <a:pt x="1935" y="14734"/>
                      <a:pt x="1842" y="15028"/>
                    </a:cubicBezTo>
                    <a:cubicBezTo>
                      <a:pt x="1766" y="15306"/>
                      <a:pt x="1728" y="15600"/>
                      <a:pt x="1739" y="15889"/>
                    </a:cubicBezTo>
                    <a:cubicBezTo>
                      <a:pt x="1750" y="16646"/>
                      <a:pt x="1777" y="17360"/>
                      <a:pt x="1564" y="18101"/>
                    </a:cubicBezTo>
                    <a:cubicBezTo>
                      <a:pt x="1368" y="18782"/>
                      <a:pt x="992" y="19327"/>
                      <a:pt x="556" y="19878"/>
                    </a:cubicBezTo>
                    <a:cubicBezTo>
                      <a:pt x="267" y="20243"/>
                      <a:pt x="0" y="20640"/>
                      <a:pt x="17" y="21125"/>
                    </a:cubicBezTo>
                    <a:cubicBezTo>
                      <a:pt x="17" y="21138"/>
                      <a:pt x="26" y="21143"/>
                      <a:pt x="35" y="21143"/>
                    </a:cubicBezTo>
                    <a:cubicBezTo>
                      <a:pt x="46" y="21143"/>
                      <a:pt x="58" y="21135"/>
                      <a:pt x="55" y="21120"/>
                    </a:cubicBezTo>
                    <a:cubicBezTo>
                      <a:pt x="55" y="20488"/>
                      <a:pt x="534" y="20019"/>
                      <a:pt x="910" y="19562"/>
                    </a:cubicBezTo>
                    <a:lnTo>
                      <a:pt x="910" y="19562"/>
                    </a:lnTo>
                    <a:cubicBezTo>
                      <a:pt x="845" y="19839"/>
                      <a:pt x="818" y="20139"/>
                      <a:pt x="731" y="20423"/>
                    </a:cubicBezTo>
                    <a:cubicBezTo>
                      <a:pt x="600" y="20842"/>
                      <a:pt x="594" y="21224"/>
                      <a:pt x="567" y="21654"/>
                    </a:cubicBezTo>
                    <a:cubicBezTo>
                      <a:pt x="564" y="21670"/>
                      <a:pt x="578" y="21681"/>
                      <a:pt x="591" y="21681"/>
                    </a:cubicBezTo>
                    <a:cubicBezTo>
                      <a:pt x="600" y="21681"/>
                      <a:pt x="608" y="21676"/>
                      <a:pt x="611" y="21665"/>
                    </a:cubicBezTo>
                    <a:cubicBezTo>
                      <a:pt x="682" y="21251"/>
                      <a:pt x="731" y="20864"/>
                      <a:pt x="872" y="20466"/>
                    </a:cubicBezTo>
                    <a:cubicBezTo>
                      <a:pt x="1003" y="20128"/>
                      <a:pt x="1074" y="19774"/>
                      <a:pt x="1090" y="19414"/>
                    </a:cubicBezTo>
                    <a:cubicBezTo>
                      <a:pt x="1090" y="19393"/>
                      <a:pt x="1085" y="19371"/>
                      <a:pt x="1068" y="19360"/>
                    </a:cubicBezTo>
                    <a:cubicBezTo>
                      <a:pt x="1183" y="19191"/>
                      <a:pt x="1292" y="19017"/>
                      <a:pt x="1379" y="18831"/>
                    </a:cubicBezTo>
                    <a:lnTo>
                      <a:pt x="1379" y="18831"/>
                    </a:lnTo>
                    <a:cubicBezTo>
                      <a:pt x="1417" y="19213"/>
                      <a:pt x="1401" y="19600"/>
                      <a:pt x="1335" y="19981"/>
                    </a:cubicBezTo>
                    <a:cubicBezTo>
                      <a:pt x="1275" y="20335"/>
                      <a:pt x="1210" y="20706"/>
                      <a:pt x="1314" y="21060"/>
                    </a:cubicBezTo>
                    <a:cubicBezTo>
                      <a:pt x="1316" y="21064"/>
                      <a:pt x="1319" y="21066"/>
                      <a:pt x="1323" y="21066"/>
                    </a:cubicBezTo>
                    <a:cubicBezTo>
                      <a:pt x="1329" y="21066"/>
                      <a:pt x="1335" y="21061"/>
                      <a:pt x="1335" y="21055"/>
                    </a:cubicBezTo>
                    <a:cubicBezTo>
                      <a:pt x="1341" y="20613"/>
                      <a:pt x="1395" y="20172"/>
                      <a:pt x="1499" y="19741"/>
                    </a:cubicBezTo>
                    <a:cubicBezTo>
                      <a:pt x="1521" y="19649"/>
                      <a:pt x="1537" y="19551"/>
                      <a:pt x="1553" y="19453"/>
                    </a:cubicBezTo>
                    <a:cubicBezTo>
                      <a:pt x="1673" y="19622"/>
                      <a:pt x="1766" y="19801"/>
                      <a:pt x="1842" y="19992"/>
                    </a:cubicBezTo>
                    <a:cubicBezTo>
                      <a:pt x="1946" y="20297"/>
                      <a:pt x="1946" y="20640"/>
                      <a:pt x="1973" y="20962"/>
                    </a:cubicBezTo>
                    <a:cubicBezTo>
                      <a:pt x="1973" y="20965"/>
                      <a:pt x="1977" y="20966"/>
                      <a:pt x="1981" y="20966"/>
                    </a:cubicBezTo>
                    <a:cubicBezTo>
                      <a:pt x="1985" y="20966"/>
                      <a:pt x="1989" y="20965"/>
                      <a:pt x="1989" y="20962"/>
                    </a:cubicBezTo>
                    <a:cubicBezTo>
                      <a:pt x="2060" y="20297"/>
                      <a:pt x="1913" y="19790"/>
                      <a:pt x="1575" y="19235"/>
                    </a:cubicBezTo>
                    <a:cubicBezTo>
                      <a:pt x="1586" y="19055"/>
                      <a:pt x="1564" y="18875"/>
                      <a:pt x="1521" y="18701"/>
                    </a:cubicBezTo>
                    <a:cubicBezTo>
                      <a:pt x="1515" y="18673"/>
                      <a:pt x="1493" y="18657"/>
                      <a:pt x="1466" y="18652"/>
                    </a:cubicBezTo>
                    <a:cubicBezTo>
                      <a:pt x="1548" y="18483"/>
                      <a:pt x="1613" y="18303"/>
                      <a:pt x="1673" y="18129"/>
                    </a:cubicBezTo>
                    <a:cubicBezTo>
                      <a:pt x="1717" y="17976"/>
                      <a:pt x="1755" y="17823"/>
                      <a:pt x="1782" y="17676"/>
                    </a:cubicBezTo>
                    <a:cubicBezTo>
                      <a:pt x="1804" y="17802"/>
                      <a:pt x="1831" y="17927"/>
                      <a:pt x="1848" y="18058"/>
                    </a:cubicBezTo>
                    <a:cubicBezTo>
                      <a:pt x="1880" y="18319"/>
                      <a:pt x="1869" y="18592"/>
                      <a:pt x="1946" y="18848"/>
                    </a:cubicBezTo>
                    <a:cubicBezTo>
                      <a:pt x="1946" y="18853"/>
                      <a:pt x="1950" y="18856"/>
                      <a:pt x="1955" y="18856"/>
                    </a:cubicBezTo>
                    <a:cubicBezTo>
                      <a:pt x="1959" y="18856"/>
                      <a:pt x="1965" y="18853"/>
                      <a:pt x="1967" y="18848"/>
                    </a:cubicBezTo>
                    <a:cubicBezTo>
                      <a:pt x="2087" y="18363"/>
                      <a:pt x="1978" y="17785"/>
                      <a:pt x="1869" y="17306"/>
                    </a:cubicBezTo>
                    <a:cubicBezTo>
                      <a:pt x="1864" y="17295"/>
                      <a:pt x="1859" y="17284"/>
                      <a:pt x="1848" y="17278"/>
                    </a:cubicBezTo>
                    <a:cubicBezTo>
                      <a:pt x="1886" y="16941"/>
                      <a:pt x="1902" y="16603"/>
                      <a:pt x="1891" y="16270"/>
                    </a:cubicBezTo>
                    <a:cubicBezTo>
                      <a:pt x="1880" y="15867"/>
                      <a:pt x="1880" y="15475"/>
                      <a:pt x="2017" y="15088"/>
                    </a:cubicBezTo>
                    <a:cubicBezTo>
                      <a:pt x="2093" y="14870"/>
                      <a:pt x="2196" y="14663"/>
                      <a:pt x="2289" y="14450"/>
                    </a:cubicBezTo>
                    <a:cubicBezTo>
                      <a:pt x="2300" y="14554"/>
                      <a:pt x="2316" y="14658"/>
                      <a:pt x="2349" y="14756"/>
                    </a:cubicBezTo>
                    <a:cubicBezTo>
                      <a:pt x="2351" y="14769"/>
                      <a:pt x="2361" y="14775"/>
                      <a:pt x="2372" y="14775"/>
                    </a:cubicBezTo>
                    <a:cubicBezTo>
                      <a:pt x="2387" y="14775"/>
                      <a:pt x="2403" y="14764"/>
                      <a:pt x="2403" y="14745"/>
                    </a:cubicBezTo>
                    <a:cubicBezTo>
                      <a:pt x="2382" y="14200"/>
                      <a:pt x="2507" y="13693"/>
                      <a:pt x="2676" y="13203"/>
                    </a:cubicBezTo>
                    <a:cubicBezTo>
                      <a:pt x="2703" y="13410"/>
                      <a:pt x="2752" y="13617"/>
                      <a:pt x="2796" y="13829"/>
                    </a:cubicBezTo>
                    <a:cubicBezTo>
                      <a:pt x="2867" y="14178"/>
                      <a:pt x="2856" y="14538"/>
                      <a:pt x="2768" y="14881"/>
                    </a:cubicBezTo>
                    <a:cubicBezTo>
                      <a:pt x="2627" y="15480"/>
                      <a:pt x="2414" y="16047"/>
                      <a:pt x="2420" y="16668"/>
                    </a:cubicBezTo>
                    <a:cubicBezTo>
                      <a:pt x="2420" y="16685"/>
                      <a:pt x="2432" y="16693"/>
                      <a:pt x="2445" y="16693"/>
                    </a:cubicBezTo>
                    <a:cubicBezTo>
                      <a:pt x="2458" y="16693"/>
                      <a:pt x="2472" y="16685"/>
                      <a:pt x="2474" y="16668"/>
                    </a:cubicBezTo>
                    <a:cubicBezTo>
                      <a:pt x="2512" y="16009"/>
                      <a:pt x="2807" y="15426"/>
                      <a:pt x="2970" y="14799"/>
                    </a:cubicBezTo>
                    <a:cubicBezTo>
                      <a:pt x="3139" y="14129"/>
                      <a:pt x="2856" y="13524"/>
                      <a:pt x="2867" y="12859"/>
                    </a:cubicBezTo>
                    <a:cubicBezTo>
                      <a:pt x="2867" y="12832"/>
                      <a:pt x="2856" y="12805"/>
                      <a:pt x="2828" y="12783"/>
                    </a:cubicBezTo>
                    <a:cubicBezTo>
                      <a:pt x="2992" y="12374"/>
                      <a:pt x="3166" y="11960"/>
                      <a:pt x="3302" y="11530"/>
                    </a:cubicBezTo>
                    <a:cubicBezTo>
                      <a:pt x="3608" y="10549"/>
                      <a:pt x="3313" y="9546"/>
                      <a:pt x="3537" y="8549"/>
                    </a:cubicBezTo>
                    <a:cubicBezTo>
                      <a:pt x="3755" y="7552"/>
                      <a:pt x="4338" y="6653"/>
                      <a:pt x="5215" y="6108"/>
                    </a:cubicBezTo>
                    <a:cubicBezTo>
                      <a:pt x="5628" y="5856"/>
                      <a:pt x="6171" y="5629"/>
                      <a:pt x="6669" y="5629"/>
                    </a:cubicBezTo>
                    <a:cubicBezTo>
                      <a:pt x="6730" y="5629"/>
                      <a:pt x="6791" y="5632"/>
                      <a:pt x="6850" y="5639"/>
                    </a:cubicBezTo>
                    <a:cubicBezTo>
                      <a:pt x="7498" y="5710"/>
                      <a:pt x="7874" y="6386"/>
                      <a:pt x="8288" y="6806"/>
                    </a:cubicBezTo>
                    <a:cubicBezTo>
                      <a:pt x="8318" y="6836"/>
                      <a:pt x="8355" y="6849"/>
                      <a:pt x="8392" y="6849"/>
                    </a:cubicBezTo>
                    <a:cubicBezTo>
                      <a:pt x="8502" y="6849"/>
                      <a:pt x="8614" y="6733"/>
                      <a:pt x="8561" y="6615"/>
                    </a:cubicBezTo>
                    <a:cubicBezTo>
                      <a:pt x="8343" y="6141"/>
                      <a:pt x="7891" y="5716"/>
                      <a:pt x="7427" y="5454"/>
                    </a:cubicBezTo>
                    <a:cubicBezTo>
                      <a:pt x="7389" y="5035"/>
                      <a:pt x="7340" y="4620"/>
                      <a:pt x="7340" y="4195"/>
                    </a:cubicBezTo>
                    <a:cubicBezTo>
                      <a:pt x="7340" y="3700"/>
                      <a:pt x="7362" y="3204"/>
                      <a:pt x="7346" y="2702"/>
                    </a:cubicBezTo>
                    <a:cubicBezTo>
                      <a:pt x="7335" y="2425"/>
                      <a:pt x="7307" y="2147"/>
                      <a:pt x="7253" y="1874"/>
                    </a:cubicBezTo>
                    <a:cubicBezTo>
                      <a:pt x="7406" y="1220"/>
                      <a:pt x="8087" y="724"/>
                      <a:pt x="7869" y="11"/>
                    </a:cubicBezTo>
                    <a:cubicBezTo>
                      <a:pt x="7866" y="4"/>
                      <a:pt x="7860" y="1"/>
                      <a:pt x="78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8"/>
              <p:cNvSpPr/>
              <p:nvPr/>
            </p:nvSpPr>
            <p:spPr>
              <a:xfrm>
                <a:off x="4802227" y="3815202"/>
                <a:ext cx="106498" cy="536763"/>
              </a:xfrm>
              <a:custGeom>
                <a:rect b="b" l="l" r="r" t="t"/>
                <a:pathLst>
                  <a:path extrusionOk="0" h="21239" w="4214">
                    <a:moveTo>
                      <a:pt x="3219" y="1"/>
                    </a:moveTo>
                    <a:cubicBezTo>
                      <a:pt x="3164" y="1"/>
                      <a:pt x="3110" y="42"/>
                      <a:pt x="3110" y="109"/>
                    </a:cubicBezTo>
                    <a:cubicBezTo>
                      <a:pt x="3110" y="300"/>
                      <a:pt x="3126" y="490"/>
                      <a:pt x="3153" y="681"/>
                    </a:cubicBezTo>
                    <a:cubicBezTo>
                      <a:pt x="3142" y="681"/>
                      <a:pt x="3131" y="687"/>
                      <a:pt x="3120" y="692"/>
                    </a:cubicBezTo>
                    <a:cubicBezTo>
                      <a:pt x="3028" y="779"/>
                      <a:pt x="2930" y="856"/>
                      <a:pt x="2826" y="926"/>
                    </a:cubicBezTo>
                    <a:cubicBezTo>
                      <a:pt x="2821" y="924"/>
                      <a:pt x="2815" y="922"/>
                      <a:pt x="2811" y="922"/>
                    </a:cubicBezTo>
                    <a:cubicBezTo>
                      <a:pt x="2806" y="922"/>
                      <a:pt x="2802" y="924"/>
                      <a:pt x="2799" y="926"/>
                    </a:cubicBezTo>
                    <a:cubicBezTo>
                      <a:pt x="2396" y="1014"/>
                      <a:pt x="1954" y="986"/>
                      <a:pt x="1638" y="1281"/>
                    </a:cubicBezTo>
                    <a:cubicBezTo>
                      <a:pt x="1612" y="1307"/>
                      <a:pt x="1643" y="1348"/>
                      <a:pt x="1673" y="1348"/>
                    </a:cubicBezTo>
                    <a:cubicBezTo>
                      <a:pt x="1680" y="1348"/>
                      <a:pt x="1687" y="1346"/>
                      <a:pt x="1693" y="1340"/>
                    </a:cubicBezTo>
                    <a:cubicBezTo>
                      <a:pt x="1933" y="1155"/>
                      <a:pt x="2216" y="1155"/>
                      <a:pt x="2494" y="1128"/>
                    </a:cubicBezTo>
                    <a:lnTo>
                      <a:pt x="2494" y="1128"/>
                    </a:lnTo>
                    <a:cubicBezTo>
                      <a:pt x="2161" y="1324"/>
                      <a:pt x="1824" y="1509"/>
                      <a:pt x="1567" y="1825"/>
                    </a:cubicBezTo>
                    <a:cubicBezTo>
                      <a:pt x="1547" y="1850"/>
                      <a:pt x="1572" y="1883"/>
                      <a:pt x="1600" y="1883"/>
                    </a:cubicBezTo>
                    <a:cubicBezTo>
                      <a:pt x="1609" y="1883"/>
                      <a:pt x="1619" y="1879"/>
                      <a:pt x="1627" y="1869"/>
                    </a:cubicBezTo>
                    <a:cubicBezTo>
                      <a:pt x="1938" y="1504"/>
                      <a:pt x="2379" y="1324"/>
                      <a:pt x="2777" y="1084"/>
                    </a:cubicBezTo>
                    <a:lnTo>
                      <a:pt x="2832" y="1073"/>
                    </a:lnTo>
                    <a:cubicBezTo>
                      <a:pt x="2853" y="1068"/>
                      <a:pt x="2870" y="1046"/>
                      <a:pt x="2875" y="1024"/>
                    </a:cubicBezTo>
                    <a:cubicBezTo>
                      <a:pt x="2957" y="970"/>
                      <a:pt x="3033" y="915"/>
                      <a:pt x="3110" y="856"/>
                    </a:cubicBezTo>
                    <a:lnTo>
                      <a:pt x="3110" y="856"/>
                    </a:lnTo>
                    <a:cubicBezTo>
                      <a:pt x="3006" y="1090"/>
                      <a:pt x="2913" y="1324"/>
                      <a:pt x="2744" y="1537"/>
                    </a:cubicBezTo>
                    <a:cubicBezTo>
                      <a:pt x="2521" y="1809"/>
                      <a:pt x="2200" y="2016"/>
                      <a:pt x="1954" y="2272"/>
                    </a:cubicBezTo>
                    <a:cubicBezTo>
                      <a:pt x="1524" y="2725"/>
                      <a:pt x="1121" y="3351"/>
                      <a:pt x="1148" y="3994"/>
                    </a:cubicBezTo>
                    <a:cubicBezTo>
                      <a:pt x="1148" y="4030"/>
                      <a:pt x="1173" y="4048"/>
                      <a:pt x="1200" y="4048"/>
                    </a:cubicBezTo>
                    <a:cubicBezTo>
                      <a:pt x="1225" y="4048"/>
                      <a:pt x="1252" y="4032"/>
                      <a:pt x="1257" y="4000"/>
                    </a:cubicBezTo>
                    <a:cubicBezTo>
                      <a:pt x="1355" y="3531"/>
                      <a:pt x="1551" y="3090"/>
                      <a:pt x="1840" y="2703"/>
                    </a:cubicBezTo>
                    <a:lnTo>
                      <a:pt x="1840" y="2703"/>
                    </a:lnTo>
                    <a:cubicBezTo>
                      <a:pt x="1807" y="3111"/>
                      <a:pt x="1873" y="3531"/>
                      <a:pt x="1785" y="3934"/>
                    </a:cubicBezTo>
                    <a:cubicBezTo>
                      <a:pt x="1785" y="3941"/>
                      <a:pt x="1792" y="3946"/>
                      <a:pt x="1798" y="3946"/>
                    </a:cubicBezTo>
                    <a:cubicBezTo>
                      <a:pt x="1801" y="3946"/>
                      <a:pt x="1805" y="3944"/>
                      <a:pt x="1807" y="3940"/>
                    </a:cubicBezTo>
                    <a:cubicBezTo>
                      <a:pt x="1998" y="3526"/>
                      <a:pt x="2020" y="2986"/>
                      <a:pt x="1976" y="2523"/>
                    </a:cubicBezTo>
                    <a:cubicBezTo>
                      <a:pt x="2129" y="2349"/>
                      <a:pt x="2298" y="2180"/>
                      <a:pt x="2472" y="2027"/>
                    </a:cubicBezTo>
                    <a:lnTo>
                      <a:pt x="2505" y="2000"/>
                    </a:lnTo>
                    <a:lnTo>
                      <a:pt x="2505" y="2000"/>
                    </a:lnTo>
                    <a:cubicBezTo>
                      <a:pt x="2494" y="2332"/>
                      <a:pt x="2516" y="2670"/>
                      <a:pt x="2570" y="3002"/>
                    </a:cubicBezTo>
                    <a:cubicBezTo>
                      <a:pt x="2573" y="3024"/>
                      <a:pt x="2589" y="3035"/>
                      <a:pt x="2606" y="3035"/>
                    </a:cubicBezTo>
                    <a:cubicBezTo>
                      <a:pt x="2623" y="3035"/>
                      <a:pt x="2641" y="3024"/>
                      <a:pt x="2646" y="3002"/>
                    </a:cubicBezTo>
                    <a:cubicBezTo>
                      <a:pt x="2695" y="2632"/>
                      <a:pt x="2701" y="2250"/>
                      <a:pt x="2663" y="1874"/>
                    </a:cubicBezTo>
                    <a:cubicBezTo>
                      <a:pt x="2657" y="1869"/>
                      <a:pt x="2657" y="1864"/>
                      <a:pt x="2657" y="1858"/>
                    </a:cubicBezTo>
                    <a:cubicBezTo>
                      <a:pt x="2859" y="1667"/>
                      <a:pt x="3028" y="1444"/>
                      <a:pt x="3164" y="1204"/>
                    </a:cubicBezTo>
                    <a:cubicBezTo>
                      <a:pt x="3219" y="1629"/>
                      <a:pt x="3246" y="2060"/>
                      <a:pt x="3246" y="2490"/>
                    </a:cubicBezTo>
                    <a:cubicBezTo>
                      <a:pt x="3240" y="2501"/>
                      <a:pt x="3229" y="2507"/>
                      <a:pt x="3229" y="2517"/>
                    </a:cubicBezTo>
                    <a:cubicBezTo>
                      <a:pt x="2832" y="3302"/>
                      <a:pt x="2374" y="4038"/>
                      <a:pt x="2096" y="4882"/>
                    </a:cubicBezTo>
                    <a:cubicBezTo>
                      <a:pt x="2047" y="5019"/>
                      <a:pt x="2020" y="5160"/>
                      <a:pt x="2009" y="5302"/>
                    </a:cubicBezTo>
                    <a:cubicBezTo>
                      <a:pt x="1638" y="5542"/>
                      <a:pt x="1388" y="5809"/>
                      <a:pt x="1333" y="6272"/>
                    </a:cubicBezTo>
                    <a:cubicBezTo>
                      <a:pt x="1330" y="6281"/>
                      <a:pt x="1338" y="6287"/>
                      <a:pt x="1346" y="6287"/>
                    </a:cubicBezTo>
                    <a:cubicBezTo>
                      <a:pt x="1352" y="6287"/>
                      <a:pt x="1358" y="6284"/>
                      <a:pt x="1360" y="6277"/>
                    </a:cubicBezTo>
                    <a:cubicBezTo>
                      <a:pt x="1388" y="6054"/>
                      <a:pt x="1480" y="5847"/>
                      <a:pt x="1633" y="5683"/>
                    </a:cubicBezTo>
                    <a:cubicBezTo>
                      <a:pt x="1742" y="5574"/>
                      <a:pt x="1867" y="5482"/>
                      <a:pt x="1998" y="5411"/>
                    </a:cubicBezTo>
                    <a:lnTo>
                      <a:pt x="1998" y="5411"/>
                    </a:lnTo>
                    <a:cubicBezTo>
                      <a:pt x="1993" y="5591"/>
                      <a:pt x="1993" y="5771"/>
                      <a:pt x="1998" y="5950"/>
                    </a:cubicBezTo>
                    <a:cubicBezTo>
                      <a:pt x="2020" y="6457"/>
                      <a:pt x="1949" y="6964"/>
                      <a:pt x="1785" y="7449"/>
                    </a:cubicBezTo>
                    <a:cubicBezTo>
                      <a:pt x="1573" y="8092"/>
                      <a:pt x="1333" y="8691"/>
                      <a:pt x="1382" y="9378"/>
                    </a:cubicBezTo>
                    <a:cubicBezTo>
                      <a:pt x="1398" y="9598"/>
                      <a:pt x="1414" y="10318"/>
                      <a:pt x="1760" y="10318"/>
                    </a:cubicBezTo>
                    <a:cubicBezTo>
                      <a:pt x="1773" y="10318"/>
                      <a:pt x="1787" y="10317"/>
                      <a:pt x="1802" y="10315"/>
                    </a:cubicBezTo>
                    <a:cubicBezTo>
                      <a:pt x="1840" y="10310"/>
                      <a:pt x="1851" y="10255"/>
                      <a:pt x="1813" y="10239"/>
                    </a:cubicBezTo>
                    <a:cubicBezTo>
                      <a:pt x="1486" y="10081"/>
                      <a:pt x="1535" y="9247"/>
                      <a:pt x="1551" y="8942"/>
                    </a:cubicBezTo>
                    <a:cubicBezTo>
                      <a:pt x="1551" y="8893"/>
                      <a:pt x="1557" y="8844"/>
                      <a:pt x="1562" y="8800"/>
                    </a:cubicBezTo>
                    <a:cubicBezTo>
                      <a:pt x="1606" y="8893"/>
                      <a:pt x="1660" y="8985"/>
                      <a:pt x="1720" y="9073"/>
                    </a:cubicBezTo>
                    <a:cubicBezTo>
                      <a:pt x="1829" y="9231"/>
                      <a:pt x="1922" y="9400"/>
                      <a:pt x="1993" y="9579"/>
                    </a:cubicBezTo>
                    <a:cubicBezTo>
                      <a:pt x="1997" y="9588"/>
                      <a:pt x="2005" y="9593"/>
                      <a:pt x="2013" y="9593"/>
                    </a:cubicBezTo>
                    <a:cubicBezTo>
                      <a:pt x="2024" y="9593"/>
                      <a:pt x="2034" y="9584"/>
                      <a:pt x="2031" y="9568"/>
                    </a:cubicBezTo>
                    <a:cubicBezTo>
                      <a:pt x="2020" y="9247"/>
                      <a:pt x="1802" y="8871"/>
                      <a:pt x="1589" y="8642"/>
                    </a:cubicBezTo>
                    <a:cubicBezTo>
                      <a:pt x="1693" y="8059"/>
                      <a:pt x="1971" y="7509"/>
                      <a:pt x="2096" y="6937"/>
                    </a:cubicBezTo>
                    <a:cubicBezTo>
                      <a:pt x="2172" y="6610"/>
                      <a:pt x="2167" y="6277"/>
                      <a:pt x="2145" y="5939"/>
                    </a:cubicBezTo>
                    <a:cubicBezTo>
                      <a:pt x="2134" y="5732"/>
                      <a:pt x="2140" y="5520"/>
                      <a:pt x="2167" y="5307"/>
                    </a:cubicBezTo>
                    <a:cubicBezTo>
                      <a:pt x="2167" y="5302"/>
                      <a:pt x="2167" y="5296"/>
                      <a:pt x="2167" y="5286"/>
                    </a:cubicBezTo>
                    <a:cubicBezTo>
                      <a:pt x="2200" y="5040"/>
                      <a:pt x="2265" y="4801"/>
                      <a:pt x="2358" y="4577"/>
                    </a:cubicBezTo>
                    <a:cubicBezTo>
                      <a:pt x="2494" y="4228"/>
                      <a:pt x="2652" y="3885"/>
                      <a:pt x="2837" y="3558"/>
                    </a:cubicBezTo>
                    <a:cubicBezTo>
                      <a:pt x="2973" y="3318"/>
                      <a:pt x="3126" y="3084"/>
                      <a:pt x="3246" y="2834"/>
                    </a:cubicBezTo>
                    <a:lnTo>
                      <a:pt x="3246" y="3585"/>
                    </a:lnTo>
                    <a:cubicBezTo>
                      <a:pt x="3246" y="4436"/>
                      <a:pt x="3159" y="5280"/>
                      <a:pt x="2984" y="6114"/>
                    </a:cubicBezTo>
                    <a:cubicBezTo>
                      <a:pt x="2821" y="6904"/>
                      <a:pt x="2499" y="7650"/>
                      <a:pt x="2358" y="8441"/>
                    </a:cubicBezTo>
                    <a:cubicBezTo>
                      <a:pt x="2298" y="8773"/>
                      <a:pt x="2276" y="9111"/>
                      <a:pt x="2287" y="9449"/>
                    </a:cubicBezTo>
                    <a:cubicBezTo>
                      <a:pt x="2276" y="10037"/>
                      <a:pt x="2379" y="10631"/>
                      <a:pt x="2450" y="11219"/>
                    </a:cubicBezTo>
                    <a:cubicBezTo>
                      <a:pt x="2161" y="11525"/>
                      <a:pt x="1965" y="11890"/>
                      <a:pt x="1971" y="12320"/>
                    </a:cubicBezTo>
                    <a:cubicBezTo>
                      <a:pt x="1971" y="12337"/>
                      <a:pt x="1983" y="12345"/>
                      <a:pt x="1995" y="12345"/>
                    </a:cubicBezTo>
                    <a:cubicBezTo>
                      <a:pt x="2007" y="12345"/>
                      <a:pt x="2020" y="12337"/>
                      <a:pt x="2020" y="12320"/>
                    </a:cubicBezTo>
                    <a:cubicBezTo>
                      <a:pt x="2047" y="11950"/>
                      <a:pt x="2227" y="11655"/>
                      <a:pt x="2472" y="11399"/>
                    </a:cubicBezTo>
                    <a:cubicBezTo>
                      <a:pt x="2483" y="11514"/>
                      <a:pt x="2494" y="11634"/>
                      <a:pt x="2505" y="11748"/>
                    </a:cubicBezTo>
                    <a:cubicBezTo>
                      <a:pt x="2521" y="12162"/>
                      <a:pt x="2488" y="12576"/>
                      <a:pt x="2407" y="12980"/>
                    </a:cubicBezTo>
                    <a:cubicBezTo>
                      <a:pt x="2401" y="12978"/>
                      <a:pt x="2396" y="12978"/>
                      <a:pt x="2391" y="12978"/>
                    </a:cubicBezTo>
                    <a:cubicBezTo>
                      <a:pt x="2375" y="12978"/>
                      <a:pt x="2360" y="12985"/>
                      <a:pt x="2352" y="13001"/>
                    </a:cubicBezTo>
                    <a:cubicBezTo>
                      <a:pt x="2134" y="13426"/>
                      <a:pt x="1742" y="13699"/>
                      <a:pt x="1480" y="14091"/>
                    </a:cubicBezTo>
                    <a:cubicBezTo>
                      <a:pt x="1262" y="14413"/>
                      <a:pt x="1153" y="14783"/>
                      <a:pt x="1083" y="15159"/>
                    </a:cubicBezTo>
                    <a:cubicBezTo>
                      <a:pt x="1079" y="15169"/>
                      <a:pt x="1087" y="15174"/>
                      <a:pt x="1095" y="15174"/>
                    </a:cubicBezTo>
                    <a:cubicBezTo>
                      <a:pt x="1101" y="15174"/>
                      <a:pt x="1107" y="15171"/>
                      <a:pt x="1110" y="15165"/>
                    </a:cubicBezTo>
                    <a:cubicBezTo>
                      <a:pt x="1235" y="14690"/>
                      <a:pt x="1415" y="14244"/>
                      <a:pt x="1736" y="13868"/>
                    </a:cubicBezTo>
                    <a:cubicBezTo>
                      <a:pt x="1954" y="13612"/>
                      <a:pt x="2200" y="13410"/>
                      <a:pt x="2379" y="13121"/>
                    </a:cubicBezTo>
                    <a:lnTo>
                      <a:pt x="2379" y="13121"/>
                    </a:lnTo>
                    <a:cubicBezTo>
                      <a:pt x="2309" y="13443"/>
                      <a:pt x="2232" y="13764"/>
                      <a:pt x="2156" y="14086"/>
                    </a:cubicBezTo>
                    <a:cubicBezTo>
                      <a:pt x="2052" y="14511"/>
                      <a:pt x="1982" y="14947"/>
                      <a:pt x="1922" y="15377"/>
                    </a:cubicBezTo>
                    <a:cubicBezTo>
                      <a:pt x="1905" y="15377"/>
                      <a:pt x="1884" y="15388"/>
                      <a:pt x="1873" y="15404"/>
                    </a:cubicBezTo>
                    <a:cubicBezTo>
                      <a:pt x="1666" y="15655"/>
                      <a:pt x="1480" y="15917"/>
                      <a:pt x="1311" y="16194"/>
                    </a:cubicBezTo>
                    <a:cubicBezTo>
                      <a:pt x="1164" y="16461"/>
                      <a:pt x="1159" y="16783"/>
                      <a:pt x="1132" y="17077"/>
                    </a:cubicBezTo>
                    <a:cubicBezTo>
                      <a:pt x="1129" y="17104"/>
                      <a:pt x="1149" y="17120"/>
                      <a:pt x="1169" y="17120"/>
                    </a:cubicBezTo>
                    <a:cubicBezTo>
                      <a:pt x="1185" y="17120"/>
                      <a:pt x="1200" y="17110"/>
                      <a:pt x="1202" y="17088"/>
                    </a:cubicBezTo>
                    <a:cubicBezTo>
                      <a:pt x="1251" y="16805"/>
                      <a:pt x="1333" y="16521"/>
                      <a:pt x="1453" y="16260"/>
                    </a:cubicBezTo>
                    <a:cubicBezTo>
                      <a:pt x="1562" y="16036"/>
                      <a:pt x="1747" y="15873"/>
                      <a:pt x="1884" y="15671"/>
                    </a:cubicBezTo>
                    <a:lnTo>
                      <a:pt x="1884" y="15671"/>
                    </a:lnTo>
                    <a:cubicBezTo>
                      <a:pt x="1851" y="15911"/>
                      <a:pt x="1813" y="16156"/>
                      <a:pt x="1780" y="16401"/>
                    </a:cubicBezTo>
                    <a:cubicBezTo>
                      <a:pt x="1726" y="16777"/>
                      <a:pt x="1606" y="17197"/>
                      <a:pt x="1589" y="17600"/>
                    </a:cubicBezTo>
                    <a:cubicBezTo>
                      <a:pt x="1208" y="17775"/>
                      <a:pt x="1044" y="18161"/>
                      <a:pt x="903" y="18537"/>
                    </a:cubicBezTo>
                    <a:cubicBezTo>
                      <a:pt x="647" y="19159"/>
                      <a:pt x="358" y="19758"/>
                      <a:pt x="25" y="20341"/>
                    </a:cubicBezTo>
                    <a:cubicBezTo>
                      <a:pt x="21" y="20349"/>
                      <a:pt x="29" y="20354"/>
                      <a:pt x="36" y="20354"/>
                    </a:cubicBezTo>
                    <a:cubicBezTo>
                      <a:pt x="38" y="20354"/>
                      <a:pt x="40" y="20353"/>
                      <a:pt x="42" y="20352"/>
                    </a:cubicBezTo>
                    <a:cubicBezTo>
                      <a:pt x="374" y="19938"/>
                      <a:pt x="614" y="19464"/>
                      <a:pt x="826" y="18984"/>
                    </a:cubicBezTo>
                    <a:cubicBezTo>
                      <a:pt x="854" y="18913"/>
                      <a:pt x="881" y="18848"/>
                      <a:pt x="908" y="18777"/>
                    </a:cubicBezTo>
                    <a:lnTo>
                      <a:pt x="908" y="18777"/>
                    </a:lnTo>
                    <a:cubicBezTo>
                      <a:pt x="903" y="19044"/>
                      <a:pt x="897" y="19306"/>
                      <a:pt x="826" y="19562"/>
                    </a:cubicBezTo>
                    <a:cubicBezTo>
                      <a:pt x="817" y="19589"/>
                      <a:pt x="837" y="19605"/>
                      <a:pt x="859" y="19605"/>
                    </a:cubicBezTo>
                    <a:cubicBezTo>
                      <a:pt x="876" y="19605"/>
                      <a:pt x="895" y="19595"/>
                      <a:pt x="903" y="19573"/>
                    </a:cubicBezTo>
                    <a:cubicBezTo>
                      <a:pt x="995" y="19251"/>
                      <a:pt x="979" y="18919"/>
                      <a:pt x="990" y="18586"/>
                    </a:cubicBezTo>
                    <a:cubicBezTo>
                      <a:pt x="990" y="18581"/>
                      <a:pt x="990" y="18570"/>
                      <a:pt x="990" y="18565"/>
                    </a:cubicBezTo>
                    <a:cubicBezTo>
                      <a:pt x="1115" y="18227"/>
                      <a:pt x="1268" y="17878"/>
                      <a:pt x="1584" y="17698"/>
                    </a:cubicBezTo>
                    <a:cubicBezTo>
                      <a:pt x="1584" y="17867"/>
                      <a:pt x="1611" y="18042"/>
                      <a:pt x="1671" y="18200"/>
                    </a:cubicBezTo>
                    <a:cubicBezTo>
                      <a:pt x="1671" y="18202"/>
                      <a:pt x="1672" y="18204"/>
                      <a:pt x="1674" y="18204"/>
                    </a:cubicBezTo>
                    <a:cubicBezTo>
                      <a:pt x="1675" y="18204"/>
                      <a:pt x="1676" y="18202"/>
                      <a:pt x="1676" y="18200"/>
                    </a:cubicBezTo>
                    <a:cubicBezTo>
                      <a:pt x="1671" y="18042"/>
                      <a:pt x="1676" y="17884"/>
                      <a:pt x="1682" y="17731"/>
                    </a:cubicBezTo>
                    <a:cubicBezTo>
                      <a:pt x="1834" y="18031"/>
                      <a:pt x="1911" y="18358"/>
                      <a:pt x="1911" y="18690"/>
                    </a:cubicBezTo>
                    <a:cubicBezTo>
                      <a:pt x="1905" y="18695"/>
                      <a:pt x="1900" y="18701"/>
                      <a:pt x="1894" y="18712"/>
                    </a:cubicBezTo>
                    <a:cubicBezTo>
                      <a:pt x="1709" y="19066"/>
                      <a:pt x="1377" y="19289"/>
                      <a:pt x="1164" y="19622"/>
                    </a:cubicBezTo>
                    <a:cubicBezTo>
                      <a:pt x="1148" y="19646"/>
                      <a:pt x="1168" y="19677"/>
                      <a:pt x="1191" y="19677"/>
                    </a:cubicBezTo>
                    <a:cubicBezTo>
                      <a:pt x="1199" y="19677"/>
                      <a:pt x="1206" y="19674"/>
                      <a:pt x="1213" y="19665"/>
                    </a:cubicBezTo>
                    <a:cubicBezTo>
                      <a:pt x="1399" y="19404"/>
                      <a:pt x="1682" y="19229"/>
                      <a:pt x="1884" y="18990"/>
                    </a:cubicBezTo>
                    <a:lnTo>
                      <a:pt x="1884" y="18990"/>
                    </a:lnTo>
                    <a:cubicBezTo>
                      <a:pt x="1834" y="19289"/>
                      <a:pt x="1726" y="19584"/>
                      <a:pt x="1573" y="19851"/>
                    </a:cubicBezTo>
                    <a:cubicBezTo>
                      <a:pt x="1241" y="20439"/>
                      <a:pt x="549" y="20837"/>
                      <a:pt x="9" y="21218"/>
                    </a:cubicBezTo>
                    <a:cubicBezTo>
                      <a:pt x="1" y="21227"/>
                      <a:pt x="5" y="21238"/>
                      <a:pt x="13" y="21238"/>
                    </a:cubicBezTo>
                    <a:cubicBezTo>
                      <a:pt x="15" y="21238"/>
                      <a:pt x="17" y="21237"/>
                      <a:pt x="20" y="21235"/>
                    </a:cubicBezTo>
                    <a:cubicBezTo>
                      <a:pt x="668" y="20782"/>
                      <a:pt x="1366" y="20374"/>
                      <a:pt x="1780" y="19687"/>
                    </a:cubicBezTo>
                    <a:cubicBezTo>
                      <a:pt x="2189" y="19022"/>
                      <a:pt x="2178" y="18183"/>
                      <a:pt x="1758" y="17524"/>
                    </a:cubicBezTo>
                    <a:cubicBezTo>
                      <a:pt x="1747" y="17508"/>
                      <a:pt x="1726" y="17491"/>
                      <a:pt x="1704" y="17491"/>
                    </a:cubicBezTo>
                    <a:cubicBezTo>
                      <a:pt x="1747" y="17039"/>
                      <a:pt x="1834" y="16603"/>
                      <a:pt x="1900" y="16140"/>
                    </a:cubicBezTo>
                    <a:cubicBezTo>
                      <a:pt x="2003" y="15366"/>
                      <a:pt x="2151" y="14603"/>
                      <a:pt x="2336" y="13846"/>
                    </a:cubicBezTo>
                    <a:cubicBezTo>
                      <a:pt x="2510" y="13181"/>
                      <a:pt x="2646" y="12533"/>
                      <a:pt x="2646" y="11846"/>
                    </a:cubicBezTo>
                    <a:cubicBezTo>
                      <a:pt x="2701" y="11944"/>
                      <a:pt x="2761" y="12037"/>
                      <a:pt x="2815" y="12135"/>
                    </a:cubicBezTo>
                    <a:cubicBezTo>
                      <a:pt x="2984" y="12435"/>
                      <a:pt x="3061" y="12778"/>
                      <a:pt x="3028" y="13121"/>
                    </a:cubicBezTo>
                    <a:cubicBezTo>
                      <a:pt x="3028" y="13131"/>
                      <a:pt x="3035" y="13136"/>
                      <a:pt x="3042" y="13136"/>
                    </a:cubicBezTo>
                    <a:cubicBezTo>
                      <a:pt x="3048" y="13136"/>
                      <a:pt x="3053" y="13133"/>
                      <a:pt x="3055" y="13127"/>
                    </a:cubicBezTo>
                    <a:cubicBezTo>
                      <a:pt x="3099" y="12876"/>
                      <a:pt x="3088" y="12620"/>
                      <a:pt x="3028" y="12375"/>
                    </a:cubicBezTo>
                    <a:cubicBezTo>
                      <a:pt x="2952" y="12091"/>
                      <a:pt x="2761" y="11841"/>
                      <a:pt x="2646" y="11574"/>
                    </a:cubicBezTo>
                    <a:cubicBezTo>
                      <a:pt x="2619" y="10844"/>
                      <a:pt x="2527" y="10113"/>
                      <a:pt x="2461" y="9389"/>
                    </a:cubicBezTo>
                    <a:cubicBezTo>
                      <a:pt x="2461" y="9378"/>
                      <a:pt x="2461" y="9372"/>
                      <a:pt x="2456" y="9361"/>
                    </a:cubicBezTo>
                    <a:cubicBezTo>
                      <a:pt x="2461" y="8980"/>
                      <a:pt x="2510" y="8599"/>
                      <a:pt x="2592" y="8228"/>
                    </a:cubicBezTo>
                    <a:cubicBezTo>
                      <a:pt x="2772" y="7438"/>
                      <a:pt x="3088" y="6691"/>
                      <a:pt x="3246" y="5890"/>
                    </a:cubicBezTo>
                    <a:cubicBezTo>
                      <a:pt x="3387" y="5187"/>
                      <a:pt x="3475" y="4474"/>
                      <a:pt x="3507" y="3760"/>
                    </a:cubicBezTo>
                    <a:cubicBezTo>
                      <a:pt x="3556" y="3809"/>
                      <a:pt x="3605" y="3852"/>
                      <a:pt x="3649" y="3896"/>
                    </a:cubicBezTo>
                    <a:cubicBezTo>
                      <a:pt x="3709" y="3951"/>
                      <a:pt x="3763" y="4005"/>
                      <a:pt x="3823" y="4065"/>
                    </a:cubicBezTo>
                    <a:cubicBezTo>
                      <a:pt x="3660" y="4299"/>
                      <a:pt x="3714" y="4561"/>
                      <a:pt x="3725" y="4844"/>
                    </a:cubicBezTo>
                    <a:cubicBezTo>
                      <a:pt x="3725" y="4854"/>
                      <a:pt x="3734" y="4860"/>
                      <a:pt x="3743" y="4860"/>
                    </a:cubicBezTo>
                    <a:cubicBezTo>
                      <a:pt x="3753" y="4860"/>
                      <a:pt x="3763" y="4853"/>
                      <a:pt x="3763" y="4839"/>
                    </a:cubicBezTo>
                    <a:cubicBezTo>
                      <a:pt x="3769" y="4588"/>
                      <a:pt x="3736" y="4337"/>
                      <a:pt x="3883" y="4130"/>
                    </a:cubicBezTo>
                    <a:cubicBezTo>
                      <a:pt x="4041" y="4299"/>
                      <a:pt x="4167" y="4485"/>
                      <a:pt x="4172" y="4735"/>
                    </a:cubicBezTo>
                    <a:cubicBezTo>
                      <a:pt x="4172" y="4738"/>
                      <a:pt x="4175" y="4739"/>
                      <a:pt x="4178" y="4739"/>
                    </a:cubicBezTo>
                    <a:cubicBezTo>
                      <a:pt x="4182" y="4739"/>
                      <a:pt x="4186" y="4738"/>
                      <a:pt x="4188" y="4735"/>
                    </a:cubicBezTo>
                    <a:cubicBezTo>
                      <a:pt x="4199" y="4468"/>
                      <a:pt x="4079" y="4245"/>
                      <a:pt x="3932" y="4027"/>
                    </a:cubicBezTo>
                    <a:cubicBezTo>
                      <a:pt x="3834" y="3891"/>
                      <a:pt x="3725" y="3760"/>
                      <a:pt x="3622" y="3624"/>
                    </a:cubicBezTo>
                    <a:cubicBezTo>
                      <a:pt x="3584" y="3569"/>
                      <a:pt x="3551" y="3515"/>
                      <a:pt x="3518" y="3455"/>
                    </a:cubicBezTo>
                    <a:cubicBezTo>
                      <a:pt x="3524" y="3133"/>
                      <a:pt x="3529" y="2812"/>
                      <a:pt x="3529" y="2490"/>
                    </a:cubicBezTo>
                    <a:cubicBezTo>
                      <a:pt x="3709" y="2817"/>
                      <a:pt x="4074" y="3084"/>
                      <a:pt x="4172" y="3444"/>
                    </a:cubicBezTo>
                    <a:cubicBezTo>
                      <a:pt x="4174" y="3453"/>
                      <a:pt x="4179" y="3456"/>
                      <a:pt x="4185" y="3456"/>
                    </a:cubicBezTo>
                    <a:cubicBezTo>
                      <a:pt x="4198" y="3456"/>
                      <a:pt x="4214" y="3440"/>
                      <a:pt x="4210" y="3422"/>
                    </a:cubicBezTo>
                    <a:cubicBezTo>
                      <a:pt x="4156" y="3215"/>
                      <a:pt x="4063" y="3019"/>
                      <a:pt x="3932" y="2844"/>
                    </a:cubicBezTo>
                    <a:cubicBezTo>
                      <a:pt x="3780" y="2616"/>
                      <a:pt x="3654" y="2370"/>
                      <a:pt x="3551" y="2109"/>
                    </a:cubicBezTo>
                    <a:cubicBezTo>
                      <a:pt x="3545" y="2092"/>
                      <a:pt x="3535" y="2082"/>
                      <a:pt x="3518" y="2071"/>
                    </a:cubicBezTo>
                    <a:cubicBezTo>
                      <a:pt x="3518" y="1755"/>
                      <a:pt x="3562" y="1400"/>
                      <a:pt x="3458" y="1095"/>
                    </a:cubicBezTo>
                    <a:cubicBezTo>
                      <a:pt x="3458" y="736"/>
                      <a:pt x="3436" y="376"/>
                      <a:pt x="3317" y="65"/>
                    </a:cubicBezTo>
                    <a:cubicBezTo>
                      <a:pt x="3296" y="21"/>
                      <a:pt x="3258" y="1"/>
                      <a:pt x="32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8"/>
              <p:cNvSpPr/>
              <p:nvPr/>
            </p:nvSpPr>
            <p:spPr>
              <a:xfrm>
                <a:off x="4927478" y="3678983"/>
                <a:ext cx="72886" cy="148375"/>
              </a:xfrm>
              <a:custGeom>
                <a:rect b="b" l="l" r="r" t="t"/>
                <a:pathLst>
                  <a:path extrusionOk="0" h="5871" w="2884">
                    <a:moveTo>
                      <a:pt x="6" y="1"/>
                    </a:moveTo>
                    <a:cubicBezTo>
                      <a:pt x="33" y="377"/>
                      <a:pt x="1" y="742"/>
                      <a:pt x="121" y="1085"/>
                    </a:cubicBezTo>
                    <a:cubicBezTo>
                      <a:pt x="300" y="1619"/>
                      <a:pt x="595" y="2099"/>
                      <a:pt x="883" y="2584"/>
                    </a:cubicBezTo>
                    <a:cubicBezTo>
                      <a:pt x="867" y="2791"/>
                      <a:pt x="883" y="2992"/>
                      <a:pt x="878" y="3200"/>
                    </a:cubicBezTo>
                    <a:cubicBezTo>
                      <a:pt x="878" y="3418"/>
                      <a:pt x="845" y="3635"/>
                      <a:pt x="851" y="3853"/>
                    </a:cubicBezTo>
                    <a:cubicBezTo>
                      <a:pt x="851" y="3872"/>
                      <a:pt x="866" y="3884"/>
                      <a:pt x="881" y="3884"/>
                    </a:cubicBezTo>
                    <a:cubicBezTo>
                      <a:pt x="892" y="3884"/>
                      <a:pt x="904" y="3878"/>
                      <a:pt x="911" y="3864"/>
                    </a:cubicBezTo>
                    <a:cubicBezTo>
                      <a:pt x="1031" y="3614"/>
                      <a:pt x="1085" y="3276"/>
                      <a:pt x="1107" y="2954"/>
                    </a:cubicBezTo>
                    <a:cubicBezTo>
                      <a:pt x="1150" y="3036"/>
                      <a:pt x="1194" y="3118"/>
                      <a:pt x="1243" y="3200"/>
                    </a:cubicBezTo>
                    <a:cubicBezTo>
                      <a:pt x="1439" y="3554"/>
                      <a:pt x="1608" y="3919"/>
                      <a:pt x="1744" y="4300"/>
                    </a:cubicBezTo>
                    <a:cubicBezTo>
                      <a:pt x="1892" y="4753"/>
                      <a:pt x="1864" y="5205"/>
                      <a:pt x="1913" y="5668"/>
                    </a:cubicBezTo>
                    <a:cubicBezTo>
                      <a:pt x="1918" y="5709"/>
                      <a:pt x="1947" y="5727"/>
                      <a:pt x="1978" y="5727"/>
                    </a:cubicBezTo>
                    <a:cubicBezTo>
                      <a:pt x="2012" y="5727"/>
                      <a:pt x="2049" y="5703"/>
                      <a:pt x="2055" y="5662"/>
                    </a:cubicBezTo>
                    <a:cubicBezTo>
                      <a:pt x="2060" y="5592"/>
                      <a:pt x="2077" y="5499"/>
                      <a:pt x="2088" y="5417"/>
                    </a:cubicBezTo>
                    <a:cubicBezTo>
                      <a:pt x="2197" y="5608"/>
                      <a:pt x="2360" y="5766"/>
                      <a:pt x="2562" y="5864"/>
                    </a:cubicBezTo>
                    <a:cubicBezTo>
                      <a:pt x="2571" y="5868"/>
                      <a:pt x="2580" y="5870"/>
                      <a:pt x="2588" y="5870"/>
                    </a:cubicBezTo>
                    <a:cubicBezTo>
                      <a:pt x="2642" y="5870"/>
                      <a:pt x="2669" y="5787"/>
                      <a:pt x="2622" y="5744"/>
                    </a:cubicBezTo>
                    <a:cubicBezTo>
                      <a:pt x="2431" y="5597"/>
                      <a:pt x="2338" y="5412"/>
                      <a:pt x="2251" y="5216"/>
                    </a:cubicBezTo>
                    <a:lnTo>
                      <a:pt x="2251" y="5216"/>
                    </a:lnTo>
                    <a:cubicBezTo>
                      <a:pt x="2376" y="5256"/>
                      <a:pt x="2505" y="5279"/>
                      <a:pt x="2634" y="5279"/>
                    </a:cubicBezTo>
                    <a:cubicBezTo>
                      <a:pt x="2679" y="5279"/>
                      <a:pt x="2724" y="5276"/>
                      <a:pt x="2769" y="5270"/>
                    </a:cubicBezTo>
                    <a:cubicBezTo>
                      <a:pt x="2883" y="5259"/>
                      <a:pt x="2867" y="5096"/>
                      <a:pt x="2763" y="5085"/>
                    </a:cubicBezTo>
                    <a:cubicBezTo>
                      <a:pt x="2535" y="5052"/>
                      <a:pt x="2322" y="4998"/>
                      <a:pt x="2159" y="4829"/>
                    </a:cubicBezTo>
                    <a:cubicBezTo>
                      <a:pt x="2148" y="4818"/>
                      <a:pt x="2142" y="4807"/>
                      <a:pt x="2131" y="4802"/>
                    </a:cubicBezTo>
                    <a:cubicBezTo>
                      <a:pt x="2126" y="4693"/>
                      <a:pt x="2110" y="4578"/>
                      <a:pt x="2088" y="4475"/>
                    </a:cubicBezTo>
                    <a:cubicBezTo>
                      <a:pt x="2001" y="4093"/>
                      <a:pt x="1870" y="3728"/>
                      <a:pt x="1695" y="3385"/>
                    </a:cubicBezTo>
                    <a:cubicBezTo>
                      <a:pt x="1336" y="2671"/>
                      <a:pt x="845" y="2012"/>
                      <a:pt x="546" y="1271"/>
                    </a:cubicBezTo>
                    <a:cubicBezTo>
                      <a:pt x="388" y="867"/>
                      <a:pt x="300" y="437"/>
                      <a:pt x="2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8"/>
              <p:cNvSpPr/>
              <p:nvPr/>
            </p:nvSpPr>
            <p:spPr>
              <a:xfrm>
                <a:off x="4920098" y="3320695"/>
                <a:ext cx="217419" cy="547933"/>
              </a:xfrm>
              <a:custGeom>
                <a:rect b="b" l="l" r="r" t="t"/>
                <a:pathLst>
                  <a:path extrusionOk="0" h="21681" w="8603">
                    <a:moveTo>
                      <a:pt x="760" y="1"/>
                    </a:moveTo>
                    <a:cubicBezTo>
                      <a:pt x="753" y="1"/>
                      <a:pt x="747" y="4"/>
                      <a:pt x="745" y="11"/>
                    </a:cubicBezTo>
                    <a:cubicBezTo>
                      <a:pt x="522" y="724"/>
                      <a:pt x="1208" y="1220"/>
                      <a:pt x="1361" y="1874"/>
                    </a:cubicBezTo>
                    <a:cubicBezTo>
                      <a:pt x="1306" y="2147"/>
                      <a:pt x="1274" y="2425"/>
                      <a:pt x="1268" y="2702"/>
                    </a:cubicBezTo>
                    <a:cubicBezTo>
                      <a:pt x="1246" y="3204"/>
                      <a:pt x="1274" y="3700"/>
                      <a:pt x="1274" y="4195"/>
                    </a:cubicBezTo>
                    <a:cubicBezTo>
                      <a:pt x="1274" y="4620"/>
                      <a:pt x="1219" y="5035"/>
                      <a:pt x="1186" y="5454"/>
                    </a:cubicBezTo>
                    <a:cubicBezTo>
                      <a:pt x="723" y="5716"/>
                      <a:pt x="266" y="6141"/>
                      <a:pt x="53" y="6615"/>
                    </a:cubicBezTo>
                    <a:cubicBezTo>
                      <a:pt x="0" y="6732"/>
                      <a:pt x="110" y="6846"/>
                      <a:pt x="217" y="6846"/>
                    </a:cubicBezTo>
                    <a:cubicBezTo>
                      <a:pt x="254" y="6846"/>
                      <a:pt x="290" y="6832"/>
                      <a:pt x="320" y="6800"/>
                    </a:cubicBezTo>
                    <a:cubicBezTo>
                      <a:pt x="734" y="6375"/>
                      <a:pt x="1105" y="5705"/>
                      <a:pt x="1759" y="5629"/>
                    </a:cubicBezTo>
                    <a:cubicBezTo>
                      <a:pt x="1818" y="5621"/>
                      <a:pt x="1878" y="5618"/>
                      <a:pt x="1939" y="5618"/>
                    </a:cubicBezTo>
                    <a:cubicBezTo>
                      <a:pt x="2438" y="5618"/>
                      <a:pt x="2980" y="5845"/>
                      <a:pt x="3393" y="6097"/>
                    </a:cubicBezTo>
                    <a:cubicBezTo>
                      <a:pt x="4271" y="6642"/>
                      <a:pt x="4854" y="7541"/>
                      <a:pt x="5072" y="8538"/>
                    </a:cubicBezTo>
                    <a:cubicBezTo>
                      <a:pt x="5295" y="9535"/>
                      <a:pt x="5001" y="10544"/>
                      <a:pt x="5306" y="11524"/>
                    </a:cubicBezTo>
                    <a:cubicBezTo>
                      <a:pt x="5442" y="11955"/>
                      <a:pt x="5616" y="12363"/>
                      <a:pt x="5780" y="12778"/>
                    </a:cubicBezTo>
                    <a:cubicBezTo>
                      <a:pt x="5753" y="12794"/>
                      <a:pt x="5742" y="12821"/>
                      <a:pt x="5742" y="12854"/>
                    </a:cubicBezTo>
                    <a:cubicBezTo>
                      <a:pt x="5753" y="13519"/>
                      <a:pt x="5469" y="14124"/>
                      <a:pt x="5638" y="14788"/>
                    </a:cubicBezTo>
                    <a:cubicBezTo>
                      <a:pt x="5802" y="15420"/>
                      <a:pt x="6096" y="15998"/>
                      <a:pt x="6134" y="16663"/>
                    </a:cubicBezTo>
                    <a:cubicBezTo>
                      <a:pt x="6137" y="16676"/>
                      <a:pt x="6150" y="16683"/>
                      <a:pt x="6163" y="16683"/>
                    </a:cubicBezTo>
                    <a:cubicBezTo>
                      <a:pt x="6176" y="16683"/>
                      <a:pt x="6189" y="16676"/>
                      <a:pt x="6189" y="16663"/>
                    </a:cubicBezTo>
                    <a:cubicBezTo>
                      <a:pt x="6194" y="16036"/>
                      <a:pt x="5981" y="15469"/>
                      <a:pt x="5840" y="14870"/>
                    </a:cubicBezTo>
                    <a:cubicBezTo>
                      <a:pt x="5747" y="14527"/>
                      <a:pt x="5742" y="14167"/>
                      <a:pt x="5813" y="13824"/>
                    </a:cubicBezTo>
                    <a:cubicBezTo>
                      <a:pt x="5856" y="13611"/>
                      <a:pt x="5905" y="13404"/>
                      <a:pt x="5932" y="13192"/>
                    </a:cubicBezTo>
                    <a:cubicBezTo>
                      <a:pt x="6101" y="13682"/>
                      <a:pt x="6227" y="14189"/>
                      <a:pt x="6205" y="14734"/>
                    </a:cubicBezTo>
                    <a:cubicBezTo>
                      <a:pt x="6205" y="14753"/>
                      <a:pt x="6222" y="14767"/>
                      <a:pt x="6237" y="14767"/>
                    </a:cubicBezTo>
                    <a:cubicBezTo>
                      <a:pt x="6248" y="14767"/>
                      <a:pt x="6257" y="14760"/>
                      <a:pt x="6259" y="14745"/>
                    </a:cubicBezTo>
                    <a:cubicBezTo>
                      <a:pt x="6287" y="14647"/>
                      <a:pt x="6308" y="14543"/>
                      <a:pt x="6319" y="14440"/>
                    </a:cubicBezTo>
                    <a:cubicBezTo>
                      <a:pt x="6412" y="14652"/>
                      <a:pt x="6515" y="14859"/>
                      <a:pt x="6592" y="15083"/>
                    </a:cubicBezTo>
                    <a:cubicBezTo>
                      <a:pt x="6728" y="15464"/>
                      <a:pt x="6728" y="15856"/>
                      <a:pt x="6717" y="16260"/>
                    </a:cubicBezTo>
                    <a:cubicBezTo>
                      <a:pt x="6706" y="16597"/>
                      <a:pt x="6723" y="16935"/>
                      <a:pt x="6761" y="17268"/>
                    </a:cubicBezTo>
                    <a:cubicBezTo>
                      <a:pt x="6750" y="17273"/>
                      <a:pt x="6744" y="17284"/>
                      <a:pt x="6739" y="17295"/>
                    </a:cubicBezTo>
                    <a:cubicBezTo>
                      <a:pt x="6630" y="17774"/>
                      <a:pt x="6521" y="18352"/>
                      <a:pt x="6641" y="18837"/>
                    </a:cubicBezTo>
                    <a:cubicBezTo>
                      <a:pt x="6641" y="18843"/>
                      <a:pt x="6647" y="18847"/>
                      <a:pt x="6653" y="18847"/>
                    </a:cubicBezTo>
                    <a:cubicBezTo>
                      <a:pt x="6658" y="18847"/>
                      <a:pt x="6663" y="18844"/>
                      <a:pt x="6663" y="18837"/>
                    </a:cubicBezTo>
                    <a:cubicBezTo>
                      <a:pt x="6739" y="18581"/>
                      <a:pt x="6728" y="18308"/>
                      <a:pt x="6755" y="18047"/>
                    </a:cubicBezTo>
                    <a:cubicBezTo>
                      <a:pt x="6777" y="17921"/>
                      <a:pt x="6804" y="17791"/>
                      <a:pt x="6826" y="17665"/>
                    </a:cubicBezTo>
                    <a:cubicBezTo>
                      <a:pt x="6853" y="17818"/>
                      <a:pt x="6891" y="17965"/>
                      <a:pt x="6935" y="18118"/>
                    </a:cubicBezTo>
                    <a:cubicBezTo>
                      <a:pt x="6990" y="18297"/>
                      <a:pt x="7055" y="18477"/>
                      <a:pt x="7137" y="18652"/>
                    </a:cubicBezTo>
                    <a:cubicBezTo>
                      <a:pt x="7109" y="18657"/>
                      <a:pt x="7088" y="18673"/>
                      <a:pt x="7082" y="18701"/>
                    </a:cubicBezTo>
                    <a:cubicBezTo>
                      <a:pt x="7033" y="18875"/>
                      <a:pt x="7017" y="19055"/>
                      <a:pt x="7028" y="19235"/>
                    </a:cubicBezTo>
                    <a:cubicBezTo>
                      <a:pt x="6690" y="19790"/>
                      <a:pt x="6537" y="20297"/>
                      <a:pt x="6608" y="20962"/>
                    </a:cubicBezTo>
                    <a:cubicBezTo>
                      <a:pt x="6608" y="20967"/>
                      <a:pt x="6614" y="20970"/>
                      <a:pt x="6619" y="20970"/>
                    </a:cubicBezTo>
                    <a:cubicBezTo>
                      <a:pt x="6624" y="20970"/>
                      <a:pt x="6630" y="20967"/>
                      <a:pt x="6630" y="20962"/>
                    </a:cubicBezTo>
                    <a:cubicBezTo>
                      <a:pt x="6657" y="20640"/>
                      <a:pt x="6663" y="20297"/>
                      <a:pt x="6766" y="19992"/>
                    </a:cubicBezTo>
                    <a:cubicBezTo>
                      <a:pt x="6837" y="19801"/>
                      <a:pt x="6935" y="19622"/>
                      <a:pt x="7055" y="19453"/>
                    </a:cubicBezTo>
                    <a:cubicBezTo>
                      <a:pt x="7066" y="19551"/>
                      <a:pt x="7082" y="19649"/>
                      <a:pt x="7104" y="19741"/>
                    </a:cubicBezTo>
                    <a:cubicBezTo>
                      <a:pt x="7213" y="20172"/>
                      <a:pt x="7267" y="20613"/>
                      <a:pt x="7267" y="21055"/>
                    </a:cubicBezTo>
                    <a:cubicBezTo>
                      <a:pt x="7267" y="21061"/>
                      <a:pt x="7276" y="21066"/>
                      <a:pt x="7282" y="21066"/>
                    </a:cubicBezTo>
                    <a:cubicBezTo>
                      <a:pt x="7286" y="21066"/>
                      <a:pt x="7289" y="21064"/>
                      <a:pt x="7289" y="21060"/>
                    </a:cubicBezTo>
                    <a:cubicBezTo>
                      <a:pt x="7393" y="20706"/>
                      <a:pt x="7333" y="20335"/>
                      <a:pt x="7267" y="19981"/>
                    </a:cubicBezTo>
                    <a:cubicBezTo>
                      <a:pt x="7202" y="19600"/>
                      <a:pt x="7191" y="19213"/>
                      <a:pt x="7224" y="18831"/>
                    </a:cubicBezTo>
                    <a:lnTo>
                      <a:pt x="7224" y="18831"/>
                    </a:lnTo>
                    <a:cubicBezTo>
                      <a:pt x="7316" y="19017"/>
                      <a:pt x="7420" y="19191"/>
                      <a:pt x="7540" y="19360"/>
                    </a:cubicBezTo>
                    <a:cubicBezTo>
                      <a:pt x="7524" y="19371"/>
                      <a:pt x="7513" y="19393"/>
                      <a:pt x="7513" y="19414"/>
                    </a:cubicBezTo>
                    <a:cubicBezTo>
                      <a:pt x="7529" y="19774"/>
                      <a:pt x="7600" y="20128"/>
                      <a:pt x="7731" y="20466"/>
                    </a:cubicBezTo>
                    <a:cubicBezTo>
                      <a:pt x="7872" y="20864"/>
                      <a:pt x="7921" y="21251"/>
                      <a:pt x="7998" y="21665"/>
                    </a:cubicBezTo>
                    <a:cubicBezTo>
                      <a:pt x="7998" y="21676"/>
                      <a:pt x="8004" y="21681"/>
                      <a:pt x="8011" y="21681"/>
                    </a:cubicBezTo>
                    <a:cubicBezTo>
                      <a:pt x="8022" y="21681"/>
                      <a:pt x="8036" y="21670"/>
                      <a:pt x="8036" y="21654"/>
                    </a:cubicBezTo>
                    <a:cubicBezTo>
                      <a:pt x="8009" y="21224"/>
                      <a:pt x="8009" y="20842"/>
                      <a:pt x="7872" y="20423"/>
                    </a:cubicBezTo>
                    <a:cubicBezTo>
                      <a:pt x="7785" y="20139"/>
                      <a:pt x="7763" y="19839"/>
                      <a:pt x="7692" y="19562"/>
                    </a:cubicBezTo>
                    <a:lnTo>
                      <a:pt x="7692" y="19562"/>
                    </a:lnTo>
                    <a:cubicBezTo>
                      <a:pt x="8068" y="20019"/>
                      <a:pt x="8548" y="20488"/>
                      <a:pt x="8548" y="21120"/>
                    </a:cubicBezTo>
                    <a:cubicBezTo>
                      <a:pt x="8548" y="21135"/>
                      <a:pt x="8561" y="21143"/>
                      <a:pt x="8573" y="21143"/>
                    </a:cubicBezTo>
                    <a:cubicBezTo>
                      <a:pt x="8583" y="21143"/>
                      <a:pt x="8592" y="21138"/>
                      <a:pt x="8592" y="21125"/>
                    </a:cubicBezTo>
                    <a:cubicBezTo>
                      <a:pt x="8602" y="20640"/>
                      <a:pt x="8341" y="20243"/>
                      <a:pt x="8052" y="19878"/>
                    </a:cubicBezTo>
                    <a:cubicBezTo>
                      <a:pt x="7616" y="19327"/>
                      <a:pt x="7235" y="18782"/>
                      <a:pt x="7039" y="18101"/>
                    </a:cubicBezTo>
                    <a:cubicBezTo>
                      <a:pt x="6832" y="17360"/>
                      <a:pt x="6853" y="16646"/>
                      <a:pt x="6864" y="15889"/>
                    </a:cubicBezTo>
                    <a:cubicBezTo>
                      <a:pt x="6875" y="15600"/>
                      <a:pt x="6842" y="15306"/>
                      <a:pt x="6761" y="15028"/>
                    </a:cubicBezTo>
                    <a:cubicBezTo>
                      <a:pt x="6668" y="14734"/>
                      <a:pt x="6526" y="14461"/>
                      <a:pt x="6434" y="14167"/>
                    </a:cubicBezTo>
                    <a:cubicBezTo>
                      <a:pt x="6423" y="14124"/>
                      <a:pt x="6385" y="14091"/>
                      <a:pt x="6341" y="14085"/>
                    </a:cubicBezTo>
                    <a:cubicBezTo>
                      <a:pt x="6330" y="13900"/>
                      <a:pt x="6303" y="13715"/>
                      <a:pt x="6259" y="13535"/>
                    </a:cubicBezTo>
                    <a:lnTo>
                      <a:pt x="6259" y="13535"/>
                    </a:lnTo>
                    <a:cubicBezTo>
                      <a:pt x="6554" y="13780"/>
                      <a:pt x="6913" y="14058"/>
                      <a:pt x="6951" y="14456"/>
                    </a:cubicBezTo>
                    <a:cubicBezTo>
                      <a:pt x="6954" y="14477"/>
                      <a:pt x="6970" y="14486"/>
                      <a:pt x="6987" y="14486"/>
                    </a:cubicBezTo>
                    <a:cubicBezTo>
                      <a:pt x="7009" y="14486"/>
                      <a:pt x="7032" y="14470"/>
                      <a:pt x="7022" y="14445"/>
                    </a:cubicBezTo>
                    <a:cubicBezTo>
                      <a:pt x="6913" y="14036"/>
                      <a:pt x="6597" y="13535"/>
                      <a:pt x="6205" y="13344"/>
                    </a:cubicBezTo>
                    <a:cubicBezTo>
                      <a:pt x="5998" y="12630"/>
                      <a:pt x="5606" y="11938"/>
                      <a:pt x="5447" y="11246"/>
                    </a:cubicBezTo>
                    <a:cubicBezTo>
                      <a:pt x="5409" y="11056"/>
                      <a:pt x="5382" y="10860"/>
                      <a:pt x="5382" y="10669"/>
                    </a:cubicBezTo>
                    <a:lnTo>
                      <a:pt x="5382" y="10669"/>
                    </a:lnTo>
                    <a:cubicBezTo>
                      <a:pt x="5497" y="10800"/>
                      <a:pt x="5633" y="10920"/>
                      <a:pt x="5753" y="11056"/>
                    </a:cubicBezTo>
                    <a:cubicBezTo>
                      <a:pt x="5720" y="11230"/>
                      <a:pt x="5725" y="11410"/>
                      <a:pt x="5753" y="11584"/>
                    </a:cubicBezTo>
                    <a:cubicBezTo>
                      <a:pt x="5760" y="11610"/>
                      <a:pt x="5780" y="11622"/>
                      <a:pt x="5800" y="11622"/>
                    </a:cubicBezTo>
                    <a:cubicBezTo>
                      <a:pt x="5826" y="11622"/>
                      <a:pt x="5851" y="11602"/>
                      <a:pt x="5845" y="11568"/>
                    </a:cubicBezTo>
                    <a:cubicBezTo>
                      <a:pt x="5834" y="11443"/>
                      <a:pt x="5840" y="11323"/>
                      <a:pt x="5862" y="11203"/>
                    </a:cubicBezTo>
                    <a:cubicBezTo>
                      <a:pt x="6074" y="11519"/>
                      <a:pt x="6161" y="11851"/>
                      <a:pt x="6205" y="12233"/>
                    </a:cubicBezTo>
                    <a:cubicBezTo>
                      <a:pt x="6208" y="12262"/>
                      <a:pt x="6231" y="12276"/>
                      <a:pt x="6254" y="12276"/>
                    </a:cubicBezTo>
                    <a:cubicBezTo>
                      <a:pt x="6279" y="12276"/>
                      <a:pt x="6303" y="12261"/>
                      <a:pt x="6303" y="12233"/>
                    </a:cubicBezTo>
                    <a:cubicBezTo>
                      <a:pt x="6292" y="11862"/>
                      <a:pt x="6259" y="11513"/>
                      <a:pt x="6063" y="11192"/>
                    </a:cubicBezTo>
                    <a:cubicBezTo>
                      <a:pt x="5878" y="10887"/>
                      <a:pt x="5622" y="10647"/>
                      <a:pt x="5382" y="10391"/>
                    </a:cubicBezTo>
                    <a:cubicBezTo>
                      <a:pt x="5388" y="10168"/>
                      <a:pt x="5404" y="9939"/>
                      <a:pt x="5409" y="9710"/>
                    </a:cubicBezTo>
                    <a:cubicBezTo>
                      <a:pt x="5546" y="9852"/>
                      <a:pt x="5714" y="9971"/>
                      <a:pt x="5851" y="10113"/>
                    </a:cubicBezTo>
                    <a:cubicBezTo>
                      <a:pt x="6031" y="10315"/>
                      <a:pt x="6183" y="10549"/>
                      <a:pt x="6292" y="10800"/>
                    </a:cubicBezTo>
                    <a:cubicBezTo>
                      <a:pt x="6294" y="10803"/>
                      <a:pt x="6299" y="10805"/>
                      <a:pt x="6304" y="10805"/>
                    </a:cubicBezTo>
                    <a:cubicBezTo>
                      <a:pt x="6313" y="10805"/>
                      <a:pt x="6323" y="10799"/>
                      <a:pt x="6319" y="10789"/>
                    </a:cubicBezTo>
                    <a:cubicBezTo>
                      <a:pt x="6238" y="10500"/>
                      <a:pt x="6172" y="10244"/>
                      <a:pt x="5960" y="10020"/>
                    </a:cubicBezTo>
                    <a:cubicBezTo>
                      <a:pt x="5785" y="9835"/>
                      <a:pt x="5600" y="9650"/>
                      <a:pt x="5409" y="9481"/>
                    </a:cubicBezTo>
                    <a:lnTo>
                      <a:pt x="5409" y="9388"/>
                    </a:lnTo>
                    <a:cubicBezTo>
                      <a:pt x="5388" y="8860"/>
                      <a:pt x="5284" y="8342"/>
                      <a:pt x="5099" y="7852"/>
                    </a:cubicBezTo>
                    <a:lnTo>
                      <a:pt x="5099" y="7852"/>
                    </a:lnTo>
                    <a:cubicBezTo>
                      <a:pt x="5202" y="7895"/>
                      <a:pt x="5306" y="7955"/>
                      <a:pt x="5398" y="8021"/>
                    </a:cubicBezTo>
                    <a:cubicBezTo>
                      <a:pt x="5535" y="8119"/>
                      <a:pt x="5725" y="8271"/>
                      <a:pt x="5747" y="8446"/>
                    </a:cubicBezTo>
                    <a:cubicBezTo>
                      <a:pt x="5747" y="8465"/>
                      <a:pt x="5760" y="8473"/>
                      <a:pt x="5773" y="8473"/>
                    </a:cubicBezTo>
                    <a:cubicBezTo>
                      <a:pt x="5791" y="8473"/>
                      <a:pt x="5810" y="8459"/>
                      <a:pt x="5807" y="8435"/>
                    </a:cubicBezTo>
                    <a:cubicBezTo>
                      <a:pt x="5785" y="8255"/>
                      <a:pt x="5633" y="8086"/>
                      <a:pt x="5502" y="7972"/>
                    </a:cubicBezTo>
                    <a:cubicBezTo>
                      <a:pt x="5360" y="7852"/>
                      <a:pt x="5202" y="7759"/>
                      <a:pt x="5028" y="7688"/>
                    </a:cubicBezTo>
                    <a:cubicBezTo>
                      <a:pt x="4701" y="6925"/>
                      <a:pt x="4183" y="6244"/>
                      <a:pt x="3486" y="5797"/>
                    </a:cubicBezTo>
                    <a:cubicBezTo>
                      <a:pt x="3611" y="5787"/>
                      <a:pt x="3742" y="5765"/>
                      <a:pt x="3878" y="5743"/>
                    </a:cubicBezTo>
                    <a:cubicBezTo>
                      <a:pt x="3911" y="5738"/>
                      <a:pt x="3949" y="5732"/>
                      <a:pt x="3987" y="5727"/>
                    </a:cubicBezTo>
                    <a:lnTo>
                      <a:pt x="3987" y="5732"/>
                    </a:lnTo>
                    <a:cubicBezTo>
                      <a:pt x="4129" y="6141"/>
                      <a:pt x="4478" y="6451"/>
                      <a:pt x="4815" y="6702"/>
                    </a:cubicBezTo>
                    <a:cubicBezTo>
                      <a:pt x="4984" y="6838"/>
                      <a:pt x="5164" y="6953"/>
                      <a:pt x="5355" y="7056"/>
                    </a:cubicBezTo>
                    <a:cubicBezTo>
                      <a:pt x="5535" y="7143"/>
                      <a:pt x="5791" y="7236"/>
                      <a:pt x="5867" y="7443"/>
                    </a:cubicBezTo>
                    <a:cubicBezTo>
                      <a:pt x="5873" y="7464"/>
                      <a:pt x="5891" y="7472"/>
                      <a:pt x="5910" y="7472"/>
                    </a:cubicBezTo>
                    <a:cubicBezTo>
                      <a:pt x="5941" y="7472"/>
                      <a:pt x="5975" y="7448"/>
                      <a:pt x="5965" y="7410"/>
                    </a:cubicBezTo>
                    <a:cubicBezTo>
                      <a:pt x="5878" y="7122"/>
                      <a:pt x="5546" y="7007"/>
                      <a:pt x="5311" y="6855"/>
                    </a:cubicBezTo>
                    <a:cubicBezTo>
                      <a:pt x="4848" y="6560"/>
                      <a:pt x="4456" y="6168"/>
                      <a:pt x="4162" y="5710"/>
                    </a:cubicBezTo>
                    <a:cubicBezTo>
                      <a:pt x="4221" y="5707"/>
                      <a:pt x="4280" y="5705"/>
                      <a:pt x="4339" y="5705"/>
                    </a:cubicBezTo>
                    <a:cubicBezTo>
                      <a:pt x="4734" y="5705"/>
                      <a:pt x="5131" y="5789"/>
                      <a:pt x="5453" y="6021"/>
                    </a:cubicBezTo>
                    <a:cubicBezTo>
                      <a:pt x="5459" y="6025"/>
                      <a:pt x="5464" y="6026"/>
                      <a:pt x="5469" y="6026"/>
                    </a:cubicBezTo>
                    <a:cubicBezTo>
                      <a:pt x="5494" y="6026"/>
                      <a:pt x="5508" y="5991"/>
                      <a:pt x="5486" y="5977"/>
                    </a:cubicBezTo>
                    <a:cubicBezTo>
                      <a:pt x="5148" y="5754"/>
                      <a:pt x="4761" y="5612"/>
                      <a:pt x="4358" y="5558"/>
                    </a:cubicBezTo>
                    <a:cubicBezTo>
                      <a:pt x="4277" y="5547"/>
                      <a:pt x="4197" y="5543"/>
                      <a:pt x="4117" y="5543"/>
                    </a:cubicBezTo>
                    <a:cubicBezTo>
                      <a:pt x="3986" y="5543"/>
                      <a:pt x="3855" y="5556"/>
                      <a:pt x="3726" y="5580"/>
                    </a:cubicBezTo>
                    <a:cubicBezTo>
                      <a:pt x="3598" y="5602"/>
                      <a:pt x="3465" y="5614"/>
                      <a:pt x="3333" y="5614"/>
                    </a:cubicBezTo>
                    <a:cubicBezTo>
                      <a:pt x="3275" y="5614"/>
                      <a:pt x="3216" y="5612"/>
                      <a:pt x="3159" y="5607"/>
                    </a:cubicBezTo>
                    <a:cubicBezTo>
                      <a:pt x="3104" y="5580"/>
                      <a:pt x="3044" y="5552"/>
                      <a:pt x="2990" y="5530"/>
                    </a:cubicBezTo>
                    <a:cubicBezTo>
                      <a:pt x="2658" y="5385"/>
                      <a:pt x="2272" y="5251"/>
                      <a:pt x="1897" y="5251"/>
                    </a:cubicBezTo>
                    <a:cubicBezTo>
                      <a:pt x="1736" y="5251"/>
                      <a:pt x="1578" y="5276"/>
                      <a:pt x="1426" y="5334"/>
                    </a:cubicBezTo>
                    <a:cubicBezTo>
                      <a:pt x="1617" y="4457"/>
                      <a:pt x="1426" y="3460"/>
                      <a:pt x="1470" y="2588"/>
                    </a:cubicBezTo>
                    <a:cubicBezTo>
                      <a:pt x="1486" y="2065"/>
                      <a:pt x="1617" y="1553"/>
                      <a:pt x="1851" y="1084"/>
                    </a:cubicBezTo>
                    <a:cubicBezTo>
                      <a:pt x="2020" y="724"/>
                      <a:pt x="2026" y="425"/>
                      <a:pt x="1976" y="32"/>
                    </a:cubicBezTo>
                    <a:cubicBezTo>
                      <a:pt x="1974" y="27"/>
                      <a:pt x="1970" y="24"/>
                      <a:pt x="1966" y="24"/>
                    </a:cubicBezTo>
                    <a:cubicBezTo>
                      <a:pt x="1962" y="24"/>
                      <a:pt x="1957" y="27"/>
                      <a:pt x="1955" y="32"/>
                    </a:cubicBezTo>
                    <a:cubicBezTo>
                      <a:pt x="1944" y="299"/>
                      <a:pt x="1922" y="572"/>
                      <a:pt x="1802" y="812"/>
                    </a:cubicBezTo>
                    <a:cubicBezTo>
                      <a:pt x="1699" y="1019"/>
                      <a:pt x="1584" y="1220"/>
                      <a:pt x="1497" y="1433"/>
                    </a:cubicBezTo>
                    <a:cubicBezTo>
                      <a:pt x="1475" y="1476"/>
                      <a:pt x="1464" y="1515"/>
                      <a:pt x="1448" y="1558"/>
                    </a:cubicBezTo>
                    <a:cubicBezTo>
                      <a:pt x="1257" y="1035"/>
                      <a:pt x="740" y="648"/>
                      <a:pt x="778" y="16"/>
                    </a:cubicBezTo>
                    <a:cubicBezTo>
                      <a:pt x="778" y="7"/>
                      <a:pt x="769" y="1"/>
                      <a:pt x="7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8"/>
              <p:cNvSpPr/>
              <p:nvPr/>
            </p:nvSpPr>
            <p:spPr>
              <a:xfrm>
                <a:off x="4953610" y="3815202"/>
                <a:ext cx="106625" cy="536712"/>
              </a:xfrm>
              <a:custGeom>
                <a:rect b="b" l="l" r="r" t="t"/>
                <a:pathLst>
                  <a:path extrusionOk="0" h="21237" w="4219">
                    <a:moveTo>
                      <a:pt x="996" y="1"/>
                    </a:moveTo>
                    <a:cubicBezTo>
                      <a:pt x="957" y="1"/>
                      <a:pt x="919" y="21"/>
                      <a:pt x="901" y="65"/>
                    </a:cubicBezTo>
                    <a:cubicBezTo>
                      <a:pt x="781" y="376"/>
                      <a:pt x="759" y="736"/>
                      <a:pt x="759" y="1095"/>
                    </a:cubicBezTo>
                    <a:cubicBezTo>
                      <a:pt x="656" y="1400"/>
                      <a:pt x="694" y="1755"/>
                      <a:pt x="700" y="2071"/>
                    </a:cubicBezTo>
                    <a:cubicBezTo>
                      <a:pt x="683" y="2082"/>
                      <a:pt x="667" y="2092"/>
                      <a:pt x="661" y="2109"/>
                    </a:cubicBezTo>
                    <a:cubicBezTo>
                      <a:pt x="563" y="2370"/>
                      <a:pt x="433" y="2616"/>
                      <a:pt x="280" y="2844"/>
                    </a:cubicBezTo>
                    <a:cubicBezTo>
                      <a:pt x="155" y="3019"/>
                      <a:pt x="62" y="3215"/>
                      <a:pt x="8" y="3422"/>
                    </a:cubicBezTo>
                    <a:cubicBezTo>
                      <a:pt x="0" y="3440"/>
                      <a:pt x="18" y="3456"/>
                      <a:pt x="33" y="3456"/>
                    </a:cubicBezTo>
                    <a:cubicBezTo>
                      <a:pt x="41" y="3456"/>
                      <a:pt x="48" y="3453"/>
                      <a:pt x="51" y="3444"/>
                    </a:cubicBezTo>
                    <a:cubicBezTo>
                      <a:pt x="149" y="3084"/>
                      <a:pt x="514" y="2817"/>
                      <a:pt x="694" y="2490"/>
                    </a:cubicBezTo>
                    <a:cubicBezTo>
                      <a:pt x="694" y="2812"/>
                      <a:pt x="700" y="3133"/>
                      <a:pt x="705" y="3455"/>
                    </a:cubicBezTo>
                    <a:cubicBezTo>
                      <a:pt x="672" y="3515"/>
                      <a:pt x="640" y="3569"/>
                      <a:pt x="601" y="3624"/>
                    </a:cubicBezTo>
                    <a:cubicBezTo>
                      <a:pt x="498" y="3760"/>
                      <a:pt x="389" y="3891"/>
                      <a:pt x="291" y="4027"/>
                    </a:cubicBezTo>
                    <a:cubicBezTo>
                      <a:pt x="144" y="4245"/>
                      <a:pt x="24" y="4468"/>
                      <a:pt x="40" y="4735"/>
                    </a:cubicBezTo>
                    <a:cubicBezTo>
                      <a:pt x="40" y="4738"/>
                      <a:pt x="43" y="4739"/>
                      <a:pt x="46" y="4739"/>
                    </a:cubicBezTo>
                    <a:cubicBezTo>
                      <a:pt x="48" y="4739"/>
                      <a:pt x="51" y="4738"/>
                      <a:pt x="51" y="4735"/>
                    </a:cubicBezTo>
                    <a:cubicBezTo>
                      <a:pt x="62" y="4485"/>
                      <a:pt x="182" y="4299"/>
                      <a:pt x="340" y="4130"/>
                    </a:cubicBezTo>
                    <a:cubicBezTo>
                      <a:pt x="487" y="4337"/>
                      <a:pt x="454" y="4588"/>
                      <a:pt x="460" y="4839"/>
                    </a:cubicBezTo>
                    <a:cubicBezTo>
                      <a:pt x="460" y="4853"/>
                      <a:pt x="470" y="4860"/>
                      <a:pt x="480" y="4860"/>
                    </a:cubicBezTo>
                    <a:cubicBezTo>
                      <a:pt x="489" y="4860"/>
                      <a:pt x="498" y="4854"/>
                      <a:pt x="498" y="4844"/>
                    </a:cubicBezTo>
                    <a:cubicBezTo>
                      <a:pt x="509" y="4561"/>
                      <a:pt x="563" y="4299"/>
                      <a:pt x="400" y="4065"/>
                    </a:cubicBezTo>
                    <a:cubicBezTo>
                      <a:pt x="460" y="4005"/>
                      <a:pt x="514" y="3951"/>
                      <a:pt x="574" y="3896"/>
                    </a:cubicBezTo>
                    <a:cubicBezTo>
                      <a:pt x="618" y="3852"/>
                      <a:pt x="667" y="3809"/>
                      <a:pt x="716" y="3760"/>
                    </a:cubicBezTo>
                    <a:cubicBezTo>
                      <a:pt x="749" y="4474"/>
                      <a:pt x="836" y="5187"/>
                      <a:pt x="977" y="5890"/>
                    </a:cubicBezTo>
                    <a:cubicBezTo>
                      <a:pt x="1135" y="6691"/>
                      <a:pt x="1451" y="7438"/>
                      <a:pt x="1631" y="8228"/>
                    </a:cubicBezTo>
                    <a:cubicBezTo>
                      <a:pt x="1718" y="8599"/>
                      <a:pt x="1762" y="8980"/>
                      <a:pt x="1768" y="9361"/>
                    </a:cubicBezTo>
                    <a:cubicBezTo>
                      <a:pt x="1762" y="9372"/>
                      <a:pt x="1762" y="9378"/>
                      <a:pt x="1762" y="9389"/>
                    </a:cubicBezTo>
                    <a:cubicBezTo>
                      <a:pt x="1697" y="10113"/>
                      <a:pt x="1604" y="10844"/>
                      <a:pt x="1582" y="11574"/>
                    </a:cubicBezTo>
                    <a:cubicBezTo>
                      <a:pt x="1462" y="11841"/>
                      <a:pt x="1272" y="12091"/>
                      <a:pt x="1195" y="12375"/>
                    </a:cubicBezTo>
                    <a:cubicBezTo>
                      <a:pt x="1135" y="12620"/>
                      <a:pt x="1125" y="12876"/>
                      <a:pt x="1174" y="13127"/>
                    </a:cubicBezTo>
                    <a:cubicBezTo>
                      <a:pt x="1174" y="13133"/>
                      <a:pt x="1177" y="13136"/>
                      <a:pt x="1182" y="13136"/>
                    </a:cubicBezTo>
                    <a:cubicBezTo>
                      <a:pt x="1188" y="13136"/>
                      <a:pt x="1195" y="13131"/>
                      <a:pt x="1195" y="13121"/>
                    </a:cubicBezTo>
                    <a:cubicBezTo>
                      <a:pt x="1174" y="12772"/>
                      <a:pt x="1228" y="12440"/>
                      <a:pt x="1408" y="12135"/>
                    </a:cubicBezTo>
                    <a:cubicBezTo>
                      <a:pt x="1468" y="12037"/>
                      <a:pt x="1522" y="11944"/>
                      <a:pt x="1577" y="11846"/>
                    </a:cubicBezTo>
                    <a:cubicBezTo>
                      <a:pt x="1582" y="12533"/>
                      <a:pt x="1713" y="13181"/>
                      <a:pt x="1887" y="13846"/>
                    </a:cubicBezTo>
                    <a:cubicBezTo>
                      <a:pt x="2073" y="14603"/>
                      <a:pt x="2220" y="15366"/>
                      <a:pt x="2323" y="16140"/>
                    </a:cubicBezTo>
                    <a:cubicBezTo>
                      <a:pt x="2394" y="16603"/>
                      <a:pt x="2481" y="17039"/>
                      <a:pt x="2525" y="17491"/>
                    </a:cubicBezTo>
                    <a:cubicBezTo>
                      <a:pt x="2498" y="17491"/>
                      <a:pt x="2481" y="17508"/>
                      <a:pt x="2465" y="17524"/>
                    </a:cubicBezTo>
                    <a:cubicBezTo>
                      <a:pt x="2045" y="18183"/>
                      <a:pt x="2040" y="19022"/>
                      <a:pt x="2443" y="19687"/>
                    </a:cubicBezTo>
                    <a:cubicBezTo>
                      <a:pt x="2863" y="20374"/>
                      <a:pt x="3555" y="20782"/>
                      <a:pt x="4203" y="21235"/>
                    </a:cubicBezTo>
                    <a:cubicBezTo>
                      <a:pt x="4205" y="21236"/>
                      <a:pt x="4207" y="21236"/>
                      <a:pt x="4209" y="21236"/>
                    </a:cubicBezTo>
                    <a:cubicBezTo>
                      <a:pt x="4216" y="21236"/>
                      <a:pt x="4219" y="21227"/>
                      <a:pt x="4214" y="21218"/>
                    </a:cubicBezTo>
                    <a:cubicBezTo>
                      <a:pt x="3675" y="20837"/>
                      <a:pt x="2988" y="20439"/>
                      <a:pt x="2650" y="19851"/>
                    </a:cubicBezTo>
                    <a:cubicBezTo>
                      <a:pt x="2498" y="19584"/>
                      <a:pt x="2389" y="19289"/>
                      <a:pt x="2340" y="18990"/>
                    </a:cubicBezTo>
                    <a:lnTo>
                      <a:pt x="2340" y="18990"/>
                    </a:lnTo>
                    <a:cubicBezTo>
                      <a:pt x="2541" y="19229"/>
                      <a:pt x="2830" y="19404"/>
                      <a:pt x="3015" y="19665"/>
                    </a:cubicBezTo>
                    <a:cubicBezTo>
                      <a:pt x="3021" y="19674"/>
                      <a:pt x="3028" y="19677"/>
                      <a:pt x="3034" y="19677"/>
                    </a:cubicBezTo>
                    <a:cubicBezTo>
                      <a:pt x="3055" y="19677"/>
                      <a:pt x="3075" y="19646"/>
                      <a:pt x="3059" y="19622"/>
                    </a:cubicBezTo>
                    <a:cubicBezTo>
                      <a:pt x="2846" y="19289"/>
                      <a:pt x="2514" y="19066"/>
                      <a:pt x="2329" y="18712"/>
                    </a:cubicBezTo>
                    <a:cubicBezTo>
                      <a:pt x="2329" y="18701"/>
                      <a:pt x="2323" y="18695"/>
                      <a:pt x="2312" y="18690"/>
                    </a:cubicBezTo>
                    <a:cubicBezTo>
                      <a:pt x="2312" y="18358"/>
                      <a:pt x="2394" y="18031"/>
                      <a:pt x="2541" y="17731"/>
                    </a:cubicBezTo>
                    <a:cubicBezTo>
                      <a:pt x="2552" y="17889"/>
                      <a:pt x="2552" y="18047"/>
                      <a:pt x="2547" y="18200"/>
                    </a:cubicBezTo>
                    <a:cubicBezTo>
                      <a:pt x="2547" y="18200"/>
                      <a:pt x="2552" y="18202"/>
                      <a:pt x="2555" y="18202"/>
                    </a:cubicBezTo>
                    <a:cubicBezTo>
                      <a:pt x="2556" y="18202"/>
                      <a:pt x="2558" y="18201"/>
                      <a:pt x="2558" y="18200"/>
                    </a:cubicBezTo>
                    <a:cubicBezTo>
                      <a:pt x="2612" y="18042"/>
                      <a:pt x="2639" y="17867"/>
                      <a:pt x="2639" y="17698"/>
                    </a:cubicBezTo>
                    <a:cubicBezTo>
                      <a:pt x="2961" y="17878"/>
                      <a:pt x="3108" y="18227"/>
                      <a:pt x="3239" y="18565"/>
                    </a:cubicBezTo>
                    <a:cubicBezTo>
                      <a:pt x="3233" y="18570"/>
                      <a:pt x="3233" y="18581"/>
                      <a:pt x="3233" y="18586"/>
                    </a:cubicBezTo>
                    <a:cubicBezTo>
                      <a:pt x="3250" y="18919"/>
                      <a:pt x="3228" y="19251"/>
                      <a:pt x="3326" y="19573"/>
                    </a:cubicBezTo>
                    <a:cubicBezTo>
                      <a:pt x="3331" y="19595"/>
                      <a:pt x="3349" y="19605"/>
                      <a:pt x="3366" y="19605"/>
                    </a:cubicBezTo>
                    <a:cubicBezTo>
                      <a:pt x="3387" y="19605"/>
                      <a:pt x="3408" y="19589"/>
                      <a:pt x="3402" y="19562"/>
                    </a:cubicBezTo>
                    <a:cubicBezTo>
                      <a:pt x="3326" y="19306"/>
                      <a:pt x="3320" y="19044"/>
                      <a:pt x="3315" y="18777"/>
                    </a:cubicBezTo>
                    <a:lnTo>
                      <a:pt x="3315" y="18777"/>
                    </a:lnTo>
                    <a:cubicBezTo>
                      <a:pt x="3342" y="18848"/>
                      <a:pt x="3370" y="18913"/>
                      <a:pt x="3397" y="18984"/>
                    </a:cubicBezTo>
                    <a:cubicBezTo>
                      <a:pt x="3615" y="19464"/>
                      <a:pt x="3854" y="19938"/>
                      <a:pt x="4181" y="20352"/>
                    </a:cubicBezTo>
                    <a:cubicBezTo>
                      <a:pt x="4184" y="20353"/>
                      <a:pt x="4187" y="20354"/>
                      <a:pt x="4190" y="20354"/>
                    </a:cubicBezTo>
                    <a:cubicBezTo>
                      <a:pt x="4197" y="20354"/>
                      <a:pt x="4202" y="20349"/>
                      <a:pt x="4198" y="20341"/>
                    </a:cubicBezTo>
                    <a:cubicBezTo>
                      <a:pt x="3871" y="19758"/>
                      <a:pt x="3577" y="19159"/>
                      <a:pt x="3326" y="18537"/>
                    </a:cubicBezTo>
                    <a:cubicBezTo>
                      <a:pt x="3179" y="18161"/>
                      <a:pt x="3021" y="17775"/>
                      <a:pt x="2639" y="17600"/>
                    </a:cubicBezTo>
                    <a:cubicBezTo>
                      <a:pt x="2618" y="17197"/>
                      <a:pt x="2498" y="16777"/>
                      <a:pt x="2443" y="16401"/>
                    </a:cubicBezTo>
                    <a:cubicBezTo>
                      <a:pt x="2411" y="16156"/>
                      <a:pt x="2378" y="15911"/>
                      <a:pt x="2340" y="15671"/>
                    </a:cubicBezTo>
                    <a:lnTo>
                      <a:pt x="2340" y="15671"/>
                    </a:lnTo>
                    <a:cubicBezTo>
                      <a:pt x="2476" y="15873"/>
                      <a:pt x="2667" y="16036"/>
                      <a:pt x="2770" y="16260"/>
                    </a:cubicBezTo>
                    <a:cubicBezTo>
                      <a:pt x="2890" y="16521"/>
                      <a:pt x="2977" y="16805"/>
                      <a:pt x="3021" y="17088"/>
                    </a:cubicBezTo>
                    <a:cubicBezTo>
                      <a:pt x="3026" y="17110"/>
                      <a:pt x="3041" y="17120"/>
                      <a:pt x="3057" y="17120"/>
                    </a:cubicBezTo>
                    <a:cubicBezTo>
                      <a:pt x="3076" y="17120"/>
                      <a:pt x="3095" y="17104"/>
                      <a:pt x="3092" y="17077"/>
                    </a:cubicBezTo>
                    <a:cubicBezTo>
                      <a:pt x="3064" y="16783"/>
                      <a:pt x="3059" y="16461"/>
                      <a:pt x="2912" y="16194"/>
                    </a:cubicBezTo>
                    <a:cubicBezTo>
                      <a:pt x="2743" y="15917"/>
                      <a:pt x="2558" y="15655"/>
                      <a:pt x="2351" y="15404"/>
                    </a:cubicBezTo>
                    <a:cubicBezTo>
                      <a:pt x="2340" y="15388"/>
                      <a:pt x="2323" y="15377"/>
                      <a:pt x="2302" y="15377"/>
                    </a:cubicBezTo>
                    <a:cubicBezTo>
                      <a:pt x="2242" y="14947"/>
                      <a:pt x="2171" y="14511"/>
                      <a:pt x="2067" y="14086"/>
                    </a:cubicBezTo>
                    <a:cubicBezTo>
                      <a:pt x="1991" y="13764"/>
                      <a:pt x="1915" y="13443"/>
                      <a:pt x="1849" y="13121"/>
                    </a:cubicBezTo>
                    <a:lnTo>
                      <a:pt x="1849" y="13121"/>
                    </a:lnTo>
                    <a:cubicBezTo>
                      <a:pt x="2024" y="13410"/>
                      <a:pt x="2269" y="13612"/>
                      <a:pt x="2492" y="13868"/>
                    </a:cubicBezTo>
                    <a:cubicBezTo>
                      <a:pt x="2814" y="14244"/>
                      <a:pt x="2988" y="14690"/>
                      <a:pt x="3113" y="15165"/>
                    </a:cubicBezTo>
                    <a:cubicBezTo>
                      <a:pt x="3116" y="15171"/>
                      <a:pt x="3122" y="15174"/>
                      <a:pt x="3128" y="15174"/>
                    </a:cubicBezTo>
                    <a:cubicBezTo>
                      <a:pt x="3137" y="15174"/>
                      <a:pt x="3146" y="15169"/>
                      <a:pt x="3146" y="15159"/>
                    </a:cubicBezTo>
                    <a:cubicBezTo>
                      <a:pt x="3070" y="14783"/>
                      <a:pt x="2961" y="14413"/>
                      <a:pt x="2748" y="14091"/>
                    </a:cubicBezTo>
                    <a:cubicBezTo>
                      <a:pt x="2487" y="13699"/>
                      <a:pt x="2089" y="13426"/>
                      <a:pt x="1871" y="13001"/>
                    </a:cubicBezTo>
                    <a:cubicBezTo>
                      <a:pt x="1863" y="12985"/>
                      <a:pt x="1848" y="12978"/>
                      <a:pt x="1832" y="12978"/>
                    </a:cubicBezTo>
                    <a:cubicBezTo>
                      <a:pt x="1827" y="12978"/>
                      <a:pt x="1822" y="12978"/>
                      <a:pt x="1817" y="12980"/>
                    </a:cubicBezTo>
                    <a:cubicBezTo>
                      <a:pt x="1735" y="12576"/>
                      <a:pt x="1702" y="12162"/>
                      <a:pt x="1724" y="11748"/>
                    </a:cubicBezTo>
                    <a:cubicBezTo>
                      <a:pt x="1729" y="11634"/>
                      <a:pt x="1740" y="11514"/>
                      <a:pt x="1751" y="11399"/>
                    </a:cubicBezTo>
                    <a:cubicBezTo>
                      <a:pt x="2002" y="11655"/>
                      <a:pt x="2176" y="11950"/>
                      <a:pt x="2203" y="12320"/>
                    </a:cubicBezTo>
                    <a:cubicBezTo>
                      <a:pt x="2203" y="12334"/>
                      <a:pt x="2216" y="12341"/>
                      <a:pt x="2228" y="12341"/>
                    </a:cubicBezTo>
                    <a:cubicBezTo>
                      <a:pt x="2240" y="12341"/>
                      <a:pt x="2252" y="12334"/>
                      <a:pt x="2252" y="12320"/>
                    </a:cubicBezTo>
                    <a:cubicBezTo>
                      <a:pt x="2258" y="11890"/>
                      <a:pt x="2062" y="11525"/>
                      <a:pt x="1773" y="11219"/>
                    </a:cubicBezTo>
                    <a:cubicBezTo>
                      <a:pt x="1844" y="10631"/>
                      <a:pt x="1947" y="10037"/>
                      <a:pt x="1942" y="9449"/>
                    </a:cubicBezTo>
                    <a:cubicBezTo>
                      <a:pt x="1953" y="9111"/>
                      <a:pt x="1926" y="8773"/>
                      <a:pt x="1866" y="8441"/>
                    </a:cubicBezTo>
                    <a:cubicBezTo>
                      <a:pt x="1724" y="7650"/>
                      <a:pt x="1402" y="6904"/>
                      <a:pt x="1239" y="6114"/>
                    </a:cubicBezTo>
                    <a:cubicBezTo>
                      <a:pt x="1065" y="5280"/>
                      <a:pt x="977" y="4436"/>
                      <a:pt x="977" y="3585"/>
                    </a:cubicBezTo>
                    <a:lnTo>
                      <a:pt x="977" y="2834"/>
                    </a:lnTo>
                    <a:cubicBezTo>
                      <a:pt x="1097" y="3084"/>
                      <a:pt x="1255" y="3318"/>
                      <a:pt x="1392" y="3558"/>
                    </a:cubicBezTo>
                    <a:cubicBezTo>
                      <a:pt x="1571" y="3885"/>
                      <a:pt x="1729" y="4228"/>
                      <a:pt x="1866" y="4577"/>
                    </a:cubicBezTo>
                    <a:cubicBezTo>
                      <a:pt x="1964" y="4801"/>
                      <a:pt x="2029" y="5040"/>
                      <a:pt x="2056" y="5286"/>
                    </a:cubicBezTo>
                    <a:cubicBezTo>
                      <a:pt x="2056" y="5296"/>
                      <a:pt x="2056" y="5302"/>
                      <a:pt x="2056" y="5307"/>
                    </a:cubicBezTo>
                    <a:cubicBezTo>
                      <a:pt x="2084" y="5520"/>
                      <a:pt x="2089" y="5732"/>
                      <a:pt x="2078" y="5939"/>
                    </a:cubicBezTo>
                    <a:cubicBezTo>
                      <a:pt x="2056" y="6277"/>
                      <a:pt x="2051" y="6610"/>
                      <a:pt x="2127" y="6937"/>
                    </a:cubicBezTo>
                    <a:cubicBezTo>
                      <a:pt x="2258" y="7509"/>
                      <a:pt x="2530" y="8059"/>
                      <a:pt x="2634" y="8642"/>
                    </a:cubicBezTo>
                    <a:cubicBezTo>
                      <a:pt x="2416" y="8871"/>
                      <a:pt x="2203" y="9247"/>
                      <a:pt x="2187" y="9568"/>
                    </a:cubicBezTo>
                    <a:cubicBezTo>
                      <a:pt x="2187" y="9584"/>
                      <a:pt x="2198" y="9593"/>
                      <a:pt x="2209" y="9593"/>
                    </a:cubicBezTo>
                    <a:cubicBezTo>
                      <a:pt x="2216" y="9593"/>
                      <a:pt x="2223" y="9588"/>
                      <a:pt x="2225" y="9579"/>
                    </a:cubicBezTo>
                    <a:cubicBezTo>
                      <a:pt x="2302" y="9400"/>
                      <a:pt x="2394" y="9231"/>
                      <a:pt x="2498" y="9073"/>
                    </a:cubicBezTo>
                    <a:cubicBezTo>
                      <a:pt x="2563" y="8985"/>
                      <a:pt x="2612" y="8893"/>
                      <a:pt x="2661" y="8800"/>
                    </a:cubicBezTo>
                    <a:cubicBezTo>
                      <a:pt x="2667" y="8844"/>
                      <a:pt x="2672" y="8893"/>
                      <a:pt x="2672" y="8942"/>
                    </a:cubicBezTo>
                    <a:cubicBezTo>
                      <a:pt x="2688" y="9247"/>
                      <a:pt x="2737" y="10081"/>
                      <a:pt x="2405" y="10239"/>
                    </a:cubicBezTo>
                    <a:cubicBezTo>
                      <a:pt x="2372" y="10255"/>
                      <a:pt x="2378" y="10310"/>
                      <a:pt x="2421" y="10315"/>
                    </a:cubicBezTo>
                    <a:cubicBezTo>
                      <a:pt x="2436" y="10317"/>
                      <a:pt x="2449" y="10318"/>
                      <a:pt x="2463" y="10318"/>
                    </a:cubicBezTo>
                    <a:cubicBezTo>
                      <a:pt x="2804" y="10318"/>
                      <a:pt x="2825" y="9598"/>
                      <a:pt x="2841" y="9378"/>
                    </a:cubicBezTo>
                    <a:cubicBezTo>
                      <a:pt x="2890" y="8691"/>
                      <a:pt x="2650" y="8092"/>
                      <a:pt x="2438" y="7449"/>
                    </a:cubicBezTo>
                    <a:cubicBezTo>
                      <a:pt x="2274" y="6964"/>
                      <a:pt x="2198" y="6457"/>
                      <a:pt x="2220" y="5950"/>
                    </a:cubicBezTo>
                    <a:cubicBezTo>
                      <a:pt x="2225" y="5771"/>
                      <a:pt x="2231" y="5585"/>
                      <a:pt x="2220" y="5411"/>
                    </a:cubicBezTo>
                    <a:lnTo>
                      <a:pt x="2220" y="5411"/>
                    </a:lnTo>
                    <a:cubicBezTo>
                      <a:pt x="2356" y="5482"/>
                      <a:pt x="2481" y="5574"/>
                      <a:pt x="2590" y="5683"/>
                    </a:cubicBezTo>
                    <a:cubicBezTo>
                      <a:pt x="2737" y="5847"/>
                      <a:pt x="2836" y="6054"/>
                      <a:pt x="2863" y="6277"/>
                    </a:cubicBezTo>
                    <a:cubicBezTo>
                      <a:pt x="2863" y="6284"/>
                      <a:pt x="2868" y="6287"/>
                      <a:pt x="2873" y="6287"/>
                    </a:cubicBezTo>
                    <a:cubicBezTo>
                      <a:pt x="2881" y="6287"/>
                      <a:pt x="2890" y="6281"/>
                      <a:pt x="2890" y="6272"/>
                    </a:cubicBezTo>
                    <a:cubicBezTo>
                      <a:pt x="2830" y="5809"/>
                      <a:pt x="2585" y="5542"/>
                      <a:pt x="2214" y="5302"/>
                    </a:cubicBezTo>
                    <a:cubicBezTo>
                      <a:pt x="2198" y="5160"/>
                      <a:pt x="2165" y="5019"/>
                      <a:pt x="2122" y="4882"/>
                    </a:cubicBezTo>
                    <a:cubicBezTo>
                      <a:pt x="1838" y="4038"/>
                      <a:pt x="1386" y="3302"/>
                      <a:pt x="988" y="2517"/>
                    </a:cubicBezTo>
                    <a:cubicBezTo>
                      <a:pt x="983" y="2507"/>
                      <a:pt x="977" y="2501"/>
                      <a:pt x="967" y="2490"/>
                    </a:cubicBezTo>
                    <a:cubicBezTo>
                      <a:pt x="972" y="2060"/>
                      <a:pt x="999" y="1629"/>
                      <a:pt x="1048" y="1204"/>
                    </a:cubicBezTo>
                    <a:cubicBezTo>
                      <a:pt x="1184" y="1444"/>
                      <a:pt x="1359" y="1667"/>
                      <a:pt x="1560" y="1858"/>
                    </a:cubicBezTo>
                    <a:cubicBezTo>
                      <a:pt x="1555" y="1864"/>
                      <a:pt x="1555" y="1869"/>
                      <a:pt x="1555" y="1874"/>
                    </a:cubicBezTo>
                    <a:cubicBezTo>
                      <a:pt x="1517" y="2250"/>
                      <a:pt x="1522" y="2632"/>
                      <a:pt x="1571" y="3002"/>
                    </a:cubicBezTo>
                    <a:cubicBezTo>
                      <a:pt x="1574" y="3024"/>
                      <a:pt x="1592" y="3035"/>
                      <a:pt x="1610" y="3035"/>
                    </a:cubicBezTo>
                    <a:cubicBezTo>
                      <a:pt x="1627" y="3035"/>
                      <a:pt x="1645" y="3024"/>
                      <a:pt x="1648" y="3002"/>
                    </a:cubicBezTo>
                    <a:cubicBezTo>
                      <a:pt x="1697" y="2670"/>
                      <a:pt x="1718" y="2332"/>
                      <a:pt x="1708" y="2000"/>
                    </a:cubicBezTo>
                    <a:lnTo>
                      <a:pt x="1708" y="2000"/>
                    </a:lnTo>
                    <a:cubicBezTo>
                      <a:pt x="1718" y="2005"/>
                      <a:pt x="1729" y="2016"/>
                      <a:pt x="1740" y="2027"/>
                    </a:cubicBezTo>
                    <a:cubicBezTo>
                      <a:pt x="1920" y="2180"/>
                      <a:pt x="2084" y="2349"/>
                      <a:pt x="2236" y="2523"/>
                    </a:cubicBezTo>
                    <a:cubicBezTo>
                      <a:pt x="2198" y="2986"/>
                      <a:pt x="2220" y="3526"/>
                      <a:pt x="2411" y="3940"/>
                    </a:cubicBezTo>
                    <a:cubicBezTo>
                      <a:pt x="2413" y="3944"/>
                      <a:pt x="2415" y="3946"/>
                      <a:pt x="2418" y="3946"/>
                    </a:cubicBezTo>
                    <a:cubicBezTo>
                      <a:pt x="2423" y="3946"/>
                      <a:pt x="2427" y="3941"/>
                      <a:pt x="2427" y="3934"/>
                    </a:cubicBezTo>
                    <a:cubicBezTo>
                      <a:pt x="2345" y="3531"/>
                      <a:pt x="2411" y="3111"/>
                      <a:pt x="2378" y="2703"/>
                    </a:cubicBezTo>
                    <a:lnTo>
                      <a:pt x="2378" y="2703"/>
                    </a:lnTo>
                    <a:cubicBezTo>
                      <a:pt x="2667" y="3090"/>
                      <a:pt x="2863" y="3531"/>
                      <a:pt x="2955" y="4000"/>
                    </a:cubicBezTo>
                    <a:cubicBezTo>
                      <a:pt x="2963" y="4032"/>
                      <a:pt x="2991" y="4048"/>
                      <a:pt x="3017" y="4048"/>
                    </a:cubicBezTo>
                    <a:cubicBezTo>
                      <a:pt x="3044" y="4048"/>
                      <a:pt x="3070" y="4030"/>
                      <a:pt x="3070" y="3994"/>
                    </a:cubicBezTo>
                    <a:cubicBezTo>
                      <a:pt x="3097" y="3351"/>
                      <a:pt x="2694" y="2725"/>
                      <a:pt x="2263" y="2272"/>
                    </a:cubicBezTo>
                    <a:cubicBezTo>
                      <a:pt x="2018" y="2016"/>
                      <a:pt x="1697" y="1809"/>
                      <a:pt x="1473" y="1537"/>
                    </a:cubicBezTo>
                    <a:cubicBezTo>
                      <a:pt x="1304" y="1324"/>
                      <a:pt x="1212" y="1090"/>
                      <a:pt x="1103" y="856"/>
                    </a:cubicBezTo>
                    <a:lnTo>
                      <a:pt x="1103" y="856"/>
                    </a:lnTo>
                    <a:cubicBezTo>
                      <a:pt x="1179" y="915"/>
                      <a:pt x="1261" y="970"/>
                      <a:pt x="1343" y="1024"/>
                    </a:cubicBezTo>
                    <a:cubicBezTo>
                      <a:pt x="1348" y="1046"/>
                      <a:pt x="1364" y="1068"/>
                      <a:pt x="1386" y="1073"/>
                    </a:cubicBezTo>
                    <a:lnTo>
                      <a:pt x="1435" y="1084"/>
                    </a:lnTo>
                    <a:cubicBezTo>
                      <a:pt x="1838" y="1324"/>
                      <a:pt x="2280" y="1504"/>
                      <a:pt x="2590" y="1869"/>
                    </a:cubicBezTo>
                    <a:cubicBezTo>
                      <a:pt x="2599" y="1879"/>
                      <a:pt x="2609" y="1883"/>
                      <a:pt x="2618" y="1883"/>
                    </a:cubicBezTo>
                    <a:cubicBezTo>
                      <a:pt x="2645" y="1883"/>
                      <a:pt x="2669" y="1850"/>
                      <a:pt x="2645" y="1825"/>
                    </a:cubicBezTo>
                    <a:cubicBezTo>
                      <a:pt x="2394" y="1509"/>
                      <a:pt x="2056" y="1324"/>
                      <a:pt x="1718" y="1128"/>
                    </a:cubicBezTo>
                    <a:lnTo>
                      <a:pt x="1718" y="1128"/>
                    </a:lnTo>
                    <a:cubicBezTo>
                      <a:pt x="2002" y="1155"/>
                      <a:pt x="2285" y="1155"/>
                      <a:pt x="2519" y="1340"/>
                    </a:cubicBezTo>
                    <a:cubicBezTo>
                      <a:pt x="2527" y="1346"/>
                      <a:pt x="2535" y="1348"/>
                      <a:pt x="2542" y="1348"/>
                    </a:cubicBezTo>
                    <a:cubicBezTo>
                      <a:pt x="2575" y="1348"/>
                      <a:pt x="2606" y="1307"/>
                      <a:pt x="2579" y="1281"/>
                    </a:cubicBezTo>
                    <a:cubicBezTo>
                      <a:pt x="2263" y="986"/>
                      <a:pt x="1817" y="1014"/>
                      <a:pt x="1419" y="926"/>
                    </a:cubicBezTo>
                    <a:cubicBezTo>
                      <a:pt x="1413" y="924"/>
                      <a:pt x="1408" y="922"/>
                      <a:pt x="1403" y="922"/>
                    </a:cubicBezTo>
                    <a:cubicBezTo>
                      <a:pt x="1398" y="922"/>
                      <a:pt x="1394" y="924"/>
                      <a:pt x="1392" y="926"/>
                    </a:cubicBezTo>
                    <a:cubicBezTo>
                      <a:pt x="1283" y="856"/>
                      <a:pt x="1184" y="779"/>
                      <a:pt x="1092" y="692"/>
                    </a:cubicBezTo>
                    <a:cubicBezTo>
                      <a:pt x="1086" y="687"/>
                      <a:pt x="1076" y="681"/>
                      <a:pt x="1065" y="681"/>
                    </a:cubicBezTo>
                    <a:cubicBezTo>
                      <a:pt x="1092" y="490"/>
                      <a:pt x="1103" y="300"/>
                      <a:pt x="1103" y="109"/>
                    </a:cubicBezTo>
                    <a:cubicBezTo>
                      <a:pt x="1106" y="42"/>
                      <a:pt x="1051" y="1"/>
                      <a:pt x="99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8"/>
              <p:cNvSpPr/>
              <p:nvPr/>
            </p:nvSpPr>
            <p:spPr>
              <a:xfrm>
                <a:off x="4906830" y="3546656"/>
                <a:ext cx="45870" cy="41902"/>
              </a:xfrm>
              <a:custGeom>
                <a:rect b="b" l="l" r="r" t="t"/>
                <a:pathLst>
                  <a:path extrusionOk="0" h="1658" w="1815">
                    <a:moveTo>
                      <a:pt x="1008" y="1"/>
                    </a:moveTo>
                    <a:cubicBezTo>
                      <a:pt x="1008" y="1"/>
                      <a:pt x="246" y="693"/>
                      <a:pt x="0" y="1014"/>
                    </a:cubicBezTo>
                    <a:lnTo>
                      <a:pt x="175" y="1199"/>
                    </a:lnTo>
                    <a:cubicBezTo>
                      <a:pt x="175" y="1199"/>
                      <a:pt x="474" y="960"/>
                      <a:pt x="616" y="921"/>
                    </a:cubicBezTo>
                    <a:cubicBezTo>
                      <a:pt x="622" y="920"/>
                      <a:pt x="627" y="919"/>
                      <a:pt x="631" y="919"/>
                    </a:cubicBezTo>
                    <a:cubicBezTo>
                      <a:pt x="731" y="919"/>
                      <a:pt x="494" y="1378"/>
                      <a:pt x="442" y="1477"/>
                    </a:cubicBezTo>
                    <a:cubicBezTo>
                      <a:pt x="382" y="1581"/>
                      <a:pt x="485" y="1613"/>
                      <a:pt x="518" y="1624"/>
                    </a:cubicBezTo>
                    <a:cubicBezTo>
                      <a:pt x="551" y="1637"/>
                      <a:pt x="585" y="1658"/>
                      <a:pt x="624" y="1658"/>
                    </a:cubicBezTo>
                    <a:cubicBezTo>
                      <a:pt x="680" y="1658"/>
                      <a:pt x="745" y="1613"/>
                      <a:pt x="823" y="1434"/>
                    </a:cubicBezTo>
                    <a:cubicBezTo>
                      <a:pt x="923" y="1196"/>
                      <a:pt x="974" y="1099"/>
                      <a:pt x="1048" y="1099"/>
                    </a:cubicBezTo>
                    <a:cubicBezTo>
                      <a:pt x="1068" y="1099"/>
                      <a:pt x="1088" y="1105"/>
                      <a:pt x="1112" y="1118"/>
                    </a:cubicBezTo>
                    <a:cubicBezTo>
                      <a:pt x="1254" y="1194"/>
                      <a:pt x="1330" y="1592"/>
                      <a:pt x="1330" y="1592"/>
                    </a:cubicBezTo>
                    <a:lnTo>
                      <a:pt x="1608" y="1472"/>
                    </a:lnTo>
                    <a:cubicBezTo>
                      <a:pt x="1608" y="1472"/>
                      <a:pt x="1308" y="867"/>
                      <a:pt x="1559" y="475"/>
                    </a:cubicBezTo>
                    <a:cubicBezTo>
                      <a:pt x="1815" y="82"/>
                      <a:pt x="1008" y="1"/>
                      <a:pt x="10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8"/>
              <p:cNvSpPr/>
              <p:nvPr/>
            </p:nvSpPr>
            <p:spPr>
              <a:xfrm>
                <a:off x="4938193" y="3484991"/>
                <a:ext cx="70662" cy="34800"/>
              </a:xfrm>
              <a:custGeom>
                <a:rect b="b" l="l" r="r" t="t"/>
                <a:pathLst>
                  <a:path extrusionOk="0" h="1377" w="2796">
                    <a:moveTo>
                      <a:pt x="1463" y="0"/>
                    </a:moveTo>
                    <a:cubicBezTo>
                      <a:pt x="906" y="0"/>
                      <a:pt x="154" y="379"/>
                      <a:pt x="29" y="893"/>
                    </a:cubicBezTo>
                    <a:cubicBezTo>
                      <a:pt x="1" y="996"/>
                      <a:pt x="98" y="1067"/>
                      <a:pt x="189" y="1067"/>
                    </a:cubicBezTo>
                    <a:cubicBezTo>
                      <a:pt x="203" y="1067"/>
                      <a:pt x="217" y="1066"/>
                      <a:pt x="231" y="1062"/>
                    </a:cubicBezTo>
                    <a:cubicBezTo>
                      <a:pt x="421" y="1013"/>
                      <a:pt x="552" y="871"/>
                      <a:pt x="705" y="751"/>
                    </a:cubicBezTo>
                    <a:cubicBezTo>
                      <a:pt x="890" y="610"/>
                      <a:pt x="1097" y="506"/>
                      <a:pt x="1315" y="430"/>
                    </a:cubicBezTo>
                    <a:cubicBezTo>
                      <a:pt x="1438" y="393"/>
                      <a:pt x="1548" y="368"/>
                      <a:pt x="1654" y="368"/>
                    </a:cubicBezTo>
                    <a:cubicBezTo>
                      <a:pt x="1735" y="368"/>
                      <a:pt x="1814" y="383"/>
                      <a:pt x="1893" y="419"/>
                    </a:cubicBezTo>
                    <a:cubicBezTo>
                      <a:pt x="1800" y="544"/>
                      <a:pt x="1756" y="697"/>
                      <a:pt x="1773" y="849"/>
                    </a:cubicBezTo>
                    <a:cubicBezTo>
                      <a:pt x="1773" y="881"/>
                      <a:pt x="1798" y="897"/>
                      <a:pt x="1823" y="897"/>
                    </a:cubicBezTo>
                    <a:cubicBezTo>
                      <a:pt x="1846" y="897"/>
                      <a:pt x="1868" y="883"/>
                      <a:pt x="1871" y="855"/>
                    </a:cubicBezTo>
                    <a:cubicBezTo>
                      <a:pt x="1882" y="730"/>
                      <a:pt x="1931" y="604"/>
                      <a:pt x="2018" y="512"/>
                    </a:cubicBezTo>
                    <a:lnTo>
                      <a:pt x="2029" y="495"/>
                    </a:lnTo>
                    <a:cubicBezTo>
                      <a:pt x="2045" y="512"/>
                      <a:pt x="2056" y="522"/>
                      <a:pt x="2072" y="539"/>
                    </a:cubicBezTo>
                    <a:cubicBezTo>
                      <a:pt x="2105" y="566"/>
                      <a:pt x="2132" y="593"/>
                      <a:pt x="2160" y="631"/>
                    </a:cubicBezTo>
                    <a:cubicBezTo>
                      <a:pt x="1963" y="795"/>
                      <a:pt x="1942" y="1029"/>
                      <a:pt x="1936" y="1274"/>
                    </a:cubicBezTo>
                    <a:cubicBezTo>
                      <a:pt x="1936" y="1302"/>
                      <a:pt x="1955" y="1314"/>
                      <a:pt x="1976" y="1314"/>
                    </a:cubicBezTo>
                    <a:cubicBezTo>
                      <a:pt x="2001" y="1314"/>
                      <a:pt x="2029" y="1296"/>
                      <a:pt x="2029" y="1264"/>
                    </a:cubicBezTo>
                    <a:cubicBezTo>
                      <a:pt x="2023" y="1165"/>
                      <a:pt x="2034" y="1067"/>
                      <a:pt x="2051" y="964"/>
                    </a:cubicBezTo>
                    <a:cubicBezTo>
                      <a:pt x="2072" y="866"/>
                      <a:pt x="2127" y="768"/>
                      <a:pt x="2203" y="691"/>
                    </a:cubicBezTo>
                    <a:cubicBezTo>
                      <a:pt x="2296" y="882"/>
                      <a:pt x="2328" y="1095"/>
                      <a:pt x="2301" y="1307"/>
                    </a:cubicBezTo>
                    <a:cubicBezTo>
                      <a:pt x="2295" y="1351"/>
                      <a:pt x="2330" y="1376"/>
                      <a:pt x="2364" y="1376"/>
                    </a:cubicBezTo>
                    <a:cubicBezTo>
                      <a:pt x="2391" y="1376"/>
                      <a:pt x="2417" y="1362"/>
                      <a:pt x="2427" y="1329"/>
                    </a:cubicBezTo>
                    <a:cubicBezTo>
                      <a:pt x="2481" y="1138"/>
                      <a:pt x="2487" y="937"/>
                      <a:pt x="2437" y="740"/>
                    </a:cubicBezTo>
                    <a:lnTo>
                      <a:pt x="2437" y="740"/>
                    </a:lnTo>
                    <a:cubicBezTo>
                      <a:pt x="2481" y="757"/>
                      <a:pt x="2519" y="773"/>
                      <a:pt x="2557" y="789"/>
                    </a:cubicBezTo>
                    <a:cubicBezTo>
                      <a:pt x="2634" y="822"/>
                      <a:pt x="2704" y="871"/>
                      <a:pt x="2754" y="937"/>
                    </a:cubicBezTo>
                    <a:cubicBezTo>
                      <a:pt x="2758" y="939"/>
                      <a:pt x="2763" y="940"/>
                      <a:pt x="2768" y="940"/>
                    </a:cubicBezTo>
                    <a:cubicBezTo>
                      <a:pt x="2784" y="940"/>
                      <a:pt x="2796" y="926"/>
                      <a:pt x="2792" y="909"/>
                    </a:cubicBezTo>
                    <a:cubicBezTo>
                      <a:pt x="2737" y="762"/>
                      <a:pt x="2574" y="593"/>
                      <a:pt x="2405" y="582"/>
                    </a:cubicBezTo>
                    <a:lnTo>
                      <a:pt x="2378" y="582"/>
                    </a:lnTo>
                    <a:cubicBezTo>
                      <a:pt x="2318" y="452"/>
                      <a:pt x="2236" y="332"/>
                      <a:pt x="2127" y="239"/>
                    </a:cubicBezTo>
                    <a:cubicBezTo>
                      <a:pt x="2196" y="218"/>
                      <a:pt x="2268" y="207"/>
                      <a:pt x="2340" y="207"/>
                    </a:cubicBezTo>
                    <a:cubicBezTo>
                      <a:pt x="2432" y="207"/>
                      <a:pt x="2523" y="224"/>
                      <a:pt x="2612" y="261"/>
                    </a:cubicBezTo>
                    <a:cubicBezTo>
                      <a:pt x="2616" y="262"/>
                      <a:pt x="2619" y="262"/>
                      <a:pt x="2623" y="262"/>
                    </a:cubicBezTo>
                    <a:cubicBezTo>
                      <a:pt x="2654" y="262"/>
                      <a:pt x="2669" y="221"/>
                      <a:pt x="2639" y="201"/>
                    </a:cubicBezTo>
                    <a:cubicBezTo>
                      <a:pt x="2509" y="127"/>
                      <a:pt x="2362" y="88"/>
                      <a:pt x="2213" y="88"/>
                    </a:cubicBezTo>
                    <a:cubicBezTo>
                      <a:pt x="2144" y="88"/>
                      <a:pt x="2075" y="96"/>
                      <a:pt x="2007" y="114"/>
                    </a:cubicBezTo>
                    <a:cubicBezTo>
                      <a:pt x="1991" y="119"/>
                      <a:pt x="1980" y="125"/>
                      <a:pt x="1969" y="136"/>
                    </a:cubicBezTo>
                    <a:cubicBezTo>
                      <a:pt x="1876" y="87"/>
                      <a:pt x="1778" y="48"/>
                      <a:pt x="1675" y="21"/>
                    </a:cubicBezTo>
                    <a:cubicBezTo>
                      <a:pt x="1609" y="7"/>
                      <a:pt x="1538" y="0"/>
                      <a:pt x="14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8"/>
              <p:cNvSpPr/>
              <p:nvPr/>
            </p:nvSpPr>
            <p:spPr>
              <a:xfrm>
                <a:off x="4903671" y="3485219"/>
                <a:ext cx="80164" cy="84739"/>
              </a:xfrm>
              <a:custGeom>
                <a:rect b="b" l="l" r="r" t="t"/>
                <a:pathLst>
                  <a:path extrusionOk="0" h="3353" w="3172">
                    <a:moveTo>
                      <a:pt x="1276" y="0"/>
                    </a:moveTo>
                    <a:cubicBezTo>
                      <a:pt x="1226" y="0"/>
                      <a:pt x="1184" y="5"/>
                      <a:pt x="1155" y="12"/>
                    </a:cubicBezTo>
                    <a:cubicBezTo>
                      <a:pt x="1155" y="12"/>
                      <a:pt x="0" y="230"/>
                      <a:pt x="136" y="1238"/>
                    </a:cubicBezTo>
                    <a:cubicBezTo>
                      <a:pt x="278" y="2241"/>
                      <a:pt x="578" y="2497"/>
                      <a:pt x="1052" y="2715"/>
                    </a:cubicBezTo>
                    <a:cubicBezTo>
                      <a:pt x="1390" y="2872"/>
                      <a:pt x="1972" y="3352"/>
                      <a:pt x="2398" y="3352"/>
                    </a:cubicBezTo>
                    <a:cubicBezTo>
                      <a:pt x="2563" y="3352"/>
                      <a:pt x="2705" y="3281"/>
                      <a:pt x="2801" y="3091"/>
                    </a:cubicBezTo>
                    <a:cubicBezTo>
                      <a:pt x="3150" y="2410"/>
                      <a:pt x="3171" y="1838"/>
                      <a:pt x="2725" y="1304"/>
                    </a:cubicBezTo>
                    <a:cubicBezTo>
                      <a:pt x="2272" y="775"/>
                      <a:pt x="1820" y="661"/>
                      <a:pt x="1880" y="350"/>
                    </a:cubicBezTo>
                    <a:cubicBezTo>
                      <a:pt x="1929" y="93"/>
                      <a:pt x="1514" y="0"/>
                      <a:pt x="127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705" name="Google Shape;9705;p88"/>
          <p:cNvSpPr/>
          <p:nvPr/>
        </p:nvSpPr>
        <p:spPr>
          <a:xfrm>
            <a:off x="5890180" y="1558993"/>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9" name="Shape 9709"/>
        <p:cNvGrpSpPr/>
        <p:nvPr/>
      </p:nvGrpSpPr>
      <p:grpSpPr>
        <a:xfrm>
          <a:off x="0" y="0"/>
          <a:ext cx="0" cy="0"/>
          <a:chOff x="0" y="0"/>
          <a:chExt cx="0" cy="0"/>
        </a:xfrm>
      </p:grpSpPr>
      <p:sp>
        <p:nvSpPr>
          <p:cNvPr id="9710" name="Google Shape;9710;p89"/>
          <p:cNvSpPr/>
          <p:nvPr/>
        </p:nvSpPr>
        <p:spPr>
          <a:xfrm>
            <a:off x="5983275"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1" name="Google Shape;9711;p89"/>
          <p:cNvGrpSpPr/>
          <p:nvPr/>
        </p:nvGrpSpPr>
        <p:grpSpPr>
          <a:xfrm>
            <a:off x="5881075" y="1606500"/>
            <a:ext cx="389275" cy="1299125"/>
            <a:chOff x="5881075" y="1606500"/>
            <a:chExt cx="389275" cy="1299125"/>
          </a:xfrm>
        </p:grpSpPr>
        <p:sp>
          <p:nvSpPr>
            <p:cNvPr id="9712" name="Google Shape;9712;p89"/>
            <p:cNvSpPr/>
            <p:nvPr/>
          </p:nvSpPr>
          <p:spPr>
            <a:xfrm>
              <a:off x="5881075"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0" y="22234"/>
                    <a:pt x="209" y="22658"/>
                  </a:cubicBezTo>
                  <a:cubicBezTo>
                    <a:pt x="682" y="23602"/>
                    <a:pt x="1024" y="23870"/>
                    <a:pt x="1191" y="23870"/>
                  </a:cubicBezTo>
                  <a:cubicBezTo>
                    <a:pt x="1277" y="23870"/>
                    <a:pt x="1316" y="23800"/>
                    <a:pt x="1304" y="23715"/>
                  </a:cubicBezTo>
                  <a:cubicBezTo>
                    <a:pt x="1267" y="23469"/>
                    <a:pt x="984" y="22977"/>
                    <a:pt x="916" y="22486"/>
                  </a:cubicBezTo>
                  <a:cubicBezTo>
                    <a:pt x="867" y="22089"/>
                    <a:pt x="945" y="21530"/>
                    <a:pt x="1032"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92" y="19142"/>
                  </a:cubicBezTo>
                  <a:cubicBezTo>
                    <a:pt x="1629" y="18576"/>
                    <a:pt x="2932" y="15226"/>
                    <a:pt x="3178" y="13819"/>
                  </a:cubicBezTo>
                  <a:cubicBezTo>
                    <a:pt x="3424" y="12411"/>
                    <a:pt x="3775" y="8569"/>
                    <a:pt x="3775" y="8569"/>
                  </a:cubicBezTo>
                  <a:cubicBezTo>
                    <a:pt x="3916" y="9448"/>
                    <a:pt x="4481" y="10579"/>
                    <a:pt x="4518" y="12233"/>
                  </a:cubicBezTo>
                  <a:cubicBezTo>
                    <a:pt x="4549" y="13886"/>
                    <a:pt x="3105" y="16603"/>
                    <a:pt x="2828" y="18890"/>
                  </a:cubicBezTo>
                  <a:cubicBezTo>
                    <a:pt x="2545" y="21182"/>
                    <a:pt x="3357" y="27981"/>
                    <a:pt x="3670" y="30556"/>
                  </a:cubicBezTo>
                  <a:cubicBezTo>
                    <a:pt x="3990" y="33126"/>
                    <a:pt x="3320" y="35806"/>
                    <a:pt x="3566" y="37355"/>
                  </a:cubicBezTo>
                  <a:cubicBezTo>
                    <a:pt x="3811" y="38903"/>
                    <a:pt x="4623" y="42671"/>
                    <a:pt x="4623" y="43200"/>
                  </a:cubicBezTo>
                  <a:cubicBezTo>
                    <a:pt x="4623" y="43729"/>
                    <a:pt x="4586" y="44190"/>
                    <a:pt x="4727" y="44540"/>
                  </a:cubicBezTo>
                  <a:cubicBezTo>
                    <a:pt x="4869" y="44890"/>
                    <a:pt x="4414" y="45456"/>
                    <a:pt x="4266" y="46058"/>
                  </a:cubicBezTo>
                  <a:cubicBezTo>
                    <a:pt x="4125" y="46654"/>
                    <a:pt x="4512" y="47361"/>
                    <a:pt x="5145" y="47361"/>
                  </a:cubicBezTo>
                  <a:cubicBezTo>
                    <a:pt x="5785" y="47361"/>
                    <a:pt x="6375" y="46833"/>
                    <a:pt x="6276" y="46378"/>
                  </a:cubicBezTo>
                  <a:cubicBezTo>
                    <a:pt x="6172" y="45917"/>
                    <a:pt x="6172" y="44792"/>
                    <a:pt x="6239" y="44190"/>
                  </a:cubicBezTo>
                  <a:cubicBezTo>
                    <a:pt x="6313" y="43593"/>
                    <a:pt x="5957" y="43268"/>
                    <a:pt x="5957" y="42702"/>
                  </a:cubicBezTo>
                  <a:cubicBezTo>
                    <a:pt x="5957" y="42143"/>
                    <a:pt x="6166" y="37981"/>
                    <a:pt x="6190" y="34662"/>
                  </a:cubicBezTo>
                  <a:cubicBezTo>
                    <a:pt x="6202" y="33249"/>
                    <a:pt x="6565" y="32173"/>
                    <a:pt x="6946" y="28977"/>
                  </a:cubicBezTo>
                  <a:cubicBezTo>
                    <a:pt x="7321" y="25780"/>
                    <a:pt x="7788" y="21176"/>
                    <a:pt x="7788" y="21176"/>
                  </a:cubicBezTo>
                  <a:cubicBezTo>
                    <a:pt x="7788" y="21176"/>
                    <a:pt x="8256" y="25780"/>
                    <a:pt x="8637" y="28977"/>
                  </a:cubicBezTo>
                  <a:cubicBezTo>
                    <a:pt x="9012" y="32167"/>
                    <a:pt x="9374" y="33249"/>
                    <a:pt x="9387" y="34662"/>
                  </a:cubicBezTo>
                  <a:cubicBezTo>
                    <a:pt x="9411" y="37981"/>
                    <a:pt x="9620" y="42143"/>
                    <a:pt x="9620" y="42702"/>
                  </a:cubicBezTo>
                  <a:cubicBezTo>
                    <a:pt x="9620" y="43268"/>
                    <a:pt x="9270" y="43587"/>
                    <a:pt x="9337" y="44184"/>
                  </a:cubicBezTo>
                  <a:cubicBezTo>
                    <a:pt x="9411" y="44786"/>
                    <a:pt x="9411" y="45911"/>
                    <a:pt x="9300" y="46366"/>
                  </a:cubicBezTo>
                  <a:cubicBezTo>
                    <a:pt x="9196" y="46827"/>
                    <a:pt x="9798" y="47355"/>
                    <a:pt x="10431" y="47355"/>
                  </a:cubicBezTo>
                  <a:cubicBezTo>
                    <a:pt x="11065" y="47355"/>
                    <a:pt x="11452" y="46648"/>
                    <a:pt x="11310" y="46046"/>
                  </a:cubicBezTo>
                  <a:cubicBezTo>
                    <a:pt x="11169" y="45450"/>
                    <a:pt x="10714" y="44884"/>
                    <a:pt x="10849" y="44534"/>
                  </a:cubicBezTo>
                  <a:cubicBezTo>
                    <a:pt x="10985" y="44184"/>
                    <a:pt x="10954" y="43723"/>
                    <a:pt x="10954" y="43194"/>
                  </a:cubicBezTo>
                  <a:cubicBezTo>
                    <a:pt x="10954" y="42665"/>
                    <a:pt x="11765" y="38891"/>
                    <a:pt x="12011" y="37348"/>
                  </a:cubicBezTo>
                  <a:cubicBezTo>
                    <a:pt x="12257" y="35799"/>
                    <a:pt x="11587" y="33119"/>
                    <a:pt x="11907" y="30544"/>
                  </a:cubicBezTo>
                  <a:cubicBezTo>
                    <a:pt x="12226" y="27975"/>
                    <a:pt x="13032" y="21170"/>
                    <a:pt x="12755" y="18884"/>
                  </a:cubicBezTo>
                  <a:cubicBezTo>
                    <a:pt x="12472" y="16597"/>
                    <a:pt x="11028" y="13880"/>
                    <a:pt x="11065" y="12227"/>
                  </a:cubicBezTo>
                  <a:cubicBezTo>
                    <a:pt x="11095" y="10573"/>
                    <a:pt x="11661" y="9442"/>
                    <a:pt x="11802" y="8563"/>
                  </a:cubicBezTo>
                  <a:cubicBezTo>
                    <a:pt x="11802" y="8563"/>
                    <a:pt x="12153" y="12405"/>
                    <a:pt x="12398" y="13813"/>
                  </a:cubicBezTo>
                  <a:cubicBezTo>
                    <a:pt x="12650" y="15220"/>
                    <a:pt x="13954" y="18570"/>
                    <a:pt x="13984" y="19129"/>
                  </a:cubicBezTo>
                  <a:cubicBezTo>
                    <a:pt x="14021" y="19695"/>
                    <a:pt x="13738" y="20260"/>
                    <a:pt x="13738" y="20820"/>
                  </a:cubicBezTo>
                  <a:cubicBezTo>
                    <a:pt x="13738" y="21385"/>
                    <a:pt x="13812" y="22510"/>
                    <a:pt x="14021" y="22793"/>
                  </a:cubicBezTo>
                  <a:cubicBezTo>
                    <a:pt x="14045" y="22826"/>
                    <a:pt x="14069" y="22840"/>
                    <a:pt x="14091" y="22840"/>
                  </a:cubicBezTo>
                  <a:cubicBezTo>
                    <a:pt x="14262" y="22840"/>
                    <a:pt x="14384" y="21974"/>
                    <a:pt x="14482" y="21631"/>
                  </a:cubicBezTo>
                  <a:cubicBezTo>
                    <a:pt x="14504" y="21556"/>
                    <a:pt x="14526" y="21523"/>
                    <a:pt x="14548" y="21523"/>
                  </a:cubicBezTo>
                  <a:cubicBezTo>
                    <a:pt x="14638" y="21523"/>
                    <a:pt x="14715" y="22083"/>
                    <a:pt x="14660" y="22479"/>
                  </a:cubicBezTo>
                  <a:cubicBezTo>
                    <a:pt x="14587" y="22971"/>
                    <a:pt x="14304" y="23463"/>
                    <a:pt x="14273" y="23709"/>
                  </a:cubicBezTo>
                  <a:cubicBezTo>
                    <a:pt x="14261" y="23792"/>
                    <a:pt x="14300" y="23861"/>
                    <a:pt x="14385" y="23861"/>
                  </a:cubicBezTo>
                  <a:cubicBezTo>
                    <a:pt x="14552" y="23861"/>
                    <a:pt x="14893" y="23596"/>
                    <a:pt x="15361" y="22652"/>
                  </a:cubicBezTo>
                  <a:cubicBezTo>
                    <a:pt x="15570" y="22234"/>
                    <a:pt x="15294" y="20230"/>
                    <a:pt x="15220" y="19701"/>
                  </a:cubicBezTo>
                  <a:cubicBezTo>
                    <a:pt x="15152" y="19173"/>
                    <a:pt x="14839" y="17937"/>
                    <a:pt x="14796" y="17058"/>
                  </a:cubicBezTo>
                  <a:cubicBezTo>
                    <a:pt x="14759" y="16173"/>
                    <a:pt x="14095" y="13216"/>
                    <a:pt x="13849" y="12122"/>
                  </a:cubicBezTo>
                  <a:cubicBezTo>
                    <a:pt x="13597" y="11034"/>
                    <a:pt x="13493" y="8213"/>
                    <a:pt x="13493" y="6947"/>
                  </a:cubicBezTo>
                  <a:cubicBezTo>
                    <a:pt x="13493" y="5674"/>
                    <a:pt x="13284" y="3701"/>
                    <a:pt x="12472" y="3209"/>
                  </a:cubicBezTo>
                  <a:cubicBezTo>
                    <a:pt x="11661" y="2718"/>
                    <a:pt x="10960"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3" name="Google Shape;9713;p89"/>
            <p:cNvGrpSpPr/>
            <p:nvPr/>
          </p:nvGrpSpPr>
          <p:grpSpPr>
            <a:xfrm>
              <a:off x="5888300" y="1606500"/>
              <a:ext cx="375575" cy="1290700"/>
              <a:chOff x="5888300" y="1606500"/>
              <a:chExt cx="375575" cy="1290700"/>
            </a:xfrm>
          </p:grpSpPr>
          <p:sp>
            <p:nvSpPr>
              <p:cNvPr id="9714" name="Google Shape;9714;p89"/>
              <p:cNvSpPr/>
              <p:nvPr/>
            </p:nvSpPr>
            <p:spPr>
              <a:xfrm>
                <a:off x="5979725" y="2199875"/>
                <a:ext cx="86950" cy="241525"/>
              </a:xfrm>
              <a:custGeom>
                <a:rect b="b" l="l" r="r" t="t"/>
                <a:pathLst>
                  <a:path extrusionOk="0" h="9661" w="3478">
                    <a:moveTo>
                      <a:pt x="517" y="1"/>
                    </a:moveTo>
                    <a:cubicBezTo>
                      <a:pt x="465" y="1"/>
                      <a:pt x="423" y="10"/>
                      <a:pt x="394" y="28"/>
                    </a:cubicBezTo>
                    <a:cubicBezTo>
                      <a:pt x="1" y="286"/>
                      <a:pt x="2060" y="9297"/>
                      <a:pt x="2392" y="9648"/>
                    </a:cubicBezTo>
                    <a:cubicBezTo>
                      <a:pt x="2400" y="9656"/>
                      <a:pt x="2408" y="9660"/>
                      <a:pt x="2416" y="9660"/>
                    </a:cubicBezTo>
                    <a:cubicBezTo>
                      <a:pt x="2756" y="9660"/>
                      <a:pt x="3395" y="2872"/>
                      <a:pt x="3455" y="1780"/>
                    </a:cubicBezTo>
                    <a:cubicBezTo>
                      <a:pt x="3478" y="1370"/>
                      <a:pt x="1171" y="1"/>
                      <a:pt x="5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9"/>
              <p:cNvSpPr/>
              <p:nvPr/>
            </p:nvSpPr>
            <p:spPr>
              <a:xfrm>
                <a:off x="5961200" y="2207325"/>
                <a:ext cx="76950" cy="326275"/>
              </a:xfrm>
              <a:custGeom>
                <a:rect b="b" l="l" r="r" t="t"/>
                <a:pathLst>
                  <a:path extrusionOk="0" h="13051" w="3078">
                    <a:moveTo>
                      <a:pt x="501" y="0"/>
                    </a:moveTo>
                    <a:cubicBezTo>
                      <a:pt x="302" y="0"/>
                      <a:pt x="0" y="270"/>
                      <a:pt x="22" y="499"/>
                    </a:cubicBezTo>
                    <a:cubicBezTo>
                      <a:pt x="53" y="812"/>
                      <a:pt x="754" y="12601"/>
                      <a:pt x="1104" y="12952"/>
                    </a:cubicBezTo>
                    <a:cubicBezTo>
                      <a:pt x="1176" y="13023"/>
                      <a:pt x="1239" y="13051"/>
                      <a:pt x="1298" y="13051"/>
                    </a:cubicBezTo>
                    <a:cubicBezTo>
                      <a:pt x="1506" y="13051"/>
                      <a:pt x="1663" y="12710"/>
                      <a:pt x="1929" y="12710"/>
                    </a:cubicBezTo>
                    <a:cubicBezTo>
                      <a:pt x="1960" y="12710"/>
                      <a:pt x="1992" y="12714"/>
                      <a:pt x="2026" y="12724"/>
                    </a:cubicBezTo>
                    <a:cubicBezTo>
                      <a:pt x="2341" y="12823"/>
                      <a:pt x="2379" y="13015"/>
                      <a:pt x="2536" y="13015"/>
                    </a:cubicBezTo>
                    <a:cubicBezTo>
                      <a:pt x="2585" y="13015"/>
                      <a:pt x="2644" y="12997"/>
                      <a:pt x="2727" y="12952"/>
                    </a:cubicBezTo>
                    <a:cubicBezTo>
                      <a:pt x="3077" y="12761"/>
                      <a:pt x="2506" y="9608"/>
                      <a:pt x="2254" y="8588"/>
                    </a:cubicBezTo>
                    <a:cubicBezTo>
                      <a:pt x="1996" y="7567"/>
                      <a:pt x="754" y="689"/>
                      <a:pt x="662" y="148"/>
                    </a:cubicBezTo>
                    <a:cubicBezTo>
                      <a:pt x="642" y="43"/>
                      <a:pt x="580" y="0"/>
                      <a:pt x="50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9"/>
              <p:cNvSpPr/>
              <p:nvPr/>
            </p:nvSpPr>
            <p:spPr>
              <a:xfrm>
                <a:off x="5978500" y="2551650"/>
                <a:ext cx="47050" cy="246275"/>
              </a:xfrm>
              <a:custGeom>
                <a:rect b="b" l="l" r="r" t="t"/>
                <a:pathLst>
                  <a:path extrusionOk="0" h="9851" w="1882">
                    <a:moveTo>
                      <a:pt x="193" y="0"/>
                    </a:moveTo>
                    <a:cubicBezTo>
                      <a:pt x="192" y="0"/>
                      <a:pt x="192" y="1"/>
                      <a:pt x="191" y="2"/>
                    </a:cubicBezTo>
                    <a:cubicBezTo>
                      <a:pt x="130" y="199"/>
                      <a:pt x="0" y="2289"/>
                      <a:pt x="283" y="3918"/>
                    </a:cubicBezTo>
                    <a:cubicBezTo>
                      <a:pt x="572" y="5547"/>
                      <a:pt x="922" y="9180"/>
                      <a:pt x="1021" y="9530"/>
                    </a:cubicBezTo>
                    <a:cubicBezTo>
                      <a:pt x="1072" y="9726"/>
                      <a:pt x="1295" y="9851"/>
                      <a:pt x="1492" y="9851"/>
                    </a:cubicBezTo>
                    <a:cubicBezTo>
                      <a:pt x="1647" y="9851"/>
                      <a:pt x="1787" y="9773"/>
                      <a:pt x="1814" y="9591"/>
                    </a:cubicBezTo>
                    <a:cubicBezTo>
                      <a:pt x="1881" y="9180"/>
                      <a:pt x="1881" y="7778"/>
                      <a:pt x="1752" y="7458"/>
                    </a:cubicBezTo>
                    <a:cubicBezTo>
                      <a:pt x="1625" y="7142"/>
                      <a:pt x="269" y="0"/>
                      <a:pt x="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9"/>
              <p:cNvSpPr/>
              <p:nvPr/>
            </p:nvSpPr>
            <p:spPr>
              <a:xfrm>
                <a:off x="6000925" y="2557375"/>
                <a:ext cx="28425" cy="133200"/>
              </a:xfrm>
              <a:custGeom>
                <a:rect b="b" l="l" r="r" t="t"/>
                <a:pathLst>
                  <a:path extrusionOk="0" h="5328" w="1137">
                    <a:moveTo>
                      <a:pt x="855" y="0"/>
                    </a:moveTo>
                    <a:cubicBezTo>
                      <a:pt x="853" y="0"/>
                      <a:pt x="851" y="0"/>
                      <a:pt x="849" y="1"/>
                    </a:cubicBezTo>
                    <a:cubicBezTo>
                      <a:pt x="566" y="62"/>
                      <a:pt x="136" y="972"/>
                      <a:pt x="87" y="1402"/>
                    </a:cubicBezTo>
                    <a:cubicBezTo>
                      <a:pt x="0" y="2240"/>
                      <a:pt x="722" y="5327"/>
                      <a:pt x="891" y="5327"/>
                    </a:cubicBezTo>
                    <a:cubicBezTo>
                      <a:pt x="902" y="5327"/>
                      <a:pt x="911" y="5314"/>
                      <a:pt x="917" y="5287"/>
                    </a:cubicBezTo>
                    <a:cubicBezTo>
                      <a:pt x="1008" y="4841"/>
                      <a:pt x="1136" y="0"/>
                      <a:pt x="8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9"/>
              <p:cNvSpPr/>
              <p:nvPr/>
            </p:nvSpPr>
            <p:spPr>
              <a:xfrm>
                <a:off x="5963800" y="1958025"/>
                <a:ext cx="108925" cy="269175"/>
              </a:xfrm>
              <a:custGeom>
                <a:rect b="b" l="l" r="r" t="t"/>
                <a:pathLst>
                  <a:path extrusionOk="0" h="10767" w="4357">
                    <a:moveTo>
                      <a:pt x="1207" y="1"/>
                    </a:moveTo>
                    <a:cubicBezTo>
                      <a:pt x="991" y="1"/>
                      <a:pt x="1846" y="1795"/>
                      <a:pt x="1609" y="3174"/>
                    </a:cubicBezTo>
                    <a:cubicBezTo>
                      <a:pt x="1351" y="4631"/>
                      <a:pt x="48" y="8362"/>
                      <a:pt x="17" y="8842"/>
                    </a:cubicBezTo>
                    <a:cubicBezTo>
                      <a:pt x="1" y="9093"/>
                      <a:pt x="238" y="9133"/>
                      <a:pt x="535" y="9133"/>
                    </a:cubicBezTo>
                    <a:cubicBezTo>
                      <a:pt x="675" y="9133"/>
                      <a:pt x="830" y="9124"/>
                      <a:pt x="977" y="9124"/>
                    </a:cubicBezTo>
                    <a:cubicBezTo>
                      <a:pt x="1113" y="9124"/>
                      <a:pt x="1243" y="9132"/>
                      <a:pt x="1351" y="9161"/>
                    </a:cubicBezTo>
                    <a:cubicBezTo>
                      <a:pt x="1812" y="9286"/>
                      <a:pt x="3602" y="10766"/>
                      <a:pt x="4102" y="10766"/>
                    </a:cubicBezTo>
                    <a:cubicBezTo>
                      <a:pt x="4121" y="10766"/>
                      <a:pt x="4138" y="10764"/>
                      <a:pt x="4154" y="10759"/>
                    </a:cubicBezTo>
                    <a:cubicBezTo>
                      <a:pt x="4356" y="10692"/>
                      <a:pt x="2660" y="8915"/>
                      <a:pt x="2211" y="8338"/>
                    </a:cubicBezTo>
                    <a:cubicBezTo>
                      <a:pt x="1769" y="7760"/>
                      <a:pt x="2119" y="2474"/>
                      <a:pt x="2310" y="1871"/>
                    </a:cubicBezTo>
                    <a:cubicBezTo>
                      <a:pt x="2500" y="1263"/>
                      <a:pt x="2912" y="1042"/>
                      <a:pt x="2973" y="912"/>
                    </a:cubicBezTo>
                    <a:cubicBezTo>
                      <a:pt x="3041" y="789"/>
                      <a:pt x="1892" y="439"/>
                      <a:pt x="1258" y="21"/>
                    </a:cubicBezTo>
                    <a:cubicBezTo>
                      <a:pt x="1237" y="7"/>
                      <a:pt x="1220" y="1"/>
                      <a:pt x="1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9"/>
              <p:cNvSpPr/>
              <p:nvPr/>
            </p:nvSpPr>
            <p:spPr>
              <a:xfrm>
                <a:off x="6018925" y="2116700"/>
                <a:ext cx="55950" cy="86200"/>
              </a:xfrm>
              <a:custGeom>
                <a:rect b="b" l="l" r="r" t="t"/>
                <a:pathLst>
                  <a:path extrusionOk="0" h="3448" w="2238">
                    <a:moveTo>
                      <a:pt x="287" y="0"/>
                    </a:moveTo>
                    <a:cubicBezTo>
                      <a:pt x="191" y="0"/>
                      <a:pt x="124" y="31"/>
                      <a:pt x="105" y="104"/>
                    </a:cubicBezTo>
                    <a:cubicBezTo>
                      <a:pt x="0" y="485"/>
                      <a:pt x="172" y="1345"/>
                      <a:pt x="350" y="1732"/>
                    </a:cubicBezTo>
                    <a:cubicBezTo>
                      <a:pt x="510" y="2086"/>
                      <a:pt x="1900" y="3448"/>
                      <a:pt x="2107" y="3448"/>
                    </a:cubicBezTo>
                    <a:cubicBezTo>
                      <a:pt x="2123" y="3448"/>
                      <a:pt x="2132" y="3440"/>
                      <a:pt x="2133" y="3423"/>
                    </a:cubicBezTo>
                    <a:cubicBezTo>
                      <a:pt x="2237" y="1413"/>
                      <a:pt x="2028" y="1253"/>
                      <a:pt x="1819" y="872"/>
                    </a:cubicBezTo>
                    <a:cubicBezTo>
                      <a:pt x="1650" y="563"/>
                      <a:pt x="698"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9"/>
              <p:cNvSpPr/>
              <p:nvPr/>
            </p:nvSpPr>
            <p:spPr>
              <a:xfrm>
                <a:off x="6022450" y="2062450"/>
                <a:ext cx="49800" cy="65975"/>
              </a:xfrm>
              <a:custGeom>
                <a:rect b="b" l="l" r="r" t="t"/>
                <a:pathLst>
                  <a:path extrusionOk="0" h="2639" w="1992">
                    <a:moveTo>
                      <a:pt x="363" y="1"/>
                    </a:moveTo>
                    <a:cubicBezTo>
                      <a:pt x="247" y="1"/>
                      <a:pt x="165" y="24"/>
                      <a:pt x="142" y="79"/>
                    </a:cubicBezTo>
                    <a:cubicBezTo>
                      <a:pt x="37" y="331"/>
                      <a:pt x="0" y="1671"/>
                      <a:pt x="209" y="1671"/>
                    </a:cubicBezTo>
                    <a:cubicBezTo>
                      <a:pt x="408" y="1671"/>
                      <a:pt x="1585" y="2639"/>
                      <a:pt x="1763" y="2639"/>
                    </a:cubicBezTo>
                    <a:cubicBezTo>
                      <a:pt x="1773" y="2639"/>
                      <a:pt x="1780" y="2636"/>
                      <a:pt x="1783" y="2630"/>
                    </a:cubicBezTo>
                    <a:cubicBezTo>
                      <a:pt x="1924" y="2372"/>
                      <a:pt x="1992" y="749"/>
                      <a:pt x="1783" y="491"/>
                    </a:cubicBezTo>
                    <a:cubicBezTo>
                      <a:pt x="1620" y="294"/>
                      <a:pt x="776" y="1"/>
                      <a:pt x="36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9"/>
              <p:cNvSpPr/>
              <p:nvPr/>
            </p:nvSpPr>
            <p:spPr>
              <a:xfrm>
                <a:off x="5979275" y="1827925"/>
                <a:ext cx="93900" cy="138525"/>
              </a:xfrm>
              <a:custGeom>
                <a:rect b="b" l="l" r="r" t="t"/>
                <a:pathLst>
                  <a:path extrusionOk="0" h="5541" w="3756">
                    <a:moveTo>
                      <a:pt x="2674" y="0"/>
                    </a:moveTo>
                    <a:cubicBezTo>
                      <a:pt x="2250" y="0"/>
                      <a:pt x="701" y="609"/>
                      <a:pt x="351" y="2041"/>
                    </a:cubicBezTo>
                    <a:cubicBezTo>
                      <a:pt x="0" y="3473"/>
                      <a:pt x="99" y="4936"/>
                      <a:pt x="1850" y="5446"/>
                    </a:cubicBezTo>
                    <a:cubicBezTo>
                      <a:pt x="2072" y="5511"/>
                      <a:pt x="2267" y="5541"/>
                      <a:pt x="2441" y="5541"/>
                    </a:cubicBezTo>
                    <a:cubicBezTo>
                      <a:pt x="3639" y="5541"/>
                      <a:pt x="3756" y="4110"/>
                      <a:pt x="3756" y="2773"/>
                    </a:cubicBezTo>
                    <a:cubicBezTo>
                      <a:pt x="3756" y="1242"/>
                      <a:pt x="3633" y="0"/>
                      <a:pt x="26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9"/>
              <p:cNvSpPr/>
              <p:nvPr/>
            </p:nvSpPr>
            <p:spPr>
              <a:xfrm>
                <a:off x="6026750" y="2017050"/>
                <a:ext cx="43825" cy="44200"/>
              </a:xfrm>
              <a:custGeom>
                <a:rect b="b" l="l" r="r" t="t"/>
                <a:pathLst>
                  <a:path extrusionOk="0" h="1768" w="1753">
                    <a:moveTo>
                      <a:pt x="720" y="1"/>
                    </a:moveTo>
                    <a:cubicBezTo>
                      <a:pt x="488" y="1"/>
                      <a:pt x="281" y="46"/>
                      <a:pt x="210" y="174"/>
                    </a:cubicBezTo>
                    <a:cubicBezTo>
                      <a:pt x="37" y="494"/>
                      <a:pt x="1" y="1262"/>
                      <a:pt x="210" y="1354"/>
                    </a:cubicBezTo>
                    <a:cubicBezTo>
                      <a:pt x="384" y="1434"/>
                      <a:pt x="1038" y="1768"/>
                      <a:pt x="1388" y="1768"/>
                    </a:cubicBezTo>
                    <a:cubicBezTo>
                      <a:pt x="1470" y="1768"/>
                      <a:pt x="1536" y="1749"/>
                      <a:pt x="1574" y="1705"/>
                    </a:cubicBezTo>
                    <a:cubicBezTo>
                      <a:pt x="1715" y="1545"/>
                      <a:pt x="1752" y="303"/>
                      <a:pt x="1574" y="174"/>
                    </a:cubicBezTo>
                    <a:cubicBezTo>
                      <a:pt x="1471" y="101"/>
                      <a:pt x="1067" y="1"/>
                      <a:pt x="7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9"/>
              <p:cNvSpPr/>
              <p:nvPr/>
            </p:nvSpPr>
            <p:spPr>
              <a:xfrm>
                <a:off x="6030275" y="1978675"/>
                <a:ext cx="37050" cy="33225"/>
              </a:xfrm>
              <a:custGeom>
                <a:rect b="b" l="l" r="r" t="t"/>
                <a:pathLst>
                  <a:path extrusionOk="0" h="1329" w="1482">
                    <a:moveTo>
                      <a:pt x="1107" y="1"/>
                    </a:moveTo>
                    <a:cubicBezTo>
                      <a:pt x="886" y="1"/>
                      <a:pt x="451" y="431"/>
                      <a:pt x="278" y="658"/>
                    </a:cubicBezTo>
                    <a:cubicBezTo>
                      <a:pt x="69" y="947"/>
                      <a:pt x="1" y="1328"/>
                      <a:pt x="247" y="1328"/>
                    </a:cubicBezTo>
                    <a:cubicBezTo>
                      <a:pt x="418" y="1328"/>
                      <a:pt x="769" y="1247"/>
                      <a:pt x="1033" y="1247"/>
                    </a:cubicBezTo>
                    <a:cubicBezTo>
                      <a:pt x="1139" y="1247"/>
                      <a:pt x="1232" y="1260"/>
                      <a:pt x="1292" y="1297"/>
                    </a:cubicBezTo>
                    <a:cubicBezTo>
                      <a:pt x="1304" y="1305"/>
                      <a:pt x="1314" y="1308"/>
                      <a:pt x="1324" y="1308"/>
                    </a:cubicBezTo>
                    <a:cubicBezTo>
                      <a:pt x="1481" y="1308"/>
                      <a:pt x="1323" y="359"/>
                      <a:pt x="1224" y="86"/>
                    </a:cubicBezTo>
                    <a:cubicBezTo>
                      <a:pt x="1202" y="26"/>
                      <a:pt x="1161" y="1"/>
                      <a:pt x="11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9"/>
              <p:cNvSpPr/>
              <p:nvPr/>
            </p:nvSpPr>
            <p:spPr>
              <a:xfrm>
                <a:off x="5958675" y="1795100"/>
                <a:ext cx="102375" cy="25225"/>
              </a:xfrm>
              <a:custGeom>
                <a:rect b="b" l="l" r="r" t="t"/>
                <a:pathLst>
                  <a:path extrusionOk="0" h="1009" w="4095">
                    <a:moveTo>
                      <a:pt x="2378" y="0"/>
                    </a:moveTo>
                    <a:cubicBezTo>
                      <a:pt x="1883" y="0"/>
                      <a:pt x="586" y="250"/>
                      <a:pt x="283" y="521"/>
                    </a:cubicBezTo>
                    <a:cubicBezTo>
                      <a:pt x="1" y="773"/>
                      <a:pt x="1752" y="521"/>
                      <a:pt x="2385" y="803"/>
                    </a:cubicBezTo>
                    <a:cubicBezTo>
                      <a:pt x="2696" y="944"/>
                      <a:pt x="2976" y="1009"/>
                      <a:pt x="3219" y="1009"/>
                    </a:cubicBezTo>
                    <a:cubicBezTo>
                      <a:pt x="3476" y="1009"/>
                      <a:pt x="3690" y="936"/>
                      <a:pt x="3855" y="803"/>
                    </a:cubicBezTo>
                    <a:cubicBezTo>
                      <a:pt x="4094" y="607"/>
                      <a:pt x="2834" y="72"/>
                      <a:pt x="2515" y="10"/>
                    </a:cubicBezTo>
                    <a:cubicBezTo>
                      <a:pt x="2482" y="3"/>
                      <a:pt x="2435" y="0"/>
                      <a:pt x="237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9"/>
              <p:cNvSpPr/>
              <p:nvPr/>
            </p:nvSpPr>
            <p:spPr>
              <a:xfrm>
                <a:off x="5943475" y="1817525"/>
                <a:ext cx="78075" cy="87500"/>
              </a:xfrm>
              <a:custGeom>
                <a:rect b="b" l="l" r="r" t="t"/>
                <a:pathLst>
                  <a:path extrusionOk="0" h="3500" w="3123">
                    <a:moveTo>
                      <a:pt x="2275" y="0"/>
                    </a:moveTo>
                    <a:cubicBezTo>
                      <a:pt x="1715" y="0"/>
                      <a:pt x="998" y="125"/>
                      <a:pt x="633" y="416"/>
                    </a:cubicBezTo>
                    <a:cubicBezTo>
                      <a:pt x="0" y="927"/>
                      <a:pt x="0" y="3250"/>
                      <a:pt x="0" y="3478"/>
                    </a:cubicBezTo>
                    <a:cubicBezTo>
                      <a:pt x="0" y="3493"/>
                      <a:pt x="3" y="3500"/>
                      <a:pt x="9" y="3500"/>
                    </a:cubicBezTo>
                    <a:cubicBezTo>
                      <a:pt x="93" y="3500"/>
                      <a:pt x="731" y="2181"/>
                      <a:pt x="1561" y="1529"/>
                    </a:cubicBezTo>
                    <a:cubicBezTo>
                      <a:pt x="2453" y="828"/>
                      <a:pt x="3123" y="478"/>
                      <a:pt x="3055" y="195"/>
                    </a:cubicBezTo>
                    <a:cubicBezTo>
                      <a:pt x="3029" y="71"/>
                      <a:pt x="2696" y="0"/>
                      <a:pt x="22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9"/>
              <p:cNvSpPr/>
              <p:nvPr/>
            </p:nvSpPr>
            <p:spPr>
              <a:xfrm>
                <a:off x="5934700" y="1873700"/>
                <a:ext cx="50775" cy="163500"/>
              </a:xfrm>
              <a:custGeom>
                <a:rect b="b" l="l" r="r" t="t"/>
                <a:pathLst>
                  <a:path extrusionOk="0" h="6540" w="2031">
                    <a:moveTo>
                      <a:pt x="1704" y="1"/>
                    </a:moveTo>
                    <a:cubicBezTo>
                      <a:pt x="1622" y="1"/>
                      <a:pt x="1495" y="82"/>
                      <a:pt x="1304" y="272"/>
                    </a:cubicBezTo>
                    <a:cubicBezTo>
                      <a:pt x="1033" y="542"/>
                      <a:pt x="535" y="1673"/>
                      <a:pt x="351" y="3044"/>
                    </a:cubicBezTo>
                    <a:cubicBezTo>
                      <a:pt x="167" y="4415"/>
                      <a:pt x="1" y="6166"/>
                      <a:pt x="253" y="6517"/>
                    </a:cubicBezTo>
                    <a:cubicBezTo>
                      <a:pt x="264" y="6532"/>
                      <a:pt x="277" y="6540"/>
                      <a:pt x="291" y="6540"/>
                    </a:cubicBezTo>
                    <a:cubicBezTo>
                      <a:pt x="597" y="6540"/>
                      <a:pt x="1497" y="3091"/>
                      <a:pt x="1562" y="2122"/>
                    </a:cubicBezTo>
                    <a:cubicBezTo>
                      <a:pt x="1611" y="1310"/>
                      <a:pt x="2031" y="1"/>
                      <a:pt x="17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9"/>
              <p:cNvSpPr/>
              <p:nvPr/>
            </p:nvSpPr>
            <p:spPr>
              <a:xfrm>
                <a:off x="5915500" y="2038075"/>
                <a:ext cx="42750" cy="146800"/>
              </a:xfrm>
              <a:custGeom>
                <a:rect b="b" l="l" r="r" t="t"/>
                <a:pathLst>
                  <a:path extrusionOk="0" h="5872" w="1710">
                    <a:moveTo>
                      <a:pt x="1450" y="0"/>
                    </a:moveTo>
                    <a:cubicBezTo>
                      <a:pt x="942" y="0"/>
                      <a:pt x="1" y="5871"/>
                      <a:pt x="94" y="5871"/>
                    </a:cubicBezTo>
                    <a:cubicBezTo>
                      <a:pt x="95" y="5871"/>
                      <a:pt x="97" y="5870"/>
                      <a:pt x="99" y="5867"/>
                    </a:cubicBezTo>
                    <a:cubicBezTo>
                      <a:pt x="228" y="5677"/>
                      <a:pt x="1439" y="1435"/>
                      <a:pt x="1469" y="1054"/>
                    </a:cubicBezTo>
                    <a:cubicBezTo>
                      <a:pt x="1500" y="673"/>
                      <a:pt x="1709" y="83"/>
                      <a:pt x="1469" y="3"/>
                    </a:cubicBezTo>
                    <a:cubicBezTo>
                      <a:pt x="1463" y="1"/>
                      <a:pt x="1456" y="0"/>
                      <a:pt x="14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9"/>
              <p:cNvSpPr/>
              <p:nvPr/>
            </p:nvSpPr>
            <p:spPr>
              <a:xfrm>
                <a:off x="5904425" y="2034950"/>
                <a:ext cx="31075" cy="149500"/>
              </a:xfrm>
              <a:custGeom>
                <a:rect b="b" l="l" r="r" t="t"/>
                <a:pathLst>
                  <a:path extrusionOk="0" h="5980" w="1243">
                    <a:moveTo>
                      <a:pt x="982" y="0"/>
                    </a:moveTo>
                    <a:cubicBezTo>
                      <a:pt x="951" y="0"/>
                      <a:pt x="929" y="21"/>
                      <a:pt x="923" y="67"/>
                    </a:cubicBezTo>
                    <a:cubicBezTo>
                      <a:pt x="831" y="829"/>
                      <a:pt x="1" y="5414"/>
                      <a:pt x="1" y="5642"/>
                    </a:cubicBezTo>
                    <a:cubicBezTo>
                      <a:pt x="1" y="5802"/>
                      <a:pt x="69" y="5979"/>
                      <a:pt x="153" y="5979"/>
                    </a:cubicBezTo>
                    <a:cubicBezTo>
                      <a:pt x="185" y="5979"/>
                      <a:pt x="219" y="5954"/>
                      <a:pt x="253" y="5894"/>
                    </a:cubicBezTo>
                    <a:cubicBezTo>
                      <a:pt x="382" y="5672"/>
                      <a:pt x="1242" y="927"/>
                      <a:pt x="1242" y="509"/>
                    </a:cubicBezTo>
                    <a:cubicBezTo>
                      <a:pt x="1242" y="199"/>
                      <a:pt x="1075" y="0"/>
                      <a:pt x="9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9"/>
              <p:cNvSpPr/>
              <p:nvPr/>
            </p:nvSpPr>
            <p:spPr>
              <a:xfrm>
                <a:off x="5889625" y="2199400"/>
                <a:ext cx="30975" cy="54575"/>
              </a:xfrm>
              <a:custGeom>
                <a:rect b="b" l="l" r="r" t="t"/>
                <a:pathLst>
                  <a:path extrusionOk="0" h="2183" w="1239">
                    <a:moveTo>
                      <a:pt x="608" y="1"/>
                    </a:moveTo>
                    <a:cubicBezTo>
                      <a:pt x="582" y="1"/>
                      <a:pt x="556" y="13"/>
                      <a:pt x="531" y="41"/>
                    </a:cubicBezTo>
                    <a:cubicBezTo>
                      <a:pt x="287" y="303"/>
                      <a:pt x="0" y="2183"/>
                      <a:pt x="187" y="2183"/>
                    </a:cubicBezTo>
                    <a:cubicBezTo>
                      <a:pt x="202" y="2183"/>
                      <a:pt x="221" y="2170"/>
                      <a:pt x="242" y="2143"/>
                    </a:cubicBezTo>
                    <a:cubicBezTo>
                      <a:pt x="666" y="1608"/>
                      <a:pt x="1238" y="1762"/>
                      <a:pt x="1220" y="1596"/>
                    </a:cubicBezTo>
                    <a:cubicBezTo>
                      <a:pt x="1175" y="1140"/>
                      <a:pt x="859" y="1"/>
                      <a:pt x="6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9"/>
              <p:cNvSpPr/>
              <p:nvPr/>
            </p:nvSpPr>
            <p:spPr>
              <a:xfrm>
                <a:off x="5888300" y="2260125"/>
                <a:ext cx="23150" cy="47750"/>
              </a:xfrm>
              <a:custGeom>
                <a:rect b="b" l="l" r="r" t="t"/>
                <a:pathLst>
                  <a:path extrusionOk="0" h="1910" w="926">
                    <a:moveTo>
                      <a:pt x="253" y="1"/>
                    </a:moveTo>
                    <a:cubicBezTo>
                      <a:pt x="243" y="1"/>
                      <a:pt x="233" y="1"/>
                      <a:pt x="222" y="3"/>
                    </a:cubicBezTo>
                    <a:cubicBezTo>
                      <a:pt x="0" y="34"/>
                      <a:pt x="80" y="575"/>
                      <a:pt x="129" y="858"/>
                    </a:cubicBezTo>
                    <a:cubicBezTo>
                      <a:pt x="179" y="1146"/>
                      <a:pt x="461" y="1890"/>
                      <a:pt x="701" y="1909"/>
                    </a:cubicBezTo>
                    <a:cubicBezTo>
                      <a:pt x="705" y="1909"/>
                      <a:pt x="708" y="1909"/>
                      <a:pt x="712" y="1909"/>
                    </a:cubicBezTo>
                    <a:cubicBezTo>
                      <a:pt x="925" y="1909"/>
                      <a:pt x="436" y="1142"/>
                      <a:pt x="412" y="882"/>
                    </a:cubicBezTo>
                    <a:cubicBezTo>
                      <a:pt x="394" y="633"/>
                      <a:pt x="525" y="1"/>
                      <a:pt x="2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9"/>
              <p:cNvSpPr/>
              <p:nvPr/>
            </p:nvSpPr>
            <p:spPr>
              <a:xfrm>
                <a:off x="5913425" y="2247575"/>
                <a:ext cx="9375" cy="26700"/>
              </a:xfrm>
              <a:custGeom>
                <a:rect b="b" l="l" r="r" t="t"/>
                <a:pathLst>
                  <a:path extrusionOk="0" h="1068" w="375">
                    <a:moveTo>
                      <a:pt x="132" y="1"/>
                    </a:moveTo>
                    <a:cubicBezTo>
                      <a:pt x="121" y="1"/>
                      <a:pt x="111" y="9"/>
                      <a:pt x="102" y="26"/>
                    </a:cubicBezTo>
                    <a:cubicBezTo>
                      <a:pt x="0" y="213"/>
                      <a:pt x="38" y="1067"/>
                      <a:pt x="162" y="1067"/>
                    </a:cubicBezTo>
                    <a:cubicBezTo>
                      <a:pt x="181" y="1067"/>
                      <a:pt x="202" y="1047"/>
                      <a:pt x="225" y="1003"/>
                    </a:cubicBezTo>
                    <a:cubicBezTo>
                      <a:pt x="375" y="703"/>
                      <a:pt x="233" y="1"/>
                      <a:pt x="1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9"/>
              <p:cNvSpPr/>
              <p:nvPr/>
            </p:nvSpPr>
            <p:spPr>
              <a:xfrm>
                <a:off x="6045250" y="1772400"/>
                <a:ext cx="30850" cy="22675"/>
              </a:xfrm>
              <a:custGeom>
                <a:rect b="b" l="l" r="r" t="t"/>
                <a:pathLst>
                  <a:path extrusionOk="0" h="907" w="1234">
                    <a:moveTo>
                      <a:pt x="147" y="0"/>
                    </a:moveTo>
                    <a:cubicBezTo>
                      <a:pt x="45" y="0"/>
                      <a:pt x="0" y="46"/>
                      <a:pt x="41" y="181"/>
                    </a:cubicBezTo>
                    <a:cubicBezTo>
                      <a:pt x="115" y="427"/>
                      <a:pt x="1234" y="906"/>
                      <a:pt x="1234" y="906"/>
                    </a:cubicBezTo>
                    <a:lnTo>
                      <a:pt x="1234" y="181"/>
                    </a:lnTo>
                    <a:cubicBezTo>
                      <a:pt x="787" y="181"/>
                      <a:pt x="351" y="0"/>
                      <a:pt x="14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9"/>
              <p:cNvSpPr/>
              <p:nvPr/>
            </p:nvSpPr>
            <p:spPr>
              <a:xfrm>
                <a:off x="6030950" y="1782325"/>
                <a:ext cx="47600" cy="38100"/>
              </a:xfrm>
              <a:custGeom>
                <a:rect b="b" l="l" r="r" t="t"/>
                <a:pathLst>
                  <a:path extrusionOk="0" h="1524" w="1904">
                    <a:moveTo>
                      <a:pt x="207" y="1"/>
                    </a:moveTo>
                    <a:cubicBezTo>
                      <a:pt x="1" y="1"/>
                      <a:pt x="291" y="283"/>
                      <a:pt x="576" y="509"/>
                    </a:cubicBezTo>
                    <a:cubicBezTo>
                      <a:pt x="915" y="778"/>
                      <a:pt x="1237" y="1523"/>
                      <a:pt x="1569" y="1523"/>
                    </a:cubicBezTo>
                    <a:cubicBezTo>
                      <a:pt x="1586" y="1523"/>
                      <a:pt x="1604" y="1521"/>
                      <a:pt x="1621" y="1517"/>
                    </a:cubicBezTo>
                    <a:cubicBezTo>
                      <a:pt x="1904" y="1456"/>
                      <a:pt x="1166" y="282"/>
                      <a:pt x="429" y="48"/>
                    </a:cubicBezTo>
                    <a:cubicBezTo>
                      <a:pt x="326" y="15"/>
                      <a:pt x="254" y="1"/>
                      <a:pt x="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9"/>
              <p:cNvSpPr/>
              <p:nvPr/>
            </p:nvSpPr>
            <p:spPr>
              <a:xfrm>
                <a:off x="5984025" y="1878975"/>
                <a:ext cx="83350" cy="75625"/>
              </a:xfrm>
              <a:custGeom>
                <a:rect b="b" l="l" r="r" t="t"/>
                <a:pathLst>
                  <a:path extrusionOk="0" h="3025" w="3334">
                    <a:moveTo>
                      <a:pt x="890" y="1"/>
                    </a:moveTo>
                    <a:cubicBezTo>
                      <a:pt x="805" y="1"/>
                      <a:pt x="724" y="10"/>
                      <a:pt x="646" y="30"/>
                    </a:cubicBezTo>
                    <a:cubicBezTo>
                      <a:pt x="7" y="196"/>
                      <a:pt x="1" y="2464"/>
                      <a:pt x="1556" y="2943"/>
                    </a:cubicBezTo>
                    <a:cubicBezTo>
                      <a:pt x="1738" y="2999"/>
                      <a:pt x="1903" y="3024"/>
                      <a:pt x="2052" y="3024"/>
                    </a:cubicBezTo>
                    <a:cubicBezTo>
                      <a:pt x="3083" y="3024"/>
                      <a:pt x="3333" y="1826"/>
                      <a:pt x="3086" y="1370"/>
                    </a:cubicBezTo>
                    <a:cubicBezTo>
                      <a:pt x="2824" y="890"/>
                      <a:pt x="1717" y="1"/>
                      <a:pt x="89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9"/>
              <p:cNvSpPr/>
              <p:nvPr/>
            </p:nvSpPr>
            <p:spPr>
              <a:xfrm>
                <a:off x="6002000" y="2800350"/>
                <a:ext cx="24325" cy="31775"/>
              </a:xfrm>
              <a:custGeom>
                <a:rect b="b" l="l" r="r" t="t"/>
                <a:pathLst>
                  <a:path extrusionOk="0" h="1271" w="973">
                    <a:moveTo>
                      <a:pt x="742" y="1"/>
                    </a:moveTo>
                    <a:cubicBezTo>
                      <a:pt x="590" y="1"/>
                      <a:pt x="368" y="72"/>
                      <a:pt x="222" y="92"/>
                    </a:cubicBezTo>
                    <a:cubicBezTo>
                      <a:pt x="1" y="123"/>
                      <a:pt x="161" y="1076"/>
                      <a:pt x="351" y="1235"/>
                    </a:cubicBezTo>
                    <a:cubicBezTo>
                      <a:pt x="380" y="1259"/>
                      <a:pt x="410" y="1270"/>
                      <a:pt x="440" y="1270"/>
                    </a:cubicBezTo>
                    <a:cubicBezTo>
                      <a:pt x="610" y="1270"/>
                      <a:pt x="795" y="927"/>
                      <a:pt x="874" y="713"/>
                    </a:cubicBezTo>
                    <a:cubicBezTo>
                      <a:pt x="972" y="455"/>
                      <a:pt x="954" y="184"/>
                      <a:pt x="904" y="74"/>
                    </a:cubicBezTo>
                    <a:cubicBezTo>
                      <a:pt x="882" y="19"/>
                      <a:pt x="821" y="1"/>
                      <a:pt x="7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9"/>
              <p:cNvSpPr/>
              <p:nvPr/>
            </p:nvSpPr>
            <p:spPr>
              <a:xfrm>
                <a:off x="6021550" y="2827575"/>
                <a:ext cx="11975" cy="54225"/>
              </a:xfrm>
              <a:custGeom>
                <a:rect b="b" l="l" r="r" t="t"/>
                <a:pathLst>
                  <a:path extrusionOk="0" h="2169" w="479">
                    <a:moveTo>
                      <a:pt x="315" y="1"/>
                    </a:moveTo>
                    <a:cubicBezTo>
                      <a:pt x="313" y="1"/>
                      <a:pt x="310" y="2"/>
                      <a:pt x="307" y="5"/>
                    </a:cubicBezTo>
                    <a:cubicBezTo>
                      <a:pt x="1" y="281"/>
                      <a:pt x="129" y="2168"/>
                      <a:pt x="291" y="2168"/>
                    </a:cubicBezTo>
                    <a:cubicBezTo>
                      <a:pt x="298" y="2168"/>
                      <a:pt x="306" y="2164"/>
                      <a:pt x="313" y="2156"/>
                    </a:cubicBezTo>
                    <a:cubicBezTo>
                      <a:pt x="479" y="1972"/>
                      <a:pt x="467" y="1861"/>
                      <a:pt x="381" y="1425"/>
                    </a:cubicBezTo>
                    <a:cubicBezTo>
                      <a:pt x="292" y="1010"/>
                      <a:pt x="386"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9"/>
              <p:cNvSpPr/>
              <p:nvPr/>
            </p:nvSpPr>
            <p:spPr>
              <a:xfrm>
                <a:off x="6013675" y="2835800"/>
                <a:ext cx="10650" cy="54575"/>
              </a:xfrm>
              <a:custGeom>
                <a:rect b="b" l="l" r="r" t="t"/>
                <a:pathLst>
                  <a:path extrusionOk="0" h="2183" w="426">
                    <a:moveTo>
                      <a:pt x="207" y="0"/>
                    </a:moveTo>
                    <a:cubicBezTo>
                      <a:pt x="206" y="0"/>
                      <a:pt x="205" y="1"/>
                      <a:pt x="204" y="2"/>
                    </a:cubicBezTo>
                    <a:cubicBezTo>
                      <a:pt x="1" y="223"/>
                      <a:pt x="134" y="2183"/>
                      <a:pt x="266" y="2183"/>
                    </a:cubicBezTo>
                    <a:cubicBezTo>
                      <a:pt x="270" y="2183"/>
                      <a:pt x="274" y="2181"/>
                      <a:pt x="278" y="2178"/>
                    </a:cubicBezTo>
                    <a:cubicBezTo>
                      <a:pt x="413" y="2061"/>
                      <a:pt x="425" y="1969"/>
                      <a:pt x="327" y="1514"/>
                    </a:cubicBezTo>
                    <a:cubicBezTo>
                      <a:pt x="237" y="1069"/>
                      <a:pt x="246" y="0"/>
                      <a:pt x="20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9"/>
              <p:cNvSpPr/>
              <p:nvPr/>
            </p:nvSpPr>
            <p:spPr>
              <a:xfrm>
                <a:off x="6006475" y="2839675"/>
                <a:ext cx="11075" cy="56625"/>
              </a:xfrm>
              <a:custGeom>
                <a:rect b="b" l="l" r="r" t="t"/>
                <a:pathLst>
                  <a:path extrusionOk="0" h="2265" w="443">
                    <a:moveTo>
                      <a:pt x="252" y="0"/>
                    </a:moveTo>
                    <a:cubicBezTo>
                      <a:pt x="92" y="50"/>
                      <a:pt x="0" y="879"/>
                      <a:pt x="135" y="1734"/>
                    </a:cubicBezTo>
                    <a:cubicBezTo>
                      <a:pt x="217" y="2222"/>
                      <a:pt x="286" y="2264"/>
                      <a:pt x="342" y="2264"/>
                    </a:cubicBezTo>
                    <a:cubicBezTo>
                      <a:pt x="353" y="2264"/>
                      <a:pt x="365" y="2262"/>
                      <a:pt x="375" y="2262"/>
                    </a:cubicBezTo>
                    <a:cubicBezTo>
                      <a:pt x="443" y="2262"/>
                      <a:pt x="252" y="1513"/>
                      <a:pt x="252" y="990"/>
                    </a:cubicBezTo>
                    <a:lnTo>
                      <a:pt x="25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9"/>
              <p:cNvSpPr/>
              <p:nvPr/>
            </p:nvSpPr>
            <p:spPr>
              <a:xfrm>
                <a:off x="5996425" y="2846600"/>
                <a:ext cx="9950" cy="50600"/>
              </a:xfrm>
              <a:custGeom>
                <a:rect b="b" l="l" r="r" t="t"/>
                <a:pathLst>
                  <a:path extrusionOk="0" h="2024" w="398">
                    <a:moveTo>
                      <a:pt x="331" y="1"/>
                    </a:moveTo>
                    <a:cubicBezTo>
                      <a:pt x="293" y="1"/>
                      <a:pt x="0" y="1214"/>
                      <a:pt x="95" y="1776"/>
                    </a:cubicBezTo>
                    <a:cubicBezTo>
                      <a:pt x="124" y="1947"/>
                      <a:pt x="199" y="2024"/>
                      <a:pt x="264" y="2024"/>
                    </a:cubicBezTo>
                    <a:cubicBezTo>
                      <a:pt x="337" y="2024"/>
                      <a:pt x="398" y="1927"/>
                      <a:pt x="365" y="1758"/>
                    </a:cubicBezTo>
                    <a:cubicBezTo>
                      <a:pt x="304" y="1438"/>
                      <a:pt x="353" y="117"/>
                      <a:pt x="335" y="6"/>
                    </a:cubicBezTo>
                    <a:cubicBezTo>
                      <a:pt x="334" y="3"/>
                      <a:pt x="333" y="1"/>
                      <a:pt x="3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9"/>
              <p:cNvSpPr/>
              <p:nvPr/>
            </p:nvSpPr>
            <p:spPr>
              <a:xfrm>
                <a:off x="5991150" y="2857400"/>
                <a:ext cx="6425" cy="29150"/>
              </a:xfrm>
              <a:custGeom>
                <a:rect b="b" l="l" r="r" t="t"/>
                <a:pathLst>
                  <a:path extrusionOk="0" h="1166" w="257">
                    <a:moveTo>
                      <a:pt x="256" y="1"/>
                    </a:moveTo>
                    <a:cubicBezTo>
                      <a:pt x="238" y="1"/>
                      <a:pt x="28" y="667"/>
                      <a:pt x="5" y="1056"/>
                    </a:cubicBezTo>
                    <a:cubicBezTo>
                      <a:pt x="0" y="1127"/>
                      <a:pt x="13" y="1165"/>
                      <a:pt x="36" y="1165"/>
                    </a:cubicBezTo>
                    <a:cubicBezTo>
                      <a:pt x="104" y="1165"/>
                      <a:pt x="257" y="817"/>
                      <a:pt x="257" y="4"/>
                    </a:cubicBezTo>
                    <a:cubicBezTo>
                      <a:pt x="257" y="2"/>
                      <a:pt x="256" y="1"/>
                      <a:pt x="2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9"/>
              <p:cNvSpPr/>
              <p:nvPr/>
            </p:nvSpPr>
            <p:spPr>
              <a:xfrm>
                <a:off x="6085650" y="2199875"/>
                <a:ext cx="86950" cy="241525"/>
              </a:xfrm>
              <a:custGeom>
                <a:rect b="b" l="l" r="r" t="t"/>
                <a:pathLst>
                  <a:path extrusionOk="0" h="9661" w="3478">
                    <a:moveTo>
                      <a:pt x="2960" y="1"/>
                    </a:moveTo>
                    <a:cubicBezTo>
                      <a:pt x="2303" y="1"/>
                      <a:pt x="1" y="1370"/>
                      <a:pt x="23" y="1780"/>
                    </a:cubicBezTo>
                    <a:cubicBezTo>
                      <a:pt x="77" y="2872"/>
                      <a:pt x="723" y="9660"/>
                      <a:pt x="1062" y="9660"/>
                    </a:cubicBezTo>
                    <a:cubicBezTo>
                      <a:pt x="1071" y="9660"/>
                      <a:pt x="1079" y="9656"/>
                      <a:pt x="1087" y="9648"/>
                    </a:cubicBezTo>
                    <a:cubicBezTo>
                      <a:pt x="1412" y="9297"/>
                      <a:pt x="3478" y="286"/>
                      <a:pt x="3084" y="28"/>
                    </a:cubicBezTo>
                    <a:cubicBezTo>
                      <a:pt x="3055" y="10"/>
                      <a:pt x="3013" y="1"/>
                      <a:pt x="29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9"/>
              <p:cNvSpPr/>
              <p:nvPr/>
            </p:nvSpPr>
            <p:spPr>
              <a:xfrm>
                <a:off x="6114025" y="2207325"/>
                <a:ext cx="77075" cy="326275"/>
              </a:xfrm>
              <a:custGeom>
                <a:rect b="b" l="l" r="r" t="t"/>
                <a:pathLst>
                  <a:path extrusionOk="0" h="13051" w="3083">
                    <a:moveTo>
                      <a:pt x="2581" y="0"/>
                    </a:moveTo>
                    <a:cubicBezTo>
                      <a:pt x="2502" y="0"/>
                      <a:pt x="2440" y="43"/>
                      <a:pt x="2423" y="148"/>
                    </a:cubicBezTo>
                    <a:cubicBezTo>
                      <a:pt x="2324" y="689"/>
                      <a:pt x="1083" y="7567"/>
                      <a:pt x="831" y="8588"/>
                    </a:cubicBezTo>
                    <a:cubicBezTo>
                      <a:pt x="579" y="9608"/>
                      <a:pt x="1" y="12761"/>
                      <a:pt x="351" y="12952"/>
                    </a:cubicBezTo>
                    <a:cubicBezTo>
                      <a:pt x="434" y="12997"/>
                      <a:pt x="494" y="13015"/>
                      <a:pt x="542" y="13015"/>
                    </a:cubicBezTo>
                    <a:cubicBezTo>
                      <a:pt x="699" y="13015"/>
                      <a:pt x="737" y="12823"/>
                      <a:pt x="1052" y="12724"/>
                    </a:cubicBezTo>
                    <a:cubicBezTo>
                      <a:pt x="1086" y="12714"/>
                      <a:pt x="1118" y="12710"/>
                      <a:pt x="1149" y="12710"/>
                    </a:cubicBezTo>
                    <a:cubicBezTo>
                      <a:pt x="1415" y="12710"/>
                      <a:pt x="1572" y="13051"/>
                      <a:pt x="1780" y="13051"/>
                    </a:cubicBezTo>
                    <a:cubicBezTo>
                      <a:pt x="1839" y="13051"/>
                      <a:pt x="1903" y="13023"/>
                      <a:pt x="1974" y="12952"/>
                    </a:cubicBezTo>
                    <a:cubicBezTo>
                      <a:pt x="2324" y="12601"/>
                      <a:pt x="3025" y="812"/>
                      <a:pt x="3056" y="499"/>
                    </a:cubicBezTo>
                    <a:cubicBezTo>
                      <a:pt x="3082" y="270"/>
                      <a:pt x="2778" y="0"/>
                      <a:pt x="25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9"/>
              <p:cNvSpPr/>
              <p:nvPr/>
            </p:nvSpPr>
            <p:spPr>
              <a:xfrm>
                <a:off x="6126800" y="2551650"/>
                <a:ext cx="47025" cy="246275"/>
              </a:xfrm>
              <a:custGeom>
                <a:rect b="b" l="l" r="r" t="t"/>
                <a:pathLst>
                  <a:path extrusionOk="0" h="9851" w="1881">
                    <a:moveTo>
                      <a:pt x="1688" y="0"/>
                    </a:moveTo>
                    <a:cubicBezTo>
                      <a:pt x="1606" y="0"/>
                      <a:pt x="251" y="7142"/>
                      <a:pt x="129" y="7458"/>
                    </a:cubicBezTo>
                    <a:cubicBezTo>
                      <a:pt x="0" y="7778"/>
                      <a:pt x="0" y="9180"/>
                      <a:pt x="62" y="9591"/>
                    </a:cubicBezTo>
                    <a:cubicBezTo>
                      <a:pt x="91" y="9773"/>
                      <a:pt x="231" y="9851"/>
                      <a:pt x="386" y="9851"/>
                    </a:cubicBezTo>
                    <a:cubicBezTo>
                      <a:pt x="583" y="9851"/>
                      <a:pt x="806" y="9726"/>
                      <a:pt x="861" y="9530"/>
                    </a:cubicBezTo>
                    <a:cubicBezTo>
                      <a:pt x="953" y="9180"/>
                      <a:pt x="1303" y="5547"/>
                      <a:pt x="1592" y="3918"/>
                    </a:cubicBezTo>
                    <a:cubicBezTo>
                      <a:pt x="1881" y="2289"/>
                      <a:pt x="1752" y="199"/>
                      <a:pt x="1690" y="2"/>
                    </a:cubicBezTo>
                    <a:cubicBezTo>
                      <a:pt x="1690" y="1"/>
                      <a:pt x="1689" y="0"/>
                      <a:pt x="168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9"/>
              <p:cNvSpPr/>
              <p:nvPr/>
            </p:nvSpPr>
            <p:spPr>
              <a:xfrm>
                <a:off x="6122850" y="2557375"/>
                <a:ext cx="28550" cy="133200"/>
              </a:xfrm>
              <a:custGeom>
                <a:rect b="b" l="l" r="r" t="t"/>
                <a:pathLst>
                  <a:path extrusionOk="0" h="5328" w="1142">
                    <a:moveTo>
                      <a:pt x="281" y="0"/>
                    </a:moveTo>
                    <a:cubicBezTo>
                      <a:pt x="0" y="0"/>
                      <a:pt x="128" y="4841"/>
                      <a:pt x="220" y="5287"/>
                    </a:cubicBezTo>
                    <a:cubicBezTo>
                      <a:pt x="226" y="5314"/>
                      <a:pt x="234" y="5327"/>
                      <a:pt x="245" y="5327"/>
                    </a:cubicBezTo>
                    <a:cubicBezTo>
                      <a:pt x="415" y="5327"/>
                      <a:pt x="1142" y="2240"/>
                      <a:pt x="1049" y="1402"/>
                    </a:cubicBezTo>
                    <a:cubicBezTo>
                      <a:pt x="1006" y="972"/>
                      <a:pt x="570" y="62"/>
                      <a:pt x="287" y="1"/>
                    </a:cubicBezTo>
                    <a:cubicBezTo>
                      <a:pt x="285" y="0"/>
                      <a:pt x="283" y="0"/>
                      <a:pt x="2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9"/>
              <p:cNvSpPr/>
              <p:nvPr/>
            </p:nvSpPr>
            <p:spPr>
              <a:xfrm>
                <a:off x="6079450" y="1958025"/>
                <a:ext cx="109075" cy="269175"/>
              </a:xfrm>
              <a:custGeom>
                <a:rect b="b" l="l" r="r" t="t"/>
                <a:pathLst>
                  <a:path extrusionOk="0" h="10767" w="4363">
                    <a:moveTo>
                      <a:pt x="3156" y="1"/>
                    </a:moveTo>
                    <a:cubicBezTo>
                      <a:pt x="3143" y="1"/>
                      <a:pt x="3126" y="7"/>
                      <a:pt x="3105" y="21"/>
                    </a:cubicBezTo>
                    <a:cubicBezTo>
                      <a:pt x="2466" y="439"/>
                      <a:pt x="1322" y="789"/>
                      <a:pt x="1384" y="912"/>
                    </a:cubicBezTo>
                    <a:cubicBezTo>
                      <a:pt x="1445" y="1042"/>
                      <a:pt x="1863" y="1263"/>
                      <a:pt x="2054" y="1871"/>
                    </a:cubicBezTo>
                    <a:cubicBezTo>
                      <a:pt x="2244" y="2474"/>
                      <a:pt x="2595" y="7760"/>
                      <a:pt x="2146" y="8338"/>
                    </a:cubicBezTo>
                    <a:cubicBezTo>
                      <a:pt x="1704" y="8915"/>
                      <a:pt x="1" y="10692"/>
                      <a:pt x="204" y="10759"/>
                    </a:cubicBezTo>
                    <a:cubicBezTo>
                      <a:pt x="219" y="10764"/>
                      <a:pt x="237" y="10766"/>
                      <a:pt x="256" y="10766"/>
                    </a:cubicBezTo>
                    <a:cubicBezTo>
                      <a:pt x="762" y="10766"/>
                      <a:pt x="2551" y="9286"/>
                      <a:pt x="3007" y="9161"/>
                    </a:cubicBezTo>
                    <a:cubicBezTo>
                      <a:pt x="3116" y="9132"/>
                      <a:pt x="3247" y="9124"/>
                      <a:pt x="3384" y="9124"/>
                    </a:cubicBezTo>
                    <a:cubicBezTo>
                      <a:pt x="3532" y="9124"/>
                      <a:pt x="3687" y="9133"/>
                      <a:pt x="3828" y="9133"/>
                    </a:cubicBezTo>
                    <a:cubicBezTo>
                      <a:pt x="4126" y="9133"/>
                      <a:pt x="4363" y="9093"/>
                      <a:pt x="4347" y="8842"/>
                    </a:cubicBezTo>
                    <a:cubicBezTo>
                      <a:pt x="4316" y="8362"/>
                      <a:pt x="3007" y="4631"/>
                      <a:pt x="2755" y="3174"/>
                    </a:cubicBezTo>
                    <a:cubicBezTo>
                      <a:pt x="2511" y="1795"/>
                      <a:pt x="3366" y="1"/>
                      <a:pt x="31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9"/>
              <p:cNvSpPr/>
              <p:nvPr/>
            </p:nvSpPr>
            <p:spPr>
              <a:xfrm>
                <a:off x="6076700" y="2116700"/>
                <a:ext cx="56725" cy="86200"/>
              </a:xfrm>
              <a:custGeom>
                <a:rect b="b" l="l" r="r" t="t"/>
                <a:pathLst>
                  <a:path extrusionOk="0" h="3448" w="2269">
                    <a:moveTo>
                      <a:pt x="1973" y="0"/>
                    </a:moveTo>
                    <a:cubicBezTo>
                      <a:pt x="1558" y="0"/>
                      <a:pt x="594" y="563"/>
                      <a:pt x="424" y="872"/>
                    </a:cubicBezTo>
                    <a:cubicBezTo>
                      <a:pt x="209" y="1253"/>
                      <a:pt x="0" y="1413"/>
                      <a:pt x="105" y="3423"/>
                    </a:cubicBezTo>
                    <a:cubicBezTo>
                      <a:pt x="106" y="3440"/>
                      <a:pt x="115" y="3448"/>
                      <a:pt x="131" y="3448"/>
                    </a:cubicBezTo>
                    <a:cubicBezTo>
                      <a:pt x="340" y="3448"/>
                      <a:pt x="1746" y="2086"/>
                      <a:pt x="1912" y="1732"/>
                    </a:cubicBezTo>
                    <a:cubicBezTo>
                      <a:pt x="2090" y="1345"/>
                      <a:pt x="2268" y="485"/>
                      <a:pt x="2158" y="104"/>
                    </a:cubicBezTo>
                    <a:cubicBezTo>
                      <a:pt x="2138" y="31"/>
                      <a:pt x="2071" y="0"/>
                      <a:pt x="19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9"/>
              <p:cNvSpPr/>
              <p:nvPr/>
            </p:nvSpPr>
            <p:spPr>
              <a:xfrm>
                <a:off x="6079300" y="2062450"/>
                <a:ext cx="50425" cy="65975"/>
              </a:xfrm>
              <a:custGeom>
                <a:rect b="b" l="l" r="r" t="t"/>
                <a:pathLst>
                  <a:path extrusionOk="0" h="2639" w="2017">
                    <a:moveTo>
                      <a:pt x="1652" y="1"/>
                    </a:moveTo>
                    <a:cubicBezTo>
                      <a:pt x="1234" y="1"/>
                      <a:pt x="379" y="294"/>
                      <a:pt x="216" y="491"/>
                    </a:cubicBezTo>
                    <a:cubicBezTo>
                      <a:pt x="1" y="749"/>
                      <a:pt x="74" y="2372"/>
                      <a:pt x="216" y="2630"/>
                    </a:cubicBezTo>
                    <a:cubicBezTo>
                      <a:pt x="219" y="2636"/>
                      <a:pt x="226" y="2639"/>
                      <a:pt x="235" y="2639"/>
                    </a:cubicBezTo>
                    <a:cubicBezTo>
                      <a:pt x="410" y="2639"/>
                      <a:pt x="1610" y="1671"/>
                      <a:pt x="1808" y="1671"/>
                    </a:cubicBezTo>
                    <a:cubicBezTo>
                      <a:pt x="2017" y="1671"/>
                      <a:pt x="1986" y="331"/>
                      <a:pt x="1875" y="79"/>
                    </a:cubicBezTo>
                    <a:cubicBezTo>
                      <a:pt x="1853" y="24"/>
                      <a:pt x="1770" y="1"/>
                      <a:pt x="16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9"/>
              <p:cNvSpPr/>
              <p:nvPr/>
            </p:nvSpPr>
            <p:spPr>
              <a:xfrm>
                <a:off x="6079000" y="1827925"/>
                <a:ext cx="93925" cy="138525"/>
              </a:xfrm>
              <a:custGeom>
                <a:rect b="b" l="l" r="r" t="t"/>
                <a:pathLst>
                  <a:path extrusionOk="0" h="5541" w="3757">
                    <a:moveTo>
                      <a:pt x="1082" y="0"/>
                    </a:moveTo>
                    <a:cubicBezTo>
                      <a:pt x="130" y="0"/>
                      <a:pt x="0" y="1242"/>
                      <a:pt x="0" y="2773"/>
                    </a:cubicBezTo>
                    <a:cubicBezTo>
                      <a:pt x="0" y="4110"/>
                      <a:pt x="122" y="5541"/>
                      <a:pt x="1321" y="5541"/>
                    </a:cubicBezTo>
                    <a:cubicBezTo>
                      <a:pt x="1495" y="5541"/>
                      <a:pt x="1691" y="5511"/>
                      <a:pt x="1912" y="5446"/>
                    </a:cubicBezTo>
                    <a:cubicBezTo>
                      <a:pt x="3664" y="4936"/>
                      <a:pt x="3756" y="3473"/>
                      <a:pt x="3406" y="2041"/>
                    </a:cubicBezTo>
                    <a:cubicBezTo>
                      <a:pt x="3055" y="609"/>
                      <a:pt x="1506" y="0"/>
                      <a:pt x="10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9"/>
              <p:cNvSpPr/>
              <p:nvPr/>
            </p:nvSpPr>
            <p:spPr>
              <a:xfrm>
                <a:off x="6081000" y="2017050"/>
                <a:ext cx="44425" cy="44200"/>
              </a:xfrm>
              <a:custGeom>
                <a:rect b="b" l="l" r="r" t="t"/>
                <a:pathLst>
                  <a:path extrusionOk="0" h="1768" w="1777">
                    <a:moveTo>
                      <a:pt x="1049" y="1"/>
                    </a:moveTo>
                    <a:cubicBezTo>
                      <a:pt x="698" y="1"/>
                      <a:pt x="285" y="101"/>
                      <a:pt x="179" y="174"/>
                    </a:cubicBezTo>
                    <a:cubicBezTo>
                      <a:pt x="0" y="303"/>
                      <a:pt x="37" y="1545"/>
                      <a:pt x="179" y="1705"/>
                    </a:cubicBezTo>
                    <a:cubicBezTo>
                      <a:pt x="218" y="1749"/>
                      <a:pt x="285" y="1768"/>
                      <a:pt x="370" y="1768"/>
                    </a:cubicBezTo>
                    <a:cubicBezTo>
                      <a:pt x="727" y="1768"/>
                      <a:pt x="1392" y="1434"/>
                      <a:pt x="1562" y="1354"/>
                    </a:cubicBezTo>
                    <a:cubicBezTo>
                      <a:pt x="1777" y="1262"/>
                      <a:pt x="1740" y="494"/>
                      <a:pt x="1562" y="174"/>
                    </a:cubicBezTo>
                    <a:cubicBezTo>
                      <a:pt x="1492" y="46"/>
                      <a:pt x="1284" y="1"/>
                      <a:pt x="104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9"/>
              <p:cNvSpPr/>
              <p:nvPr/>
            </p:nvSpPr>
            <p:spPr>
              <a:xfrm>
                <a:off x="6084275" y="1978675"/>
                <a:ext cx="37625" cy="33225"/>
              </a:xfrm>
              <a:custGeom>
                <a:rect b="b" l="l" r="r" t="t"/>
                <a:pathLst>
                  <a:path extrusionOk="0" h="1329" w="1505">
                    <a:moveTo>
                      <a:pt x="383" y="1"/>
                    </a:moveTo>
                    <a:cubicBezTo>
                      <a:pt x="328" y="1"/>
                      <a:pt x="286" y="26"/>
                      <a:pt x="263" y="86"/>
                    </a:cubicBezTo>
                    <a:cubicBezTo>
                      <a:pt x="164" y="359"/>
                      <a:pt x="0" y="1308"/>
                      <a:pt x="157" y="1308"/>
                    </a:cubicBezTo>
                    <a:cubicBezTo>
                      <a:pt x="166" y="1308"/>
                      <a:pt x="177" y="1305"/>
                      <a:pt x="189" y="1297"/>
                    </a:cubicBezTo>
                    <a:cubicBezTo>
                      <a:pt x="251" y="1260"/>
                      <a:pt x="345" y="1247"/>
                      <a:pt x="453" y="1247"/>
                    </a:cubicBezTo>
                    <a:cubicBezTo>
                      <a:pt x="721" y="1247"/>
                      <a:pt x="1077" y="1328"/>
                      <a:pt x="1252" y="1328"/>
                    </a:cubicBezTo>
                    <a:cubicBezTo>
                      <a:pt x="1504" y="1328"/>
                      <a:pt x="1431" y="947"/>
                      <a:pt x="1222" y="658"/>
                    </a:cubicBezTo>
                    <a:cubicBezTo>
                      <a:pt x="1049" y="431"/>
                      <a:pt x="609" y="1"/>
                      <a:pt x="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9"/>
              <p:cNvSpPr/>
              <p:nvPr/>
            </p:nvSpPr>
            <p:spPr>
              <a:xfrm>
                <a:off x="6091150" y="1795100"/>
                <a:ext cx="102500" cy="25225"/>
              </a:xfrm>
              <a:custGeom>
                <a:rect b="b" l="l" r="r" t="t"/>
                <a:pathLst>
                  <a:path extrusionOk="0" h="1009" w="4100">
                    <a:moveTo>
                      <a:pt x="1722" y="0"/>
                    </a:moveTo>
                    <a:cubicBezTo>
                      <a:pt x="1665" y="0"/>
                      <a:pt x="1619" y="3"/>
                      <a:pt x="1586" y="10"/>
                    </a:cubicBezTo>
                    <a:cubicBezTo>
                      <a:pt x="1266" y="72"/>
                      <a:pt x="0" y="607"/>
                      <a:pt x="246" y="803"/>
                    </a:cubicBezTo>
                    <a:cubicBezTo>
                      <a:pt x="410" y="936"/>
                      <a:pt x="625" y="1009"/>
                      <a:pt x="881" y="1009"/>
                    </a:cubicBezTo>
                    <a:cubicBezTo>
                      <a:pt x="1122" y="1009"/>
                      <a:pt x="1401" y="944"/>
                      <a:pt x="1709" y="803"/>
                    </a:cubicBezTo>
                    <a:cubicBezTo>
                      <a:pt x="2348" y="521"/>
                      <a:pt x="4100" y="773"/>
                      <a:pt x="3811" y="521"/>
                    </a:cubicBezTo>
                    <a:cubicBezTo>
                      <a:pt x="3513" y="250"/>
                      <a:pt x="2217" y="0"/>
                      <a:pt x="172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9"/>
              <p:cNvSpPr/>
              <p:nvPr/>
            </p:nvSpPr>
            <p:spPr>
              <a:xfrm>
                <a:off x="6130775" y="1817525"/>
                <a:ext cx="78100" cy="87500"/>
              </a:xfrm>
              <a:custGeom>
                <a:rect b="b" l="l" r="r" t="t"/>
                <a:pathLst>
                  <a:path extrusionOk="0" h="3500" w="3124">
                    <a:moveTo>
                      <a:pt x="845" y="0"/>
                    </a:moveTo>
                    <a:cubicBezTo>
                      <a:pt x="424" y="0"/>
                      <a:pt x="91" y="71"/>
                      <a:pt x="62" y="195"/>
                    </a:cubicBezTo>
                    <a:cubicBezTo>
                      <a:pt x="1" y="478"/>
                      <a:pt x="671" y="828"/>
                      <a:pt x="1562" y="1529"/>
                    </a:cubicBezTo>
                    <a:cubicBezTo>
                      <a:pt x="2392" y="2181"/>
                      <a:pt x="3030" y="3500"/>
                      <a:pt x="3114" y="3500"/>
                    </a:cubicBezTo>
                    <a:cubicBezTo>
                      <a:pt x="3120" y="3500"/>
                      <a:pt x="3123" y="3493"/>
                      <a:pt x="3123" y="3478"/>
                    </a:cubicBezTo>
                    <a:cubicBezTo>
                      <a:pt x="3123" y="3250"/>
                      <a:pt x="3123" y="927"/>
                      <a:pt x="2484" y="416"/>
                    </a:cubicBezTo>
                    <a:cubicBezTo>
                      <a:pt x="2119" y="125"/>
                      <a:pt x="1404" y="0"/>
                      <a:pt x="84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9"/>
              <p:cNvSpPr/>
              <p:nvPr/>
            </p:nvSpPr>
            <p:spPr>
              <a:xfrm>
                <a:off x="6166800" y="1873700"/>
                <a:ext cx="50825" cy="163500"/>
              </a:xfrm>
              <a:custGeom>
                <a:rect b="b" l="l" r="r" t="t"/>
                <a:pathLst>
                  <a:path extrusionOk="0" h="6540" w="2033">
                    <a:moveTo>
                      <a:pt x="326" y="1"/>
                    </a:moveTo>
                    <a:cubicBezTo>
                      <a:pt x="1" y="1"/>
                      <a:pt x="417" y="1310"/>
                      <a:pt x="472" y="2122"/>
                    </a:cubicBezTo>
                    <a:cubicBezTo>
                      <a:pt x="530" y="3091"/>
                      <a:pt x="1436" y="6540"/>
                      <a:pt x="1737" y="6540"/>
                    </a:cubicBezTo>
                    <a:cubicBezTo>
                      <a:pt x="1751" y="6540"/>
                      <a:pt x="1763" y="6532"/>
                      <a:pt x="1775" y="6517"/>
                    </a:cubicBezTo>
                    <a:cubicBezTo>
                      <a:pt x="2033" y="6166"/>
                      <a:pt x="1873" y="4415"/>
                      <a:pt x="1682" y="3044"/>
                    </a:cubicBezTo>
                    <a:cubicBezTo>
                      <a:pt x="1492" y="1673"/>
                      <a:pt x="994" y="542"/>
                      <a:pt x="724" y="272"/>
                    </a:cubicBezTo>
                    <a:cubicBezTo>
                      <a:pt x="534" y="82"/>
                      <a:pt x="407" y="1"/>
                      <a:pt x="3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9"/>
              <p:cNvSpPr/>
              <p:nvPr/>
            </p:nvSpPr>
            <p:spPr>
              <a:xfrm>
                <a:off x="6194100" y="2038075"/>
                <a:ext cx="42575" cy="146800"/>
              </a:xfrm>
              <a:custGeom>
                <a:rect b="b" l="l" r="r" t="t"/>
                <a:pathLst>
                  <a:path extrusionOk="0" h="5872" w="1703">
                    <a:moveTo>
                      <a:pt x="260" y="0"/>
                    </a:moveTo>
                    <a:cubicBezTo>
                      <a:pt x="253" y="0"/>
                      <a:pt x="247" y="1"/>
                      <a:pt x="240" y="3"/>
                    </a:cubicBezTo>
                    <a:cubicBezTo>
                      <a:pt x="0" y="83"/>
                      <a:pt x="203" y="673"/>
                      <a:pt x="240" y="1054"/>
                    </a:cubicBezTo>
                    <a:cubicBezTo>
                      <a:pt x="271" y="1435"/>
                      <a:pt x="1482" y="5677"/>
                      <a:pt x="1605" y="5867"/>
                    </a:cubicBezTo>
                    <a:cubicBezTo>
                      <a:pt x="1607" y="5870"/>
                      <a:pt x="1608" y="5871"/>
                      <a:pt x="1610" y="5871"/>
                    </a:cubicBezTo>
                    <a:cubicBezTo>
                      <a:pt x="1703" y="5871"/>
                      <a:pt x="767" y="0"/>
                      <a:pt x="26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9"/>
              <p:cNvSpPr/>
              <p:nvPr/>
            </p:nvSpPr>
            <p:spPr>
              <a:xfrm>
                <a:off x="6216675" y="2034950"/>
                <a:ext cx="31225" cy="149500"/>
              </a:xfrm>
              <a:custGeom>
                <a:rect b="b" l="l" r="r" t="t"/>
                <a:pathLst>
                  <a:path extrusionOk="0" h="5980" w="1249">
                    <a:moveTo>
                      <a:pt x="264" y="0"/>
                    </a:moveTo>
                    <a:cubicBezTo>
                      <a:pt x="172" y="0"/>
                      <a:pt x="1" y="199"/>
                      <a:pt x="1" y="509"/>
                    </a:cubicBezTo>
                    <a:cubicBezTo>
                      <a:pt x="1" y="927"/>
                      <a:pt x="861" y="5672"/>
                      <a:pt x="991" y="5894"/>
                    </a:cubicBezTo>
                    <a:cubicBezTo>
                      <a:pt x="1026" y="5954"/>
                      <a:pt x="1061" y="5979"/>
                      <a:pt x="1094" y="5979"/>
                    </a:cubicBezTo>
                    <a:cubicBezTo>
                      <a:pt x="1181" y="5979"/>
                      <a:pt x="1249" y="5802"/>
                      <a:pt x="1249" y="5642"/>
                    </a:cubicBezTo>
                    <a:cubicBezTo>
                      <a:pt x="1249" y="5414"/>
                      <a:pt x="419" y="829"/>
                      <a:pt x="321" y="67"/>
                    </a:cubicBezTo>
                    <a:cubicBezTo>
                      <a:pt x="316" y="21"/>
                      <a:pt x="294" y="0"/>
                      <a:pt x="2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9"/>
              <p:cNvSpPr/>
              <p:nvPr/>
            </p:nvSpPr>
            <p:spPr>
              <a:xfrm>
                <a:off x="6231750" y="2199400"/>
                <a:ext cx="30825" cy="54575"/>
              </a:xfrm>
              <a:custGeom>
                <a:rect b="b" l="l" r="r" t="t"/>
                <a:pathLst>
                  <a:path extrusionOk="0" h="2183" w="1233">
                    <a:moveTo>
                      <a:pt x="629" y="1"/>
                    </a:moveTo>
                    <a:cubicBezTo>
                      <a:pt x="373" y="1"/>
                      <a:pt x="57" y="1140"/>
                      <a:pt x="13" y="1596"/>
                    </a:cubicBezTo>
                    <a:cubicBezTo>
                      <a:pt x="0" y="1762"/>
                      <a:pt x="566" y="1608"/>
                      <a:pt x="996" y="2143"/>
                    </a:cubicBezTo>
                    <a:cubicBezTo>
                      <a:pt x="1017" y="2170"/>
                      <a:pt x="1035" y="2183"/>
                      <a:pt x="1050" y="2183"/>
                    </a:cubicBezTo>
                    <a:cubicBezTo>
                      <a:pt x="1233" y="2183"/>
                      <a:pt x="952" y="303"/>
                      <a:pt x="707" y="41"/>
                    </a:cubicBezTo>
                    <a:cubicBezTo>
                      <a:pt x="682" y="13"/>
                      <a:pt x="656" y="1"/>
                      <a:pt x="6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9"/>
              <p:cNvSpPr/>
              <p:nvPr/>
            </p:nvSpPr>
            <p:spPr>
              <a:xfrm>
                <a:off x="6240875" y="2260125"/>
                <a:ext cx="23000" cy="47750"/>
              </a:xfrm>
              <a:custGeom>
                <a:rect b="b" l="l" r="r" t="t"/>
                <a:pathLst>
                  <a:path extrusionOk="0" h="1910" w="920">
                    <a:moveTo>
                      <a:pt x="668" y="1"/>
                    </a:moveTo>
                    <a:cubicBezTo>
                      <a:pt x="401" y="1"/>
                      <a:pt x="532" y="633"/>
                      <a:pt x="508" y="882"/>
                    </a:cubicBezTo>
                    <a:cubicBezTo>
                      <a:pt x="484" y="1142"/>
                      <a:pt x="1" y="1909"/>
                      <a:pt x="215" y="1909"/>
                    </a:cubicBezTo>
                    <a:cubicBezTo>
                      <a:pt x="218" y="1909"/>
                      <a:pt x="222" y="1909"/>
                      <a:pt x="225" y="1909"/>
                    </a:cubicBezTo>
                    <a:cubicBezTo>
                      <a:pt x="459" y="1890"/>
                      <a:pt x="748" y="1146"/>
                      <a:pt x="797" y="858"/>
                    </a:cubicBezTo>
                    <a:cubicBezTo>
                      <a:pt x="846" y="575"/>
                      <a:pt x="920" y="34"/>
                      <a:pt x="699" y="3"/>
                    </a:cubicBezTo>
                    <a:cubicBezTo>
                      <a:pt x="688" y="1"/>
                      <a:pt x="678" y="1"/>
                      <a:pt x="6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9"/>
              <p:cNvSpPr/>
              <p:nvPr/>
            </p:nvSpPr>
            <p:spPr>
              <a:xfrm>
                <a:off x="6229525" y="2247575"/>
                <a:ext cx="9375" cy="26700"/>
              </a:xfrm>
              <a:custGeom>
                <a:rect b="b" l="l" r="r" t="t"/>
                <a:pathLst>
                  <a:path extrusionOk="0" h="1068" w="375">
                    <a:moveTo>
                      <a:pt x="237" y="1"/>
                    </a:moveTo>
                    <a:cubicBezTo>
                      <a:pt x="137" y="1"/>
                      <a:pt x="1" y="703"/>
                      <a:pt x="151" y="1003"/>
                    </a:cubicBezTo>
                    <a:cubicBezTo>
                      <a:pt x="173" y="1047"/>
                      <a:pt x="193" y="1067"/>
                      <a:pt x="211" y="1067"/>
                    </a:cubicBezTo>
                    <a:cubicBezTo>
                      <a:pt x="333" y="1067"/>
                      <a:pt x="374" y="213"/>
                      <a:pt x="268" y="26"/>
                    </a:cubicBezTo>
                    <a:cubicBezTo>
                      <a:pt x="258" y="9"/>
                      <a:pt x="248" y="1"/>
                      <a:pt x="23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9"/>
              <p:cNvSpPr/>
              <p:nvPr/>
            </p:nvSpPr>
            <p:spPr>
              <a:xfrm>
                <a:off x="6076225" y="1772400"/>
                <a:ext cx="30875" cy="22675"/>
              </a:xfrm>
              <a:custGeom>
                <a:rect b="b" l="l" r="r" t="t"/>
                <a:pathLst>
                  <a:path extrusionOk="0" h="907" w="1235">
                    <a:moveTo>
                      <a:pt x="1086" y="0"/>
                    </a:moveTo>
                    <a:cubicBezTo>
                      <a:pt x="880" y="0"/>
                      <a:pt x="443" y="181"/>
                      <a:pt x="1" y="181"/>
                    </a:cubicBezTo>
                    <a:lnTo>
                      <a:pt x="1" y="906"/>
                    </a:lnTo>
                    <a:cubicBezTo>
                      <a:pt x="1" y="906"/>
                      <a:pt x="1120" y="427"/>
                      <a:pt x="1193" y="181"/>
                    </a:cubicBezTo>
                    <a:cubicBezTo>
                      <a:pt x="1234" y="46"/>
                      <a:pt x="1189" y="0"/>
                      <a:pt x="108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9"/>
              <p:cNvSpPr/>
              <p:nvPr/>
            </p:nvSpPr>
            <p:spPr>
              <a:xfrm>
                <a:off x="6073775" y="1782325"/>
                <a:ext cx="47600" cy="38100"/>
              </a:xfrm>
              <a:custGeom>
                <a:rect b="b" l="l" r="r" t="t"/>
                <a:pathLst>
                  <a:path extrusionOk="0" h="1524" w="1904">
                    <a:moveTo>
                      <a:pt x="1697" y="1"/>
                    </a:moveTo>
                    <a:cubicBezTo>
                      <a:pt x="1651" y="1"/>
                      <a:pt x="1579" y="15"/>
                      <a:pt x="1476" y="48"/>
                    </a:cubicBezTo>
                    <a:cubicBezTo>
                      <a:pt x="732" y="282"/>
                      <a:pt x="0" y="1456"/>
                      <a:pt x="277" y="1517"/>
                    </a:cubicBezTo>
                    <a:cubicBezTo>
                      <a:pt x="295" y="1521"/>
                      <a:pt x="313" y="1523"/>
                      <a:pt x="330" y="1523"/>
                    </a:cubicBezTo>
                    <a:cubicBezTo>
                      <a:pt x="667" y="1523"/>
                      <a:pt x="989" y="778"/>
                      <a:pt x="1322" y="509"/>
                    </a:cubicBezTo>
                    <a:cubicBezTo>
                      <a:pt x="1613" y="283"/>
                      <a:pt x="1903" y="1"/>
                      <a:pt x="169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9"/>
              <p:cNvSpPr/>
              <p:nvPr/>
            </p:nvSpPr>
            <p:spPr>
              <a:xfrm>
                <a:off x="6084825" y="1878975"/>
                <a:ext cx="83325" cy="75625"/>
              </a:xfrm>
              <a:custGeom>
                <a:rect b="b" l="l" r="r" t="t"/>
                <a:pathLst>
                  <a:path extrusionOk="0" h="3025" w="3333">
                    <a:moveTo>
                      <a:pt x="2444" y="1"/>
                    </a:moveTo>
                    <a:cubicBezTo>
                      <a:pt x="1617" y="1"/>
                      <a:pt x="515" y="890"/>
                      <a:pt x="253" y="1370"/>
                    </a:cubicBezTo>
                    <a:cubicBezTo>
                      <a:pt x="1" y="1826"/>
                      <a:pt x="255" y="3024"/>
                      <a:pt x="1287" y="3024"/>
                    </a:cubicBezTo>
                    <a:cubicBezTo>
                      <a:pt x="1436" y="3024"/>
                      <a:pt x="1601" y="2999"/>
                      <a:pt x="1784" y="2943"/>
                    </a:cubicBezTo>
                    <a:cubicBezTo>
                      <a:pt x="3333" y="2464"/>
                      <a:pt x="3326" y="196"/>
                      <a:pt x="2687" y="30"/>
                    </a:cubicBezTo>
                    <a:cubicBezTo>
                      <a:pt x="2610" y="10"/>
                      <a:pt x="2528" y="1"/>
                      <a:pt x="2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9"/>
              <p:cNvSpPr/>
              <p:nvPr/>
            </p:nvSpPr>
            <p:spPr>
              <a:xfrm>
                <a:off x="6126025" y="2800350"/>
                <a:ext cx="24300" cy="31775"/>
              </a:xfrm>
              <a:custGeom>
                <a:rect b="b" l="l" r="r" t="t"/>
                <a:pathLst>
                  <a:path extrusionOk="0" h="1271" w="972">
                    <a:moveTo>
                      <a:pt x="224" y="1"/>
                    </a:moveTo>
                    <a:cubicBezTo>
                      <a:pt x="145" y="1"/>
                      <a:pt x="85" y="19"/>
                      <a:pt x="62" y="74"/>
                    </a:cubicBezTo>
                    <a:cubicBezTo>
                      <a:pt x="13" y="184"/>
                      <a:pt x="0" y="455"/>
                      <a:pt x="93" y="713"/>
                    </a:cubicBezTo>
                    <a:cubicBezTo>
                      <a:pt x="176" y="927"/>
                      <a:pt x="362" y="1270"/>
                      <a:pt x="533" y="1270"/>
                    </a:cubicBezTo>
                    <a:cubicBezTo>
                      <a:pt x="563" y="1270"/>
                      <a:pt x="593" y="1259"/>
                      <a:pt x="621" y="1235"/>
                    </a:cubicBezTo>
                    <a:cubicBezTo>
                      <a:pt x="812" y="1076"/>
                      <a:pt x="972" y="123"/>
                      <a:pt x="750" y="92"/>
                    </a:cubicBezTo>
                    <a:cubicBezTo>
                      <a:pt x="600" y="72"/>
                      <a:pt x="377" y="1"/>
                      <a:pt x="22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9"/>
              <p:cNvSpPr/>
              <p:nvPr/>
            </p:nvSpPr>
            <p:spPr>
              <a:xfrm>
                <a:off x="6118800" y="2827575"/>
                <a:ext cx="11825" cy="54225"/>
              </a:xfrm>
              <a:custGeom>
                <a:rect b="b" l="l" r="r" t="t"/>
                <a:pathLst>
                  <a:path extrusionOk="0" h="2169" w="473">
                    <a:moveTo>
                      <a:pt x="164" y="1"/>
                    </a:moveTo>
                    <a:cubicBezTo>
                      <a:pt x="93" y="1"/>
                      <a:pt x="182" y="1010"/>
                      <a:pt x="99" y="1425"/>
                    </a:cubicBezTo>
                    <a:cubicBezTo>
                      <a:pt x="7" y="1861"/>
                      <a:pt x="0" y="1972"/>
                      <a:pt x="166" y="2156"/>
                    </a:cubicBezTo>
                    <a:cubicBezTo>
                      <a:pt x="174" y="2164"/>
                      <a:pt x="181" y="2168"/>
                      <a:pt x="188" y="2168"/>
                    </a:cubicBezTo>
                    <a:cubicBezTo>
                      <a:pt x="345" y="2168"/>
                      <a:pt x="473" y="281"/>
                      <a:pt x="173" y="5"/>
                    </a:cubicBezTo>
                    <a:cubicBezTo>
                      <a:pt x="169" y="2"/>
                      <a:pt x="167" y="1"/>
                      <a:pt x="1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9"/>
              <p:cNvSpPr/>
              <p:nvPr/>
            </p:nvSpPr>
            <p:spPr>
              <a:xfrm>
                <a:off x="6128025" y="2835800"/>
                <a:ext cx="10475" cy="54575"/>
              </a:xfrm>
              <a:custGeom>
                <a:rect b="b" l="l" r="r" t="t"/>
                <a:pathLst>
                  <a:path extrusionOk="0" h="2183" w="419">
                    <a:moveTo>
                      <a:pt x="218" y="0"/>
                    </a:moveTo>
                    <a:cubicBezTo>
                      <a:pt x="173" y="0"/>
                      <a:pt x="183" y="1069"/>
                      <a:pt x="92" y="1514"/>
                    </a:cubicBezTo>
                    <a:cubicBezTo>
                      <a:pt x="0" y="1969"/>
                      <a:pt x="6" y="2061"/>
                      <a:pt x="142" y="2178"/>
                    </a:cubicBezTo>
                    <a:cubicBezTo>
                      <a:pt x="146" y="2181"/>
                      <a:pt x="150" y="2183"/>
                      <a:pt x="154" y="2183"/>
                    </a:cubicBezTo>
                    <a:cubicBezTo>
                      <a:pt x="291" y="2183"/>
                      <a:pt x="419" y="223"/>
                      <a:pt x="222" y="2"/>
                    </a:cubicBezTo>
                    <a:cubicBezTo>
                      <a:pt x="220" y="1"/>
                      <a:pt x="219" y="0"/>
                      <a:pt x="21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9"/>
              <p:cNvSpPr/>
              <p:nvPr/>
            </p:nvSpPr>
            <p:spPr>
              <a:xfrm>
                <a:off x="6134625" y="2839675"/>
                <a:ext cx="11100" cy="56625"/>
              </a:xfrm>
              <a:custGeom>
                <a:rect b="b" l="l" r="r" t="t"/>
                <a:pathLst>
                  <a:path extrusionOk="0" h="2265" w="444">
                    <a:moveTo>
                      <a:pt x="197" y="0"/>
                    </a:moveTo>
                    <a:lnTo>
                      <a:pt x="191" y="990"/>
                    </a:lnTo>
                    <a:cubicBezTo>
                      <a:pt x="191" y="1513"/>
                      <a:pt x="1" y="2262"/>
                      <a:pt x="68" y="2262"/>
                    </a:cubicBezTo>
                    <a:cubicBezTo>
                      <a:pt x="79" y="2262"/>
                      <a:pt x="90" y="2264"/>
                      <a:pt x="102" y="2264"/>
                    </a:cubicBezTo>
                    <a:cubicBezTo>
                      <a:pt x="158" y="2264"/>
                      <a:pt x="227" y="2222"/>
                      <a:pt x="308" y="1734"/>
                    </a:cubicBezTo>
                    <a:cubicBezTo>
                      <a:pt x="443" y="879"/>
                      <a:pt x="357" y="50"/>
                      <a:pt x="19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9"/>
              <p:cNvSpPr/>
              <p:nvPr/>
            </p:nvSpPr>
            <p:spPr>
              <a:xfrm>
                <a:off x="6145800" y="2846600"/>
                <a:ext cx="10125" cy="50600"/>
              </a:xfrm>
              <a:custGeom>
                <a:rect b="b" l="l" r="r" t="t"/>
                <a:pathLst>
                  <a:path extrusionOk="0" h="2024" w="405">
                    <a:moveTo>
                      <a:pt x="72" y="1"/>
                    </a:moveTo>
                    <a:cubicBezTo>
                      <a:pt x="71" y="1"/>
                      <a:pt x="70" y="3"/>
                      <a:pt x="70" y="6"/>
                    </a:cubicBezTo>
                    <a:cubicBezTo>
                      <a:pt x="58" y="117"/>
                      <a:pt x="101" y="1438"/>
                      <a:pt x="33" y="1758"/>
                    </a:cubicBezTo>
                    <a:cubicBezTo>
                      <a:pt x="0" y="1927"/>
                      <a:pt x="61" y="2024"/>
                      <a:pt x="135" y="2024"/>
                    </a:cubicBezTo>
                    <a:cubicBezTo>
                      <a:pt x="201" y="2024"/>
                      <a:pt x="278" y="1947"/>
                      <a:pt x="310" y="1776"/>
                    </a:cubicBezTo>
                    <a:cubicBezTo>
                      <a:pt x="404" y="1214"/>
                      <a:pt x="105" y="1"/>
                      <a:pt x="7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9"/>
              <p:cNvSpPr/>
              <p:nvPr/>
            </p:nvSpPr>
            <p:spPr>
              <a:xfrm>
                <a:off x="6154600" y="2857400"/>
                <a:ext cx="6550" cy="29150"/>
              </a:xfrm>
              <a:custGeom>
                <a:rect b="b" l="l" r="r" t="t"/>
                <a:pathLst>
                  <a:path extrusionOk="0" h="1166" w="262">
                    <a:moveTo>
                      <a:pt x="2" y="1"/>
                    </a:moveTo>
                    <a:cubicBezTo>
                      <a:pt x="1" y="1"/>
                      <a:pt x="1" y="2"/>
                      <a:pt x="1" y="4"/>
                    </a:cubicBezTo>
                    <a:cubicBezTo>
                      <a:pt x="1" y="817"/>
                      <a:pt x="153" y="1165"/>
                      <a:pt x="224" y="1165"/>
                    </a:cubicBezTo>
                    <a:cubicBezTo>
                      <a:pt x="247" y="1165"/>
                      <a:pt x="262" y="1127"/>
                      <a:pt x="259" y="1056"/>
                    </a:cubicBezTo>
                    <a:cubicBezTo>
                      <a:pt x="235" y="667"/>
                      <a:pt x="20" y="1"/>
                      <a:pt x="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9"/>
              <p:cNvSpPr/>
              <p:nvPr/>
            </p:nvSpPr>
            <p:spPr>
              <a:xfrm>
                <a:off x="6011075" y="1606500"/>
                <a:ext cx="129250" cy="165675"/>
              </a:xfrm>
              <a:custGeom>
                <a:rect b="b" l="l" r="r" t="t"/>
                <a:pathLst>
                  <a:path extrusionOk="0" h="6627" w="5170">
                    <a:moveTo>
                      <a:pt x="2588" y="0"/>
                    </a:moveTo>
                    <a:cubicBezTo>
                      <a:pt x="50" y="0"/>
                      <a:pt x="1"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9"/>
              <p:cNvSpPr/>
              <p:nvPr/>
            </p:nvSpPr>
            <p:spPr>
              <a:xfrm>
                <a:off x="6015808" y="1651250"/>
                <a:ext cx="62900" cy="64500"/>
              </a:xfrm>
              <a:custGeom>
                <a:rect b="b" l="l" r="r" t="t"/>
                <a:pathLst>
                  <a:path extrusionOk="0" h="2580" w="2516">
                    <a:moveTo>
                      <a:pt x="1430" y="0"/>
                    </a:moveTo>
                    <a:cubicBezTo>
                      <a:pt x="830" y="0"/>
                      <a:pt x="1" y="463"/>
                      <a:pt x="87" y="1142"/>
                    </a:cubicBezTo>
                    <a:cubicBezTo>
                      <a:pt x="92" y="1175"/>
                      <a:pt x="109" y="1189"/>
                      <a:pt x="138" y="1189"/>
                    </a:cubicBezTo>
                    <a:cubicBezTo>
                      <a:pt x="290" y="1189"/>
                      <a:pt x="768" y="783"/>
                      <a:pt x="1344" y="783"/>
                    </a:cubicBezTo>
                    <a:cubicBezTo>
                      <a:pt x="1392" y="783"/>
                      <a:pt x="1440" y="786"/>
                      <a:pt x="1489" y="792"/>
                    </a:cubicBezTo>
                    <a:cubicBezTo>
                      <a:pt x="2186" y="881"/>
                      <a:pt x="2046" y="2580"/>
                      <a:pt x="2215" y="2580"/>
                    </a:cubicBezTo>
                    <a:cubicBezTo>
                      <a:pt x="2221" y="2580"/>
                      <a:pt x="2227" y="2578"/>
                      <a:pt x="2233" y="2574"/>
                    </a:cubicBezTo>
                    <a:cubicBezTo>
                      <a:pt x="2515" y="2421"/>
                      <a:pt x="2509" y="386"/>
                      <a:pt x="1759" y="60"/>
                    </a:cubicBezTo>
                    <a:cubicBezTo>
                      <a:pt x="1666" y="20"/>
                      <a:pt x="1553" y="0"/>
                      <a:pt x="14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9"/>
              <p:cNvSpPr/>
              <p:nvPr/>
            </p:nvSpPr>
            <p:spPr>
              <a:xfrm>
                <a:off x="6023758" y="1678175"/>
                <a:ext cx="47875" cy="33150"/>
              </a:xfrm>
              <a:custGeom>
                <a:rect b="b" l="l" r="r" t="t"/>
                <a:pathLst>
                  <a:path extrusionOk="0" h="1326" w="1915">
                    <a:moveTo>
                      <a:pt x="794" y="413"/>
                    </a:moveTo>
                    <a:cubicBezTo>
                      <a:pt x="1037" y="413"/>
                      <a:pt x="1293" y="571"/>
                      <a:pt x="1282" y="686"/>
                    </a:cubicBezTo>
                    <a:cubicBezTo>
                      <a:pt x="1268" y="839"/>
                      <a:pt x="1067" y="903"/>
                      <a:pt x="861" y="903"/>
                    </a:cubicBezTo>
                    <a:cubicBezTo>
                      <a:pt x="614" y="903"/>
                      <a:pt x="358" y="811"/>
                      <a:pt x="409" y="674"/>
                    </a:cubicBezTo>
                    <a:cubicBezTo>
                      <a:pt x="479" y="481"/>
                      <a:pt x="634" y="413"/>
                      <a:pt x="794" y="413"/>
                    </a:cubicBezTo>
                    <a:close/>
                    <a:moveTo>
                      <a:pt x="950" y="0"/>
                    </a:moveTo>
                    <a:cubicBezTo>
                      <a:pt x="364" y="0"/>
                      <a:pt x="1" y="366"/>
                      <a:pt x="58" y="723"/>
                    </a:cubicBezTo>
                    <a:cubicBezTo>
                      <a:pt x="110" y="1067"/>
                      <a:pt x="445" y="1325"/>
                      <a:pt x="941" y="1325"/>
                    </a:cubicBezTo>
                    <a:cubicBezTo>
                      <a:pt x="1039" y="1325"/>
                      <a:pt x="1142" y="1316"/>
                      <a:pt x="1251" y="1294"/>
                    </a:cubicBezTo>
                    <a:cubicBezTo>
                      <a:pt x="1915" y="1165"/>
                      <a:pt x="1607" y="108"/>
                      <a:pt x="1269" y="34"/>
                    </a:cubicBezTo>
                    <a:cubicBezTo>
                      <a:pt x="1157" y="11"/>
                      <a:pt x="1050" y="0"/>
                      <a:pt x="9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9"/>
              <p:cNvSpPr/>
              <p:nvPr/>
            </p:nvSpPr>
            <p:spPr>
              <a:xfrm>
                <a:off x="6027375" y="1711375"/>
                <a:ext cx="33525" cy="26800"/>
              </a:xfrm>
              <a:custGeom>
                <a:rect b="b" l="l" r="r" t="t"/>
                <a:pathLst>
                  <a:path extrusionOk="0" h="1072" w="1341">
                    <a:moveTo>
                      <a:pt x="19" y="1"/>
                    </a:moveTo>
                    <a:cubicBezTo>
                      <a:pt x="7" y="1"/>
                      <a:pt x="0" y="5"/>
                      <a:pt x="0" y="16"/>
                    </a:cubicBezTo>
                    <a:cubicBezTo>
                      <a:pt x="0" y="160"/>
                      <a:pt x="354" y="1072"/>
                      <a:pt x="544" y="1072"/>
                    </a:cubicBezTo>
                    <a:cubicBezTo>
                      <a:pt x="556" y="1072"/>
                      <a:pt x="567" y="1068"/>
                      <a:pt x="578" y="1060"/>
                    </a:cubicBezTo>
                    <a:cubicBezTo>
                      <a:pt x="748" y="943"/>
                      <a:pt x="1341" y="133"/>
                      <a:pt x="1236" y="133"/>
                    </a:cubicBezTo>
                    <a:cubicBezTo>
                      <a:pt x="1231" y="133"/>
                      <a:pt x="1225" y="135"/>
                      <a:pt x="1217" y="138"/>
                    </a:cubicBezTo>
                    <a:cubicBezTo>
                      <a:pt x="1100" y="194"/>
                      <a:pt x="976" y="215"/>
                      <a:pt x="855" y="215"/>
                    </a:cubicBezTo>
                    <a:cubicBezTo>
                      <a:pt x="469" y="215"/>
                      <a:pt x="106" y="1"/>
                      <a:pt x="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9"/>
              <p:cNvSpPr/>
              <p:nvPr/>
            </p:nvSpPr>
            <p:spPr>
              <a:xfrm>
                <a:off x="6074233" y="1651250"/>
                <a:ext cx="62875" cy="64500"/>
              </a:xfrm>
              <a:custGeom>
                <a:rect b="b" l="l" r="r" t="t"/>
                <a:pathLst>
                  <a:path extrusionOk="0" h="2580" w="2515">
                    <a:moveTo>
                      <a:pt x="1085" y="0"/>
                    </a:moveTo>
                    <a:cubicBezTo>
                      <a:pt x="963" y="0"/>
                      <a:pt x="850" y="20"/>
                      <a:pt x="756" y="60"/>
                    </a:cubicBezTo>
                    <a:cubicBezTo>
                      <a:pt x="6" y="386"/>
                      <a:pt x="0" y="2421"/>
                      <a:pt x="283" y="2574"/>
                    </a:cubicBezTo>
                    <a:cubicBezTo>
                      <a:pt x="289" y="2578"/>
                      <a:pt x="295" y="2580"/>
                      <a:pt x="300" y="2580"/>
                    </a:cubicBezTo>
                    <a:cubicBezTo>
                      <a:pt x="470" y="2580"/>
                      <a:pt x="330" y="881"/>
                      <a:pt x="1027" y="792"/>
                    </a:cubicBezTo>
                    <a:cubicBezTo>
                      <a:pt x="1076" y="786"/>
                      <a:pt x="1124" y="783"/>
                      <a:pt x="1171" y="783"/>
                    </a:cubicBezTo>
                    <a:cubicBezTo>
                      <a:pt x="1748" y="783"/>
                      <a:pt x="2230" y="1189"/>
                      <a:pt x="2380" y="1189"/>
                    </a:cubicBezTo>
                    <a:cubicBezTo>
                      <a:pt x="2408" y="1189"/>
                      <a:pt x="2425" y="1175"/>
                      <a:pt x="2428" y="1142"/>
                    </a:cubicBezTo>
                    <a:cubicBezTo>
                      <a:pt x="2515" y="463"/>
                      <a:pt x="1686" y="0"/>
                      <a:pt x="108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9"/>
              <p:cNvSpPr/>
              <p:nvPr/>
            </p:nvSpPr>
            <p:spPr>
              <a:xfrm>
                <a:off x="6081283" y="1678175"/>
                <a:ext cx="47875" cy="33150"/>
              </a:xfrm>
              <a:custGeom>
                <a:rect b="b" l="l" r="r" t="t"/>
                <a:pathLst>
                  <a:path extrusionOk="0" h="1326" w="1915">
                    <a:moveTo>
                      <a:pt x="1119" y="413"/>
                    </a:moveTo>
                    <a:cubicBezTo>
                      <a:pt x="1279" y="413"/>
                      <a:pt x="1434" y="481"/>
                      <a:pt x="1507" y="674"/>
                    </a:cubicBezTo>
                    <a:cubicBezTo>
                      <a:pt x="1561" y="811"/>
                      <a:pt x="1305" y="903"/>
                      <a:pt x="1056" y="903"/>
                    </a:cubicBezTo>
                    <a:cubicBezTo>
                      <a:pt x="850" y="903"/>
                      <a:pt x="648" y="839"/>
                      <a:pt x="634" y="686"/>
                    </a:cubicBezTo>
                    <a:cubicBezTo>
                      <a:pt x="623" y="571"/>
                      <a:pt x="876" y="413"/>
                      <a:pt x="1119" y="413"/>
                    </a:cubicBezTo>
                    <a:close/>
                    <a:moveTo>
                      <a:pt x="966" y="0"/>
                    </a:moveTo>
                    <a:cubicBezTo>
                      <a:pt x="866" y="0"/>
                      <a:pt x="759" y="11"/>
                      <a:pt x="646" y="34"/>
                    </a:cubicBezTo>
                    <a:cubicBezTo>
                      <a:pt x="308" y="108"/>
                      <a:pt x="1" y="1165"/>
                      <a:pt x="665" y="1294"/>
                    </a:cubicBezTo>
                    <a:cubicBezTo>
                      <a:pt x="774" y="1316"/>
                      <a:pt x="877" y="1325"/>
                      <a:pt x="974" y="1325"/>
                    </a:cubicBezTo>
                    <a:cubicBezTo>
                      <a:pt x="1471" y="1325"/>
                      <a:pt x="1806" y="1067"/>
                      <a:pt x="1857" y="723"/>
                    </a:cubicBezTo>
                    <a:cubicBezTo>
                      <a:pt x="1915" y="366"/>
                      <a:pt x="1552" y="0"/>
                      <a:pt x="9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9"/>
              <p:cNvSpPr/>
              <p:nvPr/>
            </p:nvSpPr>
            <p:spPr>
              <a:xfrm>
                <a:off x="6092650" y="1711375"/>
                <a:ext cx="33400" cy="26800"/>
              </a:xfrm>
              <a:custGeom>
                <a:rect b="b" l="l" r="r" t="t"/>
                <a:pathLst>
                  <a:path extrusionOk="0" h="1072" w="1336">
                    <a:moveTo>
                      <a:pt x="1316" y="1"/>
                    </a:moveTo>
                    <a:cubicBezTo>
                      <a:pt x="1230" y="1"/>
                      <a:pt x="867" y="215"/>
                      <a:pt x="483" y="215"/>
                    </a:cubicBezTo>
                    <a:cubicBezTo>
                      <a:pt x="363" y="215"/>
                      <a:pt x="241" y="194"/>
                      <a:pt x="124" y="138"/>
                    </a:cubicBezTo>
                    <a:cubicBezTo>
                      <a:pt x="117" y="135"/>
                      <a:pt x="111" y="133"/>
                      <a:pt x="106" y="133"/>
                    </a:cubicBezTo>
                    <a:cubicBezTo>
                      <a:pt x="1" y="133"/>
                      <a:pt x="593" y="943"/>
                      <a:pt x="764" y="1060"/>
                    </a:cubicBezTo>
                    <a:cubicBezTo>
                      <a:pt x="774" y="1068"/>
                      <a:pt x="785" y="1072"/>
                      <a:pt x="797" y="1072"/>
                    </a:cubicBezTo>
                    <a:cubicBezTo>
                      <a:pt x="982" y="1072"/>
                      <a:pt x="1335" y="160"/>
                      <a:pt x="1335" y="16"/>
                    </a:cubicBezTo>
                    <a:cubicBezTo>
                      <a:pt x="1335" y="5"/>
                      <a:pt x="1329" y="1"/>
                      <a:pt x="13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9"/>
              <p:cNvSpPr/>
              <p:nvPr/>
            </p:nvSpPr>
            <p:spPr>
              <a:xfrm>
                <a:off x="6048100" y="1722500"/>
                <a:ext cx="55825" cy="37375"/>
              </a:xfrm>
              <a:custGeom>
                <a:rect b="b" l="l" r="r" t="t"/>
                <a:pathLst>
                  <a:path extrusionOk="0" h="1495" w="2233">
                    <a:moveTo>
                      <a:pt x="1120" y="486"/>
                    </a:moveTo>
                    <a:cubicBezTo>
                      <a:pt x="1452" y="486"/>
                      <a:pt x="1728" y="640"/>
                      <a:pt x="1747" y="751"/>
                    </a:cubicBezTo>
                    <a:cubicBezTo>
                      <a:pt x="1765" y="855"/>
                      <a:pt x="1568" y="1009"/>
                      <a:pt x="1120" y="1009"/>
                    </a:cubicBezTo>
                    <a:cubicBezTo>
                      <a:pt x="665" y="1009"/>
                      <a:pt x="474" y="855"/>
                      <a:pt x="493" y="751"/>
                    </a:cubicBezTo>
                    <a:cubicBezTo>
                      <a:pt x="511" y="640"/>
                      <a:pt x="788" y="486"/>
                      <a:pt x="1120" y="486"/>
                    </a:cubicBezTo>
                    <a:close/>
                    <a:moveTo>
                      <a:pt x="1120" y="1"/>
                    </a:moveTo>
                    <a:cubicBezTo>
                      <a:pt x="542" y="1"/>
                      <a:pt x="69" y="450"/>
                      <a:pt x="38" y="751"/>
                    </a:cubicBezTo>
                    <a:cubicBezTo>
                      <a:pt x="1" y="1052"/>
                      <a:pt x="339" y="1494"/>
                      <a:pt x="1120" y="1494"/>
                    </a:cubicBezTo>
                    <a:cubicBezTo>
                      <a:pt x="1900" y="1494"/>
                      <a:pt x="2232" y="1046"/>
                      <a:pt x="2201" y="751"/>
                    </a:cubicBezTo>
                    <a:cubicBezTo>
                      <a:pt x="2171" y="450"/>
                      <a:pt x="1691" y="1"/>
                      <a:pt x="11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776" name="Google Shape;9776;p89"/>
          <p:cNvSpPr/>
          <p:nvPr/>
        </p:nvSpPr>
        <p:spPr>
          <a:xfrm>
            <a:off x="5970050"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7" y="4299"/>
                  <a:pt x="3277" y="4618"/>
                  <a:pt x="3277" y="4618"/>
                </a:cubicBezTo>
                <a:cubicBezTo>
                  <a:pt x="4832" y="4372"/>
                  <a:pt x="5287" y="3457"/>
                  <a:pt x="5287" y="3457"/>
                </a:cubicBezTo>
                <a:cubicBezTo>
                  <a:pt x="5287" y="3457"/>
                  <a:pt x="6381" y="4372"/>
                  <a:pt x="5993" y="6487"/>
                </a:cubicBezTo>
                <a:cubicBezTo>
                  <a:pt x="6270" y="6100"/>
                  <a:pt x="6436" y="5651"/>
                  <a:pt x="6479" y="5178"/>
                </a:cubicBezTo>
                <a:cubicBezTo>
                  <a:pt x="6479" y="5135"/>
                  <a:pt x="6485" y="5085"/>
                  <a:pt x="6485" y="5036"/>
                </a:cubicBezTo>
                <a:cubicBezTo>
                  <a:pt x="6485" y="4952"/>
                  <a:pt x="6489" y="4913"/>
                  <a:pt x="6493" y="4913"/>
                </a:cubicBezTo>
                <a:lnTo>
                  <a:pt x="6493" y="4913"/>
                </a:lnTo>
                <a:cubicBezTo>
                  <a:pt x="6534" y="4913"/>
                  <a:pt x="6671" y="7775"/>
                  <a:pt x="5569" y="8915"/>
                </a:cubicBezTo>
                <a:cubicBezTo>
                  <a:pt x="5569" y="8915"/>
                  <a:pt x="7610" y="7716"/>
                  <a:pt x="7684"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9"/>
          <p:cNvSpPr/>
          <p:nvPr/>
        </p:nvSpPr>
        <p:spPr>
          <a:xfrm>
            <a:off x="6763600" y="2567675"/>
            <a:ext cx="30300" cy="306750"/>
          </a:xfrm>
          <a:custGeom>
            <a:rect b="b" l="l" r="r" t="t"/>
            <a:pathLst>
              <a:path extrusionOk="0" h="12270" w="1212">
                <a:moveTo>
                  <a:pt x="103" y="0"/>
                </a:moveTo>
                <a:cubicBezTo>
                  <a:pt x="99" y="0"/>
                  <a:pt x="96" y="0"/>
                  <a:pt x="92" y="1"/>
                </a:cubicBezTo>
                <a:cubicBezTo>
                  <a:pt x="37" y="7"/>
                  <a:pt x="0" y="50"/>
                  <a:pt x="0" y="99"/>
                </a:cubicBezTo>
                <a:cubicBezTo>
                  <a:pt x="6" y="148"/>
                  <a:pt x="295" y="5336"/>
                  <a:pt x="578" y="7371"/>
                </a:cubicBezTo>
                <a:cubicBezTo>
                  <a:pt x="867" y="9442"/>
                  <a:pt x="1021" y="10966"/>
                  <a:pt x="910" y="12165"/>
                </a:cubicBezTo>
                <a:cubicBezTo>
                  <a:pt x="904" y="12214"/>
                  <a:pt x="941" y="12263"/>
                  <a:pt x="996" y="12270"/>
                </a:cubicBezTo>
                <a:lnTo>
                  <a:pt x="1008" y="12270"/>
                </a:lnTo>
                <a:cubicBezTo>
                  <a:pt x="1051" y="12270"/>
                  <a:pt x="1094" y="12233"/>
                  <a:pt x="1100" y="12184"/>
                </a:cubicBezTo>
                <a:cubicBezTo>
                  <a:pt x="1211" y="10966"/>
                  <a:pt x="1057" y="9430"/>
                  <a:pt x="762" y="7346"/>
                </a:cubicBezTo>
                <a:cubicBezTo>
                  <a:pt x="486" y="5318"/>
                  <a:pt x="191" y="142"/>
                  <a:pt x="191" y="93"/>
                </a:cubicBezTo>
                <a:cubicBezTo>
                  <a:pt x="191" y="41"/>
                  <a:pt x="153" y="0"/>
                  <a:pt x="1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9"/>
          <p:cNvSpPr/>
          <p:nvPr/>
        </p:nvSpPr>
        <p:spPr>
          <a:xfrm>
            <a:off x="6763450" y="2788650"/>
            <a:ext cx="24700" cy="100375"/>
          </a:xfrm>
          <a:custGeom>
            <a:rect b="b" l="l" r="r" t="t"/>
            <a:pathLst>
              <a:path extrusionOk="0" h="4015" w="988">
                <a:moveTo>
                  <a:pt x="884" y="0"/>
                </a:moveTo>
                <a:cubicBezTo>
                  <a:pt x="842" y="0"/>
                  <a:pt x="801" y="26"/>
                  <a:pt x="793" y="81"/>
                </a:cubicBezTo>
                <a:cubicBezTo>
                  <a:pt x="787" y="111"/>
                  <a:pt x="289" y="3351"/>
                  <a:pt x="25" y="3873"/>
                </a:cubicBezTo>
                <a:cubicBezTo>
                  <a:pt x="0" y="3916"/>
                  <a:pt x="18" y="3978"/>
                  <a:pt x="62" y="4002"/>
                </a:cubicBezTo>
                <a:cubicBezTo>
                  <a:pt x="74" y="4008"/>
                  <a:pt x="92" y="4015"/>
                  <a:pt x="105" y="4015"/>
                </a:cubicBezTo>
                <a:cubicBezTo>
                  <a:pt x="141" y="4015"/>
                  <a:pt x="178" y="3990"/>
                  <a:pt x="191" y="3959"/>
                </a:cubicBezTo>
                <a:cubicBezTo>
                  <a:pt x="473" y="3412"/>
                  <a:pt x="959" y="247"/>
                  <a:pt x="977" y="111"/>
                </a:cubicBezTo>
                <a:cubicBezTo>
                  <a:pt x="988" y="40"/>
                  <a:pt x="935" y="0"/>
                  <a:pt x="8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9"/>
          <p:cNvSpPr/>
          <p:nvPr/>
        </p:nvSpPr>
        <p:spPr>
          <a:xfrm>
            <a:off x="6887450" y="2573550"/>
            <a:ext cx="22075" cy="300725"/>
          </a:xfrm>
          <a:custGeom>
            <a:rect b="b" l="l" r="r" t="t"/>
            <a:pathLst>
              <a:path extrusionOk="0" h="12029" w="883">
                <a:moveTo>
                  <a:pt x="782" y="1"/>
                </a:moveTo>
                <a:cubicBezTo>
                  <a:pt x="737" y="1"/>
                  <a:pt x="692" y="30"/>
                  <a:pt x="689" y="92"/>
                </a:cubicBezTo>
                <a:cubicBezTo>
                  <a:pt x="683" y="171"/>
                  <a:pt x="308" y="7867"/>
                  <a:pt x="209" y="8967"/>
                </a:cubicBezTo>
                <a:cubicBezTo>
                  <a:pt x="111" y="10129"/>
                  <a:pt x="0" y="11592"/>
                  <a:pt x="31" y="11942"/>
                </a:cubicBezTo>
                <a:cubicBezTo>
                  <a:pt x="37" y="11992"/>
                  <a:pt x="80" y="12028"/>
                  <a:pt x="130" y="12028"/>
                </a:cubicBezTo>
                <a:lnTo>
                  <a:pt x="136" y="12028"/>
                </a:lnTo>
                <a:cubicBezTo>
                  <a:pt x="191" y="12022"/>
                  <a:pt x="228" y="11973"/>
                  <a:pt x="222" y="11924"/>
                </a:cubicBezTo>
                <a:cubicBezTo>
                  <a:pt x="197" y="11660"/>
                  <a:pt x="259" y="10615"/>
                  <a:pt x="400" y="8980"/>
                </a:cubicBezTo>
                <a:cubicBezTo>
                  <a:pt x="498" y="7879"/>
                  <a:pt x="873" y="178"/>
                  <a:pt x="879" y="104"/>
                </a:cubicBezTo>
                <a:cubicBezTo>
                  <a:pt x="883" y="36"/>
                  <a:pt x="832" y="1"/>
                  <a:pt x="78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9"/>
          <p:cNvSpPr/>
          <p:nvPr/>
        </p:nvSpPr>
        <p:spPr>
          <a:xfrm>
            <a:off x="6892675" y="2795550"/>
            <a:ext cx="23075" cy="88700"/>
          </a:xfrm>
          <a:custGeom>
            <a:rect b="b" l="l" r="r" t="t"/>
            <a:pathLst>
              <a:path extrusionOk="0" h="3548" w="923">
                <a:moveTo>
                  <a:pt x="99" y="1"/>
                </a:moveTo>
                <a:cubicBezTo>
                  <a:pt x="95" y="1"/>
                  <a:pt x="91" y="1"/>
                  <a:pt x="87" y="1"/>
                </a:cubicBezTo>
                <a:cubicBezTo>
                  <a:pt x="37" y="7"/>
                  <a:pt x="0" y="50"/>
                  <a:pt x="0" y="106"/>
                </a:cubicBezTo>
                <a:cubicBezTo>
                  <a:pt x="13" y="204"/>
                  <a:pt x="246" y="2478"/>
                  <a:pt x="726" y="3493"/>
                </a:cubicBezTo>
                <a:cubicBezTo>
                  <a:pt x="744" y="3523"/>
                  <a:pt x="775" y="3542"/>
                  <a:pt x="812" y="3548"/>
                </a:cubicBezTo>
                <a:cubicBezTo>
                  <a:pt x="830" y="3548"/>
                  <a:pt x="843" y="3542"/>
                  <a:pt x="855" y="3536"/>
                </a:cubicBezTo>
                <a:cubicBezTo>
                  <a:pt x="904" y="3511"/>
                  <a:pt x="922" y="3456"/>
                  <a:pt x="898" y="3407"/>
                </a:cubicBezTo>
                <a:cubicBezTo>
                  <a:pt x="437" y="2429"/>
                  <a:pt x="191" y="106"/>
                  <a:pt x="191" y="87"/>
                </a:cubicBezTo>
                <a:cubicBezTo>
                  <a:pt x="191" y="36"/>
                  <a:pt x="149" y="1"/>
                  <a:pt x="9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1" name="Google Shape;9781;p89"/>
          <p:cNvGrpSpPr/>
          <p:nvPr/>
        </p:nvGrpSpPr>
        <p:grpSpPr>
          <a:xfrm>
            <a:off x="5099200" y="3022588"/>
            <a:ext cx="435225" cy="1370250"/>
            <a:chOff x="5099200" y="2992450"/>
            <a:chExt cx="435225" cy="1370250"/>
          </a:xfrm>
        </p:grpSpPr>
        <p:grpSp>
          <p:nvGrpSpPr>
            <p:cNvPr id="9782" name="Google Shape;9782;p89"/>
            <p:cNvGrpSpPr/>
            <p:nvPr/>
          </p:nvGrpSpPr>
          <p:grpSpPr>
            <a:xfrm>
              <a:off x="5099200" y="3018075"/>
              <a:ext cx="435225" cy="1344625"/>
              <a:chOff x="5099200" y="3018075"/>
              <a:chExt cx="435225" cy="1344625"/>
            </a:xfrm>
          </p:grpSpPr>
          <p:sp>
            <p:nvSpPr>
              <p:cNvPr id="9783" name="Google Shape;9783;p89"/>
              <p:cNvSpPr/>
              <p:nvPr/>
            </p:nvSpPr>
            <p:spPr>
              <a:xfrm>
                <a:off x="5099200" y="3172825"/>
                <a:ext cx="435225" cy="1189875"/>
              </a:xfrm>
              <a:custGeom>
                <a:rect b="b" l="l" r="r" t="t"/>
                <a:pathLst>
                  <a:path extrusionOk="0" h="47595" w="17409">
                    <a:moveTo>
                      <a:pt x="7156" y="1"/>
                    </a:moveTo>
                    <a:cubicBezTo>
                      <a:pt x="7156" y="1"/>
                      <a:pt x="6910" y="1765"/>
                      <a:pt x="6842" y="2010"/>
                    </a:cubicBezTo>
                    <a:cubicBezTo>
                      <a:pt x="6774" y="2256"/>
                      <a:pt x="6326" y="2453"/>
                      <a:pt x="5674" y="2662"/>
                    </a:cubicBezTo>
                    <a:cubicBezTo>
                      <a:pt x="5017" y="2877"/>
                      <a:pt x="3412" y="2711"/>
                      <a:pt x="2619" y="3203"/>
                    </a:cubicBezTo>
                    <a:cubicBezTo>
                      <a:pt x="1820" y="3689"/>
                      <a:pt x="1931" y="5828"/>
                      <a:pt x="1931" y="7094"/>
                    </a:cubicBezTo>
                    <a:cubicBezTo>
                      <a:pt x="1931" y="8354"/>
                      <a:pt x="1396" y="10727"/>
                      <a:pt x="1156" y="11814"/>
                    </a:cubicBezTo>
                    <a:cubicBezTo>
                      <a:pt x="910" y="12902"/>
                      <a:pt x="867" y="16179"/>
                      <a:pt x="831" y="17058"/>
                    </a:cubicBezTo>
                    <a:cubicBezTo>
                      <a:pt x="800" y="17937"/>
                      <a:pt x="665" y="19172"/>
                      <a:pt x="597" y="19701"/>
                    </a:cubicBezTo>
                    <a:cubicBezTo>
                      <a:pt x="523" y="20229"/>
                      <a:pt x="1" y="21569"/>
                      <a:pt x="474" y="22387"/>
                    </a:cubicBezTo>
                    <a:cubicBezTo>
                      <a:pt x="1073" y="23418"/>
                      <a:pt x="1448" y="23751"/>
                      <a:pt x="1632" y="23751"/>
                    </a:cubicBezTo>
                    <a:cubicBezTo>
                      <a:pt x="1692" y="23751"/>
                      <a:pt x="1732" y="23716"/>
                      <a:pt x="1753" y="23659"/>
                    </a:cubicBezTo>
                    <a:cubicBezTo>
                      <a:pt x="1876" y="23333"/>
                      <a:pt x="1236" y="22700"/>
                      <a:pt x="1163" y="22209"/>
                    </a:cubicBezTo>
                    <a:cubicBezTo>
                      <a:pt x="1107" y="21806"/>
                      <a:pt x="1220" y="21170"/>
                      <a:pt x="1354" y="21170"/>
                    </a:cubicBezTo>
                    <a:cubicBezTo>
                      <a:pt x="1384" y="21170"/>
                      <a:pt x="1415" y="21202"/>
                      <a:pt x="1445" y="21274"/>
                    </a:cubicBezTo>
                    <a:cubicBezTo>
                      <a:pt x="1578" y="21599"/>
                      <a:pt x="1564" y="22299"/>
                      <a:pt x="1842" y="22299"/>
                    </a:cubicBezTo>
                    <a:cubicBezTo>
                      <a:pt x="1885" y="22299"/>
                      <a:pt x="1934" y="22282"/>
                      <a:pt x="1992" y="22245"/>
                    </a:cubicBezTo>
                    <a:cubicBezTo>
                      <a:pt x="2287" y="22061"/>
                      <a:pt x="2232" y="20881"/>
                      <a:pt x="2146" y="20322"/>
                    </a:cubicBezTo>
                    <a:cubicBezTo>
                      <a:pt x="2041" y="19602"/>
                      <a:pt x="2140" y="19301"/>
                      <a:pt x="2195" y="18717"/>
                    </a:cubicBezTo>
                    <a:cubicBezTo>
                      <a:pt x="2250"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1" y="46605"/>
                      <a:pt x="7377" y="46144"/>
                    </a:cubicBezTo>
                    <a:cubicBezTo>
                      <a:pt x="7279" y="45689"/>
                      <a:pt x="7211" y="44300"/>
                      <a:pt x="7328" y="43611"/>
                    </a:cubicBezTo>
                    <a:cubicBezTo>
                      <a:pt x="7444" y="42917"/>
                      <a:pt x="7168" y="42862"/>
                      <a:pt x="7168" y="42302"/>
                    </a:cubicBezTo>
                    <a:cubicBezTo>
                      <a:pt x="7168" y="41749"/>
                      <a:pt x="7383" y="37969"/>
                      <a:pt x="7401" y="34656"/>
                    </a:cubicBezTo>
                    <a:cubicBezTo>
                      <a:pt x="7414" y="33254"/>
                      <a:pt x="7518" y="32043"/>
                      <a:pt x="7869" y="28865"/>
                    </a:cubicBezTo>
                    <a:cubicBezTo>
                      <a:pt x="8305" y="24882"/>
                      <a:pt x="8698" y="21096"/>
                      <a:pt x="8698" y="21096"/>
                    </a:cubicBezTo>
                    <a:cubicBezTo>
                      <a:pt x="8698" y="21096"/>
                      <a:pt x="9092" y="24882"/>
                      <a:pt x="9528" y="28865"/>
                    </a:cubicBezTo>
                    <a:cubicBezTo>
                      <a:pt x="9879" y="32049"/>
                      <a:pt x="9983" y="33254"/>
                      <a:pt x="9995" y="34656"/>
                    </a:cubicBezTo>
                    <a:cubicBezTo>
                      <a:pt x="10020" y="37969"/>
                      <a:pt x="10235" y="41743"/>
                      <a:pt x="10235" y="42302"/>
                    </a:cubicBezTo>
                    <a:cubicBezTo>
                      <a:pt x="10235" y="42868"/>
                      <a:pt x="9952" y="42923"/>
                      <a:pt x="10069" y="43611"/>
                    </a:cubicBezTo>
                    <a:cubicBezTo>
                      <a:pt x="10186" y="44300"/>
                      <a:pt x="10124" y="45695"/>
                      <a:pt x="10020" y="46144"/>
                    </a:cubicBezTo>
                    <a:cubicBezTo>
                      <a:pt x="9915" y="46599"/>
                      <a:pt x="10635" y="47595"/>
                      <a:pt x="11255"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8"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11" y="22245"/>
                    </a:cubicBezTo>
                    <a:cubicBezTo>
                      <a:pt x="15469" y="22282"/>
                      <a:pt x="15518" y="22299"/>
                      <a:pt x="15561" y="22299"/>
                    </a:cubicBezTo>
                    <a:cubicBezTo>
                      <a:pt x="15839" y="22299"/>
                      <a:pt x="15824" y="21599"/>
                      <a:pt x="15958" y="21274"/>
                    </a:cubicBezTo>
                    <a:cubicBezTo>
                      <a:pt x="15988" y="21202"/>
                      <a:pt x="16019" y="21170"/>
                      <a:pt x="16049" y="21170"/>
                    </a:cubicBezTo>
                    <a:cubicBezTo>
                      <a:pt x="16183" y="21170"/>
                      <a:pt x="16296" y="21806"/>
                      <a:pt x="16240" y="22209"/>
                    </a:cubicBezTo>
                    <a:cubicBezTo>
                      <a:pt x="16167" y="22700"/>
                      <a:pt x="15527" y="23327"/>
                      <a:pt x="15644" y="23659"/>
                    </a:cubicBezTo>
                    <a:cubicBezTo>
                      <a:pt x="15665" y="23714"/>
                      <a:pt x="15705" y="23748"/>
                      <a:pt x="15765" y="23748"/>
                    </a:cubicBezTo>
                    <a:cubicBezTo>
                      <a:pt x="15950" y="23748"/>
                      <a:pt x="16329" y="23420"/>
                      <a:pt x="16929" y="22387"/>
                    </a:cubicBezTo>
                    <a:cubicBezTo>
                      <a:pt x="17408" y="21575"/>
                      <a:pt x="16886" y="20229"/>
                      <a:pt x="16818" y="19701"/>
                    </a:cubicBezTo>
                    <a:cubicBezTo>
                      <a:pt x="16751" y="19178"/>
                      <a:pt x="16615" y="17937"/>
                      <a:pt x="16579" y="17058"/>
                    </a:cubicBezTo>
                    <a:cubicBezTo>
                      <a:pt x="16542"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3" y="2453"/>
                      <a:pt x="10641" y="2256"/>
                      <a:pt x="10573" y="2010"/>
                    </a:cubicBezTo>
                    <a:cubicBezTo>
                      <a:pt x="10499" y="1765"/>
                      <a:pt x="10260" y="1"/>
                      <a:pt x="10260" y="1"/>
                    </a:cubicBezTo>
                    <a:lnTo>
                      <a:pt x="8705" y="37"/>
                    </a:lnTo>
                    <a:lnTo>
                      <a:pt x="7156"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9"/>
              <p:cNvSpPr/>
              <p:nvPr/>
            </p:nvSpPr>
            <p:spPr>
              <a:xfrm>
                <a:off x="5241650" y="3018075"/>
                <a:ext cx="150475" cy="201175"/>
              </a:xfrm>
              <a:custGeom>
                <a:rect b="b" l="l" r="r" t="t"/>
                <a:pathLst>
                  <a:path extrusionOk="0" h="8047" w="6019">
                    <a:moveTo>
                      <a:pt x="3007" y="1"/>
                    </a:moveTo>
                    <a:cubicBezTo>
                      <a:pt x="56" y="1"/>
                      <a:pt x="1" y="1316"/>
                      <a:pt x="216" y="3916"/>
                    </a:cubicBezTo>
                    <a:cubicBezTo>
                      <a:pt x="437" y="6510"/>
                      <a:pt x="1968" y="8047"/>
                      <a:pt x="3007" y="8047"/>
                    </a:cubicBezTo>
                    <a:cubicBezTo>
                      <a:pt x="4045" y="8047"/>
                      <a:pt x="5576" y="6510"/>
                      <a:pt x="5797" y="3916"/>
                    </a:cubicBezTo>
                    <a:cubicBezTo>
                      <a:pt x="6018"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89"/>
            <p:cNvGrpSpPr/>
            <p:nvPr/>
          </p:nvGrpSpPr>
          <p:grpSpPr>
            <a:xfrm>
              <a:off x="5110575" y="3060800"/>
              <a:ext cx="411850" cy="1291550"/>
              <a:chOff x="5110575" y="3060800"/>
              <a:chExt cx="411850" cy="1291550"/>
            </a:xfrm>
          </p:grpSpPr>
          <p:sp>
            <p:nvSpPr>
              <p:cNvPr id="9786" name="Google Shape;9786;p89"/>
              <p:cNvSpPr/>
              <p:nvPr/>
            </p:nvSpPr>
            <p:spPr>
              <a:xfrm>
                <a:off x="5216600" y="3670775"/>
                <a:ext cx="62725" cy="343700"/>
              </a:xfrm>
              <a:custGeom>
                <a:rect b="b" l="l" r="r" t="t"/>
                <a:pathLst>
                  <a:path extrusionOk="0" h="13748" w="2509">
                    <a:moveTo>
                      <a:pt x="574" y="1"/>
                    </a:moveTo>
                    <a:cubicBezTo>
                      <a:pt x="433" y="1"/>
                      <a:pt x="342" y="91"/>
                      <a:pt x="339" y="299"/>
                    </a:cubicBezTo>
                    <a:cubicBezTo>
                      <a:pt x="321" y="1805"/>
                      <a:pt x="689" y="7675"/>
                      <a:pt x="640" y="9015"/>
                    </a:cubicBezTo>
                    <a:cubicBezTo>
                      <a:pt x="591" y="10355"/>
                      <a:pt x="1" y="12340"/>
                      <a:pt x="118" y="12998"/>
                    </a:cubicBezTo>
                    <a:cubicBezTo>
                      <a:pt x="197" y="13425"/>
                      <a:pt x="862" y="13748"/>
                      <a:pt x="1421" y="13748"/>
                    </a:cubicBezTo>
                    <a:cubicBezTo>
                      <a:pt x="1724" y="13748"/>
                      <a:pt x="1996" y="13653"/>
                      <a:pt x="2128" y="13428"/>
                    </a:cubicBezTo>
                    <a:cubicBezTo>
                      <a:pt x="2509" y="12789"/>
                      <a:pt x="1802" y="8646"/>
                      <a:pt x="1679" y="7011"/>
                    </a:cubicBezTo>
                    <a:cubicBezTo>
                      <a:pt x="1562" y="5376"/>
                      <a:pt x="2374" y="2567"/>
                      <a:pt x="2257" y="1953"/>
                    </a:cubicBezTo>
                    <a:cubicBezTo>
                      <a:pt x="2072" y="1002"/>
                      <a:pt x="1044" y="1"/>
                      <a:pt x="5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9"/>
              <p:cNvSpPr/>
              <p:nvPr/>
            </p:nvSpPr>
            <p:spPr>
              <a:xfrm>
                <a:off x="5217525" y="4046725"/>
                <a:ext cx="53050" cy="217175"/>
              </a:xfrm>
              <a:custGeom>
                <a:rect b="b" l="l" r="r" t="t"/>
                <a:pathLst>
                  <a:path extrusionOk="0" h="8687" w="2122">
                    <a:moveTo>
                      <a:pt x="673" y="1579"/>
                    </a:moveTo>
                    <a:cubicBezTo>
                      <a:pt x="782" y="1579"/>
                      <a:pt x="1616" y="6491"/>
                      <a:pt x="1415" y="6645"/>
                    </a:cubicBezTo>
                    <a:lnTo>
                      <a:pt x="1415" y="6652"/>
                    </a:lnTo>
                    <a:cubicBezTo>
                      <a:pt x="1411" y="6654"/>
                      <a:pt x="1407" y="6656"/>
                      <a:pt x="1403" y="6656"/>
                    </a:cubicBezTo>
                    <a:cubicBezTo>
                      <a:pt x="1182" y="6656"/>
                      <a:pt x="544" y="2372"/>
                      <a:pt x="665" y="1599"/>
                    </a:cubicBezTo>
                    <a:cubicBezTo>
                      <a:pt x="667" y="1586"/>
                      <a:pt x="670" y="1579"/>
                      <a:pt x="673" y="1579"/>
                    </a:cubicBezTo>
                    <a:close/>
                    <a:moveTo>
                      <a:pt x="68" y="1"/>
                    </a:moveTo>
                    <a:lnTo>
                      <a:pt x="68" y="1"/>
                    </a:lnTo>
                    <a:cubicBezTo>
                      <a:pt x="1" y="241"/>
                      <a:pt x="173" y="984"/>
                      <a:pt x="161" y="1845"/>
                    </a:cubicBezTo>
                    <a:cubicBezTo>
                      <a:pt x="148" y="2705"/>
                      <a:pt x="1015" y="8336"/>
                      <a:pt x="1126" y="8563"/>
                    </a:cubicBezTo>
                    <a:cubicBezTo>
                      <a:pt x="1168" y="8648"/>
                      <a:pt x="1257" y="8686"/>
                      <a:pt x="1359" y="8686"/>
                    </a:cubicBezTo>
                    <a:cubicBezTo>
                      <a:pt x="1539" y="8686"/>
                      <a:pt x="1757" y="8565"/>
                      <a:pt x="1820" y="8360"/>
                    </a:cubicBezTo>
                    <a:cubicBezTo>
                      <a:pt x="1919" y="8047"/>
                      <a:pt x="1722" y="2742"/>
                      <a:pt x="1734" y="1962"/>
                    </a:cubicBezTo>
                    <a:cubicBezTo>
                      <a:pt x="1753" y="1181"/>
                      <a:pt x="2121" y="351"/>
                      <a:pt x="1974" y="155"/>
                    </a:cubicBezTo>
                    <a:cubicBezTo>
                      <a:pt x="1945" y="118"/>
                      <a:pt x="1916" y="103"/>
                      <a:pt x="1884" y="103"/>
                    </a:cubicBezTo>
                    <a:cubicBezTo>
                      <a:pt x="1749" y="103"/>
                      <a:pt x="1558" y="368"/>
                      <a:pt x="1126" y="413"/>
                    </a:cubicBezTo>
                    <a:cubicBezTo>
                      <a:pt x="1099" y="415"/>
                      <a:pt x="1072" y="416"/>
                      <a:pt x="1045" y="416"/>
                    </a:cubicBezTo>
                    <a:cubicBezTo>
                      <a:pt x="545" y="41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9"/>
              <p:cNvSpPr/>
              <p:nvPr/>
            </p:nvSpPr>
            <p:spPr>
              <a:xfrm>
                <a:off x="5242000" y="4261550"/>
                <a:ext cx="31650" cy="24500"/>
              </a:xfrm>
              <a:custGeom>
                <a:rect b="b" l="l" r="r" t="t"/>
                <a:pathLst>
                  <a:path extrusionOk="0" h="980" w="1266">
                    <a:moveTo>
                      <a:pt x="977" y="1"/>
                    </a:moveTo>
                    <a:cubicBezTo>
                      <a:pt x="873" y="1"/>
                      <a:pt x="617" y="265"/>
                      <a:pt x="413" y="265"/>
                    </a:cubicBezTo>
                    <a:cubicBezTo>
                      <a:pt x="389" y="265"/>
                      <a:pt x="366" y="261"/>
                      <a:pt x="343" y="253"/>
                    </a:cubicBezTo>
                    <a:cubicBezTo>
                      <a:pt x="281" y="230"/>
                      <a:pt x="236" y="221"/>
                      <a:pt x="203" y="221"/>
                    </a:cubicBezTo>
                    <a:cubicBezTo>
                      <a:pt x="117" y="221"/>
                      <a:pt x="105" y="284"/>
                      <a:pt x="61" y="364"/>
                    </a:cubicBezTo>
                    <a:cubicBezTo>
                      <a:pt x="1" y="471"/>
                      <a:pt x="5" y="980"/>
                      <a:pt x="180" y="980"/>
                    </a:cubicBezTo>
                    <a:cubicBezTo>
                      <a:pt x="185" y="980"/>
                      <a:pt x="190" y="979"/>
                      <a:pt x="196" y="978"/>
                    </a:cubicBezTo>
                    <a:cubicBezTo>
                      <a:pt x="365" y="950"/>
                      <a:pt x="556" y="740"/>
                      <a:pt x="772" y="740"/>
                    </a:cubicBezTo>
                    <a:cubicBezTo>
                      <a:pt x="791" y="740"/>
                      <a:pt x="810" y="741"/>
                      <a:pt x="829" y="745"/>
                    </a:cubicBezTo>
                    <a:cubicBezTo>
                      <a:pt x="895" y="757"/>
                      <a:pt x="948" y="764"/>
                      <a:pt x="992" y="764"/>
                    </a:cubicBezTo>
                    <a:cubicBezTo>
                      <a:pt x="1103" y="764"/>
                      <a:pt x="1154" y="720"/>
                      <a:pt x="1198" y="610"/>
                    </a:cubicBezTo>
                    <a:cubicBezTo>
                      <a:pt x="1265" y="450"/>
                      <a:pt x="1124" y="19"/>
                      <a:pt x="983" y="1"/>
                    </a:cubicBezTo>
                    <a:cubicBezTo>
                      <a:pt x="981" y="1"/>
                      <a:pt x="979" y="1"/>
                      <a:pt x="9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9"/>
              <p:cNvSpPr/>
              <p:nvPr/>
            </p:nvSpPr>
            <p:spPr>
              <a:xfrm>
                <a:off x="5263775" y="4283850"/>
                <a:ext cx="11400" cy="28100"/>
              </a:xfrm>
              <a:custGeom>
                <a:rect b="b" l="l" r="r" t="t"/>
                <a:pathLst>
                  <a:path extrusionOk="0" h="1124" w="456">
                    <a:moveTo>
                      <a:pt x="264" y="0"/>
                    </a:moveTo>
                    <a:cubicBezTo>
                      <a:pt x="200" y="0"/>
                      <a:pt x="120" y="19"/>
                      <a:pt x="75" y="43"/>
                    </a:cubicBezTo>
                    <a:cubicBezTo>
                      <a:pt x="1" y="92"/>
                      <a:pt x="99" y="332"/>
                      <a:pt x="112" y="394"/>
                    </a:cubicBezTo>
                    <a:cubicBezTo>
                      <a:pt x="124" y="461"/>
                      <a:pt x="148" y="996"/>
                      <a:pt x="148" y="1076"/>
                    </a:cubicBezTo>
                    <a:cubicBezTo>
                      <a:pt x="148" y="1109"/>
                      <a:pt x="181" y="1124"/>
                      <a:pt x="223" y="1124"/>
                    </a:cubicBezTo>
                    <a:cubicBezTo>
                      <a:pt x="282" y="1124"/>
                      <a:pt x="359" y="1097"/>
                      <a:pt x="394" y="1058"/>
                    </a:cubicBezTo>
                    <a:cubicBezTo>
                      <a:pt x="456" y="984"/>
                      <a:pt x="296" y="510"/>
                      <a:pt x="271" y="394"/>
                    </a:cubicBezTo>
                    <a:cubicBezTo>
                      <a:pt x="247" y="283"/>
                      <a:pt x="388" y="99"/>
                      <a:pt x="364" y="37"/>
                    </a:cubicBezTo>
                    <a:cubicBezTo>
                      <a:pt x="353" y="11"/>
                      <a:pt x="313" y="0"/>
                      <a:pt x="2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9"/>
              <p:cNvSpPr/>
              <p:nvPr/>
            </p:nvSpPr>
            <p:spPr>
              <a:xfrm>
                <a:off x="5257325" y="4284950"/>
                <a:ext cx="8800" cy="28100"/>
              </a:xfrm>
              <a:custGeom>
                <a:rect b="b" l="l" r="r" t="t"/>
                <a:pathLst>
                  <a:path extrusionOk="0" h="1124" w="352">
                    <a:moveTo>
                      <a:pt x="174" y="0"/>
                    </a:moveTo>
                    <a:cubicBezTo>
                      <a:pt x="130" y="0"/>
                      <a:pt x="61" y="35"/>
                      <a:pt x="44" y="79"/>
                    </a:cubicBezTo>
                    <a:cubicBezTo>
                      <a:pt x="13" y="141"/>
                      <a:pt x="105" y="448"/>
                      <a:pt x="87" y="626"/>
                    </a:cubicBezTo>
                    <a:cubicBezTo>
                      <a:pt x="75" y="805"/>
                      <a:pt x="1" y="1001"/>
                      <a:pt x="32" y="1069"/>
                    </a:cubicBezTo>
                    <a:cubicBezTo>
                      <a:pt x="48" y="1105"/>
                      <a:pt x="121" y="1124"/>
                      <a:pt x="190" y="1124"/>
                    </a:cubicBezTo>
                    <a:cubicBezTo>
                      <a:pt x="249" y="1124"/>
                      <a:pt x="306" y="1110"/>
                      <a:pt x="320" y="1081"/>
                    </a:cubicBezTo>
                    <a:cubicBezTo>
                      <a:pt x="351" y="1020"/>
                      <a:pt x="247" y="688"/>
                      <a:pt x="259" y="552"/>
                    </a:cubicBezTo>
                    <a:cubicBezTo>
                      <a:pt x="265" y="368"/>
                      <a:pt x="253" y="190"/>
                      <a:pt x="210" y="18"/>
                    </a:cubicBezTo>
                    <a:cubicBezTo>
                      <a:pt x="205" y="6"/>
                      <a:pt x="191"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9"/>
              <p:cNvSpPr/>
              <p:nvPr/>
            </p:nvSpPr>
            <p:spPr>
              <a:xfrm>
                <a:off x="5249500" y="4286900"/>
                <a:ext cx="7400" cy="26500"/>
              </a:xfrm>
              <a:custGeom>
                <a:rect b="b" l="l" r="r" t="t"/>
                <a:pathLst>
                  <a:path extrusionOk="0" h="1060" w="296">
                    <a:moveTo>
                      <a:pt x="212" y="0"/>
                    </a:moveTo>
                    <a:cubicBezTo>
                      <a:pt x="172" y="0"/>
                      <a:pt x="129" y="14"/>
                      <a:pt x="129" y="38"/>
                    </a:cubicBezTo>
                    <a:cubicBezTo>
                      <a:pt x="129" y="81"/>
                      <a:pt x="203" y="419"/>
                      <a:pt x="142" y="585"/>
                    </a:cubicBezTo>
                    <a:cubicBezTo>
                      <a:pt x="80" y="751"/>
                      <a:pt x="0" y="929"/>
                      <a:pt x="31" y="1003"/>
                    </a:cubicBezTo>
                    <a:cubicBezTo>
                      <a:pt x="44" y="1039"/>
                      <a:pt x="101" y="1059"/>
                      <a:pt x="155" y="1059"/>
                    </a:cubicBezTo>
                    <a:cubicBezTo>
                      <a:pt x="202" y="1059"/>
                      <a:pt x="247" y="1044"/>
                      <a:pt x="258" y="1009"/>
                    </a:cubicBezTo>
                    <a:cubicBezTo>
                      <a:pt x="283" y="936"/>
                      <a:pt x="228" y="591"/>
                      <a:pt x="258" y="511"/>
                    </a:cubicBezTo>
                    <a:cubicBezTo>
                      <a:pt x="289" y="352"/>
                      <a:pt x="295" y="192"/>
                      <a:pt x="283" y="32"/>
                    </a:cubicBezTo>
                    <a:cubicBezTo>
                      <a:pt x="277" y="10"/>
                      <a:pt x="246"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9"/>
              <p:cNvSpPr/>
              <p:nvPr/>
            </p:nvSpPr>
            <p:spPr>
              <a:xfrm>
                <a:off x="5268560" y="4334400"/>
                <a:ext cx="8025" cy="10275"/>
              </a:xfrm>
              <a:custGeom>
                <a:rect b="b" l="l" r="r" t="t"/>
                <a:pathLst>
                  <a:path extrusionOk="0" h="411" w="321">
                    <a:moveTo>
                      <a:pt x="256" y="0"/>
                    </a:moveTo>
                    <a:cubicBezTo>
                      <a:pt x="255" y="0"/>
                      <a:pt x="254" y="0"/>
                      <a:pt x="253" y="1"/>
                    </a:cubicBezTo>
                    <a:cubicBezTo>
                      <a:pt x="210" y="7"/>
                      <a:pt x="56" y="31"/>
                      <a:pt x="38" y="74"/>
                    </a:cubicBezTo>
                    <a:cubicBezTo>
                      <a:pt x="7" y="179"/>
                      <a:pt x="1" y="345"/>
                      <a:pt x="81" y="400"/>
                    </a:cubicBezTo>
                    <a:cubicBezTo>
                      <a:pt x="92" y="407"/>
                      <a:pt x="104" y="410"/>
                      <a:pt x="116" y="410"/>
                    </a:cubicBezTo>
                    <a:cubicBezTo>
                      <a:pt x="191" y="410"/>
                      <a:pt x="292" y="299"/>
                      <a:pt x="302" y="210"/>
                    </a:cubicBezTo>
                    <a:cubicBezTo>
                      <a:pt x="320" y="114"/>
                      <a:pt x="291" y="0"/>
                      <a:pt x="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9"/>
              <p:cNvSpPr/>
              <p:nvPr/>
            </p:nvSpPr>
            <p:spPr>
              <a:xfrm>
                <a:off x="5257960" y="4337525"/>
                <a:ext cx="8475" cy="12675"/>
              </a:xfrm>
              <a:custGeom>
                <a:rect b="b" l="l" r="r" t="t"/>
                <a:pathLst>
                  <a:path extrusionOk="0" h="507" w="339">
                    <a:moveTo>
                      <a:pt x="189" y="0"/>
                    </a:moveTo>
                    <a:cubicBezTo>
                      <a:pt x="125" y="0"/>
                      <a:pt x="63" y="40"/>
                      <a:pt x="44" y="109"/>
                    </a:cubicBezTo>
                    <a:cubicBezTo>
                      <a:pt x="13" y="220"/>
                      <a:pt x="1" y="472"/>
                      <a:pt x="105" y="496"/>
                    </a:cubicBezTo>
                    <a:cubicBezTo>
                      <a:pt x="123" y="503"/>
                      <a:pt x="141" y="506"/>
                      <a:pt x="160" y="506"/>
                    </a:cubicBezTo>
                    <a:cubicBezTo>
                      <a:pt x="225" y="506"/>
                      <a:pt x="290" y="466"/>
                      <a:pt x="314" y="404"/>
                    </a:cubicBezTo>
                    <a:cubicBezTo>
                      <a:pt x="339" y="287"/>
                      <a:pt x="333" y="164"/>
                      <a:pt x="302" y="48"/>
                    </a:cubicBezTo>
                    <a:cubicBezTo>
                      <a:pt x="269" y="15"/>
                      <a:pt x="229" y="0"/>
                      <a:pt x="1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9"/>
              <p:cNvSpPr/>
              <p:nvPr/>
            </p:nvSpPr>
            <p:spPr>
              <a:xfrm>
                <a:off x="5248435" y="4338725"/>
                <a:ext cx="7400" cy="13625"/>
              </a:xfrm>
              <a:custGeom>
                <a:rect b="b" l="l" r="r" t="t"/>
                <a:pathLst>
                  <a:path extrusionOk="0" h="545" w="296">
                    <a:moveTo>
                      <a:pt x="137" y="1"/>
                    </a:moveTo>
                    <a:cubicBezTo>
                      <a:pt x="88" y="1"/>
                      <a:pt x="40" y="32"/>
                      <a:pt x="25" y="86"/>
                    </a:cubicBezTo>
                    <a:cubicBezTo>
                      <a:pt x="1" y="172"/>
                      <a:pt x="1" y="498"/>
                      <a:pt x="87" y="522"/>
                    </a:cubicBezTo>
                    <a:cubicBezTo>
                      <a:pt x="124" y="533"/>
                      <a:pt x="161" y="545"/>
                      <a:pt x="193" y="545"/>
                    </a:cubicBezTo>
                    <a:cubicBezTo>
                      <a:pt x="236" y="545"/>
                      <a:pt x="269" y="524"/>
                      <a:pt x="283" y="455"/>
                    </a:cubicBezTo>
                    <a:cubicBezTo>
                      <a:pt x="296" y="313"/>
                      <a:pt x="277" y="178"/>
                      <a:pt x="228" y="49"/>
                    </a:cubicBezTo>
                    <a:cubicBezTo>
                      <a:pt x="205" y="16"/>
                      <a:pt x="171"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9"/>
              <p:cNvSpPr/>
              <p:nvPr/>
            </p:nvSpPr>
            <p:spPr>
              <a:xfrm>
                <a:off x="5239060" y="4337425"/>
                <a:ext cx="7250" cy="12650"/>
              </a:xfrm>
              <a:custGeom>
                <a:rect b="b" l="l" r="r" t="t"/>
                <a:pathLst>
                  <a:path extrusionOk="0" h="506" w="290">
                    <a:moveTo>
                      <a:pt x="150" y="1"/>
                    </a:moveTo>
                    <a:cubicBezTo>
                      <a:pt x="109" y="1"/>
                      <a:pt x="68" y="24"/>
                      <a:pt x="50" y="64"/>
                    </a:cubicBezTo>
                    <a:cubicBezTo>
                      <a:pt x="25" y="125"/>
                      <a:pt x="1" y="396"/>
                      <a:pt x="62" y="457"/>
                    </a:cubicBezTo>
                    <a:cubicBezTo>
                      <a:pt x="98" y="490"/>
                      <a:pt x="132" y="505"/>
                      <a:pt x="161" y="505"/>
                    </a:cubicBezTo>
                    <a:cubicBezTo>
                      <a:pt x="188" y="505"/>
                      <a:pt x="211" y="493"/>
                      <a:pt x="228" y="470"/>
                    </a:cubicBezTo>
                    <a:cubicBezTo>
                      <a:pt x="265" y="427"/>
                      <a:pt x="290" y="89"/>
                      <a:pt x="228" y="33"/>
                    </a:cubicBezTo>
                    <a:cubicBezTo>
                      <a:pt x="206" y="11"/>
                      <a:pt x="178"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9"/>
              <p:cNvSpPr/>
              <p:nvPr/>
            </p:nvSpPr>
            <p:spPr>
              <a:xfrm>
                <a:off x="5232935" y="4334100"/>
                <a:ext cx="6250" cy="9100"/>
              </a:xfrm>
              <a:custGeom>
                <a:rect b="b" l="l" r="r" t="t"/>
                <a:pathLst>
                  <a:path extrusionOk="0" h="364" w="250">
                    <a:moveTo>
                      <a:pt x="93" y="0"/>
                    </a:moveTo>
                    <a:cubicBezTo>
                      <a:pt x="51" y="0"/>
                      <a:pt x="1" y="90"/>
                      <a:pt x="6" y="166"/>
                    </a:cubicBezTo>
                    <a:cubicBezTo>
                      <a:pt x="12" y="258"/>
                      <a:pt x="31" y="351"/>
                      <a:pt x="92" y="363"/>
                    </a:cubicBezTo>
                    <a:cubicBezTo>
                      <a:pt x="93" y="363"/>
                      <a:pt x="94" y="363"/>
                      <a:pt x="95" y="363"/>
                    </a:cubicBezTo>
                    <a:cubicBezTo>
                      <a:pt x="156" y="363"/>
                      <a:pt x="250" y="164"/>
                      <a:pt x="117" y="13"/>
                    </a:cubicBezTo>
                    <a:cubicBezTo>
                      <a:pt x="109" y="4"/>
                      <a:pt x="101" y="0"/>
                      <a:pt x="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9"/>
              <p:cNvSpPr/>
              <p:nvPr/>
            </p:nvSpPr>
            <p:spPr>
              <a:xfrm>
                <a:off x="5243500" y="4289900"/>
                <a:ext cx="8325" cy="22800"/>
              </a:xfrm>
              <a:custGeom>
                <a:rect b="b" l="l" r="r" t="t"/>
                <a:pathLst>
                  <a:path extrusionOk="0" h="912" w="333">
                    <a:moveTo>
                      <a:pt x="276" y="1"/>
                    </a:moveTo>
                    <a:cubicBezTo>
                      <a:pt x="238" y="1"/>
                      <a:pt x="179" y="55"/>
                      <a:pt x="179" y="84"/>
                    </a:cubicBezTo>
                    <a:cubicBezTo>
                      <a:pt x="179" y="232"/>
                      <a:pt x="160" y="379"/>
                      <a:pt x="130" y="527"/>
                    </a:cubicBezTo>
                    <a:cubicBezTo>
                      <a:pt x="99" y="625"/>
                      <a:pt x="1" y="852"/>
                      <a:pt x="13" y="883"/>
                    </a:cubicBezTo>
                    <a:cubicBezTo>
                      <a:pt x="21" y="899"/>
                      <a:pt x="48" y="912"/>
                      <a:pt x="82" y="912"/>
                    </a:cubicBezTo>
                    <a:cubicBezTo>
                      <a:pt x="102" y="912"/>
                      <a:pt x="125" y="907"/>
                      <a:pt x="148" y="895"/>
                    </a:cubicBezTo>
                    <a:cubicBezTo>
                      <a:pt x="191" y="871"/>
                      <a:pt x="265" y="447"/>
                      <a:pt x="302" y="361"/>
                    </a:cubicBezTo>
                    <a:cubicBezTo>
                      <a:pt x="332" y="250"/>
                      <a:pt x="332" y="127"/>
                      <a:pt x="302" y="16"/>
                    </a:cubicBezTo>
                    <a:cubicBezTo>
                      <a:pt x="296" y="5"/>
                      <a:pt x="287" y="1"/>
                      <a:pt x="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9"/>
              <p:cNvSpPr/>
              <p:nvPr/>
            </p:nvSpPr>
            <p:spPr>
              <a:xfrm>
                <a:off x="5262900" y="4293900"/>
                <a:ext cx="9600" cy="17075"/>
              </a:xfrm>
              <a:custGeom>
                <a:rect b="b" l="l" r="r" t="t"/>
                <a:pathLst>
                  <a:path extrusionOk="0" h="683" w="384">
                    <a:moveTo>
                      <a:pt x="339" y="0"/>
                    </a:moveTo>
                    <a:cubicBezTo>
                      <a:pt x="325" y="0"/>
                      <a:pt x="305" y="19"/>
                      <a:pt x="279" y="72"/>
                    </a:cubicBezTo>
                    <a:cubicBezTo>
                      <a:pt x="224" y="201"/>
                      <a:pt x="27" y="569"/>
                      <a:pt x="15" y="612"/>
                    </a:cubicBezTo>
                    <a:cubicBezTo>
                      <a:pt x="1" y="640"/>
                      <a:pt x="82" y="683"/>
                      <a:pt x="130" y="683"/>
                    </a:cubicBezTo>
                    <a:cubicBezTo>
                      <a:pt x="146" y="683"/>
                      <a:pt x="158" y="678"/>
                      <a:pt x="162" y="668"/>
                    </a:cubicBezTo>
                    <a:cubicBezTo>
                      <a:pt x="181" y="619"/>
                      <a:pt x="384" y="121"/>
                      <a:pt x="371" y="65"/>
                    </a:cubicBezTo>
                    <a:cubicBezTo>
                      <a:pt x="368" y="34"/>
                      <a:pt x="358" y="0"/>
                      <a:pt x="3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9"/>
              <p:cNvSpPr/>
              <p:nvPr/>
            </p:nvSpPr>
            <p:spPr>
              <a:xfrm>
                <a:off x="5268110" y="4313150"/>
                <a:ext cx="9250" cy="20275"/>
              </a:xfrm>
              <a:custGeom>
                <a:rect b="b" l="l" r="r" t="t"/>
                <a:pathLst>
                  <a:path extrusionOk="0" h="811" w="370">
                    <a:moveTo>
                      <a:pt x="152" y="0"/>
                    </a:moveTo>
                    <a:cubicBezTo>
                      <a:pt x="94" y="0"/>
                      <a:pt x="30" y="23"/>
                      <a:pt x="19" y="64"/>
                    </a:cubicBezTo>
                    <a:cubicBezTo>
                      <a:pt x="7" y="162"/>
                      <a:pt x="13" y="267"/>
                      <a:pt x="43" y="365"/>
                    </a:cubicBezTo>
                    <a:cubicBezTo>
                      <a:pt x="80" y="469"/>
                      <a:pt x="0" y="685"/>
                      <a:pt x="7" y="764"/>
                    </a:cubicBezTo>
                    <a:cubicBezTo>
                      <a:pt x="9" y="797"/>
                      <a:pt x="42" y="811"/>
                      <a:pt x="86" y="811"/>
                    </a:cubicBezTo>
                    <a:cubicBezTo>
                      <a:pt x="152" y="811"/>
                      <a:pt x="242" y="779"/>
                      <a:pt x="289" y="728"/>
                    </a:cubicBezTo>
                    <a:cubicBezTo>
                      <a:pt x="369" y="642"/>
                      <a:pt x="271" y="586"/>
                      <a:pt x="259" y="476"/>
                    </a:cubicBezTo>
                    <a:cubicBezTo>
                      <a:pt x="240" y="365"/>
                      <a:pt x="296" y="82"/>
                      <a:pt x="246" y="33"/>
                    </a:cubicBezTo>
                    <a:cubicBezTo>
                      <a:pt x="229" y="11"/>
                      <a:pt x="192"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9"/>
              <p:cNvSpPr/>
              <p:nvPr/>
            </p:nvSpPr>
            <p:spPr>
              <a:xfrm>
                <a:off x="5258285" y="4314775"/>
                <a:ext cx="7400" cy="20900"/>
              </a:xfrm>
              <a:custGeom>
                <a:rect b="b" l="l" r="r" t="t"/>
                <a:pathLst>
                  <a:path extrusionOk="0" h="836" w="296">
                    <a:moveTo>
                      <a:pt x="179" y="0"/>
                    </a:moveTo>
                    <a:cubicBezTo>
                      <a:pt x="124" y="0"/>
                      <a:pt x="63" y="26"/>
                      <a:pt x="55" y="66"/>
                    </a:cubicBezTo>
                    <a:cubicBezTo>
                      <a:pt x="37" y="140"/>
                      <a:pt x="117" y="380"/>
                      <a:pt x="92" y="503"/>
                    </a:cubicBezTo>
                    <a:cubicBezTo>
                      <a:pt x="68" y="626"/>
                      <a:pt x="0" y="724"/>
                      <a:pt x="43" y="792"/>
                    </a:cubicBezTo>
                    <a:cubicBezTo>
                      <a:pt x="64" y="821"/>
                      <a:pt x="105" y="835"/>
                      <a:pt x="146" y="835"/>
                    </a:cubicBezTo>
                    <a:cubicBezTo>
                      <a:pt x="201" y="835"/>
                      <a:pt x="257" y="810"/>
                      <a:pt x="271" y="761"/>
                    </a:cubicBezTo>
                    <a:cubicBezTo>
                      <a:pt x="295" y="675"/>
                      <a:pt x="221" y="583"/>
                      <a:pt x="240" y="466"/>
                    </a:cubicBezTo>
                    <a:cubicBezTo>
                      <a:pt x="252" y="349"/>
                      <a:pt x="295" y="91"/>
                      <a:pt x="264" y="36"/>
                    </a:cubicBezTo>
                    <a:cubicBezTo>
                      <a:pt x="250" y="11"/>
                      <a:pt x="216" y="0"/>
                      <a:pt x="17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9"/>
              <p:cNvSpPr/>
              <p:nvPr/>
            </p:nvSpPr>
            <p:spPr>
              <a:xfrm>
                <a:off x="5249985" y="4316575"/>
                <a:ext cx="6150" cy="19075"/>
              </a:xfrm>
              <a:custGeom>
                <a:rect b="b" l="l" r="r" t="t"/>
                <a:pathLst>
                  <a:path extrusionOk="0" h="763" w="246">
                    <a:moveTo>
                      <a:pt x="129" y="1"/>
                    </a:moveTo>
                    <a:cubicBezTo>
                      <a:pt x="92" y="1"/>
                      <a:pt x="62" y="25"/>
                      <a:pt x="43" y="62"/>
                    </a:cubicBezTo>
                    <a:cubicBezTo>
                      <a:pt x="31" y="93"/>
                      <a:pt x="25" y="130"/>
                      <a:pt x="31" y="166"/>
                    </a:cubicBezTo>
                    <a:cubicBezTo>
                      <a:pt x="37" y="277"/>
                      <a:pt x="80" y="388"/>
                      <a:pt x="55" y="492"/>
                    </a:cubicBezTo>
                    <a:cubicBezTo>
                      <a:pt x="43" y="541"/>
                      <a:pt x="19" y="584"/>
                      <a:pt x="12" y="634"/>
                    </a:cubicBezTo>
                    <a:cubicBezTo>
                      <a:pt x="0" y="683"/>
                      <a:pt x="25" y="732"/>
                      <a:pt x="68" y="757"/>
                    </a:cubicBezTo>
                    <a:cubicBezTo>
                      <a:pt x="79" y="761"/>
                      <a:pt x="90" y="763"/>
                      <a:pt x="101" y="763"/>
                    </a:cubicBezTo>
                    <a:cubicBezTo>
                      <a:pt x="138" y="763"/>
                      <a:pt x="170" y="739"/>
                      <a:pt x="185" y="701"/>
                    </a:cubicBezTo>
                    <a:cubicBezTo>
                      <a:pt x="203" y="652"/>
                      <a:pt x="209" y="603"/>
                      <a:pt x="191" y="554"/>
                    </a:cubicBezTo>
                    <a:cubicBezTo>
                      <a:pt x="178" y="511"/>
                      <a:pt x="172" y="462"/>
                      <a:pt x="166" y="412"/>
                    </a:cubicBezTo>
                    <a:cubicBezTo>
                      <a:pt x="166" y="302"/>
                      <a:pt x="246" y="203"/>
                      <a:pt x="228" y="99"/>
                    </a:cubicBezTo>
                    <a:cubicBezTo>
                      <a:pt x="221" y="44"/>
                      <a:pt x="185" y="7"/>
                      <a:pt x="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9"/>
              <p:cNvSpPr/>
              <p:nvPr/>
            </p:nvSpPr>
            <p:spPr>
              <a:xfrm>
                <a:off x="5241360" y="4316300"/>
                <a:ext cx="5875" cy="18300"/>
              </a:xfrm>
              <a:custGeom>
                <a:rect b="b" l="l" r="r" t="t"/>
                <a:pathLst>
                  <a:path extrusionOk="0" h="732" w="235">
                    <a:moveTo>
                      <a:pt x="116" y="0"/>
                    </a:moveTo>
                    <a:cubicBezTo>
                      <a:pt x="105" y="0"/>
                      <a:pt x="93" y="2"/>
                      <a:pt x="81" y="5"/>
                    </a:cubicBezTo>
                    <a:cubicBezTo>
                      <a:pt x="38" y="36"/>
                      <a:pt x="19" y="85"/>
                      <a:pt x="26" y="134"/>
                    </a:cubicBezTo>
                    <a:cubicBezTo>
                      <a:pt x="26" y="233"/>
                      <a:pt x="69" y="331"/>
                      <a:pt x="50" y="423"/>
                    </a:cubicBezTo>
                    <a:cubicBezTo>
                      <a:pt x="44" y="485"/>
                      <a:pt x="13" y="540"/>
                      <a:pt x="7" y="595"/>
                    </a:cubicBezTo>
                    <a:cubicBezTo>
                      <a:pt x="1" y="657"/>
                      <a:pt x="32" y="725"/>
                      <a:pt x="87" y="731"/>
                    </a:cubicBezTo>
                    <a:cubicBezTo>
                      <a:pt x="91" y="731"/>
                      <a:pt x="94" y="731"/>
                      <a:pt x="98" y="731"/>
                    </a:cubicBezTo>
                    <a:cubicBezTo>
                      <a:pt x="137" y="731"/>
                      <a:pt x="175" y="702"/>
                      <a:pt x="191" y="663"/>
                    </a:cubicBezTo>
                    <a:cubicBezTo>
                      <a:pt x="204" y="620"/>
                      <a:pt x="204" y="571"/>
                      <a:pt x="191" y="528"/>
                    </a:cubicBezTo>
                    <a:cubicBezTo>
                      <a:pt x="179" y="485"/>
                      <a:pt x="173" y="442"/>
                      <a:pt x="173" y="399"/>
                    </a:cubicBezTo>
                    <a:cubicBezTo>
                      <a:pt x="173" y="343"/>
                      <a:pt x="185" y="294"/>
                      <a:pt x="204" y="245"/>
                    </a:cubicBezTo>
                    <a:cubicBezTo>
                      <a:pt x="228" y="196"/>
                      <a:pt x="235" y="134"/>
                      <a:pt x="216" y="79"/>
                    </a:cubicBezTo>
                    <a:cubicBezTo>
                      <a:pt x="201" y="30"/>
                      <a:pt x="162" y="0"/>
                      <a:pt x="1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9"/>
              <p:cNvSpPr/>
              <p:nvPr/>
            </p:nvSpPr>
            <p:spPr>
              <a:xfrm>
                <a:off x="5233685" y="4315500"/>
                <a:ext cx="6625" cy="16125"/>
              </a:xfrm>
              <a:custGeom>
                <a:rect b="b" l="l" r="r" t="t"/>
                <a:pathLst>
                  <a:path extrusionOk="0" h="645" w="265">
                    <a:moveTo>
                      <a:pt x="197" y="0"/>
                    </a:moveTo>
                    <a:cubicBezTo>
                      <a:pt x="154" y="0"/>
                      <a:pt x="111" y="25"/>
                      <a:pt x="93" y="62"/>
                    </a:cubicBezTo>
                    <a:cubicBezTo>
                      <a:pt x="74" y="99"/>
                      <a:pt x="68" y="142"/>
                      <a:pt x="74" y="185"/>
                    </a:cubicBezTo>
                    <a:cubicBezTo>
                      <a:pt x="80" y="228"/>
                      <a:pt x="93" y="265"/>
                      <a:pt x="93" y="308"/>
                    </a:cubicBezTo>
                    <a:cubicBezTo>
                      <a:pt x="93" y="369"/>
                      <a:pt x="80" y="425"/>
                      <a:pt x="56" y="474"/>
                    </a:cubicBezTo>
                    <a:cubicBezTo>
                      <a:pt x="31" y="517"/>
                      <a:pt x="1" y="566"/>
                      <a:pt x="25" y="609"/>
                    </a:cubicBezTo>
                    <a:cubicBezTo>
                      <a:pt x="39" y="632"/>
                      <a:pt x="63" y="644"/>
                      <a:pt x="89" y="644"/>
                    </a:cubicBezTo>
                    <a:cubicBezTo>
                      <a:pt x="98" y="644"/>
                      <a:pt x="108" y="643"/>
                      <a:pt x="117" y="640"/>
                    </a:cubicBezTo>
                    <a:cubicBezTo>
                      <a:pt x="148" y="621"/>
                      <a:pt x="173" y="597"/>
                      <a:pt x="185" y="560"/>
                    </a:cubicBezTo>
                    <a:cubicBezTo>
                      <a:pt x="191" y="529"/>
                      <a:pt x="197" y="492"/>
                      <a:pt x="197" y="455"/>
                    </a:cubicBezTo>
                    <a:cubicBezTo>
                      <a:pt x="191" y="332"/>
                      <a:pt x="210" y="209"/>
                      <a:pt x="253" y="93"/>
                    </a:cubicBezTo>
                    <a:cubicBezTo>
                      <a:pt x="265" y="56"/>
                      <a:pt x="240" y="7"/>
                      <a:pt x="1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9"/>
              <p:cNvSpPr/>
              <p:nvPr/>
            </p:nvSpPr>
            <p:spPr>
              <a:xfrm>
                <a:off x="5218150" y="4017250"/>
                <a:ext cx="47200" cy="32750"/>
              </a:xfrm>
              <a:custGeom>
                <a:rect b="b" l="l" r="r" t="t"/>
                <a:pathLst>
                  <a:path extrusionOk="0" h="1310" w="1888">
                    <a:moveTo>
                      <a:pt x="532" y="0"/>
                    </a:moveTo>
                    <a:cubicBezTo>
                      <a:pt x="468" y="0"/>
                      <a:pt x="404" y="8"/>
                      <a:pt x="345" y="30"/>
                    </a:cubicBezTo>
                    <a:cubicBezTo>
                      <a:pt x="203" y="86"/>
                      <a:pt x="99" y="209"/>
                      <a:pt x="62" y="356"/>
                    </a:cubicBezTo>
                    <a:cubicBezTo>
                      <a:pt x="0" y="639"/>
                      <a:pt x="111" y="928"/>
                      <a:pt x="338" y="1094"/>
                    </a:cubicBezTo>
                    <a:cubicBezTo>
                      <a:pt x="531" y="1236"/>
                      <a:pt x="765" y="1310"/>
                      <a:pt x="1002" y="1310"/>
                    </a:cubicBezTo>
                    <a:cubicBezTo>
                      <a:pt x="1082" y="1310"/>
                      <a:pt x="1163" y="1301"/>
                      <a:pt x="1242" y="1284"/>
                    </a:cubicBezTo>
                    <a:cubicBezTo>
                      <a:pt x="1549" y="1204"/>
                      <a:pt x="1795" y="989"/>
                      <a:pt x="1857" y="731"/>
                    </a:cubicBezTo>
                    <a:cubicBezTo>
                      <a:pt x="1887" y="627"/>
                      <a:pt x="1875" y="516"/>
                      <a:pt x="1832" y="424"/>
                    </a:cubicBezTo>
                    <a:cubicBezTo>
                      <a:pt x="1758" y="295"/>
                      <a:pt x="1605" y="203"/>
                      <a:pt x="1439" y="153"/>
                    </a:cubicBezTo>
                    <a:cubicBezTo>
                      <a:pt x="1273" y="117"/>
                      <a:pt x="1107" y="80"/>
                      <a:pt x="941" y="61"/>
                    </a:cubicBezTo>
                    <a:cubicBezTo>
                      <a:pt x="808" y="36"/>
                      <a:pt x="667" y="0"/>
                      <a:pt x="5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9"/>
              <p:cNvSpPr/>
              <p:nvPr/>
            </p:nvSpPr>
            <p:spPr>
              <a:xfrm>
                <a:off x="5214600" y="3595400"/>
                <a:ext cx="203950" cy="107425"/>
              </a:xfrm>
              <a:custGeom>
                <a:rect b="b" l="l" r="r" t="t"/>
                <a:pathLst>
                  <a:path extrusionOk="0" h="4297" w="8158">
                    <a:moveTo>
                      <a:pt x="1562" y="1"/>
                    </a:moveTo>
                    <a:cubicBezTo>
                      <a:pt x="1311" y="1"/>
                      <a:pt x="1065" y="35"/>
                      <a:pt x="837" y="130"/>
                    </a:cubicBezTo>
                    <a:cubicBezTo>
                      <a:pt x="345" y="339"/>
                      <a:pt x="1" y="948"/>
                      <a:pt x="284" y="1378"/>
                    </a:cubicBezTo>
                    <a:cubicBezTo>
                      <a:pt x="462" y="1654"/>
                      <a:pt x="812" y="1765"/>
                      <a:pt x="1083" y="1962"/>
                    </a:cubicBezTo>
                    <a:cubicBezTo>
                      <a:pt x="1507" y="2269"/>
                      <a:pt x="1728" y="2761"/>
                      <a:pt x="1974" y="3210"/>
                    </a:cubicBezTo>
                    <a:cubicBezTo>
                      <a:pt x="2220" y="3664"/>
                      <a:pt x="2552" y="4132"/>
                      <a:pt x="3068" y="4267"/>
                    </a:cubicBezTo>
                    <a:cubicBezTo>
                      <a:pt x="3141" y="4287"/>
                      <a:pt x="3218" y="4297"/>
                      <a:pt x="3295" y="4297"/>
                    </a:cubicBezTo>
                    <a:cubicBezTo>
                      <a:pt x="3616" y="4297"/>
                      <a:pt x="3941" y="4128"/>
                      <a:pt x="3990" y="3830"/>
                    </a:cubicBezTo>
                    <a:cubicBezTo>
                      <a:pt x="4058" y="3468"/>
                      <a:pt x="3701" y="3179"/>
                      <a:pt x="3431" y="2921"/>
                    </a:cubicBezTo>
                    <a:cubicBezTo>
                      <a:pt x="3093" y="2601"/>
                      <a:pt x="2841" y="2202"/>
                      <a:pt x="2687" y="1759"/>
                    </a:cubicBezTo>
                    <a:cubicBezTo>
                      <a:pt x="2656" y="1667"/>
                      <a:pt x="2632" y="1550"/>
                      <a:pt x="2712" y="1482"/>
                    </a:cubicBezTo>
                    <a:cubicBezTo>
                      <a:pt x="2740" y="1457"/>
                      <a:pt x="2772" y="1446"/>
                      <a:pt x="2806" y="1446"/>
                    </a:cubicBezTo>
                    <a:cubicBezTo>
                      <a:pt x="2913" y="1446"/>
                      <a:pt x="3035" y="1552"/>
                      <a:pt x="3105" y="1654"/>
                    </a:cubicBezTo>
                    <a:cubicBezTo>
                      <a:pt x="3393" y="2077"/>
                      <a:pt x="3730" y="2964"/>
                      <a:pt x="4085" y="2964"/>
                    </a:cubicBezTo>
                    <a:cubicBezTo>
                      <a:pt x="4086" y="2964"/>
                      <a:pt x="4087" y="2964"/>
                      <a:pt x="4089" y="2964"/>
                    </a:cubicBezTo>
                    <a:cubicBezTo>
                      <a:pt x="4451" y="2958"/>
                      <a:pt x="4765" y="2079"/>
                      <a:pt x="5060" y="1654"/>
                    </a:cubicBezTo>
                    <a:cubicBezTo>
                      <a:pt x="5130" y="1552"/>
                      <a:pt x="5249" y="1446"/>
                      <a:pt x="5356" y="1446"/>
                    </a:cubicBezTo>
                    <a:cubicBezTo>
                      <a:pt x="5390" y="1446"/>
                      <a:pt x="5423" y="1457"/>
                      <a:pt x="5453" y="1482"/>
                    </a:cubicBezTo>
                    <a:cubicBezTo>
                      <a:pt x="5527" y="1550"/>
                      <a:pt x="5508" y="1667"/>
                      <a:pt x="5472" y="1759"/>
                    </a:cubicBezTo>
                    <a:cubicBezTo>
                      <a:pt x="5318" y="2202"/>
                      <a:pt x="5066" y="2601"/>
                      <a:pt x="4728" y="2921"/>
                    </a:cubicBezTo>
                    <a:cubicBezTo>
                      <a:pt x="4457" y="3185"/>
                      <a:pt x="4107" y="3468"/>
                      <a:pt x="4168" y="3830"/>
                    </a:cubicBezTo>
                    <a:cubicBezTo>
                      <a:pt x="4218" y="4124"/>
                      <a:pt x="4549" y="4296"/>
                      <a:pt x="4873" y="4296"/>
                    </a:cubicBezTo>
                    <a:cubicBezTo>
                      <a:pt x="4949" y="4296"/>
                      <a:pt x="5025" y="4287"/>
                      <a:pt x="5097" y="4267"/>
                    </a:cubicBezTo>
                    <a:cubicBezTo>
                      <a:pt x="5607" y="4132"/>
                      <a:pt x="5939" y="3664"/>
                      <a:pt x="6191" y="3210"/>
                    </a:cubicBezTo>
                    <a:cubicBezTo>
                      <a:pt x="6437" y="2761"/>
                      <a:pt x="6652" y="2263"/>
                      <a:pt x="7082" y="1962"/>
                    </a:cubicBezTo>
                    <a:cubicBezTo>
                      <a:pt x="7352" y="1765"/>
                      <a:pt x="7697" y="1654"/>
                      <a:pt x="7875" y="1378"/>
                    </a:cubicBezTo>
                    <a:cubicBezTo>
                      <a:pt x="8158" y="948"/>
                      <a:pt x="7813" y="339"/>
                      <a:pt x="7328" y="130"/>
                    </a:cubicBezTo>
                    <a:cubicBezTo>
                      <a:pt x="7097" y="35"/>
                      <a:pt x="6850" y="1"/>
                      <a:pt x="6598" y="1"/>
                    </a:cubicBezTo>
                    <a:cubicBezTo>
                      <a:pt x="6315" y="1"/>
                      <a:pt x="6025" y="44"/>
                      <a:pt x="5748" y="93"/>
                    </a:cubicBezTo>
                    <a:cubicBezTo>
                      <a:pt x="5189" y="185"/>
                      <a:pt x="4636" y="290"/>
                      <a:pt x="4082" y="401"/>
                    </a:cubicBezTo>
                    <a:cubicBezTo>
                      <a:pt x="3523" y="290"/>
                      <a:pt x="2970" y="185"/>
                      <a:pt x="2417" y="93"/>
                    </a:cubicBezTo>
                    <a:cubicBezTo>
                      <a:pt x="2136" y="44"/>
                      <a:pt x="1845" y="1"/>
                      <a:pt x="156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9"/>
              <p:cNvSpPr/>
              <p:nvPr/>
            </p:nvSpPr>
            <p:spPr>
              <a:xfrm>
                <a:off x="5147300" y="3277175"/>
                <a:ext cx="57200" cy="177000"/>
              </a:xfrm>
              <a:custGeom>
                <a:rect b="b" l="l" r="r" t="t"/>
                <a:pathLst>
                  <a:path extrusionOk="0" h="7080" w="2288">
                    <a:moveTo>
                      <a:pt x="1357" y="1"/>
                    </a:moveTo>
                    <a:cubicBezTo>
                      <a:pt x="1056" y="1"/>
                      <a:pt x="778" y="99"/>
                      <a:pt x="769" y="320"/>
                    </a:cubicBezTo>
                    <a:cubicBezTo>
                      <a:pt x="744" y="762"/>
                      <a:pt x="886" y="2176"/>
                      <a:pt x="861" y="3135"/>
                    </a:cubicBezTo>
                    <a:cubicBezTo>
                      <a:pt x="843" y="4100"/>
                      <a:pt x="480" y="5514"/>
                      <a:pt x="394" y="5919"/>
                    </a:cubicBezTo>
                    <a:cubicBezTo>
                      <a:pt x="308" y="6319"/>
                      <a:pt x="1" y="6583"/>
                      <a:pt x="50" y="6835"/>
                    </a:cubicBezTo>
                    <a:cubicBezTo>
                      <a:pt x="75" y="6978"/>
                      <a:pt x="453" y="7079"/>
                      <a:pt x="793" y="7079"/>
                    </a:cubicBezTo>
                    <a:cubicBezTo>
                      <a:pt x="1039" y="7079"/>
                      <a:pt x="1265" y="7026"/>
                      <a:pt x="1322" y="6897"/>
                    </a:cubicBezTo>
                    <a:cubicBezTo>
                      <a:pt x="1451" y="6589"/>
                      <a:pt x="1199" y="5766"/>
                      <a:pt x="1193" y="5249"/>
                    </a:cubicBezTo>
                    <a:cubicBezTo>
                      <a:pt x="1193" y="4733"/>
                      <a:pt x="1685" y="1660"/>
                      <a:pt x="1857" y="1395"/>
                    </a:cubicBezTo>
                    <a:cubicBezTo>
                      <a:pt x="1986" y="1199"/>
                      <a:pt x="2287" y="621"/>
                      <a:pt x="2091" y="277"/>
                    </a:cubicBezTo>
                    <a:cubicBezTo>
                      <a:pt x="1989" y="101"/>
                      <a:pt x="1661" y="1"/>
                      <a:pt x="135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9"/>
              <p:cNvSpPr/>
              <p:nvPr/>
            </p:nvSpPr>
            <p:spPr>
              <a:xfrm>
                <a:off x="5122100" y="3459325"/>
                <a:ext cx="59350" cy="189300"/>
              </a:xfrm>
              <a:custGeom>
                <a:rect b="b" l="l" r="r" t="t"/>
                <a:pathLst>
                  <a:path extrusionOk="0" h="7572" w="2374">
                    <a:moveTo>
                      <a:pt x="1433" y="749"/>
                    </a:moveTo>
                    <a:cubicBezTo>
                      <a:pt x="1568" y="749"/>
                      <a:pt x="1728" y="875"/>
                      <a:pt x="1716" y="1006"/>
                    </a:cubicBezTo>
                    <a:cubicBezTo>
                      <a:pt x="1697" y="1203"/>
                      <a:pt x="929" y="3791"/>
                      <a:pt x="849" y="4682"/>
                    </a:cubicBezTo>
                    <a:lnTo>
                      <a:pt x="843" y="4682"/>
                    </a:lnTo>
                    <a:cubicBezTo>
                      <a:pt x="843" y="4682"/>
                      <a:pt x="990" y="1578"/>
                      <a:pt x="1273" y="859"/>
                    </a:cubicBezTo>
                    <a:cubicBezTo>
                      <a:pt x="1304" y="781"/>
                      <a:pt x="1365" y="749"/>
                      <a:pt x="1433" y="749"/>
                    </a:cubicBezTo>
                    <a:close/>
                    <a:moveTo>
                      <a:pt x="1236" y="0"/>
                    </a:moveTo>
                    <a:cubicBezTo>
                      <a:pt x="1064" y="0"/>
                      <a:pt x="934" y="43"/>
                      <a:pt x="904" y="121"/>
                    </a:cubicBezTo>
                    <a:cubicBezTo>
                      <a:pt x="585" y="889"/>
                      <a:pt x="1" y="7220"/>
                      <a:pt x="68" y="7442"/>
                    </a:cubicBezTo>
                    <a:cubicBezTo>
                      <a:pt x="98" y="7533"/>
                      <a:pt x="197" y="7572"/>
                      <a:pt x="313" y="7572"/>
                    </a:cubicBezTo>
                    <a:cubicBezTo>
                      <a:pt x="485" y="7572"/>
                      <a:pt x="693" y="7487"/>
                      <a:pt x="763" y="7362"/>
                    </a:cubicBezTo>
                    <a:cubicBezTo>
                      <a:pt x="880" y="7153"/>
                      <a:pt x="1291" y="5100"/>
                      <a:pt x="1580" y="3588"/>
                    </a:cubicBezTo>
                    <a:cubicBezTo>
                      <a:pt x="1869" y="2076"/>
                      <a:pt x="2373" y="551"/>
                      <a:pt x="2072" y="299"/>
                    </a:cubicBezTo>
                    <a:cubicBezTo>
                      <a:pt x="1824" y="91"/>
                      <a:pt x="1486" y="0"/>
                      <a:pt x="12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9"/>
              <p:cNvSpPr/>
              <p:nvPr/>
            </p:nvSpPr>
            <p:spPr>
              <a:xfrm>
                <a:off x="5133025" y="3652625"/>
                <a:ext cx="16450" cy="38000"/>
              </a:xfrm>
              <a:custGeom>
                <a:rect b="b" l="l" r="r" t="t"/>
                <a:pathLst>
                  <a:path extrusionOk="0" h="1520" w="658">
                    <a:moveTo>
                      <a:pt x="218" y="0"/>
                    </a:moveTo>
                    <a:cubicBezTo>
                      <a:pt x="147" y="0"/>
                      <a:pt x="80" y="42"/>
                      <a:pt x="49" y="109"/>
                    </a:cubicBezTo>
                    <a:cubicBezTo>
                      <a:pt x="12" y="189"/>
                      <a:pt x="0" y="275"/>
                      <a:pt x="18" y="367"/>
                    </a:cubicBezTo>
                    <a:cubicBezTo>
                      <a:pt x="37" y="570"/>
                      <a:pt x="117" y="767"/>
                      <a:pt x="117" y="970"/>
                    </a:cubicBezTo>
                    <a:cubicBezTo>
                      <a:pt x="117" y="1056"/>
                      <a:pt x="98" y="1142"/>
                      <a:pt x="98" y="1228"/>
                    </a:cubicBezTo>
                    <a:cubicBezTo>
                      <a:pt x="98" y="1314"/>
                      <a:pt x="129" y="1394"/>
                      <a:pt x="184" y="1455"/>
                    </a:cubicBezTo>
                    <a:cubicBezTo>
                      <a:pt x="233" y="1498"/>
                      <a:pt x="292" y="1519"/>
                      <a:pt x="350" y="1519"/>
                    </a:cubicBezTo>
                    <a:cubicBezTo>
                      <a:pt x="411" y="1519"/>
                      <a:pt x="473" y="1496"/>
                      <a:pt x="523" y="1449"/>
                    </a:cubicBezTo>
                    <a:cubicBezTo>
                      <a:pt x="609" y="1363"/>
                      <a:pt x="658" y="1234"/>
                      <a:pt x="652" y="1111"/>
                    </a:cubicBezTo>
                    <a:cubicBezTo>
                      <a:pt x="645" y="982"/>
                      <a:pt x="621" y="853"/>
                      <a:pt x="578" y="736"/>
                    </a:cubicBezTo>
                    <a:cubicBezTo>
                      <a:pt x="523" y="564"/>
                      <a:pt x="473" y="398"/>
                      <a:pt x="424" y="232"/>
                    </a:cubicBezTo>
                    <a:cubicBezTo>
                      <a:pt x="393" y="140"/>
                      <a:pt x="350" y="29"/>
                      <a:pt x="258" y="5"/>
                    </a:cubicBezTo>
                    <a:cubicBezTo>
                      <a:pt x="245" y="2"/>
                      <a:pt x="232" y="0"/>
                      <a:pt x="2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9"/>
              <p:cNvSpPr/>
              <p:nvPr/>
            </p:nvSpPr>
            <p:spPr>
              <a:xfrm>
                <a:off x="5138400" y="3692475"/>
                <a:ext cx="9850" cy="15900"/>
              </a:xfrm>
              <a:custGeom>
                <a:rect b="b" l="l" r="r" t="t"/>
                <a:pathLst>
                  <a:path extrusionOk="0" h="636" w="394">
                    <a:moveTo>
                      <a:pt x="213" y="0"/>
                    </a:moveTo>
                    <a:cubicBezTo>
                      <a:pt x="197" y="0"/>
                      <a:pt x="181" y="3"/>
                      <a:pt x="166" y="9"/>
                    </a:cubicBezTo>
                    <a:cubicBezTo>
                      <a:pt x="111" y="21"/>
                      <a:pt x="68" y="46"/>
                      <a:pt x="25" y="83"/>
                    </a:cubicBezTo>
                    <a:cubicBezTo>
                      <a:pt x="0" y="267"/>
                      <a:pt x="92" y="587"/>
                      <a:pt x="258" y="636"/>
                    </a:cubicBezTo>
                    <a:cubicBezTo>
                      <a:pt x="357" y="501"/>
                      <a:pt x="394" y="322"/>
                      <a:pt x="363" y="156"/>
                    </a:cubicBezTo>
                    <a:cubicBezTo>
                      <a:pt x="363" y="113"/>
                      <a:pt x="338" y="70"/>
                      <a:pt x="314" y="40"/>
                    </a:cubicBezTo>
                    <a:cubicBezTo>
                      <a:pt x="284" y="14"/>
                      <a:pt x="248" y="0"/>
                      <a:pt x="2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9"/>
              <p:cNvSpPr/>
              <p:nvPr/>
            </p:nvSpPr>
            <p:spPr>
              <a:xfrm>
                <a:off x="5142075" y="3714950"/>
                <a:ext cx="5875" cy="10650"/>
              </a:xfrm>
              <a:custGeom>
                <a:rect b="b" l="l" r="r" t="t"/>
                <a:pathLst>
                  <a:path extrusionOk="0" h="426" w="235">
                    <a:moveTo>
                      <a:pt x="96" y="0"/>
                    </a:moveTo>
                    <a:cubicBezTo>
                      <a:pt x="68" y="0"/>
                      <a:pt x="40" y="11"/>
                      <a:pt x="19" y="32"/>
                    </a:cubicBezTo>
                    <a:cubicBezTo>
                      <a:pt x="1" y="142"/>
                      <a:pt x="7" y="259"/>
                      <a:pt x="44" y="364"/>
                    </a:cubicBezTo>
                    <a:cubicBezTo>
                      <a:pt x="50" y="395"/>
                      <a:pt x="81" y="425"/>
                      <a:pt x="99" y="425"/>
                    </a:cubicBezTo>
                    <a:cubicBezTo>
                      <a:pt x="118" y="425"/>
                      <a:pt x="136" y="401"/>
                      <a:pt x="142" y="382"/>
                    </a:cubicBezTo>
                    <a:cubicBezTo>
                      <a:pt x="179" y="333"/>
                      <a:pt x="204" y="272"/>
                      <a:pt x="216" y="210"/>
                    </a:cubicBezTo>
                    <a:cubicBezTo>
                      <a:pt x="234" y="149"/>
                      <a:pt x="222" y="87"/>
                      <a:pt x="179" y="38"/>
                    </a:cubicBezTo>
                    <a:cubicBezTo>
                      <a:pt x="157" y="13"/>
                      <a:pt x="126" y="0"/>
                      <a:pt x="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9"/>
              <p:cNvSpPr/>
              <p:nvPr/>
            </p:nvSpPr>
            <p:spPr>
              <a:xfrm>
                <a:off x="5114425" y="3654700"/>
                <a:ext cx="14475" cy="37975"/>
              </a:xfrm>
              <a:custGeom>
                <a:rect b="b" l="l" r="r" t="t"/>
                <a:pathLst>
                  <a:path extrusionOk="0" h="1519" w="579">
                    <a:moveTo>
                      <a:pt x="370" y="1"/>
                    </a:moveTo>
                    <a:cubicBezTo>
                      <a:pt x="366" y="1"/>
                      <a:pt x="361" y="1"/>
                      <a:pt x="357" y="2"/>
                    </a:cubicBezTo>
                    <a:cubicBezTo>
                      <a:pt x="258" y="14"/>
                      <a:pt x="209" y="118"/>
                      <a:pt x="179" y="211"/>
                    </a:cubicBezTo>
                    <a:cubicBezTo>
                      <a:pt x="93" y="493"/>
                      <a:pt x="37" y="788"/>
                      <a:pt x="13" y="1083"/>
                    </a:cubicBezTo>
                    <a:cubicBezTo>
                      <a:pt x="0" y="1163"/>
                      <a:pt x="0" y="1249"/>
                      <a:pt x="19" y="1335"/>
                    </a:cubicBezTo>
                    <a:cubicBezTo>
                      <a:pt x="36" y="1454"/>
                      <a:pt x="131" y="1518"/>
                      <a:pt x="227" y="1518"/>
                    </a:cubicBezTo>
                    <a:cubicBezTo>
                      <a:pt x="304" y="1518"/>
                      <a:pt x="382" y="1476"/>
                      <a:pt x="418" y="1385"/>
                    </a:cubicBezTo>
                    <a:cubicBezTo>
                      <a:pt x="467" y="1299"/>
                      <a:pt x="492" y="1200"/>
                      <a:pt x="504" y="1102"/>
                    </a:cubicBezTo>
                    <a:cubicBezTo>
                      <a:pt x="554" y="831"/>
                      <a:pt x="578" y="561"/>
                      <a:pt x="566" y="284"/>
                    </a:cubicBezTo>
                    <a:cubicBezTo>
                      <a:pt x="560" y="217"/>
                      <a:pt x="547" y="149"/>
                      <a:pt x="517" y="94"/>
                    </a:cubicBezTo>
                    <a:cubicBezTo>
                      <a:pt x="488" y="37"/>
                      <a:pt x="428" y="1"/>
                      <a:pt x="3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9"/>
              <p:cNvSpPr/>
              <p:nvPr/>
            </p:nvSpPr>
            <p:spPr>
              <a:xfrm>
                <a:off x="5110575" y="3696375"/>
                <a:ext cx="12025" cy="27425"/>
              </a:xfrm>
              <a:custGeom>
                <a:rect b="b" l="l" r="r" t="t"/>
                <a:pathLst>
                  <a:path extrusionOk="0" h="1097" w="481">
                    <a:moveTo>
                      <a:pt x="253" y="0"/>
                    </a:moveTo>
                    <a:cubicBezTo>
                      <a:pt x="191" y="0"/>
                      <a:pt x="136" y="31"/>
                      <a:pt x="105" y="86"/>
                    </a:cubicBezTo>
                    <a:cubicBezTo>
                      <a:pt x="74" y="136"/>
                      <a:pt x="56" y="197"/>
                      <a:pt x="56" y="259"/>
                    </a:cubicBezTo>
                    <a:cubicBezTo>
                      <a:pt x="44" y="369"/>
                      <a:pt x="62" y="480"/>
                      <a:pt x="44" y="590"/>
                    </a:cubicBezTo>
                    <a:cubicBezTo>
                      <a:pt x="25" y="683"/>
                      <a:pt x="13" y="781"/>
                      <a:pt x="7" y="873"/>
                    </a:cubicBezTo>
                    <a:cubicBezTo>
                      <a:pt x="1" y="972"/>
                      <a:pt x="56" y="1058"/>
                      <a:pt x="142" y="1094"/>
                    </a:cubicBezTo>
                    <a:cubicBezTo>
                      <a:pt x="153" y="1096"/>
                      <a:pt x="164" y="1097"/>
                      <a:pt x="174" y="1097"/>
                    </a:cubicBezTo>
                    <a:cubicBezTo>
                      <a:pt x="248" y="1097"/>
                      <a:pt x="313" y="1061"/>
                      <a:pt x="345" y="996"/>
                    </a:cubicBezTo>
                    <a:cubicBezTo>
                      <a:pt x="382" y="922"/>
                      <a:pt x="406" y="849"/>
                      <a:pt x="419" y="769"/>
                    </a:cubicBezTo>
                    <a:cubicBezTo>
                      <a:pt x="449" y="578"/>
                      <a:pt x="480" y="381"/>
                      <a:pt x="431" y="203"/>
                    </a:cubicBezTo>
                    <a:cubicBezTo>
                      <a:pt x="406" y="105"/>
                      <a:pt x="345" y="7"/>
                      <a:pt x="2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9"/>
              <p:cNvSpPr/>
              <p:nvPr/>
            </p:nvSpPr>
            <p:spPr>
              <a:xfrm>
                <a:off x="5116275" y="3726575"/>
                <a:ext cx="12150" cy="19075"/>
              </a:xfrm>
              <a:custGeom>
                <a:rect b="b" l="l" r="r" t="t"/>
                <a:pathLst>
                  <a:path extrusionOk="0" h="763" w="486">
                    <a:moveTo>
                      <a:pt x="120" y="0"/>
                    </a:moveTo>
                    <a:cubicBezTo>
                      <a:pt x="65" y="0"/>
                      <a:pt x="12" y="60"/>
                      <a:pt x="6" y="120"/>
                    </a:cubicBezTo>
                    <a:cubicBezTo>
                      <a:pt x="0" y="188"/>
                      <a:pt x="25" y="255"/>
                      <a:pt x="74" y="311"/>
                    </a:cubicBezTo>
                    <a:cubicBezTo>
                      <a:pt x="117" y="360"/>
                      <a:pt x="154" y="421"/>
                      <a:pt x="191" y="483"/>
                    </a:cubicBezTo>
                    <a:cubicBezTo>
                      <a:pt x="221" y="544"/>
                      <a:pt x="227" y="624"/>
                      <a:pt x="271" y="686"/>
                    </a:cubicBezTo>
                    <a:cubicBezTo>
                      <a:pt x="296" y="728"/>
                      <a:pt x="346" y="762"/>
                      <a:pt x="392" y="762"/>
                    </a:cubicBezTo>
                    <a:cubicBezTo>
                      <a:pt x="412" y="762"/>
                      <a:pt x="432" y="756"/>
                      <a:pt x="449" y="741"/>
                    </a:cubicBezTo>
                    <a:cubicBezTo>
                      <a:pt x="473" y="710"/>
                      <a:pt x="486" y="667"/>
                      <a:pt x="473" y="624"/>
                    </a:cubicBezTo>
                    <a:cubicBezTo>
                      <a:pt x="461" y="587"/>
                      <a:pt x="443" y="550"/>
                      <a:pt x="424" y="513"/>
                    </a:cubicBezTo>
                    <a:cubicBezTo>
                      <a:pt x="357" y="397"/>
                      <a:pt x="295" y="274"/>
                      <a:pt x="252" y="145"/>
                    </a:cubicBezTo>
                    <a:cubicBezTo>
                      <a:pt x="227" y="89"/>
                      <a:pt x="203" y="16"/>
                      <a:pt x="141" y="3"/>
                    </a:cubicBezTo>
                    <a:cubicBezTo>
                      <a:pt x="134" y="1"/>
                      <a:pt x="127" y="0"/>
                      <a:pt x="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9"/>
              <p:cNvSpPr/>
              <p:nvPr/>
            </p:nvSpPr>
            <p:spPr>
              <a:xfrm>
                <a:off x="5128550" y="3745675"/>
                <a:ext cx="7550" cy="13725"/>
              </a:xfrm>
              <a:custGeom>
                <a:rect b="b" l="l" r="r" t="t"/>
                <a:pathLst>
                  <a:path extrusionOk="0" h="549" w="302">
                    <a:moveTo>
                      <a:pt x="102" y="0"/>
                    </a:moveTo>
                    <a:cubicBezTo>
                      <a:pt x="97" y="0"/>
                      <a:pt x="92" y="1"/>
                      <a:pt x="87" y="1"/>
                    </a:cubicBezTo>
                    <a:cubicBezTo>
                      <a:pt x="1" y="198"/>
                      <a:pt x="99" y="487"/>
                      <a:pt x="271" y="549"/>
                    </a:cubicBezTo>
                    <a:cubicBezTo>
                      <a:pt x="296" y="432"/>
                      <a:pt x="302" y="321"/>
                      <a:pt x="284" y="204"/>
                    </a:cubicBezTo>
                    <a:cubicBezTo>
                      <a:pt x="260" y="100"/>
                      <a:pt x="188" y="0"/>
                      <a:pt x="1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9"/>
              <p:cNvSpPr/>
              <p:nvPr/>
            </p:nvSpPr>
            <p:spPr>
              <a:xfrm>
                <a:off x="5222800" y="3273175"/>
                <a:ext cx="93725" cy="201525"/>
              </a:xfrm>
              <a:custGeom>
                <a:rect b="b" l="l" r="r" t="t"/>
                <a:pathLst>
                  <a:path extrusionOk="0" h="8061" w="3749">
                    <a:moveTo>
                      <a:pt x="3127" y="0"/>
                    </a:moveTo>
                    <a:lnTo>
                      <a:pt x="3127" y="0"/>
                    </a:lnTo>
                    <a:cubicBezTo>
                      <a:pt x="3127" y="0"/>
                      <a:pt x="3201" y="4543"/>
                      <a:pt x="3127" y="4610"/>
                    </a:cubicBezTo>
                    <a:cubicBezTo>
                      <a:pt x="3048" y="4684"/>
                      <a:pt x="2654" y="4936"/>
                      <a:pt x="2150" y="5772"/>
                    </a:cubicBezTo>
                    <a:cubicBezTo>
                      <a:pt x="1665" y="6571"/>
                      <a:pt x="1492" y="7395"/>
                      <a:pt x="1210" y="7450"/>
                    </a:cubicBezTo>
                    <a:cubicBezTo>
                      <a:pt x="1200" y="7452"/>
                      <a:pt x="1190" y="7453"/>
                      <a:pt x="1180" y="7453"/>
                    </a:cubicBezTo>
                    <a:cubicBezTo>
                      <a:pt x="907" y="7453"/>
                      <a:pt x="313" y="6850"/>
                      <a:pt x="134" y="6850"/>
                    </a:cubicBezTo>
                    <a:cubicBezTo>
                      <a:pt x="114" y="6850"/>
                      <a:pt x="100" y="6857"/>
                      <a:pt x="91" y="6872"/>
                    </a:cubicBezTo>
                    <a:cubicBezTo>
                      <a:pt x="1" y="7029"/>
                      <a:pt x="669" y="8060"/>
                      <a:pt x="1215" y="8060"/>
                    </a:cubicBezTo>
                    <a:cubicBezTo>
                      <a:pt x="1228" y="8060"/>
                      <a:pt x="1240" y="8060"/>
                      <a:pt x="1253" y="8059"/>
                    </a:cubicBezTo>
                    <a:cubicBezTo>
                      <a:pt x="1806" y="8009"/>
                      <a:pt x="2150" y="7026"/>
                      <a:pt x="2451" y="6252"/>
                    </a:cubicBezTo>
                    <a:cubicBezTo>
                      <a:pt x="2753" y="5483"/>
                      <a:pt x="3748" y="5065"/>
                      <a:pt x="3748" y="5065"/>
                    </a:cubicBezTo>
                    <a:lnTo>
                      <a:pt x="3748" y="25"/>
                    </a:lnTo>
                    <a:cubicBezTo>
                      <a:pt x="3429" y="25"/>
                      <a:pt x="3128" y="0"/>
                      <a:pt x="31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9"/>
              <p:cNvSpPr/>
              <p:nvPr/>
            </p:nvSpPr>
            <p:spPr>
              <a:xfrm>
                <a:off x="5228100" y="3274500"/>
                <a:ext cx="76125" cy="17600"/>
              </a:xfrm>
              <a:custGeom>
                <a:rect b="b" l="l" r="r" t="t"/>
                <a:pathLst>
                  <a:path extrusionOk="0" h="704" w="3045">
                    <a:moveTo>
                      <a:pt x="502" y="0"/>
                    </a:moveTo>
                    <a:cubicBezTo>
                      <a:pt x="143" y="0"/>
                      <a:pt x="0" y="171"/>
                      <a:pt x="76" y="292"/>
                    </a:cubicBezTo>
                    <a:cubicBezTo>
                      <a:pt x="155" y="413"/>
                      <a:pt x="1637" y="703"/>
                      <a:pt x="2617" y="703"/>
                    </a:cubicBezTo>
                    <a:cubicBezTo>
                      <a:pt x="2775" y="703"/>
                      <a:pt x="2921" y="696"/>
                      <a:pt x="3045" y="679"/>
                    </a:cubicBezTo>
                    <a:lnTo>
                      <a:pt x="3002" y="230"/>
                    </a:lnTo>
                    <a:cubicBezTo>
                      <a:pt x="3002" y="230"/>
                      <a:pt x="1317" y="126"/>
                      <a:pt x="770" y="27"/>
                    </a:cubicBezTo>
                    <a:cubicBezTo>
                      <a:pt x="670" y="8"/>
                      <a:pt x="581" y="0"/>
                      <a:pt x="5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9"/>
              <p:cNvSpPr/>
              <p:nvPr/>
            </p:nvSpPr>
            <p:spPr>
              <a:xfrm>
                <a:off x="5277625" y="3243725"/>
                <a:ext cx="34750" cy="10350"/>
              </a:xfrm>
              <a:custGeom>
                <a:rect b="b" l="l" r="r" t="t"/>
                <a:pathLst>
                  <a:path extrusionOk="0" h="414" w="1390">
                    <a:moveTo>
                      <a:pt x="246" y="1"/>
                    </a:moveTo>
                    <a:cubicBezTo>
                      <a:pt x="64" y="1"/>
                      <a:pt x="1" y="127"/>
                      <a:pt x="43" y="207"/>
                    </a:cubicBezTo>
                    <a:cubicBezTo>
                      <a:pt x="82" y="284"/>
                      <a:pt x="642" y="413"/>
                      <a:pt x="1073" y="413"/>
                    </a:cubicBezTo>
                    <a:cubicBezTo>
                      <a:pt x="1193" y="413"/>
                      <a:pt x="1303" y="403"/>
                      <a:pt x="1389" y="379"/>
                    </a:cubicBezTo>
                    <a:lnTo>
                      <a:pt x="1340" y="72"/>
                    </a:lnTo>
                    <a:cubicBezTo>
                      <a:pt x="1340" y="72"/>
                      <a:pt x="590" y="60"/>
                      <a:pt x="338" y="10"/>
                    </a:cubicBezTo>
                    <a:cubicBezTo>
                      <a:pt x="305" y="4"/>
                      <a:pt x="274" y="1"/>
                      <a:pt x="24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9"/>
              <p:cNvSpPr/>
              <p:nvPr/>
            </p:nvSpPr>
            <p:spPr>
              <a:xfrm>
                <a:off x="5289300" y="3228050"/>
                <a:ext cx="27075" cy="9525"/>
              </a:xfrm>
              <a:custGeom>
                <a:rect b="b" l="l" r="r" t="t"/>
                <a:pathLst>
                  <a:path extrusionOk="0" h="381" w="1083">
                    <a:moveTo>
                      <a:pt x="182" y="0"/>
                    </a:moveTo>
                    <a:cubicBezTo>
                      <a:pt x="45" y="0"/>
                      <a:pt x="0" y="115"/>
                      <a:pt x="37" y="189"/>
                    </a:cubicBezTo>
                    <a:cubicBezTo>
                      <a:pt x="67" y="253"/>
                      <a:pt x="525" y="381"/>
                      <a:pt x="863" y="381"/>
                    </a:cubicBezTo>
                    <a:cubicBezTo>
                      <a:pt x="946" y="381"/>
                      <a:pt x="1022" y="373"/>
                      <a:pt x="1082" y="355"/>
                    </a:cubicBezTo>
                    <a:lnTo>
                      <a:pt x="1039" y="78"/>
                    </a:lnTo>
                    <a:cubicBezTo>
                      <a:pt x="1039" y="78"/>
                      <a:pt x="455" y="60"/>
                      <a:pt x="258" y="10"/>
                    </a:cubicBezTo>
                    <a:cubicBezTo>
                      <a:pt x="231" y="3"/>
                      <a:pt x="205"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9"/>
              <p:cNvSpPr/>
              <p:nvPr/>
            </p:nvSpPr>
            <p:spPr>
              <a:xfrm>
                <a:off x="5289400" y="3427625"/>
                <a:ext cx="24975" cy="8775"/>
              </a:xfrm>
              <a:custGeom>
                <a:rect b="b" l="l" r="r" t="t"/>
                <a:pathLst>
                  <a:path extrusionOk="0" h="351" w="999">
                    <a:moveTo>
                      <a:pt x="166" y="0"/>
                    </a:moveTo>
                    <a:cubicBezTo>
                      <a:pt x="31" y="0"/>
                      <a:pt x="1" y="132"/>
                      <a:pt x="39" y="209"/>
                    </a:cubicBezTo>
                    <a:cubicBezTo>
                      <a:pt x="73" y="272"/>
                      <a:pt x="394" y="351"/>
                      <a:pt x="674" y="351"/>
                    </a:cubicBezTo>
                    <a:cubicBezTo>
                      <a:pt x="800" y="351"/>
                      <a:pt x="918" y="335"/>
                      <a:pt x="998" y="295"/>
                    </a:cubicBezTo>
                    <a:lnTo>
                      <a:pt x="931" y="12"/>
                    </a:lnTo>
                    <a:cubicBezTo>
                      <a:pt x="931" y="12"/>
                      <a:pt x="724" y="24"/>
                      <a:pt x="524" y="24"/>
                    </a:cubicBezTo>
                    <a:cubicBezTo>
                      <a:pt x="404" y="24"/>
                      <a:pt x="287" y="20"/>
                      <a:pt x="218" y="6"/>
                    </a:cubicBezTo>
                    <a:cubicBezTo>
                      <a:pt x="199" y="2"/>
                      <a:pt x="182" y="0"/>
                      <a:pt x="1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9"/>
              <p:cNvSpPr/>
              <p:nvPr/>
            </p:nvSpPr>
            <p:spPr>
              <a:xfrm>
                <a:off x="5289250" y="3446250"/>
                <a:ext cx="25125" cy="8800"/>
              </a:xfrm>
              <a:custGeom>
                <a:rect b="b" l="l" r="r" t="t"/>
                <a:pathLst>
                  <a:path extrusionOk="0" h="352" w="1005">
                    <a:moveTo>
                      <a:pt x="178" y="1"/>
                    </a:moveTo>
                    <a:cubicBezTo>
                      <a:pt x="32" y="1"/>
                      <a:pt x="1" y="135"/>
                      <a:pt x="45" y="214"/>
                    </a:cubicBezTo>
                    <a:cubicBezTo>
                      <a:pt x="75" y="274"/>
                      <a:pt x="404" y="352"/>
                      <a:pt x="688" y="352"/>
                    </a:cubicBezTo>
                    <a:cubicBezTo>
                      <a:pt x="811" y="352"/>
                      <a:pt x="926" y="337"/>
                      <a:pt x="1004" y="300"/>
                    </a:cubicBezTo>
                    <a:lnTo>
                      <a:pt x="937" y="11"/>
                    </a:lnTo>
                    <a:cubicBezTo>
                      <a:pt x="937" y="11"/>
                      <a:pt x="730" y="23"/>
                      <a:pt x="530" y="23"/>
                    </a:cubicBezTo>
                    <a:cubicBezTo>
                      <a:pt x="410" y="23"/>
                      <a:pt x="293" y="18"/>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9"/>
              <p:cNvSpPr/>
              <p:nvPr/>
            </p:nvSpPr>
            <p:spPr>
              <a:xfrm>
                <a:off x="5289275" y="3464950"/>
                <a:ext cx="25100" cy="8775"/>
              </a:xfrm>
              <a:custGeom>
                <a:rect b="b" l="l" r="r" t="t"/>
                <a:pathLst>
                  <a:path extrusionOk="0" h="351" w="1004">
                    <a:moveTo>
                      <a:pt x="171" y="1"/>
                    </a:moveTo>
                    <a:cubicBezTo>
                      <a:pt x="35" y="1"/>
                      <a:pt x="0" y="132"/>
                      <a:pt x="44" y="209"/>
                    </a:cubicBezTo>
                    <a:cubicBezTo>
                      <a:pt x="74" y="269"/>
                      <a:pt x="402" y="350"/>
                      <a:pt x="686" y="350"/>
                    </a:cubicBezTo>
                    <a:cubicBezTo>
                      <a:pt x="809" y="350"/>
                      <a:pt x="925" y="335"/>
                      <a:pt x="1003" y="295"/>
                    </a:cubicBezTo>
                    <a:lnTo>
                      <a:pt x="929" y="13"/>
                    </a:lnTo>
                    <a:cubicBezTo>
                      <a:pt x="929" y="13"/>
                      <a:pt x="732" y="22"/>
                      <a:pt x="536" y="22"/>
                    </a:cubicBezTo>
                    <a:cubicBezTo>
                      <a:pt x="414" y="22"/>
                      <a:pt x="294" y="18"/>
                      <a:pt x="223" y="7"/>
                    </a:cubicBezTo>
                    <a:cubicBezTo>
                      <a:pt x="204" y="3"/>
                      <a:pt x="187" y="1"/>
                      <a:pt x="1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9"/>
              <p:cNvSpPr/>
              <p:nvPr/>
            </p:nvSpPr>
            <p:spPr>
              <a:xfrm>
                <a:off x="5289275" y="3483550"/>
                <a:ext cx="25100" cy="8750"/>
              </a:xfrm>
              <a:custGeom>
                <a:rect b="b" l="l" r="r" t="t"/>
                <a:pathLst>
                  <a:path extrusionOk="0" h="350" w="1004">
                    <a:moveTo>
                      <a:pt x="170" y="1"/>
                    </a:moveTo>
                    <a:cubicBezTo>
                      <a:pt x="30" y="1"/>
                      <a:pt x="0" y="132"/>
                      <a:pt x="44" y="209"/>
                    </a:cubicBezTo>
                    <a:cubicBezTo>
                      <a:pt x="74" y="269"/>
                      <a:pt x="402" y="350"/>
                      <a:pt x="686" y="350"/>
                    </a:cubicBezTo>
                    <a:cubicBezTo>
                      <a:pt x="809" y="350"/>
                      <a:pt x="925" y="334"/>
                      <a:pt x="1003" y="295"/>
                    </a:cubicBezTo>
                    <a:lnTo>
                      <a:pt x="929" y="12"/>
                    </a:lnTo>
                    <a:cubicBezTo>
                      <a:pt x="929" y="12"/>
                      <a:pt x="732" y="22"/>
                      <a:pt x="536" y="22"/>
                    </a:cubicBezTo>
                    <a:cubicBezTo>
                      <a:pt x="414" y="22"/>
                      <a:pt x="294" y="18"/>
                      <a:pt x="223" y="6"/>
                    </a:cubicBezTo>
                    <a:cubicBezTo>
                      <a:pt x="203" y="2"/>
                      <a:pt x="186"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9"/>
              <p:cNvSpPr/>
              <p:nvPr/>
            </p:nvSpPr>
            <p:spPr>
              <a:xfrm>
                <a:off x="5289275" y="3502150"/>
                <a:ext cx="25100" cy="8750"/>
              </a:xfrm>
              <a:custGeom>
                <a:rect b="b" l="l" r="r" t="t"/>
                <a:pathLst>
                  <a:path extrusionOk="0" h="350" w="1004">
                    <a:moveTo>
                      <a:pt x="170" y="0"/>
                    </a:moveTo>
                    <a:cubicBezTo>
                      <a:pt x="30" y="0"/>
                      <a:pt x="0" y="132"/>
                      <a:pt x="44" y="209"/>
                    </a:cubicBezTo>
                    <a:cubicBezTo>
                      <a:pt x="74" y="269"/>
                      <a:pt x="399" y="350"/>
                      <a:pt x="683" y="350"/>
                    </a:cubicBezTo>
                    <a:cubicBezTo>
                      <a:pt x="807" y="350"/>
                      <a:pt x="923" y="334"/>
                      <a:pt x="1003" y="295"/>
                    </a:cubicBezTo>
                    <a:lnTo>
                      <a:pt x="929" y="12"/>
                    </a:lnTo>
                    <a:cubicBezTo>
                      <a:pt x="929" y="12"/>
                      <a:pt x="723" y="24"/>
                      <a:pt x="525" y="24"/>
                    </a:cubicBezTo>
                    <a:cubicBezTo>
                      <a:pt x="406" y="24"/>
                      <a:pt x="289" y="20"/>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9"/>
              <p:cNvSpPr/>
              <p:nvPr/>
            </p:nvSpPr>
            <p:spPr>
              <a:xfrm>
                <a:off x="5289250" y="3520775"/>
                <a:ext cx="25125" cy="8800"/>
              </a:xfrm>
              <a:custGeom>
                <a:rect b="b" l="l" r="r" t="t"/>
                <a:pathLst>
                  <a:path extrusionOk="0" h="352" w="1005">
                    <a:moveTo>
                      <a:pt x="178" y="1"/>
                    </a:moveTo>
                    <a:cubicBezTo>
                      <a:pt x="32" y="1"/>
                      <a:pt x="1" y="135"/>
                      <a:pt x="45" y="214"/>
                    </a:cubicBezTo>
                    <a:cubicBezTo>
                      <a:pt x="75" y="274"/>
                      <a:pt x="401" y="352"/>
                      <a:pt x="685" y="352"/>
                    </a:cubicBezTo>
                    <a:cubicBezTo>
                      <a:pt x="809" y="352"/>
                      <a:pt x="924" y="337"/>
                      <a:pt x="1004" y="300"/>
                    </a:cubicBezTo>
                    <a:lnTo>
                      <a:pt x="930" y="11"/>
                    </a:lnTo>
                    <a:cubicBezTo>
                      <a:pt x="930" y="11"/>
                      <a:pt x="724" y="23"/>
                      <a:pt x="526" y="23"/>
                    </a:cubicBezTo>
                    <a:cubicBezTo>
                      <a:pt x="407" y="23"/>
                      <a:pt x="290" y="19"/>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9"/>
              <p:cNvSpPr/>
              <p:nvPr/>
            </p:nvSpPr>
            <p:spPr>
              <a:xfrm>
                <a:off x="5289275" y="3539500"/>
                <a:ext cx="25100" cy="8750"/>
              </a:xfrm>
              <a:custGeom>
                <a:rect b="b" l="l" r="r" t="t"/>
                <a:pathLst>
                  <a:path extrusionOk="0" h="350" w="1004">
                    <a:moveTo>
                      <a:pt x="170" y="0"/>
                    </a:moveTo>
                    <a:cubicBezTo>
                      <a:pt x="30" y="0"/>
                      <a:pt x="0" y="131"/>
                      <a:pt x="44" y="209"/>
                    </a:cubicBezTo>
                    <a:cubicBezTo>
                      <a:pt x="74" y="268"/>
                      <a:pt x="399" y="349"/>
                      <a:pt x="683" y="349"/>
                    </a:cubicBezTo>
                    <a:cubicBezTo>
                      <a:pt x="807" y="349"/>
                      <a:pt x="923" y="334"/>
                      <a:pt x="1003" y="295"/>
                    </a:cubicBezTo>
                    <a:lnTo>
                      <a:pt x="929" y="12"/>
                    </a:lnTo>
                    <a:cubicBezTo>
                      <a:pt x="929" y="12"/>
                      <a:pt x="729" y="21"/>
                      <a:pt x="534" y="21"/>
                    </a:cubicBezTo>
                    <a:cubicBezTo>
                      <a:pt x="412" y="21"/>
                      <a:pt x="291" y="18"/>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9"/>
              <p:cNvSpPr/>
              <p:nvPr/>
            </p:nvSpPr>
            <p:spPr>
              <a:xfrm>
                <a:off x="5289250" y="3558125"/>
                <a:ext cx="24975" cy="8700"/>
              </a:xfrm>
              <a:custGeom>
                <a:rect b="b" l="l" r="r" t="t"/>
                <a:pathLst>
                  <a:path extrusionOk="0" h="348" w="999">
                    <a:moveTo>
                      <a:pt x="176" y="0"/>
                    </a:moveTo>
                    <a:cubicBezTo>
                      <a:pt x="32" y="0"/>
                      <a:pt x="0" y="129"/>
                      <a:pt x="39" y="207"/>
                    </a:cubicBezTo>
                    <a:cubicBezTo>
                      <a:pt x="73" y="267"/>
                      <a:pt x="400" y="348"/>
                      <a:pt x="682" y="348"/>
                    </a:cubicBezTo>
                    <a:cubicBezTo>
                      <a:pt x="805" y="348"/>
                      <a:pt x="920" y="333"/>
                      <a:pt x="998" y="293"/>
                    </a:cubicBezTo>
                    <a:lnTo>
                      <a:pt x="930" y="11"/>
                    </a:lnTo>
                    <a:cubicBezTo>
                      <a:pt x="930" y="11"/>
                      <a:pt x="730" y="20"/>
                      <a:pt x="535" y="20"/>
                    </a:cubicBezTo>
                    <a:cubicBezTo>
                      <a:pt x="413" y="20"/>
                      <a:pt x="292" y="16"/>
                      <a:pt x="224" y="4"/>
                    </a:cubicBezTo>
                    <a:cubicBezTo>
                      <a:pt x="207" y="2"/>
                      <a:pt x="191"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9"/>
              <p:cNvSpPr/>
              <p:nvPr/>
            </p:nvSpPr>
            <p:spPr>
              <a:xfrm>
                <a:off x="5289225" y="3576725"/>
                <a:ext cx="25000" cy="8800"/>
              </a:xfrm>
              <a:custGeom>
                <a:rect b="b" l="l" r="r" t="t"/>
                <a:pathLst>
                  <a:path extrusionOk="0" h="352" w="1000">
                    <a:moveTo>
                      <a:pt x="174" y="0"/>
                    </a:moveTo>
                    <a:cubicBezTo>
                      <a:pt x="33" y="0"/>
                      <a:pt x="1" y="135"/>
                      <a:pt x="40" y="213"/>
                    </a:cubicBezTo>
                    <a:cubicBezTo>
                      <a:pt x="74" y="273"/>
                      <a:pt x="402" y="351"/>
                      <a:pt x="684" y="351"/>
                    </a:cubicBezTo>
                    <a:cubicBezTo>
                      <a:pt x="807" y="351"/>
                      <a:pt x="921" y="336"/>
                      <a:pt x="999" y="299"/>
                    </a:cubicBezTo>
                    <a:lnTo>
                      <a:pt x="931" y="10"/>
                    </a:lnTo>
                    <a:cubicBezTo>
                      <a:pt x="931" y="10"/>
                      <a:pt x="731" y="20"/>
                      <a:pt x="534" y="20"/>
                    </a:cubicBezTo>
                    <a:cubicBezTo>
                      <a:pt x="411" y="20"/>
                      <a:pt x="289" y="16"/>
                      <a:pt x="218" y="4"/>
                    </a:cubicBezTo>
                    <a:cubicBezTo>
                      <a:pt x="203" y="1"/>
                      <a:pt x="188"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9"/>
              <p:cNvSpPr/>
              <p:nvPr/>
            </p:nvSpPr>
            <p:spPr>
              <a:xfrm>
                <a:off x="5218050" y="3291300"/>
                <a:ext cx="87550" cy="17825"/>
              </a:xfrm>
              <a:custGeom>
                <a:rect b="b" l="l" r="r" t="t"/>
                <a:pathLst>
                  <a:path extrusionOk="0" h="713" w="3502">
                    <a:moveTo>
                      <a:pt x="319" y="0"/>
                    </a:moveTo>
                    <a:cubicBezTo>
                      <a:pt x="0" y="0"/>
                      <a:pt x="47" y="333"/>
                      <a:pt x="318" y="474"/>
                    </a:cubicBezTo>
                    <a:cubicBezTo>
                      <a:pt x="569" y="597"/>
                      <a:pt x="2156" y="712"/>
                      <a:pt x="3021" y="712"/>
                    </a:cubicBezTo>
                    <a:cubicBezTo>
                      <a:pt x="3237" y="712"/>
                      <a:pt x="3408" y="705"/>
                      <a:pt x="3502" y="689"/>
                    </a:cubicBezTo>
                    <a:lnTo>
                      <a:pt x="3447" y="302"/>
                    </a:lnTo>
                    <a:cubicBezTo>
                      <a:pt x="3447" y="302"/>
                      <a:pt x="1344" y="222"/>
                      <a:pt x="465" y="19"/>
                    </a:cubicBezTo>
                    <a:cubicBezTo>
                      <a:pt x="410" y="6"/>
                      <a:pt x="361" y="0"/>
                      <a:pt x="3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9"/>
              <p:cNvSpPr/>
              <p:nvPr/>
            </p:nvSpPr>
            <p:spPr>
              <a:xfrm>
                <a:off x="5216250" y="3341450"/>
                <a:ext cx="89975" cy="14725"/>
              </a:xfrm>
              <a:custGeom>
                <a:rect b="b" l="l" r="r" t="t"/>
                <a:pathLst>
                  <a:path extrusionOk="0" h="589" w="3599">
                    <a:moveTo>
                      <a:pt x="365" y="1"/>
                    </a:moveTo>
                    <a:cubicBezTo>
                      <a:pt x="0" y="1"/>
                      <a:pt x="67" y="373"/>
                      <a:pt x="365" y="502"/>
                    </a:cubicBezTo>
                    <a:cubicBezTo>
                      <a:pt x="504" y="563"/>
                      <a:pt x="1027" y="588"/>
                      <a:pt x="1618" y="588"/>
                    </a:cubicBezTo>
                    <a:cubicBezTo>
                      <a:pt x="2412" y="588"/>
                      <a:pt x="3327" y="542"/>
                      <a:pt x="3598" y="472"/>
                    </a:cubicBezTo>
                    <a:lnTo>
                      <a:pt x="3512" y="60"/>
                    </a:lnTo>
                    <a:cubicBezTo>
                      <a:pt x="3512" y="60"/>
                      <a:pt x="2829" y="89"/>
                      <a:pt x="2072" y="89"/>
                    </a:cubicBezTo>
                    <a:cubicBezTo>
                      <a:pt x="1492" y="89"/>
                      <a:pt x="868" y="72"/>
                      <a:pt x="476" y="11"/>
                    </a:cubicBezTo>
                    <a:cubicBezTo>
                      <a:pt x="435" y="4"/>
                      <a:pt x="398" y="1"/>
                      <a:pt x="3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9"/>
              <p:cNvSpPr/>
              <p:nvPr/>
            </p:nvSpPr>
            <p:spPr>
              <a:xfrm>
                <a:off x="5211750" y="3314650"/>
                <a:ext cx="96775" cy="20050"/>
              </a:xfrm>
              <a:custGeom>
                <a:rect b="b" l="l" r="r" t="t"/>
                <a:pathLst>
                  <a:path extrusionOk="0" h="802" w="3871">
                    <a:moveTo>
                      <a:pt x="396" y="0"/>
                    </a:moveTo>
                    <a:cubicBezTo>
                      <a:pt x="89" y="0"/>
                      <a:pt x="0" y="328"/>
                      <a:pt x="379" y="517"/>
                    </a:cubicBezTo>
                    <a:cubicBezTo>
                      <a:pt x="712" y="683"/>
                      <a:pt x="2324" y="802"/>
                      <a:pt x="3264" y="802"/>
                    </a:cubicBezTo>
                    <a:cubicBezTo>
                      <a:pt x="3541" y="802"/>
                      <a:pt x="3760" y="792"/>
                      <a:pt x="3871" y="769"/>
                    </a:cubicBezTo>
                    <a:lnTo>
                      <a:pt x="3797" y="290"/>
                    </a:lnTo>
                    <a:cubicBezTo>
                      <a:pt x="3797" y="290"/>
                      <a:pt x="3661" y="293"/>
                      <a:pt x="3439" y="293"/>
                    </a:cubicBezTo>
                    <a:cubicBezTo>
                      <a:pt x="2787" y="293"/>
                      <a:pt x="1391" y="263"/>
                      <a:pt x="533" y="19"/>
                    </a:cubicBezTo>
                    <a:cubicBezTo>
                      <a:pt x="484" y="6"/>
                      <a:pt x="438" y="0"/>
                      <a:pt x="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9"/>
              <p:cNvSpPr/>
              <p:nvPr/>
            </p:nvSpPr>
            <p:spPr>
              <a:xfrm>
                <a:off x="5219300" y="3364600"/>
                <a:ext cx="90150" cy="14750"/>
              </a:xfrm>
              <a:custGeom>
                <a:rect b="b" l="l" r="r" t="t"/>
                <a:pathLst>
                  <a:path extrusionOk="0" h="590" w="3606">
                    <a:moveTo>
                      <a:pt x="3495" y="1"/>
                    </a:moveTo>
                    <a:cubicBezTo>
                      <a:pt x="3495" y="1"/>
                      <a:pt x="2474" y="131"/>
                      <a:pt x="1499" y="131"/>
                    </a:cubicBezTo>
                    <a:cubicBezTo>
                      <a:pt x="1133" y="131"/>
                      <a:pt x="774" y="112"/>
                      <a:pt x="477" y="62"/>
                    </a:cubicBezTo>
                    <a:cubicBezTo>
                      <a:pt x="445" y="56"/>
                      <a:pt x="416" y="54"/>
                      <a:pt x="388" y="54"/>
                    </a:cubicBezTo>
                    <a:cubicBezTo>
                      <a:pt x="78" y="54"/>
                      <a:pt x="1" y="376"/>
                      <a:pt x="378" y="517"/>
                    </a:cubicBezTo>
                    <a:cubicBezTo>
                      <a:pt x="517" y="569"/>
                      <a:pt x="879" y="590"/>
                      <a:pt x="1315" y="590"/>
                    </a:cubicBezTo>
                    <a:cubicBezTo>
                      <a:pt x="2173" y="590"/>
                      <a:pt x="3316" y="508"/>
                      <a:pt x="3606" y="419"/>
                    </a:cubicBezTo>
                    <a:lnTo>
                      <a:pt x="349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9"/>
              <p:cNvSpPr/>
              <p:nvPr/>
            </p:nvSpPr>
            <p:spPr>
              <a:xfrm>
                <a:off x="5220075" y="3384575"/>
                <a:ext cx="93075" cy="16425"/>
              </a:xfrm>
              <a:custGeom>
                <a:rect b="b" l="l" r="r" t="t"/>
                <a:pathLst>
                  <a:path extrusionOk="0" h="657" w="3723">
                    <a:moveTo>
                      <a:pt x="3599" y="1"/>
                    </a:moveTo>
                    <a:cubicBezTo>
                      <a:pt x="3599" y="1"/>
                      <a:pt x="2129" y="243"/>
                      <a:pt x="1003" y="243"/>
                    </a:cubicBezTo>
                    <a:cubicBezTo>
                      <a:pt x="822" y="243"/>
                      <a:pt x="650" y="236"/>
                      <a:pt x="495" y="222"/>
                    </a:cubicBezTo>
                    <a:cubicBezTo>
                      <a:pt x="474" y="220"/>
                      <a:pt x="454" y="219"/>
                      <a:pt x="435" y="219"/>
                    </a:cubicBezTo>
                    <a:cubicBezTo>
                      <a:pt x="85" y="219"/>
                      <a:pt x="1" y="523"/>
                      <a:pt x="403" y="628"/>
                    </a:cubicBezTo>
                    <a:cubicBezTo>
                      <a:pt x="481" y="648"/>
                      <a:pt x="625" y="656"/>
                      <a:pt x="812" y="656"/>
                    </a:cubicBezTo>
                    <a:cubicBezTo>
                      <a:pt x="1654" y="656"/>
                      <a:pt x="3355" y="479"/>
                      <a:pt x="3722" y="363"/>
                    </a:cubicBezTo>
                    <a:lnTo>
                      <a:pt x="359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9"/>
              <p:cNvSpPr/>
              <p:nvPr/>
            </p:nvSpPr>
            <p:spPr>
              <a:xfrm>
                <a:off x="5223625" y="3408850"/>
                <a:ext cx="66300" cy="13425"/>
              </a:xfrm>
              <a:custGeom>
                <a:rect b="b" l="l" r="r" t="t"/>
                <a:pathLst>
                  <a:path extrusionOk="0" h="537" w="2652">
                    <a:moveTo>
                      <a:pt x="2560" y="1"/>
                    </a:moveTo>
                    <a:cubicBezTo>
                      <a:pt x="2560" y="1"/>
                      <a:pt x="1673" y="155"/>
                      <a:pt x="904" y="155"/>
                    </a:cubicBezTo>
                    <a:cubicBezTo>
                      <a:pt x="702" y="155"/>
                      <a:pt x="508" y="144"/>
                      <a:pt x="341" y="118"/>
                    </a:cubicBezTo>
                    <a:cubicBezTo>
                      <a:pt x="320" y="114"/>
                      <a:pt x="300" y="112"/>
                      <a:pt x="281" y="112"/>
                    </a:cubicBezTo>
                    <a:cubicBezTo>
                      <a:pt x="43" y="112"/>
                      <a:pt x="1" y="384"/>
                      <a:pt x="285" y="493"/>
                    </a:cubicBezTo>
                    <a:cubicBezTo>
                      <a:pt x="367" y="523"/>
                      <a:pt x="549" y="536"/>
                      <a:pt x="778" y="536"/>
                    </a:cubicBezTo>
                    <a:cubicBezTo>
                      <a:pt x="1416" y="536"/>
                      <a:pt x="2421" y="437"/>
                      <a:pt x="2652" y="351"/>
                    </a:cubicBezTo>
                    <a:lnTo>
                      <a:pt x="256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9"/>
              <p:cNvSpPr/>
              <p:nvPr/>
            </p:nvSpPr>
            <p:spPr>
              <a:xfrm>
                <a:off x="5227675" y="3429900"/>
                <a:ext cx="49350" cy="11475"/>
              </a:xfrm>
              <a:custGeom>
                <a:rect b="b" l="l" r="r" t="t"/>
                <a:pathLst>
                  <a:path extrusionOk="0" h="459" w="1974">
                    <a:moveTo>
                      <a:pt x="1894" y="1"/>
                    </a:moveTo>
                    <a:cubicBezTo>
                      <a:pt x="1894" y="1"/>
                      <a:pt x="1363" y="98"/>
                      <a:pt x="840" y="98"/>
                    </a:cubicBezTo>
                    <a:cubicBezTo>
                      <a:pt x="629" y="98"/>
                      <a:pt x="419" y="82"/>
                      <a:pt x="246" y="38"/>
                    </a:cubicBezTo>
                    <a:cubicBezTo>
                      <a:pt x="230" y="34"/>
                      <a:pt x="214" y="32"/>
                      <a:pt x="200" y="32"/>
                    </a:cubicBezTo>
                    <a:cubicBezTo>
                      <a:pt x="25" y="32"/>
                      <a:pt x="0" y="287"/>
                      <a:pt x="216" y="401"/>
                    </a:cubicBezTo>
                    <a:cubicBezTo>
                      <a:pt x="297" y="441"/>
                      <a:pt x="509" y="458"/>
                      <a:pt x="760" y="458"/>
                    </a:cubicBezTo>
                    <a:cubicBezTo>
                      <a:pt x="1224" y="458"/>
                      <a:pt x="1822" y="401"/>
                      <a:pt x="1974" y="333"/>
                    </a:cubicBezTo>
                    <a:lnTo>
                      <a:pt x="189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9"/>
              <p:cNvSpPr/>
              <p:nvPr/>
            </p:nvSpPr>
            <p:spPr>
              <a:xfrm>
                <a:off x="5300975" y="3223375"/>
                <a:ext cx="15550" cy="51050"/>
              </a:xfrm>
              <a:custGeom>
                <a:rect b="b" l="l" r="r" t="t"/>
                <a:pathLst>
                  <a:path extrusionOk="0" h="2042" w="622">
                    <a:moveTo>
                      <a:pt x="222" y="1"/>
                    </a:moveTo>
                    <a:cubicBezTo>
                      <a:pt x="222" y="1"/>
                      <a:pt x="0" y="1187"/>
                      <a:pt x="0" y="1992"/>
                    </a:cubicBezTo>
                    <a:cubicBezTo>
                      <a:pt x="0" y="1992"/>
                      <a:pt x="270" y="2042"/>
                      <a:pt x="461" y="2042"/>
                    </a:cubicBezTo>
                    <a:cubicBezTo>
                      <a:pt x="531" y="2042"/>
                      <a:pt x="590" y="2035"/>
                      <a:pt x="621" y="2017"/>
                    </a:cubicBezTo>
                    <a:lnTo>
                      <a:pt x="621" y="99"/>
                    </a:lnTo>
                    <a:cubicBezTo>
                      <a:pt x="621" y="99"/>
                      <a:pt x="320" y="62"/>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9"/>
              <p:cNvSpPr/>
              <p:nvPr/>
            </p:nvSpPr>
            <p:spPr>
              <a:xfrm>
                <a:off x="5165450" y="3253825"/>
                <a:ext cx="49025" cy="26900"/>
              </a:xfrm>
              <a:custGeom>
                <a:rect b="b" l="l" r="r" t="t"/>
                <a:pathLst>
                  <a:path extrusionOk="0" h="1076" w="1961">
                    <a:moveTo>
                      <a:pt x="1050" y="0"/>
                    </a:moveTo>
                    <a:cubicBezTo>
                      <a:pt x="747" y="0"/>
                      <a:pt x="446" y="143"/>
                      <a:pt x="221" y="362"/>
                    </a:cubicBezTo>
                    <a:cubicBezTo>
                      <a:pt x="92" y="479"/>
                      <a:pt x="12" y="639"/>
                      <a:pt x="0" y="811"/>
                    </a:cubicBezTo>
                    <a:cubicBezTo>
                      <a:pt x="221" y="674"/>
                      <a:pt x="469" y="606"/>
                      <a:pt x="715" y="606"/>
                    </a:cubicBezTo>
                    <a:cubicBezTo>
                      <a:pt x="1052" y="606"/>
                      <a:pt x="1386" y="732"/>
                      <a:pt x="1641" y="977"/>
                    </a:cubicBezTo>
                    <a:cubicBezTo>
                      <a:pt x="1688" y="1024"/>
                      <a:pt x="1746" y="1076"/>
                      <a:pt x="1809" y="1076"/>
                    </a:cubicBezTo>
                    <a:cubicBezTo>
                      <a:pt x="1813" y="1076"/>
                      <a:pt x="1816" y="1076"/>
                      <a:pt x="1819" y="1075"/>
                    </a:cubicBezTo>
                    <a:cubicBezTo>
                      <a:pt x="1918" y="1069"/>
                      <a:pt x="1961" y="940"/>
                      <a:pt x="1955" y="836"/>
                    </a:cubicBezTo>
                    <a:cubicBezTo>
                      <a:pt x="1930" y="442"/>
                      <a:pt x="1647" y="110"/>
                      <a:pt x="1260" y="24"/>
                    </a:cubicBezTo>
                    <a:cubicBezTo>
                      <a:pt x="1191" y="8"/>
                      <a:pt x="1120" y="0"/>
                      <a:pt x="1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9"/>
              <p:cNvSpPr/>
              <p:nvPr/>
            </p:nvSpPr>
            <p:spPr>
              <a:xfrm>
                <a:off x="5209375" y="3247925"/>
                <a:ext cx="96225" cy="29275"/>
              </a:xfrm>
              <a:custGeom>
                <a:rect b="b" l="l" r="r" t="t"/>
                <a:pathLst>
                  <a:path extrusionOk="0" h="1171" w="3849">
                    <a:moveTo>
                      <a:pt x="442" y="1"/>
                    </a:moveTo>
                    <a:cubicBezTo>
                      <a:pt x="344" y="1"/>
                      <a:pt x="259" y="14"/>
                      <a:pt x="192" y="45"/>
                    </a:cubicBezTo>
                    <a:cubicBezTo>
                      <a:pt x="1" y="131"/>
                      <a:pt x="155" y="500"/>
                      <a:pt x="782" y="611"/>
                    </a:cubicBezTo>
                    <a:cubicBezTo>
                      <a:pt x="1409" y="728"/>
                      <a:pt x="2730" y="1121"/>
                      <a:pt x="3849" y="1170"/>
                    </a:cubicBezTo>
                    <a:lnTo>
                      <a:pt x="3794" y="346"/>
                    </a:lnTo>
                    <a:cubicBezTo>
                      <a:pt x="3794" y="346"/>
                      <a:pt x="3557" y="453"/>
                      <a:pt x="3050" y="453"/>
                    </a:cubicBezTo>
                    <a:cubicBezTo>
                      <a:pt x="2879" y="453"/>
                      <a:pt x="2676" y="441"/>
                      <a:pt x="2441" y="408"/>
                    </a:cubicBezTo>
                    <a:cubicBezTo>
                      <a:pt x="1670" y="296"/>
                      <a:pt x="904" y="1"/>
                      <a:pt x="4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9"/>
              <p:cNvSpPr/>
              <p:nvPr/>
            </p:nvSpPr>
            <p:spPr>
              <a:xfrm>
                <a:off x="5303575" y="3408850"/>
                <a:ext cx="12950" cy="181050"/>
              </a:xfrm>
              <a:custGeom>
                <a:rect b="b" l="l" r="r" t="t"/>
                <a:pathLst>
                  <a:path extrusionOk="0" h="7242" w="518">
                    <a:moveTo>
                      <a:pt x="1" y="345"/>
                    </a:moveTo>
                    <a:lnTo>
                      <a:pt x="1" y="345"/>
                    </a:lnTo>
                    <a:cubicBezTo>
                      <a:pt x="1" y="345"/>
                      <a:pt x="1" y="345"/>
                      <a:pt x="1" y="345"/>
                    </a:cubicBezTo>
                    <a:lnTo>
                      <a:pt x="1" y="345"/>
                    </a:lnTo>
                    <a:cubicBezTo>
                      <a:pt x="1" y="345"/>
                      <a:pt x="1" y="345"/>
                      <a:pt x="1" y="345"/>
                    </a:cubicBezTo>
                    <a:close/>
                    <a:moveTo>
                      <a:pt x="517" y="1"/>
                    </a:moveTo>
                    <a:cubicBezTo>
                      <a:pt x="207" y="1"/>
                      <a:pt x="4" y="345"/>
                      <a:pt x="1" y="345"/>
                    </a:cubicBezTo>
                    <a:cubicBezTo>
                      <a:pt x="1" y="345"/>
                      <a:pt x="1" y="345"/>
                      <a:pt x="1" y="345"/>
                    </a:cubicBezTo>
                    <a:lnTo>
                      <a:pt x="1" y="345"/>
                    </a:lnTo>
                    <a:cubicBezTo>
                      <a:pt x="50" y="985"/>
                      <a:pt x="1" y="7106"/>
                      <a:pt x="1" y="7106"/>
                    </a:cubicBezTo>
                    <a:cubicBezTo>
                      <a:pt x="8" y="7106"/>
                      <a:pt x="15" y="7106"/>
                      <a:pt x="22" y="7106"/>
                    </a:cubicBezTo>
                    <a:cubicBezTo>
                      <a:pt x="194" y="7106"/>
                      <a:pt x="517" y="7242"/>
                      <a:pt x="517" y="7242"/>
                    </a:cubicBezTo>
                    <a:lnTo>
                      <a:pt x="5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9"/>
              <p:cNvSpPr/>
              <p:nvPr/>
            </p:nvSpPr>
            <p:spPr>
              <a:xfrm>
                <a:off x="5353675" y="3670775"/>
                <a:ext cx="62725" cy="343700"/>
              </a:xfrm>
              <a:custGeom>
                <a:rect b="b" l="l" r="r" t="t"/>
                <a:pathLst>
                  <a:path extrusionOk="0" h="13748" w="2509">
                    <a:moveTo>
                      <a:pt x="1931" y="1"/>
                    </a:moveTo>
                    <a:cubicBezTo>
                      <a:pt x="1462" y="1"/>
                      <a:pt x="437" y="1002"/>
                      <a:pt x="253" y="1953"/>
                    </a:cubicBezTo>
                    <a:cubicBezTo>
                      <a:pt x="130" y="2567"/>
                      <a:pt x="941" y="5376"/>
                      <a:pt x="824" y="7011"/>
                    </a:cubicBezTo>
                    <a:cubicBezTo>
                      <a:pt x="708" y="8646"/>
                      <a:pt x="1" y="12789"/>
                      <a:pt x="376" y="13428"/>
                    </a:cubicBezTo>
                    <a:cubicBezTo>
                      <a:pt x="510" y="13653"/>
                      <a:pt x="783" y="13748"/>
                      <a:pt x="1087" y="13748"/>
                    </a:cubicBezTo>
                    <a:cubicBezTo>
                      <a:pt x="1647" y="13748"/>
                      <a:pt x="2310" y="13425"/>
                      <a:pt x="2386" y="12998"/>
                    </a:cubicBezTo>
                    <a:cubicBezTo>
                      <a:pt x="2509" y="12340"/>
                      <a:pt x="1912" y="10355"/>
                      <a:pt x="1863" y="9015"/>
                    </a:cubicBezTo>
                    <a:cubicBezTo>
                      <a:pt x="1820" y="7675"/>
                      <a:pt x="2183" y="1805"/>
                      <a:pt x="2164" y="299"/>
                    </a:cubicBezTo>
                    <a:cubicBezTo>
                      <a:pt x="2162" y="91"/>
                      <a:pt x="2071" y="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9"/>
              <p:cNvSpPr/>
              <p:nvPr/>
            </p:nvSpPr>
            <p:spPr>
              <a:xfrm>
                <a:off x="5362300" y="4046725"/>
                <a:ext cx="53025" cy="217175"/>
              </a:xfrm>
              <a:custGeom>
                <a:rect b="b" l="l" r="r" t="t"/>
                <a:pathLst>
                  <a:path extrusionOk="0" h="8687" w="2121">
                    <a:moveTo>
                      <a:pt x="1454" y="1579"/>
                    </a:moveTo>
                    <a:cubicBezTo>
                      <a:pt x="1458" y="1579"/>
                      <a:pt x="1461" y="1586"/>
                      <a:pt x="1463" y="1599"/>
                    </a:cubicBezTo>
                    <a:cubicBezTo>
                      <a:pt x="1578" y="2371"/>
                      <a:pt x="940" y="6650"/>
                      <a:pt x="719" y="6650"/>
                    </a:cubicBezTo>
                    <a:cubicBezTo>
                      <a:pt x="715" y="6650"/>
                      <a:pt x="711" y="6649"/>
                      <a:pt x="707" y="6645"/>
                    </a:cubicBezTo>
                    <a:cubicBezTo>
                      <a:pt x="505" y="6491"/>
                      <a:pt x="1340" y="1579"/>
                      <a:pt x="1454" y="1579"/>
                    </a:cubicBezTo>
                    <a:close/>
                    <a:moveTo>
                      <a:pt x="2059" y="1"/>
                    </a:moveTo>
                    <a:cubicBezTo>
                      <a:pt x="2059" y="1"/>
                      <a:pt x="1577" y="416"/>
                      <a:pt x="1076" y="416"/>
                    </a:cubicBezTo>
                    <a:cubicBezTo>
                      <a:pt x="1049" y="416"/>
                      <a:pt x="1023" y="415"/>
                      <a:pt x="996" y="413"/>
                    </a:cubicBezTo>
                    <a:cubicBezTo>
                      <a:pt x="568" y="373"/>
                      <a:pt x="378" y="103"/>
                      <a:pt x="242" y="103"/>
                    </a:cubicBezTo>
                    <a:cubicBezTo>
                      <a:pt x="210" y="103"/>
                      <a:pt x="182" y="118"/>
                      <a:pt x="154" y="155"/>
                    </a:cubicBezTo>
                    <a:cubicBezTo>
                      <a:pt x="0" y="345"/>
                      <a:pt x="375" y="1181"/>
                      <a:pt x="387" y="1962"/>
                    </a:cubicBezTo>
                    <a:cubicBezTo>
                      <a:pt x="400" y="2748"/>
                      <a:pt x="203" y="8047"/>
                      <a:pt x="301" y="8360"/>
                    </a:cubicBezTo>
                    <a:cubicBezTo>
                      <a:pt x="364" y="8565"/>
                      <a:pt x="585" y="8686"/>
                      <a:pt x="765" y="8686"/>
                    </a:cubicBezTo>
                    <a:cubicBezTo>
                      <a:pt x="867" y="8686"/>
                      <a:pt x="956" y="8648"/>
                      <a:pt x="996" y="8563"/>
                    </a:cubicBezTo>
                    <a:cubicBezTo>
                      <a:pt x="1106" y="8336"/>
                      <a:pt x="1973" y="2705"/>
                      <a:pt x="1961" y="1845"/>
                    </a:cubicBezTo>
                    <a:cubicBezTo>
                      <a:pt x="1949" y="984"/>
                      <a:pt x="2121" y="241"/>
                      <a:pt x="20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9"/>
              <p:cNvSpPr/>
              <p:nvPr/>
            </p:nvSpPr>
            <p:spPr>
              <a:xfrm>
                <a:off x="5359375" y="4261550"/>
                <a:ext cx="31475" cy="24500"/>
              </a:xfrm>
              <a:custGeom>
                <a:rect b="b" l="l" r="r" t="t"/>
                <a:pathLst>
                  <a:path extrusionOk="0" h="980" w="1259">
                    <a:moveTo>
                      <a:pt x="283" y="1"/>
                    </a:moveTo>
                    <a:cubicBezTo>
                      <a:pt x="281" y="1"/>
                      <a:pt x="279" y="1"/>
                      <a:pt x="277" y="1"/>
                    </a:cubicBezTo>
                    <a:cubicBezTo>
                      <a:pt x="135" y="19"/>
                      <a:pt x="0" y="450"/>
                      <a:pt x="62" y="610"/>
                    </a:cubicBezTo>
                    <a:cubicBezTo>
                      <a:pt x="106" y="720"/>
                      <a:pt x="159" y="764"/>
                      <a:pt x="273" y="764"/>
                    </a:cubicBezTo>
                    <a:cubicBezTo>
                      <a:pt x="317" y="764"/>
                      <a:pt x="371" y="757"/>
                      <a:pt x="437" y="745"/>
                    </a:cubicBezTo>
                    <a:cubicBezTo>
                      <a:pt x="455" y="741"/>
                      <a:pt x="474" y="740"/>
                      <a:pt x="492" y="740"/>
                    </a:cubicBezTo>
                    <a:cubicBezTo>
                      <a:pt x="704" y="740"/>
                      <a:pt x="894" y="950"/>
                      <a:pt x="1070" y="978"/>
                    </a:cubicBezTo>
                    <a:cubicBezTo>
                      <a:pt x="1075" y="979"/>
                      <a:pt x="1080" y="980"/>
                      <a:pt x="1085" y="980"/>
                    </a:cubicBezTo>
                    <a:cubicBezTo>
                      <a:pt x="1254" y="980"/>
                      <a:pt x="1259" y="471"/>
                      <a:pt x="1199" y="364"/>
                    </a:cubicBezTo>
                    <a:cubicBezTo>
                      <a:pt x="1155" y="284"/>
                      <a:pt x="1142" y="221"/>
                      <a:pt x="1059" y="221"/>
                    </a:cubicBezTo>
                    <a:cubicBezTo>
                      <a:pt x="1027" y="221"/>
                      <a:pt x="983" y="230"/>
                      <a:pt x="922" y="253"/>
                    </a:cubicBezTo>
                    <a:cubicBezTo>
                      <a:pt x="899" y="261"/>
                      <a:pt x="875" y="265"/>
                      <a:pt x="851" y="265"/>
                    </a:cubicBezTo>
                    <a:cubicBezTo>
                      <a:pt x="643" y="265"/>
                      <a:pt x="392" y="1"/>
                      <a:pt x="2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9"/>
              <p:cNvSpPr/>
              <p:nvPr/>
            </p:nvSpPr>
            <p:spPr>
              <a:xfrm>
                <a:off x="5357825" y="4283850"/>
                <a:ext cx="11400" cy="28100"/>
              </a:xfrm>
              <a:custGeom>
                <a:rect b="b" l="l" r="r" t="t"/>
                <a:pathLst>
                  <a:path extrusionOk="0" h="1124" w="456">
                    <a:moveTo>
                      <a:pt x="188" y="0"/>
                    </a:moveTo>
                    <a:cubicBezTo>
                      <a:pt x="139" y="0"/>
                      <a:pt x="97" y="11"/>
                      <a:pt x="87" y="37"/>
                    </a:cubicBezTo>
                    <a:cubicBezTo>
                      <a:pt x="62" y="99"/>
                      <a:pt x="210" y="283"/>
                      <a:pt x="185" y="394"/>
                    </a:cubicBezTo>
                    <a:cubicBezTo>
                      <a:pt x="154" y="510"/>
                      <a:pt x="1" y="984"/>
                      <a:pt x="56" y="1058"/>
                    </a:cubicBezTo>
                    <a:cubicBezTo>
                      <a:pt x="92" y="1097"/>
                      <a:pt x="171" y="1124"/>
                      <a:pt x="231" y="1124"/>
                    </a:cubicBezTo>
                    <a:cubicBezTo>
                      <a:pt x="274" y="1124"/>
                      <a:pt x="308" y="1109"/>
                      <a:pt x="308" y="1076"/>
                    </a:cubicBezTo>
                    <a:cubicBezTo>
                      <a:pt x="308" y="996"/>
                      <a:pt x="333" y="461"/>
                      <a:pt x="345" y="394"/>
                    </a:cubicBezTo>
                    <a:cubicBezTo>
                      <a:pt x="357" y="332"/>
                      <a:pt x="456" y="92"/>
                      <a:pt x="382" y="43"/>
                    </a:cubicBezTo>
                    <a:cubicBezTo>
                      <a:pt x="336" y="19"/>
                      <a:pt x="255"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9"/>
              <p:cNvSpPr/>
              <p:nvPr/>
            </p:nvSpPr>
            <p:spPr>
              <a:xfrm>
                <a:off x="5366900" y="4284950"/>
                <a:ext cx="8625" cy="28100"/>
              </a:xfrm>
              <a:custGeom>
                <a:rect b="b" l="l" r="r" t="t"/>
                <a:pathLst>
                  <a:path extrusionOk="0" h="1124" w="345">
                    <a:moveTo>
                      <a:pt x="174" y="0"/>
                    </a:moveTo>
                    <a:cubicBezTo>
                      <a:pt x="157" y="0"/>
                      <a:pt x="143" y="6"/>
                      <a:pt x="136" y="18"/>
                    </a:cubicBezTo>
                    <a:cubicBezTo>
                      <a:pt x="99" y="190"/>
                      <a:pt x="80" y="368"/>
                      <a:pt x="93" y="552"/>
                    </a:cubicBezTo>
                    <a:cubicBezTo>
                      <a:pt x="105" y="688"/>
                      <a:pt x="0" y="1020"/>
                      <a:pt x="25" y="1081"/>
                    </a:cubicBezTo>
                    <a:cubicBezTo>
                      <a:pt x="39" y="1110"/>
                      <a:pt x="97" y="1124"/>
                      <a:pt x="158" y="1124"/>
                    </a:cubicBezTo>
                    <a:cubicBezTo>
                      <a:pt x="228" y="1124"/>
                      <a:pt x="301" y="1105"/>
                      <a:pt x="314" y="1069"/>
                    </a:cubicBezTo>
                    <a:cubicBezTo>
                      <a:pt x="345" y="1001"/>
                      <a:pt x="277" y="805"/>
                      <a:pt x="259" y="626"/>
                    </a:cubicBezTo>
                    <a:cubicBezTo>
                      <a:pt x="246" y="448"/>
                      <a:pt x="332" y="141"/>
                      <a:pt x="308" y="79"/>
                    </a:cubicBezTo>
                    <a:cubicBezTo>
                      <a:pt x="286" y="35"/>
                      <a:pt x="219"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9"/>
              <p:cNvSpPr/>
              <p:nvPr/>
            </p:nvSpPr>
            <p:spPr>
              <a:xfrm>
                <a:off x="5376125" y="4286900"/>
                <a:ext cx="7250" cy="26500"/>
              </a:xfrm>
              <a:custGeom>
                <a:rect b="b" l="l" r="r" t="t"/>
                <a:pathLst>
                  <a:path extrusionOk="0" h="1060" w="290">
                    <a:moveTo>
                      <a:pt x="83" y="0"/>
                    </a:moveTo>
                    <a:cubicBezTo>
                      <a:pt x="50" y="0"/>
                      <a:pt x="18" y="10"/>
                      <a:pt x="13" y="32"/>
                    </a:cubicBezTo>
                    <a:cubicBezTo>
                      <a:pt x="0" y="192"/>
                      <a:pt x="6" y="352"/>
                      <a:pt x="31" y="511"/>
                    </a:cubicBezTo>
                    <a:cubicBezTo>
                      <a:pt x="62" y="591"/>
                      <a:pt x="6" y="936"/>
                      <a:pt x="31" y="1009"/>
                    </a:cubicBezTo>
                    <a:cubicBezTo>
                      <a:pt x="45" y="1044"/>
                      <a:pt x="91" y="1059"/>
                      <a:pt x="138" y="1059"/>
                    </a:cubicBezTo>
                    <a:cubicBezTo>
                      <a:pt x="192" y="1059"/>
                      <a:pt x="248" y="1039"/>
                      <a:pt x="265" y="1003"/>
                    </a:cubicBezTo>
                    <a:cubicBezTo>
                      <a:pt x="289" y="929"/>
                      <a:pt x="215" y="751"/>
                      <a:pt x="154" y="585"/>
                    </a:cubicBezTo>
                    <a:cubicBezTo>
                      <a:pt x="86" y="419"/>
                      <a:pt x="166" y="81"/>
                      <a:pt x="166" y="38"/>
                    </a:cubicBezTo>
                    <a:cubicBezTo>
                      <a:pt x="166" y="14"/>
                      <a:pt x="124" y="0"/>
                      <a:pt x="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9"/>
              <p:cNvSpPr/>
              <p:nvPr/>
            </p:nvSpPr>
            <p:spPr>
              <a:xfrm>
                <a:off x="5357710" y="4334400"/>
                <a:ext cx="8000" cy="10275"/>
              </a:xfrm>
              <a:custGeom>
                <a:rect b="b" l="l" r="r" t="t"/>
                <a:pathLst>
                  <a:path extrusionOk="0" h="411" w="320">
                    <a:moveTo>
                      <a:pt x="65" y="0"/>
                    </a:moveTo>
                    <a:cubicBezTo>
                      <a:pt x="29" y="0"/>
                      <a:pt x="0" y="114"/>
                      <a:pt x="12" y="210"/>
                    </a:cubicBezTo>
                    <a:cubicBezTo>
                      <a:pt x="28" y="299"/>
                      <a:pt x="125" y="410"/>
                      <a:pt x="202" y="410"/>
                    </a:cubicBezTo>
                    <a:cubicBezTo>
                      <a:pt x="215" y="410"/>
                      <a:pt x="228" y="407"/>
                      <a:pt x="240" y="400"/>
                    </a:cubicBezTo>
                    <a:cubicBezTo>
                      <a:pt x="320" y="345"/>
                      <a:pt x="307" y="179"/>
                      <a:pt x="277" y="74"/>
                    </a:cubicBezTo>
                    <a:cubicBezTo>
                      <a:pt x="264" y="31"/>
                      <a:pt x="105" y="7"/>
                      <a:pt x="68" y="1"/>
                    </a:cubicBezTo>
                    <a:cubicBezTo>
                      <a:pt x="67" y="0"/>
                      <a:pt x="66" y="0"/>
                      <a:pt x="6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9"/>
              <p:cNvSpPr/>
              <p:nvPr/>
            </p:nvSpPr>
            <p:spPr>
              <a:xfrm>
                <a:off x="5367685" y="4337525"/>
                <a:ext cx="8475" cy="12675"/>
              </a:xfrm>
              <a:custGeom>
                <a:rect b="b" l="l" r="r" t="t"/>
                <a:pathLst>
                  <a:path extrusionOk="0" h="507" w="339">
                    <a:moveTo>
                      <a:pt x="152" y="0"/>
                    </a:moveTo>
                    <a:cubicBezTo>
                      <a:pt x="113" y="0"/>
                      <a:pt x="74" y="15"/>
                      <a:pt x="44" y="48"/>
                    </a:cubicBezTo>
                    <a:cubicBezTo>
                      <a:pt x="7" y="164"/>
                      <a:pt x="1" y="287"/>
                      <a:pt x="25" y="404"/>
                    </a:cubicBezTo>
                    <a:cubicBezTo>
                      <a:pt x="54" y="466"/>
                      <a:pt x="116" y="506"/>
                      <a:pt x="180" y="506"/>
                    </a:cubicBezTo>
                    <a:cubicBezTo>
                      <a:pt x="198" y="506"/>
                      <a:pt x="217" y="503"/>
                      <a:pt x="234" y="496"/>
                    </a:cubicBezTo>
                    <a:cubicBezTo>
                      <a:pt x="339" y="472"/>
                      <a:pt x="332" y="220"/>
                      <a:pt x="302" y="109"/>
                    </a:cubicBezTo>
                    <a:cubicBezTo>
                      <a:pt x="279" y="40"/>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9"/>
              <p:cNvSpPr/>
              <p:nvPr/>
            </p:nvSpPr>
            <p:spPr>
              <a:xfrm>
                <a:off x="5378435" y="4338725"/>
                <a:ext cx="7250" cy="13625"/>
              </a:xfrm>
              <a:custGeom>
                <a:rect b="b" l="l" r="r" t="t"/>
                <a:pathLst>
                  <a:path extrusionOk="0" h="545" w="290">
                    <a:moveTo>
                      <a:pt x="160" y="1"/>
                    </a:moveTo>
                    <a:cubicBezTo>
                      <a:pt x="126" y="1"/>
                      <a:pt x="91" y="16"/>
                      <a:pt x="68" y="49"/>
                    </a:cubicBezTo>
                    <a:cubicBezTo>
                      <a:pt x="19" y="178"/>
                      <a:pt x="1" y="313"/>
                      <a:pt x="13" y="455"/>
                    </a:cubicBezTo>
                    <a:cubicBezTo>
                      <a:pt x="24" y="524"/>
                      <a:pt x="56" y="545"/>
                      <a:pt x="97" y="545"/>
                    </a:cubicBezTo>
                    <a:cubicBezTo>
                      <a:pt x="129" y="545"/>
                      <a:pt x="166" y="533"/>
                      <a:pt x="204" y="522"/>
                    </a:cubicBezTo>
                    <a:cubicBezTo>
                      <a:pt x="290" y="498"/>
                      <a:pt x="290" y="172"/>
                      <a:pt x="271" y="86"/>
                    </a:cubicBezTo>
                    <a:cubicBezTo>
                      <a:pt x="257" y="32"/>
                      <a:pt x="208" y="1"/>
                      <a:pt x="1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9"/>
              <p:cNvSpPr/>
              <p:nvPr/>
            </p:nvSpPr>
            <p:spPr>
              <a:xfrm>
                <a:off x="5387810" y="4337425"/>
                <a:ext cx="7250" cy="12650"/>
              </a:xfrm>
              <a:custGeom>
                <a:rect b="b" l="l" r="r" t="t"/>
                <a:pathLst>
                  <a:path extrusionOk="0" h="506" w="290">
                    <a:moveTo>
                      <a:pt x="141" y="1"/>
                    </a:moveTo>
                    <a:cubicBezTo>
                      <a:pt x="113" y="1"/>
                      <a:pt x="84" y="11"/>
                      <a:pt x="62" y="33"/>
                    </a:cubicBezTo>
                    <a:cubicBezTo>
                      <a:pt x="1" y="89"/>
                      <a:pt x="25" y="427"/>
                      <a:pt x="62" y="470"/>
                    </a:cubicBezTo>
                    <a:cubicBezTo>
                      <a:pt x="83" y="493"/>
                      <a:pt x="107" y="505"/>
                      <a:pt x="134" y="505"/>
                    </a:cubicBezTo>
                    <a:cubicBezTo>
                      <a:pt x="163" y="505"/>
                      <a:pt x="196" y="490"/>
                      <a:pt x="228" y="457"/>
                    </a:cubicBezTo>
                    <a:cubicBezTo>
                      <a:pt x="290" y="396"/>
                      <a:pt x="265" y="125"/>
                      <a:pt x="247" y="64"/>
                    </a:cubicBezTo>
                    <a:cubicBezTo>
                      <a:pt x="225" y="24"/>
                      <a:pt x="183" y="1"/>
                      <a:pt x="1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9"/>
              <p:cNvSpPr/>
              <p:nvPr/>
            </p:nvSpPr>
            <p:spPr>
              <a:xfrm>
                <a:off x="5394935" y="4334100"/>
                <a:ext cx="6400" cy="9100"/>
              </a:xfrm>
              <a:custGeom>
                <a:rect b="b" l="l" r="r" t="t"/>
                <a:pathLst>
                  <a:path extrusionOk="0" h="364" w="256">
                    <a:moveTo>
                      <a:pt x="164" y="0"/>
                    </a:moveTo>
                    <a:cubicBezTo>
                      <a:pt x="155" y="0"/>
                      <a:pt x="147" y="4"/>
                      <a:pt x="140" y="13"/>
                    </a:cubicBezTo>
                    <a:cubicBezTo>
                      <a:pt x="1" y="164"/>
                      <a:pt x="94" y="363"/>
                      <a:pt x="161" y="363"/>
                    </a:cubicBezTo>
                    <a:cubicBezTo>
                      <a:pt x="162" y="363"/>
                      <a:pt x="163" y="363"/>
                      <a:pt x="164" y="363"/>
                    </a:cubicBezTo>
                    <a:cubicBezTo>
                      <a:pt x="226" y="351"/>
                      <a:pt x="238" y="258"/>
                      <a:pt x="251" y="166"/>
                    </a:cubicBezTo>
                    <a:cubicBezTo>
                      <a:pt x="256" y="90"/>
                      <a:pt x="206"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9"/>
              <p:cNvSpPr/>
              <p:nvPr/>
            </p:nvSpPr>
            <p:spPr>
              <a:xfrm>
                <a:off x="5381200" y="4289900"/>
                <a:ext cx="8300" cy="22800"/>
              </a:xfrm>
              <a:custGeom>
                <a:rect b="b" l="l" r="r" t="t"/>
                <a:pathLst>
                  <a:path extrusionOk="0" h="912" w="332">
                    <a:moveTo>
                      <a:pt x="53" y="1"/>
                    </a:moveTo>
                    <a:cubicBezTo>
                      <a:pt x="43" y="1"/>
                      <a:pt x="35" y="5"/>
                      <a:pt x="31" y="16"/>
                    </a:cubicBezTo>
                    <a:cubicBezTo>
                      <a:pt x="0" y="127"/>
                      <a:pt x="0" y="250"/>
                      <a:pt x="31" y="361"/>
                    </a:cubicBezTo>
                    <a:cubicBezTo>
                      <a:pt x="62" y="447"/>
                      <a:pt x="135" y="871"/>
                      <a:pt x="184" y="895"/>
                    </a:cubicBezTo>
                    <a:cubicBezTo>
                      <a:pt x="207" y="907"/>
                      <a:pt x="230" y="912"/>
                      <a:pt x="249" y="912"/>
                    </a:cubicBezTo>
                    <a:cubicBezTo>
                      <a:pt x="281" y="912"/>
                      <a:pt x="306" y="899"/>
                      <a:pt x="314" y="883"/>
                    </a:cubicBezTo>
                    <a:cubicBezTo>
                      <a:pt x="332" y="852"/>
                      <a:pt x="234" y="625"/>
                      <a:pt x="197" y="527"/>
                    </a:cubicBezTo>
                    <a:cubicBezTo>
                      <a:pt x="166" y="379"/>
                      <a:pt x="148" y="232"/>
                      <a:pt x="148" y="84"/>
                    </a:cubicBezTo>
                    <a:cubicBezTo>
                      <a:pt x="148" y="55"/>
                      <a:pt x="88"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9"/>
              <p:cNvSpPr/>
              <p:nvPr/>
            </p:nvSpPr>
            <p:spPr>
              <a:xfrm>
                <a:off x="5386885" y="4293900"/>
                <a:ext cx="9500" cy="17075"/>
              </a:xfrm>
              <a:custGeom>
                <a:rect b="b" l="l" r="r" t="t"/>
                <a:pathLst>
                  <a:path extrusionOk="0" h="683" w="380">
                    <a:moveTo>
                      <a:pt x="42" y="0"/>
                    </a:moveTo>
                    <a:cubicBezTo>
                      <a:pt x="22" y="0"/>
                      <a:pt x="11" y="34"/>
                      <a:pt x="7" y="65"/>
                    </a:cubicBezTo>
                    <a:cubicBezTo>
                      <a:pt x="1" y="121"/>
                      <a:pt x="198" y="619"/>
                      <a:pt x="216" y="668"/>
                    </a:cubicBezTo>
                    <a:cubicBezTo>
                      <a:pt x="220" y="678"/>
                      <a:pt x="233" y="683"/>
                      <a:pt x="248" y="683"/>
                    </a:cubicBezTo>
                    <a:cubicBezTo>
                      <a:pt x="297" y="683"/>
                      <a:pt x="379" y="640"/>
                      <a:pt x="370" y="612"/>
                    </a:cubicBezTo>
                    <a:cubicBezTo>
                      <a:pt x="351" y="569"/>
                      <a:pt x="155" y="201"/>
                      <a:pt x="99" y="72"/>
                    </a:cubicBezTo>
                    <a:cubicBezTo>
                      <a:pt x="76" y="19"/>
                      <a:pt x="56" y="0"/>
                      <a:pt x="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9"/>
              <p:cNvSpPr/>
              <p:nvPr/>
            </p:nvSpPr>
            <p:spPr>
              <a:xfrm>
                <a:off x="5356935" y="4313150"/>
                <a:ext cx="9250" cy="20275"/>
              </a:xfrm>
              <a:custGeom>
                <a:rect b="b" l="l" r="r" t="t"/>
                <a:pathLst>
                  <a:path extrusionOk="0" h="811" w="370">
                    <a:moveTo>
                      <a:pt x="211" y="0"/>
                    </a:moveTo>
                    <a:cubicBezTo>
                      <a:pt x="172" y="0"/>
                      <a:pt x="134" y="11"/>
                      <a:pt x="117" y="33"/>
                    </a:cubicBezTo>
                    <a:cubicBezTo>
                      <a:pt x="74" y="82"/>
                      <a:pt x="123" y="365"/>
                      <a:pt x="111" y="476"/>
                    </a:cubicBezTo>
                    <a:cubicBezTo>
                      <a:pt x="92" y="586"/>
                      <a:pt x="0" y="642"/>
                      <a:pt x="80" y="728"/>
                    </a:cubicBezTo>
                    <a:cubicBezTo>
                      <a:pt x="124" y="779"/>
                      <a:pt x="213" y="811"/>
                      <a:pt x="278" y="811"/>
                    </a:cubicBezTo>
                    <a:cubicBezTo>
                      <a:pt x="321" y="811"/>
                      <a:pt x="354" y="797"/>
                      <a:pt x="357" y="764"/>
                    </a:cubicBezTo>
                    <a:cubicBezTo>
                      <a:pt x="369" y="685"/>
                      <a:pt x="289" y="469"/>
                      <a:pt x="320" y="365"/>
                    </a:cubicBezTo>
                    <a:cubicBezTo>
                      <a:pt x="351" y="267"/>
                      <a:pt x="357" y="162"/>
                      <a:pt x="351" y="64"/>
                    </a:cubicBezTo>
                    <a:cubicBezTo>
                      <a:pt x="336" y="23"/>
                      <a:pt x="271"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9"/>
              <p:cNvSpPr/>
              <p:nvPr/>
            </p:nvSpPr>
            <p:spPr>
              <a:xfrm>
                <a:off x="5368610" y="4314775"/>
                <a:ext cx="7400" cy="20900"/>
              </a:xfrm>
              <a:custGeom>
                <a:rect b="b" l="l" r="r" t="t"/>
                <a:pathLst>
                  <a:path extrusionOk="0" h="836" w="296">
                    <a:moveTo>
                      <a:pt x="112" y="0"/>
                    </a:moveTo>
                    <a:cubicBezTo>
                      <a:pt x="76" y="0"/>
                      <a:pt x="43" y="11"/>
                      <a:pt x="31" y="36"/>
                    </a:cubicBezTo>
                    <a:cubicBezTo>
                      <a:pt x="0" y="91"/>
                      <a:pt x="37" y="349"/>
                      <a:pt x="50" y="466"/>
                    </a:cubicBezTo>
                    <a:cubicBezTo>
                      <a:pt x="68" y="583"/>
                      <a:pt x="0" y="675"/>
                      <a:pt x="19" y="761"/>
                    </a:cubicBezTo>
                    <a:cubicBezTo>
                      <a:pt x="33" y="810"/>
                      <a:pt x="91" y="835"/>
                      <a:pt x="146" y="835"/>
                    </a:cubicBezTo>
                    <a:cubicBezTo>
                      <a:pt x="188" y="835"/>
                      <a:pt x="228" y="821"/>
                      <a:pt x="246" y="792"/>
                    </a:cubicBezTo>
                    <a:cubicBezTo>
                      <a:pt x="295" y="724"/>
                      <a:pt x="222" y="626"/>
                      <a:pt x="197" y="503"/>
                    </a:cubicBezTo>
                    <a:cubicBezTo>
                      <a:pt x="179" y="380"/>
                      <a:pt x="252" y="140"/>
                      <a:pt x="240" y="66"/>
                    </a:cubicBezTo>
                    <a:cubicBezTo>
                      <a:pt x="229" y="26"/>
                      <a:pt x="166" y="0"/>
                      <a:pt x="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9"/>
              <p:cNvSpPr/>
              <p:nvPr/>
            </p:nvSpPr>
            <p:spPr>
              <a:xfrm>
                <a:off x="5378135" y="4316575"/>
                <a:ext cx="6175" cy="19075"/>
              </a:xfrm>
              <a:custGeom>
                <a:rect b="b" l="l" r="r" t="t"/>
                <a:pathLst>
                  <a:path extrusionOk="0" h="763" w="247">
                    <a:moveTo>
                      <a:pt x="117" y="1"/>
                    </a:moveTo>
                    <a:cubicBezTo>
                      <a:pt x="62" y="7"/>
                      <a:pt x="25" y="44"/>
                      <a:pt x="19" y="99"/>
                    </a:cubicBezTo>
                    <a:cubicBezTo>
                      <a:pt x="1" y="203"/>
                      <a:pt x="80" y="302"/>
                      <a:pt x="80" y="412"/>
                    </a:cubicBezTo>
                    <a:cubicBezTo>
                      <a:pt x="74" y="462"/>
                      <a:pt x="68" y="511"/>
                      <a:pt x="50" y="554"/>
                    </a:cubicBezTo>
                    <a:cubicBezTo>
                      <a:pt x="37" y="603"/>
                      <a:pt x="44" y="652"/>
                      <a:pt x="62" y="701"/>
                    </a:cubicBezTo>
                    <a:cubicBezTo>
                      <a:pt x="76" y="739"/>
                      <a:pt x="109" y="763"/>
                      <a:pt x="146" y="763"/>
                    </a:cubicBezTo>
                    <a:cubicBezTo>
                      <a:pt x="157" y="763"/>
                      <a:pt x="168" y="761"/>
                      <a:pt x="179" y="757"/>
                    </a:cubicBezTo>
                    <a:cubicBezTo>
                      <a:pt x="222" y="732"/>
                      <a:pt x="246" y="683"/>
                      <a:pt x="234" y="634"/>
                    </a:cubicBezTo>
                    <a:cubicBezTo>
                      <a:pt x="228" y="584"/>
                      <a:pt x="203" y="541"/>
                      <a:pt x="191" y="492"/>
                    </a:cubicBezTo>
                    <a:cubicBezTo>
                      <a:pt x="166" y="388"/>
                      <a:pt x="210" y="277"/>
                      <a:pt x="216" y="166"/>
                    </a:cubicBezTo>
                    <a:cubicBezTo>
                      <a:pt x="222" y="130"/>
                      <a:pt x="216" y="93"/>
                      <a:pt x="203" y="62"/>
                    </a:cubicBezTo>
                    <a:cubicBezTo>
                      <a:pt x="185" y="25"/>
                      <a:pt x="154"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9"/>
              <p:cNvSpPr/>
              <p:nvPr/>
            </p:nvSpPr>
            <p:spPr>
              <a:xfrm>
                <a:off x="5387060" y="4316300"/>
                <a:ext cx="5850" cy="18300"/>
              </a:xfrm>
              <a:custGeom>
                <a:rect b="b" l="l" r="r" t="t"/>
                <a:pathLst>
                  <a:path extrusionOk="0" h="732" w="234">
                    <a:moveTo>
                      <a:pt x="115" y="0"/>
                    </a:moveTo>
                    <a:cubicBezTo>
                      <a:pt x="70" y="0"/>
                      <a:pt x="27" y="30"/>
                      <a:pt x="12" y="79"/>
                    </a:cubicBezTo>
                    <a:cubicBezTo>
                      <a:pt x="0" y="134"/>
                      <a:pt x="0" y="196"/>
                      <a:pt x="25" y="245"/>
                    </a:cubicBezTo>
                    <a:cubicBezTo>
                      <a:pt x="43" y="294"/>
                      <a:pt x="55" y="343"/>
                      <a:pt x="62" y="399"/>
                    </a:cubicBezTo>
                    <a:cubicBezTo>
                      <a:pt x="55" y="442"/>
                      <a:pt x="49" y="485"/>
                      <a:pt x="43" y="528"/>
                    </a:cubicBezTo>
                    <a:cubicBezTo>
                      <a:pt x="25" y="571"/>
                      <a:pt x="25" y="620"/>
                      <a:pt x="43" y="663"/>
                    </a:cubicBezTo>
                    <a:cubicBezTo>
                      <a:pt x="54" y="702"/>
                      <a:pt x="91" y="731"/>
                      <a:pt x="130" y="731"/>
                    </a:cubicBezTo>
                    <a:cubicBezTo>
                      <a:pt x="134" y="731"/>
                      <a:pt x="138" y="731"/>
                      <a:pt x="141" y="731"/>
                    </a:cubicBezTo>
                    <a:cubicBezTo>
                      <a:pt x="203" y="725"/>
                      <a:pt x="234" y="657"/>
                      <a:pt x="227" y="595"/>
                    </a:cubicBezTo>
                    <a:cubicBezTo>
                      <a:pt x="221" y="540"/>
                      <a:pt x="191" y="485"/>
                      <a:pt x="178" y="423"/>
                    </a:cubicBezTo>
                    <a:cubicBezTo>
                      <a:pt x="166" y="331"/>
                      <a:pt x="203" y="233"/>
                      <a:pt x="203" y="134"/>
                    </a:cubicBezTo>
                    <a:cubicBezTo>
                      <a:pt x="215" y="85"/>
                      <a:pt x="191" y="36"/>
                      <a:pt x="148" y="5"/>
                    </a:cubicBezTo>
                    <a:cubicBezTo>
                      <a:pt x="137" y="2"/>
                      <a:pt x="126" y="0"/>
                      <a:pt x="1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9"/>
              <p:cNvSpPr/>
              <p:nvPr/>
            </p:nvSpPr>
            <p:spPr>
              <a:xfrm>
                <a:off x="5393810" y="4315500"/>
                <a:ext cx="6625" cy="16125"/>
              </a:xfrm>
              <a:custGeom>
                <a:rect b="b" l="l" r="r" t="t"/>
                <a:pathLst>
                  <a:path extrusionOk="0" h="645" w="265">
                    <a:moveTo>
                      <a:pt x="74" y="0"/>
                    </a:moveTo>
                    <a:cubicBezTo>
                      <a:pt x="31" y="7"/>
                      <a:pt x="1" y="56"/>
                      <a:pt x="19" y="93"/>
                    </a:cubicBezTo>
                    <a:cubicBezTo>
                      <a:pt x="56" y="209"/>
                      <a:pt x="74" y="332"/>
                      <a:pt x="74" y="455"/>
                    </a:cubicBezTo>
                    <a:cubicBezTo>
                      <a:pt x="74" y="492"/>
                      <a:pt x="74" y="529"/>
                      <a:pt x="87" y="560"/>
                    </a:cubicBezTo>
                    <a:cubicBezTo>
                      <a:pt x="93" y="597"/>
                      <a:pt x="117" y="621"/>
                      <a:pt x="154" y="640"/>
                    </a:cubicBezTo>
                    <a:cubicBezTo>
                      <a:pt x="162" y="643"/>
                      <a:pt x="170" y="644"/>
                      <a:pt x="179" y="644"/>
                    </a:cubicBezTo>
                    <a:cubicBezTo>
                      <a:pt x="203" y="644"/>
                      <a:pt x="228" y="632"/>
                      <a:pt x="246" y="609"/>
                    </a:cubicBezTo>
                    <a:cubicBezTo>
                      <a:pt x="265" y="566"/>
                      <a:pt x="234" y="517"/>
                      <a:pt x="209" y="474"/>
                    </a:cubicBezTo>
                    <a:cubicBezTo>
                      <a:pt x="185" y="425"/>
                      <a:pt x="173" y="369"/>
                      <a:pt x="173" y="308"/>
                    </a:cubicBezTo>
                    <a:cubicBezTo>
                      <a:pt x="179" y="265"/>
                      <a:pt x="185" y="228"/>
                      <a:pt x="191" y="185"/>
                    </a:cubicBezTo>
                    <a:cubicBezTo>
                      <a:pt x="197" y="142"/>
                      <a:pt x="191" y="99"/>
                      <a:pt x="173" y="62"/>
                    </a:cubicBezTo>
                    <a:cubicBezTo>
                      <a:pt x="154" y="25"/>
                      <a:pt x="117" y="0"/>
                      <a:pt x="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9"/>
              <p:cNvSpPr/>
              <p:nvPr/>
            </p:nvSpPr>
            <p:spPr>
              <a:xfrm>
                <a:off x="5367500" y="4017250"/>
                <a:ext cx="47375" cy="32750"/>
              </a:xfrm>
              <a:custGeom>
                <a:rect b="b" l="l" r="r" t="t"/>
                <a:pathLst>
                  <a:path extrusionOk="0" h="1310" w="1895">
                    <a:moveTo>
                      <a:pt x="1358" y="0"/>
                    </a:moveTo>
                    <a:cubicBezTo>
                      <a:pt x="1225" y="0"/>
                      <a:pt x="1087" y="36"/>
                      <a:pt x="954" y="61"/>
                    </a:cubicBezTo>
                    <a:cubicBezTo>
                      <a:pt x="782" y="80"/>
                      <a:pt x="616" y="117"/>
                      <a:pt x="450" y="153"/>
                    </a:cubicBezTo>
                    <a:cubicBezTo>
                      <a:pt x="290" y="203"/>
                      <a:pt x="130" y="295"/>
                      <a:pt x="62" y="424"/>
                    </a:cubicBezTo>
                    <a:cubicBezTo>
                      <a:pt x="13" y="516"/>
                      <a:pt x="1" y="627"/>
                      <a:pt x="32" y="731"/>
                    </a:cubicBezTo>
                    <a:cubicBezTo>
                      <a:pt x="99" y="989"/>
                      <a:pt x="339" y="1204"/>
                      <a:pt x="646" y="1284"/>
                    </a:cubicBezTo>
                    <a:cubicBezTo>
                      <a:pt x="726" y="1301"/>
                      <a:pt x="806" y="1310"/>
                      <a:pt x="886" y="1310"/>
                    </a:cubicBezTo>
                    <a:cubicBezTo>
                      <a:pt x="1123" y="1310"/>
                      <a:pt x="1357" y="1236"/>
                      <a:pt x="1550" y="1094"/>
                    </a:cubicBezTo>
                    <a:cubicBezTo>
                      <a:pt x="1784" y="928"/>
                      <a:pt x="1894" y="639"/>
                      <a:pt x="1833" y="356"/>
                    </a:cubicBezTo>
                    <a:cubicBezTo>
                      <a:pt x="1796" y="209"/>
                      <a:pt x="1685" y="86"/>
                      <a:pt x="1544" y="30"/>
                    </a:cubicBezTo>
                    <a:cubicBezTo>
                      <a:pt x="1484" y="8"/>
                      <a:pt x="1422" y="0"/>
                      <a:pt x="13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9"/>
              <p:cNvSpPr/>
              <p:nvPr/>
            </p:nvSpPr>
            <p:spPr>
              <a:xfrm>
                <a:off x="5428525" y="3277175"/>
                <a:ext cx="57025" cy="177000"/>
              </a:xfrm>
              <a:custGeom>
                <a:rect b="b" l="l" r="r" t="t"/>
                <a:pathLst>
                  <a:path extrusionOk="0" h="7080" w="2281">
                    <a:moveTo>
                      <a:pt x="926" y="1"/>
                    </a:moveTo>
                    <a:cubicBezTo>
                      <a:pt x="622" y="1"/>
                      <a:pt x="296" y="101"/>
                      <a:pt x="197" y="277"/>
                    </a:cubicBezTo>
                    <a:cubicBezTo>
                      <a:pt x="0" y="621"/>
                      <a:pt x="301" y="1199"/>
                      <a:pt x="424" y="1395"/>
                    </a:cubicBezTo>
                    <a:cubicBezTo>
                      <a:pt x="603" y="1660"/>
                      <a:pt x="1094" y="4733"/>
                      <a:pt x="1088" y="5249"/>
                    </a:cubicBezTo>
                    <a:cubicBezTo>
                      <a:pt x="1082" y="5766"/>
                      <a:pt x="830" y="6589"/>
                      <a:pt x="965" y="6897"/>
                    </a:cubicBezTo>
                    <a:cubicBezTo>
                      <a:pt x="1020" y="7026"/>
                      <a:pt x="1245" y="7079"/>
                      <a:pt x="1492" y="7079"/>
                    </a:cubicBezTo>
                    <a:cubicBezTo>
                      <a:pt x="1832" y="7079"/>
                      <a:pt x="2213" y="6978"/>
                      <a:pt x="2238" y="6835"/>
                    </a:cubicBezTo>
                    <a:cubicBezTo>
                      <a:pt x="2281" y="6583"/>
                      <a:pt x="1980" y="6319"/>
                      <a:pt x="1887" y="5919"/>
                    </a:cubicBezTo>
                    <a:cubicBezTo>
                      <a:pt x="1801" y="5514"/>
                      <a:pt x="1445" y="4100"/>
                      <a:pt x="1420" y="3135"/>
                    </a:cubicBezTo>
                    <a:cubicBezTo>
                      <a:pt x="1402" y="2176"/>
                      <a:pt x="1537" y="762"/>
                      <a:pt x="1518" y="320"/>
                    </a:cubicBezTo>
                    <a:cubicBezTo>
                      <a:pt x="1506" y="99"/>
                      <a:pt x="1227" y="1"/>
                      <a:pt x="9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9"/>
              <p:cNvSpPr/>
              <p:nvPr/>
            </p:nvSpPr>
            <p:spPr>
              <a:xfrm>
                <a:off x="5451425" y="3459325"/>
                <a:ext cx="59325" cy="189300"/>
              </a:xfrm>
              <a:custGeom>
                <a:rect b="b" l="l" r="r" t="t"/>
                <a:pathLst>
                  <a:path extrusionOk="0" h="7572" w="2373">
                    <a:moveTo>
                      <a:pt x="946" y="749"/>
                    </a:moveTo>
                    <a:cubicBezTo>
                      <a:pt x="1014" y="749"/>
                      <a:pt x="1076" y="781"/>
                      <a:pt x="1107" y="859"/>
                    </a:cubicBezTo>
                    <a:cubicBezTo>
                      <a:pt x="1383" y="1578"/>
                      <a:pt x="1531" y="4682"/>
                      <a:pt x="1531" y="4682"/>
                    </a:cubicBezTo>
                    <a:cubicBezTo>
                      <a:pt x="1451" y="3791"/>
                      <a:pt x="670" y="1203"/>
                      <a:pt x="658" y="1006"/>
                    </a:cubicBezTo>
                    <a:cubicBezTo>
                      <a:pt x="650" y="875"/>
                      <a:pt x="811" y="749"/>
                      <a:pt x="946" y="749"/>
                    </a:cubicBezTo>
                    <a:close/>
                    <a:moveTo>
                      <a:pt x="1138" y="0"/>
                    </a:moveTo>
                    <a:cubicBezTo>
                      <a:pt x="888" y="0"/>
                      <a:pt x="549" y="91"/>
                      <a:pt x="301" y="299"/>
                    </a:cubicBezTo>
                    <a:cubicBezTo>
                      <a:pt x="0" y="551"/>
                      <a:pt x="504" y="2076"/>
                      <a:pt x="793" y="3588"/>
                    </a:cubicBezTo>
                    <a:cubicBezTo>
                      <a:pt x="1082" y="5100"/>
                      <a:pt x="1494" y="7153"/>
                      <a:pt x="1611" y="7362"/>
                    </a:cubicBezTo>
                    <a:cubicBezTo>
                      <a:pt x="1684" y="7487"/>
                      <a:pt x="1893" y="7572"/>
                      <a:pt x="2065" y="7572"/>
                    </a:cubicBezTo>
                    <a:cubicBezTo>
                      <a:pt x="2180" y="7572"/>
                      <a:pt x="2278" y="7533"/>
                      <a:pt x="2305" y="7442"/>
                    </a:cubicBezTo>
                    <a:cubicBezTo>
                      <a:pt x="2373" y="7220"/>
                      <a:pt x="1789" y="889"/>
                      <a:pt x="1469" y="121"/>
                    </a:cubicBezTo>
                    <a:cubicBezTo>
                      <a:pt x="1439" y="43"/>
                      <a:pt x="1309" y="0"/>
                      <a:pt x="1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9"/>
              <p:cNvSpPr/>
              <p:nvPr/>
            </p:nvSpPr>
            <p:spPr>
              <a:xfrm>
                <a:off x="5483375" y="3652625"/>
                <a:ext cx="16475" cy="38000"/>
              </a:xfrm>
              <a:custGeom>
                <a:rect b="b" l="l" r="r" t="t"/>
                <a:pathLst>
                  <a:path extrusionOk="0" h="1520" w="659">
                    <a:moveTo>
                      <a:pt x="440" y="0"/>
                    </a:moveTo>
                    <a:cubicBezTo>
                      <a:pt x="427" y="0"/>
                      <a:pt x="414" y="2"/>
                      <a:pt x="400" y="5"/>
                    </a:cubicBezTo>
                    <a:cubicBezTo>
                      <a:pt x="308" y="29"/>
                      <a:pt x="271" y="140"/>
                      <a:pt x="240" y="232"/>
                    </a:cubicBezTo>
                    <a:cubicBezTo>
                      <a:pt x="191" y="398"/>
                      <a:pt x="136" y="564"/>
                      <a:pt x="87" y="736"/>
                    </a:cubicBezTo>
                    <a:cubicBezTo>
                      <a:pt x="44" y="853"/>
                      <a:pt x="19" y="982"/>
                      <a:pt x="7" y="1111"/>
                    </a:cubicBezTo>
                    <a:cubicBezTo>
                      <a:pt x="1" y="1234"/>
                      <a:pt x="50" y="1363"/>
                      <a:pt x="142" y="1449"/>
                    </a:cubicBezTo>
                    <a:cubicBezTo>
                      <a:pt x="189" y="1496"/>
                      <a:pt x="250" y="1519"/>
                      <a:pt x="312" y="1519"/>
                    </a:cubicBezTo>
                    <a:cubicBezTo>
                      <a:pt x="372" y="1519"/>
                      <a:pt x="432" y="1498"/>
                      <a:pt x="480" y="1455"/>
                    </a:cubicBezTo>
                    <a:cubicBezTo>
                      <a:pt x="535" y="1394"/>
                      <a:pt x="560" y="1314"/>
                      <a:pt x="560" y="1228"/>
                    </a:cubicBezTo>
                    <a:cubicBezTo>
                      <a:pt x="560" y="1142"/>
                      <a:pt x="548" y="1056"/>
                      <a:pt x="548" y="970"/>
                    </a:cubicBezTo>
                    <a:cubicBezTo>
                      <a:pt x="548" y="767"/>
                      <a:pt x="621" y="570"/>
                      <a:pt x="646" y="367"/>
                    </a:cubicBezTo>
                    <a:cubicBezTo>
                      <a:pt x="658" y="275"/>
                      <a:pt x="646" y="189"/>
                      <a:pt x="609" y="109"/>
                    </a:cubicBezTo>
                    <a:cubicBezTo>
                      <a:pt x="578" y="42"/>
                      <a:pt x="512" y="0"/>
                      <a:pt x="4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9"/>
              <p:cNvSpPr/>
              <p:nvPr/>
            </p:nvSpPr>
            <p:spPr>
              <a:xfrm>
                <a:off x="5484600" y="3692475"/>
                <a:ext cx="9875" cy="15900"/>
              </a:xfrm>
              <a:custGeom>
                <a:rect b="b" l="l" r="r" t="t"/>
                <a:pathLst>
                  <a:path extrusionOk="0" h="636" w="395">
                    <a:moveTo>
                      <a:pt x="186" y="0"/>
                    </a:moveTo>
                    <a:cubicBezTo>
                      <a:pt x="150" y="0"/>
                      <a:pt x="112" y="14"/>
                      <a:pt x="87" y="40"/>
                    </a:cubicBezTo>
                    <a:cubicBezTo>
                      <a:pt x="56" y="70"/>
                      <a:pt x="38" y="113"/>
                      <a:pt x="32" y="156"/>
                    </a:cubicBezTo>
                    <a:cubicBezTo>
                      <a:pt x="1" y="322"/>
                      <a:pt x="38" y="501"/>
                      <a:pt x="142" y="636"/>
                    </a:cubicBezTo>
                    <a:cubicBezTo>
                      <a:pt x="314" y="587"/>
                      <a:pt x="394" y="267"/>
                      <a:pt x="376" y="83"/>
                    </a:cubicBezTo>
                    <a:cubicBezTo>
                      <a:pt x="333" y="46"/>
                      <a:pt x="284" y="21"/>
                      <a:pt x="234" y="9"/>
                    </a:cubicBezTo>
                    <a:cubicBezTo>
                      <a:pt x="219" y="3"/>
                      <a:pt x="203" y="0"/>
                      <a:pt x="1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9"/>
              <p:cNvSpPr/>
              <p:nvPr/>
            </p:nvSpPr>
            <p:spPr>
              <a:xfrm>
                <a:off x="5484925" y="3714950"/>
                <a:ext cx="5850" cy="10650"/>
              </a:xfrm>
              <a:custGeom>
                <a:rect b="b" l="l" r="r" t="t"/>
                <a:pathLst>
                  <a:path extrusionOk="0" h="426" w="234">
                    <a:moveTo>
                      <a:pt x="138" y="0"/>
                    </a:moveTo>
                    <a:cubicBezTo>
                      <a:pt x="108" y="0"/>
                      <a:pt x="78" y="13"/>
                      <a:pt x="55" y="38"/>
                    </a:cubicBezTo>
                    <a:cubicBezTo>
                      <a:pt x="19" y="87"/>
                      <a:pt x="0" y="149"/>
                      <a:pt x="19" y="210"/>
                    </a:cubicBezTo>
                    <a:cubicBezTo>
                      <a:pt x="37" y="272"/>
                      <a:pt x="62" y="333"/>
                      <a:pt x="92" y="382"/>
                    </a:cubicBezTo>
                    <a:cubicBezTo>
                      <a:pt x="105" y="401"/>
                      <a:pt x="117" y="425"/>
                      <a:pt x="135" y="425"/>
                    </a:cubicBezTo>
                    <a:cubicBezTo>
                      <a:pt x="160" y="425"/>
                      <a:pt x="185" y="395"/>
                      <a:pt x="197" y="364"/>
                    </a:cubicBezTo>
                    <a:cubicBezTo>
                      <a:pt x="228" y="259"/>
                      <a:pt x="234" y="142"/>
                      <a:pt x="215" y="32"/>
                    </a:cubicBezTo>
                    <a:cubicBezTo>
                      <a:pt x="194" y="11"/>
                      <a:pt x="166" y="0"/>
                      <a:pt x="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9"/>
              <p:cNvSpPr/>
              <p:nvPr/>
            </p:nvSpPr>
            <p:spPr>
              <a:xfrm>
                <a:off x="5504125" y="3654700"/>
                <a:ext cx="14475" cy="37975"/>
              </a:xfrm>
              <a:custGeom>
                <a:rect b="b" l="l" r="r" t="t"/>
                <a:pathLst>
                  <a:path extrusionOk="0" h="1519" w="579">
                    <a:moveTo>
                      <a:pt x="207" y="1"/>
                    </a:moveTo>
                    <a:cubicBezTo>
                      <a:pt x="145" y="1"/>
                      <a:pt x="90" y="37"/>
                      <a:pt x="62" y="94"/>
                    </a:cubicBezTo>
                    <a:cubicBezTo>
                      <a:pt x="31" y="149"/>
                      <a:pt x="13" y="217"/>
                      <a:pt x="13" y="284"/>
                    </a:cubicBezTo>
                    <a:cubicBezTo>
                      <a:pt x="0" y="561"/>
                      <a:pt x="19" y="831"/>
                      <a:pt x="74" y="1102"/>
                    </a:cubicBezTo>
                    <a:cubicBezTo>
                      <a:pt x="80" y="1200"/>
                      <a:pt x="111" y="1299"/>
                      <a:pt x="154" y="1385"/>
                    </a:cubicBezTo>
                    <a:cubicBezTo>
                      <a:pt x="190" y="1476"/>
                      <a:pt x="269" y="1518"/>
                      <a:pt x="348" y="1518"/>
                    </a:cubicBezTo>
                    <a:cubicBezTo>
                      <a:pt x="444" y="1518"/>
                      <a:pt x="540" y="1454"/>
                      <a:pt x="554" y="1335"/>
                    </a:cubicBezTo>
                    <a:cubicBezTo>
                      <a:pt x="572" y="1249"/>
                      <a:pt x="578" y="1163"/>
                      <a:pt x="566" y="1083"/>
                    </a:cubicBezTo>
                    <a:cubicBezTo>
                      <a:pt x="541" y="788"/>
                      <a:pt x="480" y="493"/>
                      <a:pt x="394" y="211"/>
                    </a:cubicBezTo>
                    <a:cubicBezTo>
                      <a:pt x="363" y="118"/>
                      <a:pt x="314" y="14"/>
                      <a:pt x="222" y="2"/>
                    </a:cubicBezTo>
                    <a:cubicBezTo>
                      <a:pt x="217" y="1"/>
                      <a:pt x="212" y="1"/>
                      <a:pt x="2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9"/>
              <p:cNvSpPr/>
              <p:nvPr/>
            </p:nvSpPr>
            <p:spPr>
              <a:xfrm>
                <a:off x="5510425" y="3696375"/>
                <a:ext cx="12000" cy="27425"/>
              </a:xfrm>
              <a:custGeom>
                <a:rect b="b" l="l" r="r" t="t"/>
                <a:pathLst>
                  <a:path extrusionOk="0" h="1097" w="480">
                    <a:moveTo>
                      <a:pt x="228" y="0"/>
                    </a:moveTo>
                    <a:cubicBezTo>
                      <a:pt x="130" y="7"/>
                      <a:pt x="68" y="105"/>
                      <a:pt x="43" y="203"/>
                    </a:cubicBezTo>
                    <a:cubicBezTo>
                      <a:pt x="0" y="381"/>
                      <a:pt x="31" y="578"/>
                      <a:pt x="62" y="769"/>
                    </a:cubicBezTo>
                    <a:cubicBezTo>
                      <a:pt x="68" y="849"/>
                      <a:pt x="93" y="922"/>
                      <a:pt x="130" y="996"/>
                    </a:cubicBezTo>
                    <a:cubicBezTo>
                      <a:pt x="167" y="1061"/>
                      <a:pt x="233" y="1097"/>
                      <a:pt x="302" y="1097"/>
                    </a:cubicBezTo>
                    <a:cubicBezTo>
                      <a:pt x="312" y="1097"/>
                      <a:pt x="322" y="1096"/>
                      <a:pt x="332" y="1094"/>
                    </a:cubicBezTo>
                    <a:cubicBezTo>
                      <a:pt x="418" y="1058"/>
                      <a:pt x="480" y="972"/>
                      <a:pt x="474" y="873"/>
                    </a:cubicBezTo>
                    <a:cubicBezTo>
                      <a:pt x="468" y="781"/>
                      <a:pt x="449" y="683"/>
                      <a:pt x="431" y="590"/>
                    </a:cubicBezTo>
                    <a:cubicBezTo>
                      <a:pt x="418" y="480"/>
                      <a:pt x="431" y="369"/>
                      <a:pt x="425" y="259"/>
                    </a:cubicBezTo>
                    <a:cubicBezTo>
                      <a:pt x="418" y="197"/>
                      <a:pt x="400" y="136"/>
                      <a:pt x="369" y="86"/>
                    </a:cubicBezTo>
                    <a:cubicBezTo>
                      <a:pt x="339" y="31"/>
                      <a:pt x="283"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9"/>
              <p:cNvSpPr/>
              <p:nvPr/>
            </p:nvSpPr>
            <p:spPr>
              <a:xfrm>
                <a:off x="5504425" y="3726575"/>
                <a:ext cx="12175" cy="19075"/>
              </a:xfrm>
              <a:custGeom>
                <a:rect b="b" l="l" r="r" t="t"/>
                <a:pathLst>
                  <a:path extrusionOk="0" h="763" w="487">
                    <a:moveTo>
                      <a:pt x="371" y="0"/>
                    </a:moveTo>
                    <a:cubicBezTo>
                      <a:pt x="364" y="0"/>
                      <a:pt x="357" y="1"/>
                      <a:pt x="351" y="3"/>
                    </a:cubicBezTo>
                    <a:cubicBezTo>
                      <a:pt x="290" y="16"/>
                      <a:pt x="259" y="89"/>
                      <a:pt x="240" y="145"/>
                    </a:cubicBezTo>
                    <a:cubicBezTo>
                      <a:pt x="191" y="274"/>
                      <a:pt x="136" y="397"/>
                      <a:pt x="68" y="513"/>
                    </a:cubicBezTo>
                    <a:cubicBezTo>
                      <a:pt x="44" y="550"/>
                      <a:pt x="25" y="587"/>
                      <a:pt x="13" y="624"/>
                    </a:cubicBezTo>
                    <a:cubicBezTo>
                      <a:pt x="1" y="667"/>
                      <a:pt x="13" y="710"/>
                      <a:pt x="44" y="741"/>
                    </a:cubicBezTo>
                    <a:cubicBezTo>
                      <a:pt x="59" y="756"/>
                      <a:pt x="78" y="762"/>
                      <a:pt x="98" y="762"/>
                    </a:cubicBezTo>
                    <a:cubicBezTo>
                      <a:pt x="144" y="762"/>
                      <a:pt x="196" y="728"/>
                      <a:pt x="222" y="686"/>
                    </a:cubicBezTo>
                    <a:cubicBezTo>
                      <a:pt x="259" y="624"/>
                      <a:pt x="265" y="544"/>
                      <a:pt x="296" y="483"/>
                    </a:cubicBezTo>
                    <a:cubicBezTo>
                      <a:pt x="333" y="421"/>
                      <a:pt x="370" y="366"/>
                      <a:pt x="419" y="311"/>
                    </a:cubicBezTo>
                    <a:cubicBezTo>
                      <a:pt x="462" y="255"/>
                      <a:pt x="486" y="188"/>
                      <a:pt x="486" y="120"/>
                    </a:cubicBezTo>
                    <a:cubicBezTo>
                      <a:pt x="481" y="60"/>
                      <a:pt x="422" y="0"/>
                      <a:pt x="3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9"/>
              <p:cNvSpPr/>
              <p:nvPr/>
            </p:nvSpPr>
            <p:spPr>
              <a:xfrm>
                <a:off x="5496900" y="3745675"/>
                <a:ext cx="7400" cy="13725"/>
              </a:xfrm>
              <a:custGeom>
                <a:rect b="b" l="l" r="r" t="t"/>
                <a:pathLst>
                  <a:path extrusionOk="0" h="549" w="296">
                    <a:moveTo>
                      <a:pt x="195" y="0"/>
                    </a:moveTo>
                    <a:cubicBezTo>
                      <a:pt x="109" y="0"/>
                      <a:pt x="36" y="100"/>
                      <a:pt x="13" y="204"/>
                    </a:cubicBezTo>
                    <a:cubicBezTo>
                      <a:pt x="1" y="321"/>
                      <a:pt x="1" y="432"/>
                      <a:pt x="25" y="549"/>
                    </a:cubicBezTo>
                    <a:cubicBezTo>
                      <a:pt x="197" y="487"/>
                      <a:pt x="296" y="198"/>
                      <a:pt x="210" y="1"/>
                    </a:cubicBezTo>
                    <a:cubicBezTo>
                      <a:pt x="205" y="1"/>
                      <a:pt x="200" y="0"/>
                      <a:pt x="19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9"/>
              <p:cNvSpPr/>
              <p:nvPr/>
            </p:nvSpPr>
            <p:spPr>
              <a:xfrm>
                <a:off x="5316350" y="3273175"/>
                <a:ext cx="93850" cy="201525"/>
              </a:xfrm>
              <a:custGeom>
                <a:rect b="b" l="l" r="r" t="t"/>
                <a:pathLst>
                  <a:path extrusionOk="0" h="8061" w="3754">
                    <a:moveTo>
                      <a:pt x="627" y="0"/>
                    </a:moveTo>
                    <a:cubicBezTo>
                      <a:pt x="627" y="0"/>
                      <a:pt x="320" y="25"/>
                      <a:pt x="0" y="25"/>
                    </a:cubicBezTo>
                    <a:lnTo>
                      <a:pt x="0" y="5065"/>
                    </a:lnTo>
                    <a:cubicBezTo>
                      <a:pt x="0" y="5065"/>
                      <a:pt x="1002" y="5483"/>
                      <a:pt x="1303" y="6252"/>
                    </a:cubicBezTo>
                    <a:cubicBezTo>
                      <a:pt x="1598" y="7026"/>
                      <a:pt x="1942" y="8009"/>
                      <a:pt x="2496" y="8059"/>
                    </a:cubicBezTo>
                    <a:cubicBezTo>
                      <a:pt x="2508" y="8060"/>
                      <a:pt x="2520" y="8060"/>
                      <a:pt x="2533" y="8060"/>
                    </a:cubicBezTo>
                    <a:cubicBezTo>
                      <a:pt x="3080" y="8060"/>
                      <a:pt x="3754" y="7029"/>
                      <a:pt x="3657" y="6872"/>
                    </a:cubicBezTo>
                    <a:cubicBezTo>
                      <a:pt x="3649" y="6857"/>
                      <a:pt x="3634" y="6850"/>
                      <a:pt x="3615" y="6850"/>
                    </a:cubicBezTo>
                    <a:cubicBezTo>
                      <a:pt x="3437" y="6850"/>
                      <a:pt x="2847" y="7453"/>
                      <a:pt x="2575" y="7453"/>
                    </a:cubicBezTo>
                    <a:cubicBezTo>
                      <a:pt x="2564" y="7453"/>
                      <a:pt x="2554" y="7452"/>
                      <a:pt x="2545" y="7450"/>
                    </a:cubicBezTo>
                    <a:cubicBezTo>
                      <a:pt x="2256" y="7395"/>
                      <a:pt x="2090" y="6571"/>
                      <a:pt x="1604" y="5772"/>
                    </a:cubicBezTo>
                    <a:cubicBezTo>
                      <a:pt x="1100" y="4936"/>
                      <a:pt x="701" y="4684"/>
                      <a:pt x="627" y="4610"/>
                    </a:cubicBezTo>
                    <a:cubicBezTo>
                      <a:pt x="547" y="4543"/>
                      <a:pt x="627" y="0"/>
                      <a:pt x="6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9"/>
              <p:cNvSpPr/>
              <p:nvPr/>
            </p:nvSpPr>
            <p:spPr>
              <a:xfrm>
                <a:off x="5328625" y="3274500"/>
                <a:ext cx="76150" cy="17600"/>
              </a:xfrm>
              <a:custGeom>
                <a:rect b="b" l="l" r="r" t="t"/>
                <a:pathLst>
                  <a:path extrusionOk="0" h="704" w="3046">
                    <a:moveTo>
                      <a:pt x="2549" y="0"/>
                    </a:moveTo>
                    <a:cubicBezTo>
                      <a:pt x="2470" y="0"/>
                      <a:pt x="2381" y="8"/>
                      <a:pt x="2281" y="27"/>
                    </a:cubicBezTo>
                    <a:cubicBezTo>
                      <a:pt x="1728" y="126"/>
                      <a:pt x="50" y="230"/>
                      <a:pt x="50" y="230"/>
                    </a:cubicBezTo>
                    <a:lnTo>
                      <a:pt x="1" y="679"/>
                    </a:lnTo>
                    <a:cubicBezTo>
                      <a:pt x="126" y="696"/>
                      <a:pt x="272" y="703"/>
                      <a:pt x="431" y="703"/>
                    </a:cubicBezTo>
                    <a:cubicBezTo>
                      <a:pt x="1414" y="703"/>
                      <a:pt x="2896" y="413"/>
                      <a:pt x="2970" y="292"/>
                    </a:cubicBezTo>
                    <a:cubicBezTo>
                      <a:pt x="3045" y="171"/>
                      <a:pt x="2906" y="0"/>
                      <a:pt x="25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9"/>
              <p:cNvSpPr/>
              <p:nvPr/>
            </p:nvSpPr>
            <p:spPr>
              <a:xfrm>
                <a:off x="5320500" y="3243725"/>
                <a:ext cx="34725" cy="10350"/>
              </a:xfrm>
              <a:custGeom>
                <a:rect b="b" l="l" r="r" t="t"/>
                <a:pathLst>
                  <a:path extrusionOk="0" h="414" w="1389">
                    <a:moveTo>
                      <a:pt x="1149" y="1"/>
                    </a:moveTo>
                    <a:cubicBezTo>
                      <a:pt x="1121" y="1"/>
                      <a:pt x="1091" y="4"/>
                      <a:pt x="1057" y="10"/>
                    </a:cubicBezTo>
                    <a:cubicBezTo>
                      <a:pt x="805" y="60"/>
                      <a:pt x="49" y="72"/>
                      <a:pt x="49" y="72"/>
                    </a:cubicBezTo>
                    <a:lnTo>
                      <a:pt x="0" y="379"/>
                    </a:lnTo>
                    <a:cubicBezTo>
                      <a:pt x="86" y="403"/>
                      <a:pt x="196" y="413"/>
                      <a:pt x="316" y="413"/>
                    </a:cubicBezTo>
                    <a:cubicBezTo>
                      <a:pt x="747" y="413"/>
                      <a:pt x="1308" y="284"/>
                      <a:pt x="1346" y="207"/>
                    </a:cubicBezTo>
                    <a:cubicBezTo>
                      <a:pt x="1389" y="127"/>
                      <a:pt x="1330" y="1"/>
                      <a:pt x="11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9"/>
              <p:cNvSpPr/>
              <p:nvPr/>
            </p:nvSpPr>
            <p:spPr>
              <a:xfrm>
                <a:off x="5316650" y="3228050"/>
                <a:ext cx="26925" cy="9525"/>
              </a:xfrm>
              <a:custGeom>
                <a:rect b="b" l="l" r="r" t="t"/>
                <a:pathLst>
                  <a:path extrusionOk="0" h="381" w="1077">
                    <a:moveTo>
                      <a:pt x="894" y="0"/>
                    </a:moveTo>
                    <a:cubicBezTo>
                      <a:pt x="871" y="0"/>
                      <a:pt x="846" y="3"/>
                      <a:pt x="818" y="10"/>
                    </a:cubicBezTo>
                    <a:cubicBezTo>
                      <a:pt x="627" y="60"/>
                      <a:pt x="37" y="78"/>
                      <a:pt x="37" y="78"/>
                    </a:cubicBezTo>
                    <a:lnTo>
                      <a:pt x="0" y="355"/>
                    </a:lnTo>
                    <a:cubicBezTo>
                      <a:pt x="60" y="373"/>
                      <a:pt x="135" y="381"/>
                      <a:pt x="217" y="381"/>
                    </a:cubicBezTo>
                    <a:cubicBezTo>
                      <a:pt x="552" y="381"/>
                      <a:pt x="1011" y="253"/>
                      <a:pt x="1045" y="189"/>
                    </a:cubicBezTo>
                    <a:cubicBezTo>
                      <a:pt x="1077" y="115"/>
                      <a:pt x="1032" y="0"/>
                      <a:pt x="8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9"/>
              <p:cNvSpPr/>
              <p:nvPr/>
            </p:nvSpPr>
            <p:spPr>
              <a:xfrm>
                <a:off x="5318500" y="3427625"/>
                <a:ext cx="25100" cy="8775"/>
              </a:xfrm>
              <a:custGeom>
                <a:rect b="b" l="l" r="r" t="t"/>
                <a:pathLst>
                  <a:path extrusionOk="0" h="351" w="1004">
                    <a:moveTo>
                      <a:pt x="834" y="0"/>
                    </a:moveTo>
                    <a:cubicBezTo>
                      <a:pt x="818" y="0"/>
                      <a:pt x="800" y="2"/>
                      <a:pt x="781" y="6"/>
                    </a:cubicBezTo>
                    <a:cubicBezTo>
                      <a:pt x="714" y="20"/>
                      <a:pt x="598" y="24"/>
                      <a:pt x="479" y="24"/>
                    </a:cubicBezTo>
                    <a:cubicBezTo>
                      <a:pt x="280" y="24"/>
                      <a:pt x="74" y="12"/>
                      <a:pt x="74" y="12"/>
                    </a:cubicBezTo>
                    <a:lnTo>
                      <a:pt x="0" y="295"/>
                    </a:lnTo>
                    <a:cubicBezTo>
                      <a:pt x="82" y="335"/>
                      <a:pt x="201" y="351"/>
                      <a:pt x="328" y="351"/>
                    </a:cubicBezTo>
                    <a:cubicBezTo>
                      <a:pt x="610" y="351"/>
                      <a:pt x="929" y="272"/>
                      <a:pt x="959" y="209"/>
                    </a:cubicBezTo>
                    <a:cubicBezTo>
                      <a:pt x="1003" y="132"/>
                      <a:pt x="973" y="0"/>
                      <a:pt x="8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9"/>
              <p:cNvSpPr/>
              <p:nvPr/>
            </p:nvSpPr>
            <p:spPr>
              <a:xfrm>
                <a:off x="5318650" y="3446250"/>
                <a:ext cx="24950" cy="8800"/>
              </a:xfrm>
              <a:custGeom>
                <a:rect b="b" l="l" r="r" t="t"/>
                <a:pathLst>
                  <a:path extrusionOk="0" h="352" w="998">
                    <a:moveTo>
                      <a:pt x="821" y="1"/>
                    </a:moveTo>
                    <a:cubicBezTo>
                      <a:pt x="806" y="1"/>
                      <a:pt x="791" y="2"/>
                      <a:pt x="775" y="5"/>
                    </a:cubicBezTo>
                    <a:cubicBezTo>
                      <a:pt x="708" y="18"/>
                      <a:pt x="592" y="23"/>
                      <a:pt x="473" y="23"/>
                    </a:cubicBezTo>
                    <a:cubicBezTo>
                      <a:pt x="274" y="23"/>
                      <a:pt x="68" y="11"/>
                      <a:pt x="68" y="11"/>
                    </a:cubicBezTo>
                    <a:lnTo>
                      <a:pt x="0" y="300"/>
                    </a:lnTo>
                    <a:cubicBezTo>
                      <a:pt x="78" y="337"/>
                      <a:pt x="193" y="352"/>
                      <a:pt x="315" y="352"/>
                    </a:cubicBezTo>
                    <a:cubicBezTo>
                      <a:pt x="597" y="352"/>
                      <a:pt x="923" y="274"/>
                      <a:pt x="953" y="214"/>
                    </a:cubicBezTo>
                    <a:cubicBezTo>
                      <a:pt x="998" y="135"/>
                      <a:pt x="966" y="1"/>
                      <a:pt x="8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9"/>
              <p:cNvSpPr/>
              <p:nvPr/>
            </p:nvSpPr>
            <p:spPr>
              <a:xfrm>
                <a:off x="5318650" y="3464950"/>
                <a:ext cx="24950" cy="8775"/>
              </a:xfrm>
              <a:custGeom>
                <a:rect b="b" l="l" r="r" t="t"/>
                <a:pathLst>
                  <a:path extrusionOk="0" h="351" w="998">
                    <a:moveTo>
                      <a:pt x="828" y="1"/>
                    </a:moveTo>
                    <a:cubicBezTo>
                      <a:pt x="812" y="1"/>
                      <a:pt x="794" y="3"/>
                      <a:pt x="775" y="7"/>
                    </a:cubicBezTo>
                    <a:cubicBezTo>
                      <a:pt x="706" y="18"/>
                      <a:pt x="586" y="22"/>
                      <a:pt x="464" y="22"/>
                    </a:cubicBezTo>
                    <a:cubicBezTo>
                      <a:pt x="268" y="22"/>
                      <a:pt x="68" y="13"/>
                      <a:pt x="68" y="13"/>
                    </a:cubicBezTo>
                    <a:lnTo>
                      <a:pt x="0" y="295"/>
                    </a:lnTo>
                    <a:cubicBezTo>
                      <a:pt x="79" y="335"/>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9"/>
              <p:cNvSpPr/>
              <p:nvPr/>
            </p:nvSpPr>
            <p:spPr>
              <a:xfrm>
                <a:off x="5318650" y="3483550"/>
                <a:ext cx="24950" cy="8750"/>
              </a:xfrm>
              <a:custGeom>
                <a:rect b="b" l="l" r="r" t="t"/>
                <a:pathLst>
                  <a:path extrusionOk="0" h="350" w="998">
                    <a:moveTo>
                      <a:pt x="828" y="1"/>
                    </a:moveTo>
                    <a:cubicBezTo>
                      <a:pt x="812" y="1"/>
                      <a:pt x="794" y="2"/>
                      <a:pt x="775" y="6"/>
                    </a:cubicBezTo>
                    <a:cubicBezTo>
                      <a:pt x="706" y="18"/>
                      <a:pt x="586" y="22"/>
                      <a:pt x="464" y="22"/>
                    </a:cubicBezTo>
                    <a:cubicBezTo>
                      <a:pt x="268" y="22"/>
                      <a:pt x="68" y="12"/>
                      <a:pt x="68" y="12"/>
                    </a:cubicBezTo>
                    <a:lnTo>
                      <a:pt x="0" y="295"/>
                    </a:lnTo>
                    <a:cubicBezTo>
                      <a:pt x="79" y="334"/>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9"/>
              <p:cNvSpPr/>
              <p:nvPr/>
            </p:nvSpPr>
            <p:spPr>
              <a:xfrm>
                <a:off x="5318650" y="3502150"/>
                <a:ext cx="24950" cy="8750"/>
              </a:xfrm>
              <a:custGeom>
                <a:rect b="b" l="l" r="r" t="t"/>
                <a:pathLst>
                  <a:path extrusionOk="0" h="350" w="998">
                    <a:moveTo>
                      <a:pt x="832" y="0"/>
                    </a:moveTo>
                    <a:cubicBezTo>
                      <a:pt x="817" y="0"/>
                      <a:pt x="800" y="2"/>
                      <a:pt x="781" y="6"/>
                    </a:cubicBezTo>
                    <a:cubicBezTo>
                      <a:pt x="712" y="20"/>
                      <a:pt x="594" y="24"/>
                      <a:pt x="474" y="24"/>
                    </a:cubicBezTo>
                    <a:cubicBezTo>
                      <a:pt x="274" y="24"/>
                      <a:pt x="68" y="12"/>
                      <a:pt x="68" y="12"/>
                    </a:cubicBezTo>
                    <a:lnTo>
                      <a:pt x="0" y="295"/>
                    </a:lnTo>
                    <a:cubicBezTo>
                      <a:pt x="79" y="334"/>
                      <a:pt x="194" y="350"/>
                      <a:pt x="317" y="350"/>
                    </a:cubicBezTo>
                    <a:cubicBezTo>
                      <a:pt x="599" y="350"/>
                      <a:pt x="925" y="269"/>
                      <a:pt x="959" y="209"/>
                    </a:cubicBezTo>
                    <a:cubicBezTo>
                      <a:pt x="998" y="132"/>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9"/>
              <p:cNvSpPr/>
              <p:nvPr/>
            </p:nvSpPr>
            <p:spPr>
              <a:xfrm>
                <a:off x="5318650" y="3520775"/>
                <a:ext cx="24975" cy="8800"/>
              </a:xfrm>
              <a:custGeom>
                <a:rect b="b" l="l" r="r" t="t"/>
                <a:pathLst>
                  <a:path extrusionOk="0" h="352" w="999">
                    <a:moveTo>
                      <a:pt x="825" y="1"/>
                    </a:moveTo>
                    <a:cubicBezTo>
                      <a:pt x="812" y="1"/>
                      <a:pt x="797" y="2"/>
                      <a:pt x="781" y="5"/>
                    </a:cubicBezTo>
                    <a:cubicBezTo>
                      <a:pt x="712" y="19"/>
                      <a:pt x="594" y="23"/>
                      <a:pt x="474" y="23"/>
                    </a:cubicBezTo>
                    <a:cubicBezTo>
                      <a:pt x="274" y="23"/>
                      <a:pt x="68" y="11"/>
                      <a:pt x="68" y="11"/>
                    </a:cubicBezTo>
                    <a:lnTo>
                      <a:pt x="0" y="300"/>
                    </a:lnTo>
                    <a:cubicBezTo>
                      <a:pt x="78" y="337"/>
                      <a:pt x="193" y="352"/>
                      <a:pt x="315" y="352"/>
                    </a:cubicBezTo>
                    <a:cubicBezTo>
                      <a:pt x="598" y="352"/>
                      <a:pt x="925" y="274"/>
                      <a:pt x="959" y="214"/>
                    </a:cubicBezTo>
                    <a:cubicBezTo>
                      <a:pt x="998" y="135"/>
                      <a:pt x="966" y="1"/>
                      <a:pt x="8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9"/>
              <p:cNvSpPr/>
              <p:nvPr/>
            </p:nvSpPr>
            <p:spPr>
              <a:xfrm>
                <a:off x="5318650" y="3539500"/>
                <a:ext cx="24950" cy="8750"/>
              </a:xfrm>
              <a:custGeom>
                <a:rect b="b" l="l" r="r" t="t"/>
                <a:pathLst>
                  <a:path extrusionOk="0" h="350" w="998">
                    <a:moveTo>
                      <a:pt x="832" y="0"/>
                    </a:moveTo>
                    <a:cubicBezTo>
                      <a:pt x="817" y="0"/>
                      <a:pt x="800" y="2"/>
                      <a:pt x="781" y="6"/>
                    </a:cubicBezTo>
                    <a:cubicBezTo>
                      <a:pt x="710" y="18"/>
                      <a:pt x="588" y="21"/>
                      <a:pt x="465" y="21"/>
                    </a:cubicBezTo>
                    <a:cubicBezTo>
                      <a:pt x="268" y="21"/>
                      <a:pt x="68" y="12"/>
                      <a:pt x="68" y="12"/>
                    </a:cubicBezTo>
                    <a:lnTo>
                      <a:pt x="0" y="295"/>
                    </a:lnTo>
                    <a:cubicBezTo>
                      <a:pt x="79" y="334"/>
                      <a:pt x="194" y="349"/>
                      <a:pt x="317" y="349"/>
                    </a:cubicBezTo>
                    <a:cubicBezTo>
                      <a:pt x="599" y="349"/>
                      <a:pt x="925" y="268"/>
                      <a:pt x="959" y="209"/>
                    </a:cubicBezTo>
                    <a:cubicBezTo>
                      <a:pt x="998" y="131"/>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9"/>
              <p:cNvSpPr/>
              <p:nvPr/>
            </p:nvSpPr>
            <p:spPr>
              <a:xfrm>
                <a:off x="5318650" y="3558125"/>
                <a:ext cx="24975" cy="8700"/>
              </a:xfrm>
              <a:custGeom>
                <a:rect b="b" l="l" r="r" t="t"/>
                <a:pathLst>
                  <a:path extrusionOk="0" h="348" w="999">
                    <a:moveTo>
                      <a:pt x="827" y="0"/>
                    </a:moveTo>
                    <a:cubicBezTo>
                      <a:pt x="813" y="0"/>
                      <a:pt x="797" y="2"/>
                      <a:pt x="781" y="4"/>
                    </a:cubicBezTo>
                    <a:cubicBezTo>
                      <a:pt x="710" y="16"/>
                      <a:pt x="588" y="20"/>
                      <a:pt x="465" y="20"/>
                    </a:cubicBezTo>
                    <a:cubicBezTo>
                      <a:pt x="268" y="20"/>
                      <a:pt x="68" y="11"/>
                      <a:pt x="68" y="11"/>
                    </a:cubicBezTo>
                    <a:lnTo>
                      <a:pt x="0" y="293"/>
                    </a:lnTo>
                    <a:cubicBezTo>
                      <a:pt x="79" y="333"/>
                      <a:pt x="194" y="348"/>
                      <a:pt x="317" y="348"/>
                    </a:cubicBezTo>
                    <a:cubicBezTo>
                      <a:pt x="599" y="348"/>
                      <a:pt x="925" y="267"/>
                      <a:pt x="959" y="207"/>
                    </a:cubicBezTo>
                    <a:cubicBezTo>
                      <a:pt x="998" y="129"/>
                      <a:pt x="966" y="0"/>
                      <a:pt x="8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9"/>
              <p:cNvSpPr/>
              <p:nvPr/>
            </p:nvSpPr>
            <p:spPr>
              <a:xfrm>
                <a:off x="5318650" y="3576725"/>
                <a:ext cx="24975" cy="8800"/>
              </a:xfrm>
              <a:custGeom>
                <a:rect b="b" l="l" r="r" t="t"/>
                <a:pathLst>
                  <a:path extrusionOk="0" h="352" w="999">
                    <a:moveTo>
                      <a:pt x="825" y="0"/>
                    </a:moveTo>
                    <a:cubicBezTo>
                      <a:pt x="812" y="0"/>
                      <a:pt x="797" y="1"/>
                      <a:pt x="781" y="4"/>
                    </a:cubicBezTo>
                    <a:cubicBezTo>
                      <a:pt x="710" y="16"/>
                      <a:pt x="589" y="20"/>
                      <a:pt x="467" y="20"/>
                    </a:cubicBezTo>
                    <a:cubicBezTo>
                      <a:pt x="272" y="20"/>
                      <a:pt x="74" y="10"/>
                      <a:pt x="74" y="10"/>
                    </a:cubicBezTo>
                    <a:lnTo>
                      <a:pt x="0" y="299"/>
                    </a:lnTo>
                    <a:cubicBezTo>
                      <a:pt x="78" y="336"/>
                      <a:pt x="193" y="351"/>
                      <a:pt x="316" y="351"/>
                    </a:cubicBezTo>
                    <a:cubicBezTo>
                      <a:pt x="600" y="351"/>
                      <a:pt x="929" y="273"/>
                      <a:pt x="959" y="213"/>
                    </a:cubicBezTo>
                    <a:cubicBezTo>
                      <a:pt x="998" y="135"/>
                      <a:pt x="966" y="0"/>
                      <a:pt x="8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9"/>
              <p:cNvSpPr/>
              <p:nvPr/>
            </p:nvSpPr>
            <p:spPr>
              <a:xfrm>
                <a:off x="5327250" y="3291300"/>
                <a:ext cx="87575" cy="17825"/>
              </a:xfrm>
              <a:custGeom>
                <a:rect b="b" l="l" r="r" t="t"/>
                <a:pathLst>
                  <a:path extrusionOk="0" h="713" w="3503">
                    <a:moveTo>
                      <a:pt x="3184" y="0"/>
                    </a:moveTo>
                    <a:cubicBezTo>
                      <a:pt x="3141" y="0"/>
                      <a:pt x="3093" y="6"/>
                      <a:pt x="3037" y="19"/>
                    </a:cubicBezTo>
                    <a:cubicBezTo>
                      <a:pt x="2158" y="222"/>
                      <a:pt x="56" y="302"/>
                      <a:pt x="56" y="302"/>
                    </a:cubicBezTo>
                    <a:lnTo>
                      <a:pt x="1" y="689"/>
                    </a:lnTo>
                    <a:cubicBezTo>
                      <a:pt x="95" y="705"/>
                      <a:pt x="266" y="712"/>
                      <a:pt x="482" y="712"/>
                    </a:cubicBezTo>
                    <a:cubicBezTo>
                      <a:pt x="1349" y="712"/>
                      <a:pt x="2938" y="597"/>
                      <a:pt x="3185" y="474"/>
                    </a:cubicBezTo>
                    <a:cubicBezTo>
                      <a:pt x="3456" y="333"/>
                      <a:pt x="3502" y="0"/>
                      <a:pt x="31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9"/>
              <p:cNvSpPr/>
              <p:nvPr/>
            </p:nvSpPr>
            <p:spPr>
              <a:xfrm>
                <a:off x="5326625" y="3341450"/>
                <a:ext cx="90125" cy="14725"/>
              </a:xfrm>
              <a:custGeom>
                <a:rect b="b" l="l" r="r" t="t"/>
                <a:pathLst>
                  <a:path extrusionOk="0" h="589" w="3605">
                    <a:moveTo>
                      <a:pt x="3241" y="1"/>
                    </a:moveTo>
                    <a:cubicBezTo>
                      <a:pt x="3207" y="1"/>
                      <a:pt x="3170" y="4"/>
                      <a:pt x="3130" y="11"/>
                    </a:cubicBezTo>
                    <a:cubicBezTo>
                      <a:pt x="2735" y="72"/>
                      <a:pt x="2111" y="89"/>
                      <a:pt x="1531" y="89"/>
                    </a:cubicBezTo>
                    <a:cubicBezTo>
                      <a:pt x="775" y="89"/>
                      <a:pt x="93" y="60"/>
                      <a:pt x="93" y="60"/>
                    </a:cubicBezTo>
                    <a:lnTo>
                      <a:pt x="1" y="472"/>
                    </a:lnTo>
                    <a:cubicBezTo>
                      <a:pt x="272" y="542"/>
                      <a:pt x="1188" y="588"/>
                      <a:pt x="1981" y="588"/>
                    </a:cubicBezTo>
                    <a:cubicBezTo>
                      <a:pt x="2572" y="588"/>
                      <a:pt x="3095" y="563"/>
                      <a:pt x="3234" y="502"/>
                    </a:cubicBezTo>
                    <a:cubicBezTo>
                      <a:pt x="3533" y="373"/>
                      <a:pt x="3604" y="1"/>
                      <a:pt x="32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9"/>
              <p:cNvSpPr/>
              <p:nvPr/>
            </p:nvSpPr>
            <p:spPr>
              <a:xfrm>
                <a:off x="5324325" y="3314650"/>
                <a:ext cx="96775" cy="20050"/>
              </a:xfrm>
              <a:custGeom>
                <a:rect b="b" l="l" r="r" t="t"/>
                <a:pathLst>
                  <a:path extrusionOk="0" h="802" w="3871">
                    <a:moveTo>
                      <a:pt x="3481" y="0"/>
                    </a:moveTo>
                    <a:cubicBezTo>
                      <a:pt x="3439" y="0"/>
                      <a:pt x="3394" y="6"/>
                      <a:pt x="3345" y="19"/>
                    </a:cubicBezTo>
                    <a:cubicBezTo>
                      <a:pt x="2482" y="263"/>
                      <a:pt x="1085" y="293"/>
                      <a:pt x="432" y="293"/>
                    </a:cubicBezTo>
                    <a:cubicBezTo>
                      <a:pt x="210" y="293"/>
                      <a:pt x="75" y="290"/>
                      <a:pt x="75" y="290"/>
                    </a:cubicBezTo>
                    <a:lnTo>
                      <a:pt x="1" y="769"/>
                    </a:lnTo>
                    <a:cubicBezTo>
                      <a:pt x="111" y="792"/>
                      <a:pt x="330" y="802"/>
                      <a:pt x="607" y="802"/>
                    </a:cubicBezTo>
                    <a:cubicBezTo>
                      <a:pt x="1547" y="802"/>
                      <a:pt x="3160" y="683"/>
                      <a:pt x="3492" y="517"/>
                    </a:cubicBezTo>
                    <a:cubicBezTo>
                      <a:pt x="3871" y="328"/>
                      <a:pt x="3788" y="0"/>
                      <a:pt x="34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9"/>
              <p:cNvSpPr/>
              <p:nvPr/>
            </p:nvSpPr>
            <p:spPr>
              <a:xfrm>
                <a:off x="5323400" y="3364600"/>
                <a:ext cx="90150" cy="14750"/>
              </a:xfrm>
              <a:custGeom>
                <a:rect b="b" l="l" r="r" t="t"/>
                <a:pathLst>
                  <a:path extrusionOk="0" h="590" w="3606">
                    <a:moveTo>
                      <a:pt x="112" y="1"/>
                    </a:moveTo>
                    <a:lnTo>
                      <a:pt x="1" y="419"/>
                    </a:lnTo>
                    <a:cubicBezTo>
                      <a:pt x="294" y="508"/>
                      <a:pt x="1436" y="590"/>
                      <a:pt x="2292" y="590"/>
                    </a:cubicBezTo>
                    <a:cubicBezTo>
                      <a:pt x="2728" y="590"/>
                      <a:pt x="3089" y="569"/>
                      <a:pt x="3228" y="517"/>
                    </a:cubicBezTo>
                    <a:cubicBezTo>
                      <a:pt x="3606" y="376"/>
                      <a:pt x="3533" y="54"/>
                      <a:pt x="3220" y="54"/>
                    </a:cubicBezTo>
                    <a:cubicBezTo>
                      <a:pt x="3192" y="54"/>
                      <a:pt x="3162" y="56"/>
                      <a:pt x="3130" y="62"/>
                    </a:cubicBezTo>
                    <a:cubicBezTo>
                      <a:pt x="2835" y="112"/>
                      <a:pt x="2476" y="131"/>
                      <a:pt x="2110" y="131"/>
                    </a:cubicBezTo>
                    <a:cubicBezTo>
                      <a:pt x="1136" y="131"/>
                      <a:pt x="112"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9"/>
              <p:cNvSpPr/>
              <p:nvPr/>
            </p:nvSpPr>
            <p:spPr>
              <a:xfrm>
                <a:off x="5319875" y="3384575"/>
                <a:ext cx="92900" cy="16425"/>
              </a:xfrm>
              <a:custGeom>
                <a:rect b="b" l="l" r="r" t="t"/>
                <a:pathLst>
                  <a:path extrusionOk="0" h="657" w="3716">
                    <a:moveTo>
                      <a:pt x="117" y="1"/>
                    </a:moveTo>
                    <a:lnTo>
                      <a:pt x="1" y="363"/>
                    </a:lnTo>
                    <a:cubicBezTo>
                      <a:pt x="368" y="479"/>
                      <a:pt x="2069" y="656"/>
                      <a:pt x="2907" y="656"/>
                    </a:cubicBezTo>
                    <a:cubicBezTo>
                      <a:pt x="3093" y="656"/>
                      <a:pt x="3237" y="648"/>
                      <a:pt x="3314" y="628"/>
                    </a:cubicBezTo>
                    <a:cubicBezTo>
                      <a:pt x="3716" y="523"/>
                      <a:pt x="3632" y="219"/>
                      <a:pt x="3282" y="219"/>
                    </a:cubicBezTo>
                    <a:cubicBezTo>
                      <a:pt x="3262" y="219"/>
                      <a:pt x="3242" y="220"/>
                      <a:pt x="3221" y="222"/>
                    </a:cubicBezTo>
                    <a:cubicBezTo>
                      <a:pt x="3067" y="236"/>
                      <a:pt x="2896" y="243"/>
                      <a:pt x="2715" y="243"/>
                    </a:cubicBezTo>
                    <a:cubicBezTo>
                      <a:pt x="1592" y="243"/>
                      <a:pt x="117"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9"/>
              <p:cNvSpPr/>
              <p:nvPr/>
            </p:nvSpPr>
            <p:spPr>
              <a:xfrm>
                <a:off x="5342925" y="3408850"/>
                <a:ext cx="66450" cy="13425"/>
              </a:xfrm>
              <a:custGeom>
                <a:rect b="b" l="l" r="r" t="t"/>
                <a:pathLst>
                  <a:path extrusionOk="0" h="537" w="2658">
                    <a:moveTo>
                      <a:pt x="99" y="1"/>
                    </a:moveTo>
                    <a:lnTo>
                      <a:pt x="1" y="351"/>
                    </a:lnTo>
                    <a:cubicBezTo>
                      <a:pt x="236" y="437"/>
                      <a:pt x="1239" y="536"/>
                      <a:pt x="1875" y="536"/>
                    </a:cubicBezTo>
                    <a:cubicBezTo>
                      <a:pt x="2104" y="536"/>
                      <a:pt x="2286" y="523"/>
                      <a:pt x="2367" y="493"/>
                    </a:cubicBezTo>
                    <a:cubicBezTo>
                      <a:pt x="2658" y="384"/>
                      <a:pt x="2610" y="112"/>
                      <a:pt x="2376" y="112"/>
                    </a:cubicBezTo>
                    <a:cubicBezTo>
                      <a:pt x="2358" y="112"/>
                      <a:pt x="2338" y="114"/>
                      <a:pt x="2318" y="118"/>
                    </a:cubicBezTo>
                    <a:cubicBezTo>
                      <a:pt x="2150" y="144"/>
                      <a:pt x="1957" y="155"/>
                      <a:pt x="1755" y="155"/>
                    </a:cubicBezTo>
                    <a:cubicBezTo>
                      <a:pt x="986" y="155"/>
                      <a:pt x="99" y="1"/>
                      <a:pt x="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9"/>
              <p:cNvSpPr/>
              <p:nvPr/>
            </p:nvSpPr>
            <p:spPr>
              <a:xfrm>
                <a:off x="5355975" y="3429900"/>
                <a:ext cx="49225" cy="11475"/>
              </a:xfrm>
              <a:custGeom>
                <a:rect b="b" l="l" r="r" t="t"/>
                <a:pathLst>
                  <a:path extrusionOk="0" h="459" w="1969">
                    <a:moveTo>
                      <a:pt x="81" y="1"/>
                    </a:moveTo>
                    <a:lnTo>
                      <a:pt x="1" y="333"/>
                    </a:lnTo>
                    <a:cubicBezTo>
                      <a:pt x="153" y="401"/>
                      <a:pt x="750" y="458"/>
                      <a:pt x="1214" y="458"/>
                    </a:cubicBezTo>
                    <a:cubicBezTo>
                      <a:pt x="1465" y="458"/>
                      <a:pt x="1677" y="441"/>
                      <a:pt x="1759" y="401"/>
                    </a:cubicBezTo>
                    <a:cubicBezTo>
                      <a:pt x="1969" y="287"/>
                      <a:pt x="1948" y="32"/>
                      <a:pt x="1775" y="32"/>
                    </a:cubicBezTo>
                    <a:cubicBezTo>
                      <a:pt x="1760" y="32"/>
                      <a:pt x="1745" y="34"/>
                      <a:pt x="1728" y="38"/>
                    </a:cubicBezTo>
                    <a:cubicBezTo>
                      <a:pt x="1555" y="82"/>
                      <a:pt x="1345" y="98"/>
                      <a:pt x="1135" y="98"/>
                    </a:cubicBezTo>
                    <a:cubicBezTo>
                      <a:pt x="612" y="9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9"/>
              <p:cNvSpPr/>
              <p:nvPr/>
            </p:nvSpPr>
            <p:spPr>
              <a:xfrm>
                <a:off x="5316350" y="3223375"/>
                <a:ext cx="15700" cy="51050"/>
              </a:xfrm>
              <a:custGeom>
                <a:rect b="b" l="l" r="r" t="t"/>
                <a:pathLst>
                  <a:path extrusionOk="0" h="2042" w="628">
                    <a:moveTo>
                      <a:pt x="400" y="1"/>
                    </a:moveTo>
                    <a:cubicBezTo>
                      <a:pt x="301" y="62"/>
                      <a:pt x="0" y="99"/>
                      <a:pt x="0" y="99"/>
                    </a:cubicBezTo>
                    <a:lnTo>
                      <a:pt x="0" y="2017"/>
                    </a:lnTo>
                    <a:cubicBezTo>
                      <a:pt x="31" y="2035"/>
                      <a:pt x="91" y="2042"/>
                      <a:pt x="162" y="2042"/>
                    </a:cubicBezTo>
                    <a:cubicBezTo>
                      <a:pt x="354" y="2042"/>
                      <a:pt x="627" y="1992"/>
                      <a:pt x="627" y="1992"/>
                    </a:cubicBezTo>
                    <a:cubicBezTo>
                      <a:pt x="627" y="1187"/>
                      <a:pt x="400" y="1"/>
                      <a:pt x="4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9"/>
              <p:cNvSpPr/>
              <p:nvPr/>
            </p:nvSpPr>
            <p:spPr>
              <a:xfrm>
                <a:off x="5418525" y="3253825"/>
                <a:ext cx="48900" cy="26900"/>
              </a:xfrm>
              <a:custGeom>
                <a:rect b="b" l="l" r="r" t="t"/>
                <a:pathLst>
                  <a:path extrusionOk="0" h="1076" w="1956">
                    <a:moveTo>
                      <a:pt x="912" y="0"/>
                    </a:moveTo>
                    <a:cubicBezTo>
                      <a:pt x="841" y="0"/>
                      <a:pt x="771" y="8"/>
                      <a:pt x="701" y="24"/>
                    </a:cubicBezTo>
                    <a:cubicBezTo>
                      <a:pt x="314" y="110"/>
                      <a:pt x="31" y="442"/>
                      <a:pt x="1" y="836"/>
                    </a:cubicBezTo>
                    <a:cubicBezTo>
                      <a:pt x="1" y="940"/>
                      <a:pt x="38" y="1069"/>
                      <a:pt x="136" y="1075"/>
                    </a:cubicBezTo>
                    <a:cubicBezTo>
                      <a:pt x="140" y="1076"/>
                      <a:pt x="143" y="1076"/>
                      <a:pt x="147" y="1076"/>
                    </a:cubicBezTo>
                    <a:cubicBezTo>
                      <a:pt x="215" y="1076"/>
                      <a:pt x="268" y="1024"/>
                      <a:pt x="314" y="977"/>
                    </a:cubicBezTo>
                    <a:cubicBezTo>
                      <a:pt x="573" y="732"/>
                      <a:pt x="908" y="606"/>
                      <a:pt x="1245" y="606"/>
                    </a:cubicBezTo>
                    <a:cubicBezTo>
                      <a:pt x="1491" y="606"/>
                      <a:pt x="1737" y="674"/>
                      <a:pt x="1955" y="811"/>
                    </a:cubicBezTo>
                    <a:cubicBezTo>
                      <a:pt x="1943" y="639"/>
                      <a:pt x="1863" y="479"/>
                      <a:pt x="1734" y="362"/>
                    </a:cubicBezTo>
                    <a:cubicBezTo>
                      <a:pt x="1515" y="143"/>
                      <a:pt x="1214" y="0"/>
                      <a:pt x="9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9"/>
              <p:cNvSpPr/>
              <p:nvPr/>
            </p:nvSpPr>
            <p:spPr>
              <a:xfrm>
                <a:off x="5327100" y="3247925"/>
                <a:ext cx="96375" cy="29275"/>
              </a:xfrm>
              <a:custGeom>
                <a:rect b="b" l="l" r="r" t="t"/>
                <a:pathLst>
                  <a:path extrusionOk="0" h="1171" w="3855">
                    <a:moveTo>
                      <a:pt x="3414" y="1"/>
                    </a:moveTo>
                    <a:cubicBezTo>
                      <a:pt x="2952" y="1"/>
                      <a:pt x="2186" y="296"/>
                      <a:pt x="1420" y="408"/>
                    </a:cubicBezTo>
                    <a:cubicBezTo>
                      <a:pt x="1184" y="441"/>
                      <a:pt x="980" y="453"/>
                      <a:pt x="808" y="453"/>
                    </a:cubicBezTo>
                    <a:cubicBezTo>
                      <a:pt x="299" y="453"/>
                      <a:pt x="62" y="346"/>
                      <a:pt x="62" y="346"/>
                    </a:cubicBezTo>
                    <a:lnTo>
                      <a:pt x="0" y="1170"/>
                    </a:lnTo>
                    <a:cubicBezTo>
                      <a:pt x="1125" y="1121"/>
                      <a:pt x="2447" y="728"/>
                      <a:pt x="3074" y="611"/>
                    </a:cubicBezTo>
                    <a:cubicBezTo>
                      <a:pt x="3701" y="500"/>
                      <a:pt x="3854" y="131"/>
                      <a:pt x="3664" y="45"/>
                    </a:cubicBezTo>
                    <a:cubicBezTo>
                      <a:pt x="3596" y="14"/>
                      <a:pt x="3512" y="1"/>
                      <a:pt x="341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9"/>
              <p:cNvSpPr/>
              <p:nvPr/>
            </p:nvSpPr>
            <p:spPr>
              <a:xfrm>
                <a:off x="5316350" y="3408850"/>
                <a:ext cx="12925" cy="181050"/>
              </a:xfrm>
              <a:custGeom>
                <a:rect b="b" l="l" r="r" t="t"/>
                <a:pathLst>
                  <a:path extrusionOk="0" h="7242" w="517">
                    <a:moveTo>
                      <a:pt x="516" y="345"/>
                    </a:moveTo>
                    <a:cubicBezTo>
                      <a:pt x="516" y="345"/>
                      <a:pt x="516" y="345"/>
                      <a:pt x="516" y="345"/>
                    </a:cubicBezTo>
                    <a:lnTo>
                      <a:pt x="516" y="345"/>
                    </a:lnTo>
                    <a:cubicBezTo>
                      <a:pt x="516" y="345"/>
                      <a:pt x="516" y="345"/>
                      <a:pt x="516" y="345"/>
                    </a:cubicBezTo>
                    <a:close/>
                    <a:moveTo>
                      <a:pt x="0" y="1"/>
                    </a:moveTo>
                    <a:lnTo>
                      <a:pt x="0" y="7242"/>
                    </a:lnTo>
                    <a:cubicBezTo>
                      <a:pt x="0" y="7242"/>
                      <a:pt x="323" y="7106"/>
                      <a:pt x="496" y="7106"/>
                    </a:cubicBezTo>
                    <a:cubicBezTo>
                      <a:pt x="503" y="7106"/>
                      <a:pt x="510" y="7106"/>
                      <a:pt x="516" y="7106"/>
                    </a:cubicBezTo>
                    <a:cubicBezTo>
                      <a:pt x="516" y="7106"/>
                      <a:pt x="467" y="985"/>
                      <a:pt x="516" y="345"/>
                    </a:cubicBezTo>
                    <a:lnTo>
                      <a:pt x="516" y="345"/>
                    </a:lnTo>
                    <a:cubicBezTo>
                      <a:pt x="516" y="345"/>
                      <a:pt x="516" y="345"/>
                      <a:pt x="516" y="345"/>
                    </a:cubicBezTo>
                    <a:cubicBezTo>
                      <a:pt x="513" y="345"/>
                      <a:pt x="311" y="1"/>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9"/>
              <p:cNvSpPr/>
              <p:nvPr/>
            </p:nvSpPr>
            <p:spPr>
              <a:xfrm>
                <a:off x="5253800" y="3060800"/>
                <a:ext cx="126025" cy="150325"/>
              </a:xfrm>
              <a:custGeom>
                <a:rect b="b" l="l" r="r" t="t"/>
                <a:pathLst>
                  <a:path extrusionOk="0" h="6013" w="5041">
                    <a:moveTo>
                      <a:pt x="1426" y="2085"/>
                    </a:moveTo>
                    <a:cubicBezTo>
                      <a:pt x="1521" y="2085"/>
                      <a:pt x="1616" y="2099"/>
                      <a:pt x="1703" y="2127"/>
                    </a:cubicBezTo>
                    <a:cubicBezTo>
                      <a:pt x="1949" y="2213"/>
                      <a:pt x="2152" y="2392"/>
                      <a:pt x="2281" y="2625"/>
                    </a:cubicBezTo>
                    <a:cubicBezTo>
                      <a:pt x="2355" y="2760"/>
                      <a:pt x="2398" y="2914"/>
                      <a:pt x="2342" y="3055"/>
                    </a:cubicBezTo>
                    <a:cubicBezTo>
                      <a:pt x="2275" y="3215"/>
                      <a:pt x="2090" y="3314"/>
                      <a:pt x="1906" y="3387"/>
                    </a:cubicBezTo>
                    <a:cubicBezTo>
                      <a:pt x="1752" y="3461"/>
                      <a:pt x="1586" y="3504"/>
                      <a:pt x="1414" y="3523"/>
                    </a:cubicBezTo>
                    <a:cubicBezTo>
                      <a:pt x="1388" y="3525"/>
                      <a:pt x="1363" y="3527"/>
                      <a:pt x="1337" y="3527"/>
                    </a:cubicBezTo>
                    <a:cubicBezTo>
                      <a:pt x="1191" y="3527"/>
                      <a:pt x="1050" y="3482"/>
                      <a:pt x="935" y="3394"/>
                    </a:cubicBezTo>
                    <a:cubicBezTo>
                      <a:pt x="775" y="3258"/>
                      <a:pt x="744" y="3049"/>
                      <a:pt x="744" y="2859"/>
                    </a:cubicBezTo>
                    <a:cubicBezTo>
                      <a:pt x="744" y="2650"/>
                      <a:pt x="763" y="2422"/>
                      <a:pt x="922" y="2263"/>
                    </a:cubicBezTo>
                    <a:cubicBezTo>
                      <a:pt x="1046" y="2143"/>
                      <a:pt x="1235" y="2085"/>
                      <a:pt x="1426" y="2085"/>
                    </a:cubicBezTo>
                    <a:close/>
                    <a:moveTo>
                      <a:pt x="3664" y="2085"/>
                    </a:moveTo>
                    <a:cubicBezTo>
                      <a:pt x="3854" y="2085"/>
                      <a:pt x="4042" y="2143"/>
                      <a:pt x="4162" y="2263"/>
                    </a:cubicBezTo>
                    <a:cubicBezTo>
                      <a:pt x="4328" y="2422"/>
                      <a:pt x="4346" y="2650"/>
                      <a:pt x="4346" y="2859"/>
                    </a:cubicBezTo>
                    <a:cubicBezTo>
                      <a:pt x="4340" y="3049"/>
                      <a:pt x="4309" y="3258"/>
                      <a:pt x="4149" y="3394"/>
                    </a:cubicBezTo>
                    <a:lnTo>
                      <a:pt x="4156" y="3394"/>
                    </a:lnTo>
                    <a:cubicBezTo>
                      <a:pt x="4035" y="3482"/>
                      <a:pt x="3893" y="3527"/>
                      <a:pt x="3747" y="3527"/>
                    </a:cubicBezTo>
                    <a:cubicBezTo>
                      <a:pt x="3722" y="3527"/>
                      <a:pt x="3696" y="3525"/>
                      <a:pt x="3670" y="3523"/>
                    </a:cubicBezTo>
                    <a:cubicBezTo>
                      <a:pt x="3504" y="3504"/>
                      <a:pt x="3338" y="3461"/>
                      <a:pt x="3178" y="3387"/>
                    </a:cubicBezTo>
                    <a:cubicBezTo>
                      <a:pt x="3000" y="3314"/>
                      <a:pt x="2816" y="3215"/>
                      <a:pt x="2748" y="3055"/>
                    </a:cubicBezTo>
                    <a:cubicBezTo>
                      <a:pt x="2693" y="2914"/>
                      <a:pt x="2736" y="2760"/>
                      <a:pt x="2809" y="2625"/>
                    </a:cubicBezTo>
                    <a:cubicBezTo>
                      <a:pt x="2932" y="2392"/>
                      <a:pt x="3141" y="2213"/>
                      <a:pt x="3387" y="2127"/>
                    </a:cubicBezTo>
                    <a:cubicBezTo>
                      <a:pt x="3475" y="2099"/>
                      <a:pt x="3569" y="2085"/>
                      <a:pt x="3664" y="2085"/>
                    </a:cubicBezTo>
                    <a:close/>
                    <a:moveTo>
                      <a:pt x="2521" y="3406"/>
                    </a:moveTo>
                    <a:cubicBezTo>
                      <a:pt x="2668" y="3406"/>
                      <a:pt x="2920" y="3781"/>
                      <a:pt x="2951" y="3984"/>
                    </a:cubicBezTo>
                    <a:cubicBezTo>
                      <a:pt x="2982" y="4153"/>
                      <a:pt x="2948" y="4254"/>
                      <a:pt x="2840" y="4254"/>
                    </a:cubicBezTo>
                    <a:cubicBezTo>
                      <a:pt x="2818" y="4254"/>
                      <a:pt x="2794" y="4250"/>
                      <a:pt x="2766" y="4242"/>
                    </a:cubicBezTo>
                    <a:cubicBezTo>
                      <a:pt x="2600" y="4199"/>
                      <a:pt x="2613" y="3984"/>
                      <a:pt x="2521" y="3984"/>
                    </a:cubicBezTo>
                    <a:cubicBezTo>
                      <a:pt x="2435" y="3984"/>
                      <a:pt x="2447" y="4199"/>
                      <a:pt x="2281" y="4242"/>
                    </a:cubicBezTo>
                    <a:cubicBezTo>
                      <a:pt x="2253" y="4250"/>
                      <a:pt x="2229" y="4254"/>
                      <a:pt x="2208" y="4254"/>
                    </a:cubicBezTo>
                    <a:cubicBezTo>
                      <a:pt x="2099" y="4254"/>
                      <a:pt x="2066" y="4153"/>
                      <a:pt x="2096" y="3984"/>
                    </a:cubicBezTo>
                    <a:cubicBezTo>
                      <a:pt x="2127" y="3781"/>
                      <a:pt x="2373" y="3406"/>
                      <a:pt x="2521" y="3406"/>
                    </a:cubicBezTo>
                    <a:close/>
                    <a:moveTo>
                      <a:pt x="1099" y="4308"/>
                    </a:moveTo>
                    <a:cubicBezTo>
                      <a:pt x="1109" y="4308"/>
                      <a:pt x="1120" y="4312"/>
                      <a:pt x="1131" y="4322"/>
                    </a:cubicBezTo>
                    <a:cubicBezTo>
                      <a:pt x="1254" y="4432"/>
                      <a:pt x="1832" y="4690"/>
                      <a:pt x="2527" y="4690"/>
                    </a:cubicBezTo>
                    <a:cubicBezTo>
                      <a:pt x="3221" y="4690"/>
                      <a:pt x="3799" y="4432"/>
                      <a:pt x="3928" y="4322"/>
                    </a:cubicBezTo>
                    <a:cubicBezTo>
                      <a:pt x="3939" y="4312"/>
                      <a:pt x="3950" y="4308"/>
                      <a:pt x="3959" y="4308"/>
                    </a:cubicBezTo>
                    <a:cubicBezTo>
                      <a:pt x="4058" y="4308"/>
                      <a:pt x="4085" y="4759"/>
                      <a:pt x="3928" y="4955"/>
                    </a:cubicBezTo>
                    <a:cubicBezTo>
                      <a:pt x="3744" y="5164"/>
                      <a:pt x="3068" y="5643"/>
                      <a:pt x="2527" y="5643"/>
                    </a:cubicBezTo>
                    <a:cubicBezTo>
                      <a:pt x="1986" y="5643"/>
                      <a:pt x="1310" y="5170"/>
                      <a:pt x="1131" y="4955"/>
                    </a:cubicBezTo>
                    <a:cubicBezTo>
                      <a:pt x="969" y="4753"/>
                      <a:pt x="995" y="4308"/>
                      <a:pt x="1099" y="4308"/>
                    </a:cubicBezTo>
                    <a:close/>
                    <a:moveTo>
                      <a:pt x="2521" y="1"/>
                    </a:moveTo>
                    <a:cubicBezTo>
                      <a:pt x="50" y="1"/>
                      <a:pt x="0" y="984"/>
                      <a:pt x="185" y="2920"/>
                    </a:cubicBezTo>
                    <a:cubicBezTo>
                      <a:pt x="369" y="4863"/>
                      <a:pt x="1654" y="6012"/>
                      <a:pt x="2521" y="6012"/>
                    </a:cubicBezTo>
                    <a:cubicBezTo>
                      <a:pt x="3393" y="6012"/>
                      <a:pt x="4678" y="4863"/>
                      <a:pt x="4862" y="2920"/>
                    </a:cubicBezTo>
                    <a:cubicBezTo>
                      <a:pt x="5041" y="978"/>
                      <a:pt x="5004" y="1"/>
                      <a:pt x="25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9"/>
              <p:cNvSpPr/>
              <p:nvPr/>
            </p:nvSpPr>
            <p:spPr>
              <a:xfrm>
                <a:off x="5307425" y="3178825"/>
                <a:ext cx="8950" cy="10800"/>
              </a:xfrm>
              <a:custGeom>
                <a:rect b="b" l="l" r="r" t="t"/>
                <a:pathLst>
                  <a:path extrusionOk="0" h="432" w="358">
                    <a:moveTo>
                      <a:pt x="201" y="0"/>
                    </a:moveTo>
                    <a:cubicBezTo>
                      <a:pt x="156" y="0"/>
                      <a:pt x="111" y="11"/>
                      <a:pt x="93" y="37"/>
                    </a:cubicBezTo>
                    <a:cubicBezTo>
                      <a:pt x="50" y="99"/>
                      <a:pt x="1" y="283"/>
                      <a:pt x="50" y="351"/>
                    </a:cubicBezTo>
                    <a:cubicBezTo>
                      <a:pt x="88" y="401"/>
                      <a:pt x="175" y="432"/>
                      <a:pt x="240" y="432"/>
                    </a:cubicBezTo>
                    <a:cubicBezTo>
                      <a:pt x="270" y="432"/>
                      <a:pt x="295" y="425"/>
                      <a:pt x="308" y="412"/>
                    </a:cubicBezTo>
                    <a:cubicBezTo>
                      <a:pt x="357" y="375"/>
                      <a:pt x="339" y="86"/>
                      <a:pt x="326" y="43"/>
                    </a:cubicBezTo>
                    <a:cubicBezTo>
                      <a:pt x="323" y="19"/>
                      <a:pt x="261" y="0"/>
                      <a:pt x="2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9"/>
              <p:cNvSpPr/>
              <p:nvPr/>
            </p:nvSpPr>
            <p:spPr>
              <a:xfrm>
                <a:off x="5306500" y="3190200"/>
                <a:ext cx="9400" cy="10600"/>
              </a:xfrm>
              <a:custGeom>
                <a:rect b="b" l="l" r="r" t="t"/>
                <a:pathLst>
                  <a:path extrusionOk="0" h="424" w="376">
                    <a:moveTo>
                      <a:pt x="130" y="0"/>
                    </a:moveTo>
                    <a:cubicBezTo>
                      <a:pt x="102" y="0"/>
                      <a:pt x="80" y="5"/>
                      <a:pt x="68" y="19"/>
                    </a:cubicBezTo>
                    <a:cubicBezTo>
                      <a:pt x="25" y="68"/>
                      <a:pt x="1" y="338"/>
                      <a:pt x="38" y="363"/>
                    </a:cubicBezTo>
                    <a:cubicBezTo>
                      <a:pt x="65" y="381"/>
                      <a:pt x="191" y="423"/>
                      <a:pt x="272" y="423"/>
                    </a:cubicBezTo>
                    <a:cubicBezTo>
                      <a:pt x="300" y="423"/>
                      <a:pt x="322" y="418"/>
                      <a:pt x="333" y="406"/>
                    </a:cubicBezTo>
                    <a:cubicBezTo>
                      <a:pt x="376" y="357"/>
                      <a:pt x="351" y="86"/>
                      <a:pt x="333" y="62"/>
                    </a:cubicBezTo>
                    <a:cubicBezTo>
                      <a:pt x="315" y="39"/>
                      <a:pt x="204" y="0"/>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9"/>
              <p:cNvSpPr/>
              <p:nvPr/>
            </p:nvSpPr>
            <p:spPr>
              <a:xfrm>
                <a:off x="5301425" y="3178325"/>
                <a:ext cx="6325" cy="8975"/>
              </a:xfrm>
              <a:custGeom>
                <a:rect b="b" l="l" r="r" t="t"/>
                <a:pathLst>
                  <a:path extrusionOk="0" h="359" w="253">
                    <a:moveTo>
                      <a:pt x="134" y="0"/>
                    </a:moveTo>
                    <a:cubicBezTo>
                      <a:pt x="103" y="0"/>
                      <a:pt x="72" y="9"/>
                      <a:pt x="56" y="33"/>
                    </a:cubicBezTo>
                    <a:cubicBezTo>
                      <a:pt x="25" y="88"/>
                      <a:pt x="1" y="254"/>
                      <a:pt x="32" y="297"/>
                    </a:cubicBezTo>
                    <a:cubicBezTo>
                      <a:pt x="69" y="340"/>
                      <a:pt x="130" y="358"/>
                      <a:pt x="185" y="358"/>
                    </a:cubicBezTo>
                    <a:cubicBezTo>
                      <a:pt x="234" y="352"/>
                      <a:pt x="253" y="94"/>
                      <a:pt x="234" y="39"/>
                    </a:cubicBezTo>
                    <a:cubicBezTo>
                      <a:pt x="224" y="17"/>
                      <a:pt x="178"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9"/>
              <p:cNvSpPr/>
              <p:nvPr/>
            </p:nvSpPr>
            <p:spPr>
              <a:xfrm>
                <a:off x="5300350" y="3188425"/>
                <a:ext cx="6025" cy="8575"/>
              </a:xfrm>
              <a:custGeom>
                <a:rect b="b" l="l" r="r" t="t"/>
                <a:pathLst>
                  <a:path extrusionOk="0" h="343" w="241">
                    <a:moveTo>
                      <a:pt x="105" y="0"/>
                    </a:moveTo>
                    <a:cubicBezTo>
                      <a:pt x="79" y="0"/>
                      <a:pt x="53" y="7"/>
                      <a:pt x="32" y="22"/>
                    </a:cubicBezTo>
                    <a:cubicBezTo>
                      <a:pt x="1" y="53"/>
                      <a:pt x="1" y="219"/>
                      <a:pt x="13" y="262"/>
                    </a:cubicBezTo>
                    <a:cubicBezTo>
                      <a:pt x="47" y="312"/>
                      <a:pt x="106" y="342"/>
                      <a:pt x="168" y="342"/>
                    </a:cubicBezTo>
                    <a:cubicBezTo>
                      <a:pt x="174" y="342"/>
                      <a:pt x="180" y="342"/>
                      <a:pt x="185" y="342"/>
                    </a:cubicBezTo>
                    <a:cubicBezTo>
                      <a:pt x="234" y="323"/>
                      <a:pt x="241" y="108"/>
                      <a:pt x="210" y="46"/>
                    </a:cubicBezTo>
                    <a:cubicBezTo>
                      <a:pt x="184" y="17"/>
                      <a:pt x="144"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9"/>
              <p:cNvSpPr/>
              <p:nvPr/>
            </p:nvSpPr>
            <p:spPr>
              <a:xfrm>
                <a:off x="5295300" y="3177425"/>
                <a:ext cx="8000" cy="9100"/>
              </a:xfrm>
              <a:custGeom>
                <a:rect b="b" l="l" r="r" t="t"/>
                <a:pathLst>
                  <a:path extrusionOk="0" h="364" w="320">
                    <a:moveTo>
                      <a:pt x="86" y="1"/>
                    </a:moveTo>
                    <a:cubicBezTo>
                      <a:pt x="31" y="1"/>
                      <a:pt x="0" y="265"/>
                      <a:pt x="135" y="364"/>
                    </a:cubicBezTo>
                    <a:cubicBezTo>
                      <a:pt x="172" y="321"/>
                      <a:pt x="197" y="259"/>
                      <a:pt x="209" y="198"/>
                    </a:cubicBezTo>
                    <a:cubicBezTo>
                      <a:pt x="215" y="112"/>
                      <a:pt x="320" y="13"/>
                      <a:pt x="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9"/>
              <p:cNvSpPr/>
              <p:nvPr/>
            </p:nvSpPr>
            <p:spPr>
              <a:xfrm>
                <a:off x="5293600" y="3186050"/>
                <a:ext cx="5700" cy="7875"/>
              </a:xfrm>
              <a:custGeom>
                <a:rect b="b" l="l" r="r" t="t"/>
                <a:pathLst>
                  <a:path extrusionOk="0" h="315" w="228">
                    <a:moveTo>
                      <a:pt x="123" y="0"/>
                    </a:moveTo>
                    <a:cubicBezTo>
                      <a:pt x="43" y="37"/>
                      <a:pt x="0" y="135"/>
                      <a:pt x="19" y="221"/>
                    </a:cubicBezTo>
                    <a:cubicBezTo>
                      <a:pt x="23" y="277"/>
                      <a:pt x="97" y="315"/>
                      <a:pt x="142" y="315"/>
                    </a:cubicBezTo>
                    <a:cubicBezTo>
                      <a:pt x="156" y="315"/>
                      <a:pt x="168" y="311"/>
                      <a:pt x="173" y="301"/>
                    </a:cubicBezTo>
                    <a:cubicBezTo>
                      <a:pt x="228" y="185"/>
                      <a:pt x="123" y="0"/>
                      <a:pt x="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9"/>
              <p:cNvSpPr/>
              <p:nvPr/>
            </p:nvSpPr>
            <p:spPr>
              <a:xfrm>
                <a:off x="5290075" y="3174900"/>
                <a:ext cx="5850" cy="8700"/>
              </a:xfrm>
              <a:custGeom>
                <a:rect b="b" l="l" r="r" t="t"/>
                <a:pathLst>
                  <a:path extrusionOk="0" h="348" w="234">
                    <a:moveTo>
                      <a:pt x="64" y="1"/>
                    </a:moveTo>
                    <a:cubicBezTo>
                      <a:pt x="53" y="1"/>
                      <a:pt x="43" y="3"/>
                      <a:pt x="37" y="10"/>
                    </a:cubicBezTo>
                    <a:cubicBezTo>
                      <a:pt x="0" y="40"/>
                      <a:pt x="0" y="206"/>
                      <a:pt x="6" y="256"/>
                    </a:cubicBezTo>
                    <a:cubicBezTo>
                      <a:pt x="12" y="305"/>
                      <a:pt x="111" y="348"/>
                      <a:pt x="160" y="348"/>
                    </a:cubicBezTo>
                    <a:cubicBezTo>
                      <a:pt x="209" y="348"/>
                      <a:pt x="234" y="90"/>
                      <a:pt x="197" y="59"/>
                    </a:cubicBezTo>
                    <a:cubicBezTo>
                      <a:pt x="172" y="39"/>
                      <a:pt x="106" y="1"/>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9"/>
              <p:cNvSpPr/>
              <p:nvPr/>
            </p:nvSpPr>
            <p:spPr>
              <a:xfrm>
                <a:off x="5288675" y="3183800"/>
                <a:ext cx="5250" cy="6925"/>
              </a:xfrm>
              <a:custGeom>
                <a:rect b="b" l="l" r="r" t="t"/>
                <a:pathLst>
                  <a:path extrusionOk="0" h="277" w="210">
                    <a:moveTo>
                      <a:pt x="69" y="0"/>
                    </a:moveTo>
                    <a:cubicBezTo>
                      <a:pt x="61" y="0"/>
                      <a:pt x="55" y="1"/>
                      <a:pt x="50" y="4"/>
                    </a:cubicBezTo>
                    <a:cubicBezTo>
                      <a:pt x="13" y="59"/>
                      <a:pt x="1" y="127"/>
                      <a:pt x="13" y="188"/>
                    </a:cubicBezTo>
                    <a:cubicBezTo>
                      <a:pt x="24" y="227"/>
                      <a:pt x="90" y="276"/>
                      <a:pt x="130" y="276"/>
                    </a:cubicBezTo>
                    <a:cubicBezTo>
                      <a:pt x="135" y="276"/>
                      <a:pt x="139" y="276"/>
                      <a:pt x="142" y="275"/>
                    </a:cubicBezTo>
                    <a:cubicBezTo>
                      <a:pt x="179" y="262"/>
                      <a:pt x="210" y="90"/>
                      <a:pt x="204" y="59"/>
                    </a:cubicBezTo>
                    <a:cubicBezTo>
                      <a:pt x="193" y="39"/>
                      <a:pt x="112" y="0"/>
                      <a:pt x="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9"/>
              <p:cNvSpPr/>
              <p:nvPr/>
            </p:nvSpPr>
            <p:spPr>
              <a:xfrm>
                <a:off x="5285150" y="3173800"/>
                <a:ext cx="4025" cy="6800"/>
              </a:xfrm>
              <a:custGeom>
                <a:rect b="b" l="l" r="r" t="t"/>
                <a:pathLst>
                  <a:path extrusionOk="0" h="272" w="161">
                    <a:moveTo>
                      <a:pt x="78" y="1"/>
                    </a:moveTo>
                    <a:cubicBezTo>
                      <a:pt x="58" y="1"/>
                      <a:pt x="40" y="4"/>
                      <a:pt x="31" y="11"/>
                    </a:cubicBezTo>
                    <a:cubicBezTo>
                      <a:pt x="0" y="35"/>
                      <a:pt x="19" y="177"/>
                      <a:pt x="31" y="226"/>
                    </a:cubicBezTo>
                    <a:cubicBezTo>
                      <a:pt x="36" y="262"/>
                      <a:pt x="80" y="272"/>
                      <a:pt x="113" y="272"/>
                    </a:cubicBezTo>
                    <a:cubicBezTo>
                      <a:pt x="125" y="272"/>
                      <a:pt x="135" y="270"/>
                      <a:pt x="142" y="269"/>
                    </a:cubicBezTo>
                    <a:cubicBezTo>
                      <a:pt x="160" y="263"/>
                      <a:pt x="154" y="54"/>
                      <a:pt x="154" y="35"/>
                    </a:cubicBezTo>
                    <a:cubicBezTo>
                      <a:pt x="154" y="12"/>
                      <a:pt x="114" y="1"/>
                      <a:pt x="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9"/>
              <p:cNvSpPr/>
              <p:nvPr/>
            </p:nvSpPr>
            <p:spPr>
              <a:xfrm>
                <a:off x="5280850" y="3171125"/>
                <a:ext cx="3700" cy="7100"/>
              </a:xfrm>
              <a:custGeom>
                <a:rect b="b" l="l" r="r" t="t"/>
                <a:pathLst>
                  <a:path extrusionOk="0" h="284" w="148">
                    <a:moveTo>
                      <a:pt x="42" y="0"/>
                    </a:moveTo>
                    <a:cubicBezTo>
                      <a:pt x="41" y="0"/>
                      <a:pt x="39" y="1"/>
                      <a:pt x="37" y="1"/>
                    </a:cubicBezTo>
                    <a:cubicBezTo>
                      <a:pt x="6" y="7"/>
                      <a:pt x="0" y="155"/>
                      <a:pt x="13" y="198"/>
                    </a:cubicBezTo>
                    <a:cubicBezTo>
                      <a:pt x="31" y="234"/>
                      <a:pt x="68" y="271"/>
                      <a:pt x="111" y="284"/>
                    </a:cubicBezTo>
                    <a:cubicBezTo>
                      <a:pt x="112" y="284"/>
                      <a:pt x="112" y="284"/>
                      <a:pt x="113" y="284"/>
                    </a:cubicBezTo>
                    <a:cubicBezTo>
                      <a:pt x="148" y="284"/>
                      <a:pt x="148" y="117"/>
                      <a:pt x="142" y="87"/>
                    </a:cubicBezTo>
                    <a:cubicBezTo>
                      <a:pt x="136" y="58"/>
                      <a:pt x="80"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9"/>
              <p:cNvSpPr/>
              <p:nvPr/>
            </p:nvSpPr>
            <p:spPr>
              <a:xfrm>
                <a:off x="5283600" y="3180900"/>
                <a:ext cx="4950" cy="6250"/>
              </a:xfrm>
              <a:custGeom>
                <a:rect b="b" l="l" r="r" t="t"/>
                <a:pathLst>
                  <a:path extrusionOk="0" h="250" w="198">
                    <a:moveTo>
                      <a:pt x="42" y="0"/>
                    </a:moveTo>
                    <a:cubicBezTo>
                      <a:pt x="37" y="0"/>
                      <a:pt x="34" y="1"/>
                      <a:pt x="32" y="3"/>
                    </a:cubicBezTo>
                    <a:cubicBezTo>
                      <a:pt x="7" y="59"/>
                      <a:pt x="1" y="120"/>
                      <a:pt x="19" y="182"/>
                    </a:cubicBezTo>
                    <a:cubicBezTo>
                      <a:pt x="43" y="199"/>
                      <a:pt x="110" y="250"/>
                      <a:pt x="143" y="250"/>
                    </a:cubicBezTo>
                    <a:cubicBezTo>
                      <a:pt x="145" y="250"/>
                      <a:pt x="147" y="249"/>
                      <a:pt x="148" y="249"/>
                    </a:cubicBezTo>
                    <a:cubicBezTo>
                      <a:pt x="179" y="237"/>
                      <a:pt x="198" y="95"/>
                      <a:pt x="185" y="71"/>
                    </a:cubicBezTo>
                    <a:cubicBezTo>
                      <a:pt x="174" y="55"/>
                      <a:pt x="78"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9"/>
              <p:cNvSpPr/>
              <p:nvPr/>
            </p:nvSpPr>
            <p:spPr>
              <a:xfrm>
                <a:off x="5280525" y="3178150"/>
                <a:ext cx="2800" cy="5175"/>
              </a:xfrm>
              <a:custGeom>
                <a:rect b="b" l="l" r="r" t="t"/>
                <a:pathLst>
                  <a:path extrusionOk="0" h="207" w="112">
                    <a:moveTo>
                      <a:pt x="33" y="1"/>
                    </a:moveTo>
                    <a:cubicBezTo>
                      <a:pt x="30" y="1"/>
                      <a:pt x="28" y="1"/>
                      <a:pt x="26" y="3"/>
                    </a:cubicBezTo>
                    <a:cubicBezTo>
                      <a:pt x="7" y="9"/>
                      <a:pt x="1" y="169"/>
                      <a:pt x="87" y="205"/>
                    </a:cubicBezTo>
                    <a:cubicBezTo>
                      <a:pt x="88" y="206"/>
                      <a:pt x="89" y="206"/>
                      <a:pt x="90" y="206"/>
                    </a:cubicBezTo>
                    <a:cubicBezTo>
                      <a:pt x="111" y="206"/>
                      <a:pt x="105" y="81"/>
                      <a:pt x="105" y="58"/>
                    </a:cubicBezTo>
                    <a:cubicBezTo>
                      <a:pt x="105" y="42"/>
                      <a:pt x="57"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9"/>
              <p:cNvSpPr/>
              <p:nvPr/>
            </p:nvSpPr>
            <p:spPr>
              <a:xfrm>
                <a:off x="5317425" y="3178900"/>
                <a:ext cx="8925" cy="10650"/>
              </a:xfrm>
              <a:custGeom>
                <a:rect b="b" l="l" r="r" t="t"/>
                <a:pathLst>
                  <a:path extrusionOk="0" h="426" w="357">
                    <a:moveTo>
                      <a:pt x="165" y="1"/>
                    </a:moveTo>
                    <a:cubicBezTo>
                      <a:pt x="100" y="1"/>
                      <a:pt x="31" y="22"/>
                      <a:pt x="31" y="40"/>
                    </a:cubicBezTo>
                    <a:cubicBezTo>
                      <a:pt x="31" y="77"/>
                      <a:pt x="0" y="372"/>
                      <a:pt x="49" y="409"/>
                    </a:cubicBezTo>
                    <a:cubicBezTo>
                      <a:pt x="63" y="420"/>
                      <a:pt x="87" y="426"/>
                      <a:pt x="116" y="426"/>
                    </a:cubicBezTo>
                    <a:cubicBezTo>
                      <a:pt x="181" y="426"/>
                      <a:pt x="269" y="399"/>
                      <a:pt x="307" y="348"/>
                    </a:cubicBezTo>
                    <a:cubicBezTo>
                      <a:pt x="357" y="280"/>
                      <a:pt x="307" y="96"/>
                      <a:pt x="264" y="34"/>
                    </a:cubicBezTo>
                    <a:cubicBezTo>
                      <a:pt x="247" y="10"/>
                      <a:pt x="207" y="1"/>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9"/>
              <p:cNvSpPr/>
              <p:nvPr/>
            </p:nvSpPr>
            <p:spPr>
              <a:xfrm>
                <a:off x="5317875" y="3190175"/>
                <a:ext cx="9400" cy="10550"/>
              </a:xfrm>
              <a:custGeom>
                <a:rect b="b" l="l" r="r" t="t"/>
                <a:pathLst>
                  <a:path extrusionOk="0" h="422" w="376">
                    <a:moveTo>
                      <a:pt x="242" y="0"/>
                    </a:moveTo>
                    <a:cubicBezTo>
                      <a:pt x="168" y="0"/>
                      <a:pt x="61" y="36"/>
                      <a:pt x="44" y="63"/>
                    </a:cubicBezTo>
                    <a:cubicBezTo>
                      <a:pt x="25" y="87"/>
                      <a:pt x="1" y="358"/>
                      <a:pt x="44" y="407"/>
                    </a:cubicBezTo>
                    <a:cubicBezTo>
                      <a:pt x="54" y="417"/>
                      <a:pt x="75" y="422"/>
                      <a:pt x="102" y="422"/>
                    </a:cubicBezTo>
                    <a:cubicBezTo>
                      <a:pt x="182" y="422"/>
                      <a:pt x="311" y="382"/>
                      <a:pt x="339" y="364"/>
                    </a:cubicBezTo>
                    <a:cubicBezTo>
                      <a:pt x="376" y="339"/>
                      <a:pt x="351" y="69"/>
                      <a:pt x="308" y="20"/>
                    </a:cubicBezTo>
                    <a:cubicBezTo>
                      <a:pt x="296" y="6"/>
                      <a:pt x="271" y="0"/>
                      <a:pt x="2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9"/>
              <p:cNvSpPr/>
              <p:nvPr/>
            </p:nvSpPr>
            <p:spPr>
              <a:xfrm>
                <a:off x="5326025" y="3178325"/>
                <a:ext cx="6325" cy="9000"/>
              </a:xfrm>
              <a:custGeom>
                <a:rect b="b" l="l" r="r" t="t"/>
                <a:pathLst>
                  <a:path extrusionOk="0" h="360" w="253">
                    <a:moveTo>
                      <a:pt x="119" y="0"/>
                    </a:moveTo>
                    <a:cubicBezTo>
                      <a:pt x="75" y="0"/>
                      <a:pt x="29" y="17"/>
                      <a:pt x="19" y="39"/>
                    </a:cubicBezTo>
                    <a:cubicBezTo>
                      <a:pt x="0" y="94"/>
                      <a:pt x="19" y="346"/>
                      <a:pt x="62" y="358"/>
                    </a:cubicBezTo>
                    <a:cubicBezTo>
                      <a:pt x="68" y="359"/>
                      <a:pt x="74" y="359"/>
                      <a:pt x="80" y="359"/>
                    </a:cubicBezTo>
                    <a:cubicBezTo>
                      <a:pt x="134" y="359"/>
                      <a:pt x="183" y="335"/>
                      <a:pt x="222" y="297"/>
                    </a:cubicBezTo>
                    <a:cubicBezTo>
                      <a:pt x="252" y="254"/>
                      <a:pt x="228" y="88"/>
                      <a:pt x="197" y="33"/>
                    </a:cubicBezTo>
                    <a:cubicBezTo>
                      <a:pt x="182" y="9"/>
                      <a:pt x="151" y="0"/>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9"/>
              <p:cNvSpPr/>
              <p:nvPr/>
            </p:nvSpPr>
            <p:spPr>
              <a:xfrm>
                <a:off x="5327400" y="3188425"/>
                <a:ext cx="6025" cy="8575"/>
              </a:xfrm>
              <a:custGeom>
                <a:rect b="b" l="l" r="r" t="t"/>
                <a:pathLst>
                  <a:path extrusionOk="0" h="343" w="241">
                    <a:moveTo>
                      <a:pt x="134" y="0"/>
                    </a:moveTo>
                    <a:cubicBezTo>
                      <a:pt x="95" y="0"/>
                      <a:pt x="57" y="17"/>
                      <a:pt x="31" y="46"/>
                    </a:cubicBezTo>
                    <a:cubicBezTo>
                      <a:pt x="1" y="108"/>
                      <a:pt x="1" y="323"/>
                      <a:pt x="56" y="342"/>
                    </a:cubicBezTo>
                    <a:cubicBezTo>
                      <a:pt x="62" y="342"/>
                      <a:pt x="67" y="342"/>
                      <a:pt x="73" y="342"/>
                    </a:cubicBezTo>
                    <a:cubicBezTo>
                      <a:pt x="135" y="342"/>
                      <a:pt x="194" y="312"/>
                      <a:pt x="228" y="262"/>
                    </a:cubicBezTo>
                    <a:cubicBezTo>
                      <a:pt x="240" y="219"/>
                      <a:pt x="240" y="53"/>
                      <a:pt x="210" y="22"/>
                    </a:cubicBezTo>
                    <a:cubicBezTo>
                      <a:pt x="185" y="7"/>
                      <a:pt x="159"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9"/>
              <p:cNvSpPr/>
              <p:nvPr/>
            </p:nvSpPr>
            <p:spPr>
              <a:xfrm>
                <a:off x="5330475" y="3177425"/>
                <a:ext cx="7975" cy="9100"/>
              </a:xfrm>
              <a:custGeom>
                <a:rect b="b" l="l" r="r" t="t"/>
                <a:pathLst>
                  <a:path extrusionOk="0" h="364" w="319">
                    <a:moveTo>
                      <a:pt x="236" y="1"/>
                    </a:moveTo>
                    <a:cubicBezTo>
                      <a:pt x="235" y="1"/>
                      <a:pt x="235" y="1"/>
                      <a:pt x="234" y="1"/>
                    </a:cubicBezTo>
                    <a:cubicBezTo>
                      <a:pt x="1" y="13"/>
                      <a:pt x="99" y="112"/>
                      <a:pt x="111" y="198"/>
                    </a:cubicBezTo>
                    <a:cubicBezTo>
                      <a:pt x="117" y="259"/>
                      <a:pt x="142" y="321"/>
                      <a:pt x="179" y="364"/>
                    </a:cubicBezTo>
                    <a:cubicBezTo>
                      <a:pt x="319" y="266"/>
                      <a:pt x="290"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9"/>
              <p:cNvSpPr/>
              <p:nvPr/>
            </p:nvSpPr>
            <p:spPr>
              <a:xfrm>
                <a:off x="5334475" y="3186050"/>
                <a:ext cx="5700" cy="7875"/>
              </a:xfrm>
              <a:custGeom>
                <a:rect b="b" l="l" r="r" t="t"/>
                <a:pathLst>
                  <a:path extrusionOk="0" h="315" w="228">
                    <a:moveTo>
                      <a:pt x="105" y="0"/>
                    </a:moveTo>
                    <a:cubicBezTo>
                      <a:pt x="105" y="0"/>
                      <a:pt x="0" y="185"/>
                      <a:pt x="56" y="301"/>
                    </a:cubicBezTo>
                    <a:cubicBezTo>
                      <a:pt x="60" y="311"/>
                      <a:pt x="72" y="315"/>
                      <a:pt x="87" y="315"/>
                    </a:cubicBezTo>
                    <a:cubicBezTo>
                      <a:pt x="132" y="315"/>
                      <a:pt x="205" y="278"/>
                      <a:pt x="209" y="228"/>
                    </a:cubicBezTo>
                    <a:cubicBezTo>
                      <a:pt x="228" y="135"/>
                      <a:pt x="185" y="43"/>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9"/>
              <p:cNvSpPr/>
              <p:nvPr/>
            </p:nvSpPr>
            <p:spPr>
              <a:xfrm>
                <a:off x="5338000" y="3174925"/>
                <a:ext cx="5725" cy="8675"/>
              </a:xfrm>
              <a:custGeom>
                <a:rect b="b" l="l" r="r" t="t"/>
                <a:pathLst>
                  <a:path extrusionOk="0" h="347" w="229">
                    <a:moveTo>
                      <a:pt x="166" y="0"/>
                    </a:moveTo>
                    <a:cubicBezTo>
                      <a:pt x="123" y="0"/>
                      <a:pt x="51" y="43"/>
                      <a:pt x="32" y="58"/>
                    </a:cubicBezTo>
                    <a:cubicBezTo>
                      <a:pt x="1" y="82"/>
                      <a:pt x="19" y="347"/>
                      <a:pt x="68" y="347"/>
                    </a:cubicBezTo>
                    <a:cubicBezTo>
                      <a:pt x="118" y="347"/>
                      <a:pt x="216" y="304"/>
                      <a:pt x="222" y="255"/>
                    </a:cubicBezTo>
                    <a:cubicBezTo>
                      <a:pt x="228" y="205"/>
                      <a:pt x="228" y="39"/>
                      <a:pt x="191" y="9"/>
                    </a:cubicBezTo>
                    <a:cubicBezTo>
                      <a:pt x="185" y="3"/>
                      <a:pt x="177"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9"/>
              <p:cNvSpPr/>
              <p:nvPr/>
            </p:nvSpPr>
            <p:spPr>
              <a:xfrm>
                <a:off x="5339850" y="3183775"/>
                <a:ext cx="5250" cy="6950"/>
              </a:xfrm>
              <a:custGeom>
                <a:rect b="b" l="l" r="r" t="t"/>
                <a:pathLst>
                  <a:path extrusionOk="0" h="278" w="210">
                    <a:moveTo>
                      <a:pt x="139" y="1"/>
                    </a:moveTo>
                    <a:cubicBezTo>
                      <a:pt x="96" y="1"/>
                      <a:pt x="17" y="35"/>
                      <a:pt x="7" y="60"/>
                    </a:cubicBezTo>
                    <a:cubicBezTo>
                      <a:pt x="1" y="91"/>
                      <a:pt x="31" y="263"/>
                      <a:pt x="68" y="276"/>
                    </a:cubicBezTo>
                    <a:cubicBezTo>
                      <a:pt x="72" y="277"/>
                      <a:pt x="76" y="277"/>
                      <a:pt x="80" y="277"/>
                    </a:cubicBezTo>
                    <a:cubicBezTo>
                      <a:pt x="120" y="277"/>
                      <a:pt x="186" y="228"/>
                      <a:pt x="197" y="189"/>
                    </a:cubicBezTo>
                    <a:cubicBezTo>
                      <a:pt x="210" y="128"/>
                      <a:pt x="197" y="60"/>
                      <a:pt x="160" y="5"/>
                    </a:cubicBezTo>
                    <a:cubicBezTo>
                      <a:pt x="155" y="2"/>
                      <a:pt x="148" y="1"/>
                      <a:pt x="1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9"/>
              <p:cNvSpPr/>
              <p:nvPr/>
            </p:nvSpPr>
            <p:spPr>
              <a:xfrm>
                <a:off x="5344625" y="3173800"/>
                <a:ext cx="3850" cy="6800"/>
              </a:xfrm>
              <a:custGeom>
                <a:rect b="b" l="l" r="r" t="t"/>
                <a:pathLst>
                  <a:path extrusionOk="0" h="272" w="154">
                    <a:moveTo>
                      <a:pt x="82" y="1"/>
                    </a:moveTo>
                    <a:cubicBezTo>
                      <a:pt x="47" y="1"/>
                      <a:pt x="6" y="12"/>
                      <a:pt x="6" y="35"/>
                    </a:cubicBezTo>
                    <a:cubicBezTo>
                      <a:pt x="6" y="54"/>
                      <a:pt x="0" y="263"/>
                      <a:pt x="19" y="269"/>
                    </a:cubicBezTo>
                    <a:cubicBezTo>
                      <a:pt x="25" y="270"/>
                      <a:pt x="35" y="272"/>
                      <a:pt x="46" y="272"/>
                    </a:cubicBezTo>
                    <a:cubicBezTo>
                      <a:pt x="77" y="272"/>
                      <a:pt x="120" y="262"/>
                      <a:pt x="129" y="226"/>
                    </a:cubicBezTo>
                    <a:cubicBezTo>
                      <a:pt x="142" y="177"/>
                      <a:pt x="154" y="35"/>
                      <a:pt x="129" y="11"/>
                    </a:cubicBezTo>
                    <a:cubicBezTo>
                      <a:pt x="120" y="4"/>
                      <a:pt x="102"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9"/>
              <p:cNvSpPr/>
              <p:nvPr/>
            </p:nvSpPr>
            <p:spPr>
              <a:xfrm>
                <a:off x="5349225" y="3171100"/>
                <a:ext cx="3875" cy="7125"/>
              </a:xfrm>
              <a:custGeom>
                <a:rect b="b" l="l" r="r" t="t"/>
                <a:pathLst>
                  <a:path extrusionOk="0" h="285" w="155">
                    <a:moveTo>
                      <a:pt x="100" y="0"/>
                    </a:moveTo>
                    <a:cubicBezTo>
                      <a:pt x="59" y="0"/>
                      <a:pt x="12" y="60"/>
                      <a:pt x="7" y="88"/>
                    </a:cubicBezTo>
                    <a:cubicBezTo>
                      <a:pt x="1" y="118"/>
                      <a:pt x="1" y="285"/>
                      <a:pt x="36" y="285"/>
                    </a:cubicBezTo>
                    <a:cubicBezTo>
                      <a:pt x="36" y="285"/>
                      <a:pt x="37" y="285"/>
                      <a:pt x="37" y="285"/>
                    </a:cubicBezTo>
                    <a:cubicBezTo>
                      <a:pt x="80" y="272"/>
                      <a:pt x="117" y="235"/>
                      <a:pt x="136" y="199"/>
                    </a:cubicBezTo>
                    <a:cubicBezTo>
                      <a:pt x="148" y="156"/>
                      <a:pt x="154" y="14"/>
                      <a:pt x="111" y="2"/>
                    </a:cubicBezTo>
                    <a:cubicBezTo>
                      <a:pt x="108" y="1"/>
                      <a:pt x="104" y="0"/>
                      <a:pt x="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9"/>
              <p:cNvSpPr/>
              <p:nvPr/>
            </p:nvSpPr>
            <p:spPr>
              <a:xfrm>
                <a:off x="5345075" y="3180900"/>
                <a:ext cx="5100" cy="6275"/>
              </a:xfrm>
              <a:custGeom>
                <a:rect b="b" l="l" r="r" t="t"/>
                <a:pathLst>
                  <a:path extrusionOk="0" h="251" w="204">
                    <a:moveTo>
                      <a:pt x="162" y="0"/>
                    </a:moveTo>
                    <a:cubicBezTo>
                      <a:pt x="127" y="0"/>
                      <a:pt x="29" y="55"/>
                      <a:pt x="13" y="71"/>
                    </a:cubicBezTo>
                    <a:cubicBezTo>
                      <a:pt x="1" y="95"/>
                      <a:pt x="25" y="237"/>
                      <a:pt x="56" y="249"/>
                    </a:cubicBezTo>
                    <a:cubicBezTo>
                      <a:pt x="59" y="250"/>
                      <a:pt x="62" y="251"/>
                      <a:pt x="66" y="251"/>
                    </a:cubicBezTo>
                    <a:cubicBezTo>
                      <a:pt x="101" y="251"/>
                      <a:pt x="162" y="204"/>
                      <a:pt x="179" y="182"/>
                    </a:cubicBezTo>
                    <a:cubicBezTo>
                      <a:pt x="203" y="120"/>
                      <a:pt x="197" y="59"/>
                      <a:pt x="173" y="3"/>
                    </a:cubicBezTo>
                    <a:cubicBezTo>
                      <a:pt x="170" y="1"/>
                      <a:pt x="167"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9"/>
              <p:cNvSpPr/>
              <p:nvPr/>
            </p:nvSpPr>
            <p:spPr>
              <a:xfrm>
                <a:off x="5350475" y="3178175"/>
                <a:ext cx="2775" cy="5150"/>
              </a:xfrm>
              <a:custGeom>
                <a:rect b="b" l="l" r="r" t="t"/>
                <a:pathLst>
                  <a:path extrusionOk="0" h="206" w="111">
                    <a:moveTo>
                      <a:pt x="81" y="1"/>
                    </a:moveTo>
                    <a:cubicBezTo>
                      <a:pt x="58" y="1"/>
                      <a:pt x="6" y="35"/>
                      <a:pt x="6" y="63"/>
                    </a:cubicBezTo>
                    <a:cubicBezTo>
                      <a:pt x="6" y="81"/>
                      <a:pt x="0" y="205"/>
                      <a:pt x="21" y="205"/>
                    </a:cubicBezTo>
                    <a:cubicBezTo>
                      <a:pt x="22" y="205"/>
                      <a:pt x="23" y="205"/>
                      <a:pt x="24" y="204"/>
                    </a:cubicBezTo>
                    <a:cubicBezTo>
                      <a:pt x="110" y="168"/>
                      <a:pt x="104" y="8"/>
                      <a:pt x="86" y="2"/>
                    </a:cubicBezTo>
                    <a:cubicBezTo>
                      <a:pt x="84" y="1"/>
                      <a:pt x="83"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6" name="Google Shape;9916;p89"/>
            <p:cNvSpPr/>
            <p:nvPr/>
          </p:nvSpPr>
          <p:spPr>
            <a:xfrm>
              <a:off x="5233150" y="2992450"/>
              <a:ext cx="201550" cy="156325"/>
            </a:xfrm>
            <a:custGeom>
              <a:rect b="b" l="l" r="r" t="t"/>
              <a:pathLst>
                <a:path extrusionOk="0" h="6253" w="8062">
                  <a:moveTo>
                    <a:pt x="3154" y="0"/>
                  </a:moveTo>
                  <a:cubicBezTo>
                    <a:pt x="1492" y="0"/>
                    <a:pt x="326" y="1278"/>
                    <a:pt x="187" y="2513"/>
                  </a:cubicBezTo>
                  <a:cubicBezTo>
                    <a:pt x="1" y="4124"/>
                    <a:pt x="396" y="6229"/>
                    <a:pt x="765" y="6229"/>
                  </a:cubicBezTo>
                  <a:cubicBezTo>
                    <a:pt x="773" y="6229"/>
                    <a:pt x="781" y="6228"/>
                    <a:pt x="790" y="6226"/>
                  </a:cubicBezTo>
                  <a:cubicBezTo>
                    <a:pt x="1125" y="6136"/>
                    <a:pt x="514" y="3966"/>
                    <a:pt x="1179" y="3966"/>
                  </a:cubicBezTo>
                  <a:cubicBezTo>
                    <a:pt x="1196" y="3966"/>
                    <a:pt x="1213" y="3967"/>
                    <a:pt x="1232" y="3970"/>
                  </a:cubicBezTo>
                  <a:cubicBezTo>
                    <a:pt x="1480" y="4008"/>
                    <a:pt x="1714" y="4025"/>
                    <a:pt x="1935" y="4025"/>
                  </a:cubicBezTo>
                  <a:cubicBezTo>
                    <a:pt x="3635" y="4025"/>
                    <a:pt x="4521" y="3023"/>
                    <a:pt x="4521" y="3023"/>
                  </a:cubicBezTo>
                  <a:cubicBezTo>
                    <a:pt x="4521" y="3023"/>
                    <a:pt x="5184" y="3810"/>
                    <a:pt x="5664" y="4001"/>
                  </a:cubicBezTo>
                  <a:cubicBezTo>
                    <a:pt x="6137" y="4197"/>
                    <a:pt x="5461" y="6121"/>
                    <a:pt x="5897" y="6250"/>
                  </a:cubicBezTo>
                  <a:cubicBezTo>
                    <a:pt x="5902" y="6252"/>
                    <a:pt x="5907" y="6253"/>
                    <a:pt x="5912" y="6253"/>
                  </a:cubicBezTo>
                  <a:cubicBezTo>
                    <a:pt x="6355" y="6253"/>
                    <a:pt x="8062" y="788"/>
                    <a:pt x="4932"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89"/>
          <p:cNvGrpSpPr/>
          <p:nvPr/>
        </p:nvGrpSpPr>
        <p:grpSpPr>
          <a:xfrm>
            <a:off x="5866925" y="3022588"/>
            <a:ext cx="435225" cy="1370250"/>
            <a:chOff x="5866925" y="2992450"/>
            <a:chExt cx="435225" cy="1370250"/>
          </a:xfrm>
        </p:grpSpPr>
        <p:grpSp>
          <p:nvGrpSpPr>
            <p:cNvPr id="9918" name="Google Shape;9918;p89"/>
            <p:cNvGrpSpPr/>
            <p:nvPr/>
          </p:nvGrpSpPr>
          <p:grpSpPr>
            <a:xfrm>
              <a:off x="5866925" y="3018075"/>
              <a:ext cx="435225" cy="1344625"/>
              <a:chOff x="5866925" y="3018075"/>
              <a:chExt cx="435225" cy="1344625"/>
            </a:xfrm>
          </p:grpSpPr>
          <p:sp>
            <p:nvSpPr>
              <p:cNvPr id="9919" name="Google Shape;9919;p89"/>
              <p:cNvSpPr/>
              <p:nvPr/>
            </p:nvSpPr>
            <p:spPr>
              <a:xfrm>
                <a:off x="5866925" y="3172825"/>
                <a:ext cx="435225" cy="1189875"/>
              </a:xfrm>
              <a:custGeom>
                <a:rect b="b" l="l" r="r" t="t"/>
                <a:pathLst>
                  <a:path extrusionOk="0" h="47595" w="17409">
                    <a:moveTo>
                      <a:pt x="7150" y="1"/>
                    </a:moveTo>
                    <a:cubicBezTo>
                      <a:pt x="7150" y="1"/>
                      <a:pt x="6904" y="1765"/>
                      <a:pt x="6836" y="2010"/>
                    </a:cubicBezTo>
                    <a:cubicBezTo>
                      <a:pt x="6768" y="2256"/>
                      <a:pt x="6326" y="2453"/>
                      <a:pt x="5668" y="2662"/>
                    </a:cubicBezTo>
                    <a:cubicBezTo>
                      <a:pt x="5011" y="2877"/>
                      <a:pt x="3406" y="2711"/>
                      <a:pt x="2613" y="3203"/>
                    </a:cubicBezTo>
                    <a:cubicBezTo>
                      <a:pt x="1820" y="3689"/>
                      <a:pt x="1931" y="5828"/>
                      <a:pt x="1931" y="7094"/>
                    </a:cubicBezTo>
                    <a:cubicBezTo>
                      <a:pt x="1931" y="8354"/>
                      <a:pt x="1390" y="10727"/>
                      <a:pt x="1150" y="11814"/>
                    </a:cubicBezTo>
                    <a:cubicBezTo>
                      <a:pt x="911" y="12902"/>
                      <a:pt x="861" y="16179"/>
                      <a:pt x="831" y="17058"/>
                    </a:cubicBezTo>
                    <a:cubicBezTo>
                      <a:pt x="794" y="17937"/>
                      <a:pt x="659"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2" y="21806"/>
                      <a:pt x="1219" y="21170"/>
                      <a:pt x="1354" y="21170"/>
                    </a:cubicBezTo>
                    <a:cubicBezTo>
                      <a:pt x="1384" y="21170"/>
                      <a:pt x="1415" y="21202"/>
                      <a:pt x="1445" y="21274"/>
                    </a:cubicBezTo>
                    <a:cubicBezTo>
                      <a:pt x="1579" y="21599"/>
                      <a:pt x="1559" y="22299"/>
                      <a:pt x="1840" y="22299"/>
                    </a:cubicBezTo>
                    <a:cubicBezTo>
                      <a:pt x="1883" y="22299"/>
                      <a:pt x="1934" y="22282"/>
                      <a:pt x="1992" y="22245"/>
                    </a:cubicBezTo>
                    <a:cubicBezTo>
                      <a:pt x="2281" y="22061"/>
                      <a:pt x="2226" y="20881"/>
                      <a:pt x="2146" y="20322"/>
                    </a:cubicBezTo>
                    <a:cubicBezTo>
                      <a:pt x="2042" y="19602"/>
                      <a:pt x="2140" y="19301"/>
                      <a:pt x="2195" y="18717"/>
                    </a:cubicBezTo>
                    <a:cubicBezTo>
                      <a:pt x="2251"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2" y="46605"/>
                      <a:pt x="7383" y="46144"/>
                    </a:cubicBezTo>
                    <a:cubicBezTo>
                      <a:pt x="7279" y="45689"/>
                      <a:pt x="7211" y="44300"/>
                      <a:pt x="7334" y="43611"/>
                    </a:cubicBezTo>
                    <a:cubicBezTo>
                      <a:pt x="7451" y="42917"/>
                      <a:pt x="7168" y="42862"/>
                      <a:pt x="7168" y="42302"/>
                    </a:cubicBezTo>
                    <a:cubicBezTo>
                      <a:pt x="7168" y="41749"/>
                      <a:pt x="7383" y="37969"/>
                      <a:pt x="7402" y="34656"/>
                    </a:cubicBezTo>
                    <a:cubicBezTo>
                      <a:pt x="7414" y="33254"/>
                      <a:pt x="7525" y="32043"/>
                      <a:pt x="7869" y="28865"/>
                    </a:cubicBezTo>
                    <a:cubicBezTo>
                      <a:pt x="8305" y="24882"/>
                      <a:pt x="8699" y="21096"/>
                      <a:pt x="8699" y="21096"/>
                    </a:cubicBezTo>
                    <a:cubicBezTo>
                      <a:pt x="8699" y="21096"/>
                      <a:pt x="9092" y="24882"/>
                      <a:pt x="9528" y="28865"/>
                    </a:cubicBezTo>
                    <a:cubicBezTo>
                      <a:pt x="9879" y="32049"/>
                      <a:pt x="9983" y="33254"/>
                      <a:pt x="9996" y="34656"/>
                    </a:cubicBezTo>
                    <a:cubicBezTo>
                      <a:pt x="10020" y="37969"/>
                      <a:pt x="10235" y="41743"/>
                      <a:pt x="10235" y="42302"/>
                    </a:cubicBezTo>
                    <a:cubicBezTo>
                      <a:pt x="10235" y="42868"/>
                      <a:pt x="9953" y="42923"/>
                      <a:pt x="10069" y="43611"/>
                    </a:cubicBezTo>
                    <a:cubicBezTo>
                      <a:pt x="10186" y="44300"/>
                      <a:pt x="10125" y="45695"/>
                      <a:pt x="10020" y="46144"/>
                    </a:cubicBezTo>
                    <a:cubicBezTo>
                      <a:pt x="9916" y="46599"/>
                      <a:pt x="10635" y="47595"/>
                      <a:pt x="11256"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903" y="38823"/>
                      <a:pt x="13143" y="37280"/>
                    </a:cubicBezTo>
                    <a:cubicBezTo>
                      <a:pt x="13382"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0" y="20229"/>
                      <a:pt x="16812" y="19701"/>
                    </a:cubicBezTo>
                    <a:cubicBezTo>
                      <a:pt x="16745" y="19178"/>
                      <a:pt x="16609" y="17937"/>
                      <a:pt x="16573" y="17058"/>
                    </a:cubicBezTo>
                    <a:cubicBezTo>
                      <a:pt x="16542" y="16185"/>
                      <a:pt x="16499" y="12902"/>
                      <a:pt x="16253" y="11814"/>
                    </a:cubicBezTo>
                    <a:cubicBezTo>
                      <a:pt x="16013" y="10727"/>
                      <a:pt x="15478" y="8354"/>
                      <a:pt x="15478" y="7094"/>
                    </a:cubicBezTo>
                    <a:cubicBezTo>
                      <a:pt x="15478" y="5828"/>
                      <a:pt x="15589" y="3695"/>
                      <a:pt x="14790" y="3203"/>
                    </a:cubicBezTo>
                    <a:cubicBezTo>
                      <a:pt x="13997" y="2711"/>
                      <a:pt x="12393" y="2871"/>
                      <a:pt x="11735" y="2662"/>
                    </a:cubicBezTo>
                    <a:cubicBezTo>
                      <a:pt x="11077" y="2453"/>
                      <a:pt x="10635" y="2256"/>
                      <a:pt x="10567" y="2010"/>
                    </a:cubicBezTo>
                    <a:cubicBezTo>
                      <a:pt x="10500" y="1765"/>
                      <a:pt x="10254" y="1"/>
                      <a:pt x="10254"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9"/>
              <p:cNvSpPr/>
              <p:nvPr/>
            </p:nvSpPr>
            <p:spPr>
              <a:xfrm>
                <a:off x="6009225" y="3018075"/>
                <a:ext cx="150475" cy="201175"/>
              </a:xfrm>
              <a:custGeom>
                <a:rect b="b" l="l" r="r" t="t"/>
                <a:pathLst>
                  <a:path extrusionOk="0" h="8047" w="6019">
                    <a:moveTo>
                      <a:pt x="3013" y="1"/>
                    </a:moveTo>
                    <a:cubicBezTo>
                      <a:pt x="56" y="1"/>
                      <a:pt x="1" y="1316"/>
                      <a:pt x="222" y="3916"/>
                    </a:cubicBezTo>
                    <a:cubicBezTo>
                      <a:pt x="437" y="6510"/>
                      <a:pt x="1968" y="8047"/>
                      <a:pt x="3013" y="8047"/>
                    </a:cubicBezTo>
                    <a:cubicBezTo>
                      <a:pt x="4052" y="8047"/>
                      <a:pt x="5582" y="6510"/>
                      <a:pt x="5803" y="3916"/>
                    </a:cubicBezTo>
                    <a:cubicBezTo>
                      <a:pt x="6018" y="1316"/>
                      <a:pt x="5963" y="1"/>
                      <a:pt x="3013"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89"/>
            <p:cNvGrpSpPr/>
            <p:nvPr/>
          </p:nvGrpSpPr>
          <p:grpSpPr>
            <a:xfrm>
              <a:off x="5879375" y="3075750"/>
              <a:ext cx="407400" cy="1278050"/>
              <a:chOff x="5879375" y="3075750"/>
              <a:chExt cx="407400" cy="1278050"/>
            </a:xfrm>
          </p:grpSpPr>
          <p:sp>
            <p:nvSpPr>
              <p:cNvPr id="9922" name="Google Shape;9922;p89"/>
              <p:cNvSpPr/>
              <p:nvPr/>
            </p:nvSpPr>
            <p:spPr>
              <a:xfrm>
                <a:off x="5880175" y="3646700"/>
                <a:ext cx="37350" cy="53575"/>
              </a:xfrm>
              <a:custGeom>
                <a:rect b="b" l="l" r="r" t="t"/>
                <a:pathLst>
                  <a:path extrusionOk="0" h="2143" w="1494">
                    <a:moveTo>
                      <a:pt x="732" y="1"/>
                    </a:moveTo>
                    <a:cubicBezTo>
                      <a:pt x="700" y="1"/>
                      <a:pt x="669" y="13"/>
                      <a:pt x="639" y="39"/>
                    </a:cubicBezTo>
                    <a:cubicBezTo>
                      <a:pt x="343" y="300"/>
                      <a:pt x="1" y="2143"/>
                      <a:pt x="227" y="2143"/>
                    </a:cubicBezTo>
                    <a:cubicBezTo>
                      <a:pt x="246" y="2143"/>
                      <a:pt x="268" y="2131"/>
                      <a:pt x="295" y="2104"/>
                    </a:cubicBezTo>
                    <a:cubicBezTo>
                      <a:pt x="805" y="1582"/>
                      <a:pt x="1493" y="1735"/>
                      <a:pt x="1475" y="1563"/>
                    </a:cubicBezTo>
                    <a:cubicBezTo>
                      <a:pt x="1419" y="1118"/>
                      <a:pt x="1040" y="1"/>
                      <a:pt x="7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9"/>
              <p:cNvSpPr/>
              <p:nvPr/>
            </p:nvSpPr>
            <p:spPr>
              <a:xfrm>
                <a:off x="5879375" y="3707225"/>
                <a:ext cx="28550" cy="47100"/>
              </a:xfrm>
              <a:custGeom>
                <a:rect b="b" l="l" r="r" t="t"/>
                <a:pathLst>
                  <a:path extrusionOk="0" h="1884" w="1142">
                    <a:moveTo>
                      <a:pt x="312" y="1"/>
                    </a:moveTo>
                    <a:cubicBezTo>
                      <a:pt x="301" y="1"/>
                      <a:pt x="289" y="1"/>
                      <a:pt x="277" y="3"/>
                    </a:cubicBezTo>
                    <a:cubicBezTo>
                      <a:pt x="1" y="40"/>
                      <a:pt x="99" y="568"/>
                      <a:pt x="161" y="851"/>
                    </a:cubicBezTo>
                    <a:cubicBezTo>
                      <a:pt x="216" y="1134"/>
                      <a:pt x="566" y="1859"/>
                      <a:pt x="861" y="1884"/>
                    </a:cubicBezTo>
                    <a:cubicBezTo>
                      <a:pt x="865" y="1884"/>
                      <a:pt x="868" y="1884"/>
                      <a:pt x="871" y="1884"/>
                    </a:cubicBezTo>
                    <a:cubicBezTo>
                      <a:pt x="1142" y="1884"/>
                      <a:pt x="541" y="1131"/>
                      <a:pt x="511" y="876"/>
                    </a:cubicBezTo>
                    <a:cubicBezTo>
                      <a:pt x="481" y="626"/>
                      <a:pt x="647" y="1"/>
                      <a:pt x="31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9"/>
              <p:cNvSpPr/>
              <p:nvPr/>
            </p:nvSpPr>
            <p:spPr>
              <a:xfrm>
                <a:off x="5988800" y="3665425"/>
                <a:ext cx="85100" cy="242725"/>
              </a:xfrm>
              <a:custGeom>
                <a:rect b="b" l="l" r="r" t="t"/>
                <a:pathLst>
                  <a:path extrusionOk="0" h="9709" w="3404">
                    <a:moveTo>
                      <a:pt x="501" y="1"/>
                    </a:moveTo>
                    <a:cubicBezTo>
                      <a:pt x="451" y="1"/>
                      <a:pt x="410" y="9"/>
                      <a:pt x="381" y="27"/>
                    </a:cubicBezTo>
                    <a:cubicBezTo>
                      <a:pt x="0" y="279"/>
                      <a:pt x="1955" y="9352"/>
                      <a:pt x="2281" y="9696"/>
                    </a:cubicBezTo>
                    <a:cubicBezTo>
                      <a:pt x="2288" y="9704"/>
                      <a:pt x="2296" y="9708"/>
                      <a:pt x="2304" y="9708"/>
                    </a:cubicBezTo>
                    <a:cubicBezTo>
                      <a:pt x="2639" y="9708"/>
                      <a:pt x="3321" y="2817"/>
                      <a:pt x="3381" y="1749"/>
                    </a:cubicBezTo>
                    <a:cubicBezTo>
                      <a:pt x="3404" y="1344"/>
                      <a:pt x="1142" y="1"/>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9"/>
              <p:cNvSpPr/>
              <p:nvPr/>
            </p:nvSpPr>
            <p:spPr>
              <a:xfrm>
                <a:off x="5974650" y="3674325"/>
                <a:ext cx="71325" cy="317875"/>
              </a:xfrm>
              <a:custGeom>
                <a:rect b="b" l="l" r="r" t="t"/>
                <a:pathLst>
                  <a:path extrusionOk="0" h="12715" w="2853">
                    <a:moveTo>
                      <a:pt x="448" y="1"/>
                    </a:moveTo>
                    <a:cubicBezTo>
                      <a:pt x="377" y="1"/>
                      <a:pt x="270" y="757"/>
                      <a:pt x="296" y="1024"/>
                    </a:cubicBezTo>
                    <a:cubicBezTo>
                      <a:pt x="333" y="1337"/>
                      <a:pt x="1" y="12242"/>
                      <a:pt x="339" y="12592"/>
                    </a:cubicBezTo>
                    <a:cubicBezTo>
                      <a:pt x="394" y="12647"/>
                      <a:pt x="455" y="12670"/>
                      <a:pt x="521" y="12670"/>
                    </a:cubicBezTo>
                    <a:cubicBezTo>
                      <a:pt x="786" y="12670"/>
                      <a:pt x="1129" y="12307"/>
                      <a:pt x="1500" y="12307"/>
                    </a:cubicBezTo>
                    <a:cubicBezTo>
                      <a:pt x="1607" y="12307"/>
                      <a:pt x="1716" y="12337"/>
                      <a:pt x="1826" y="12414"/>
                    </a:cubicBezTo>
                    <a:cubicBezTo>
                      <a:pt x="2067" y="12585"/>
                      <a:pt x="2136" y="12715"/>
                      <a:pt x="2273" y="12715"/>
                    </a:cubicBezTo>
                    <a:cubicBezTo>
                      <a:pt x="2333" y="12715"/>
                      <a:pt x="2405" y="12691"/>
                      <a:pt x="2509" y="12635"/>
                    </a:cubicBezTo>
                    <a:cubicBezTo>
                      <a:pt x="2853" y="12444"/>
                      <a:pt x="2294" y="9353"/>
                      <a:pt x="2042" y="8357"/>
                    </a:cubicBezTo>
                    <a:cubicBezTo>
                      <a:pt x="1796" y="7355"/>
                      <a:pt x="572" y="612"/>
                      <a:pt x="480" y="77"/>
                    </a:cubicBezTo>
                    <a:cubicBezTo>
                      <a:pt x="471" y="24"/>
                      <a:pt x="460" y="1"/>
                      <a:pt x="4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9"/>
              <p:cNvSpPr/>
              <p:nvPr/>
            </p:nvSpPr>
            <p:spPr>
              <a:xfrm>
                <a:off x="5980950" y="4010450"/>
                <a:ext cx="52575" cy="241400"/>
              </a:xfrm>
              <a:custGeom>
                <a:rect b="b" l="l" r="r" t="t"/>
                <a:pathLst>
                  <a:path extrusionOk="0" h="9656" w="2103">
                    <a:moveTo>
                      <a:pt x="452" y="1"/>
                    </a:moveTo>
                    <a:cubicBezTo>
                      <a:pt x="451" y="1"/>
                      <a:pt x="450" y="1"/>
                      <a:pt x="450" y="1"/>
                    </a:cubicBezTo>
                    <a:cubicBezTo>
                      <a:pt x="1" y="284"/>
                      <a:pt x="1" y="2017"/>
                      <a:pt x="284" y="3616"/>
                    </a:cubicBezTo>
                    <a:cubicBezTo>
                      <a:pt x="566" y="5208"/>
                      <a:pt x="1169" y="9000"/>
                      <a:pt x="1261" y="9344"/>
                    </a:cubicBezTo>
                    <a:cubicBezTo>
                      <a:pt x="1313" y="9534"/>
                      <a:pt x="1533" y="9656"/>
                      <a:pt x="1727" y="9656"/>
                    </a:cubicBezTo>
                    <a:cubicBezTo>
                      <a:pt x="1879" y="9656"/>
                      <a:pt x="2015" y="9581"/>
                      <a:pt x="2042" y="9406"/>
                    </a:cubicBezTo>
                    <a:cubicBezTo>
                      <a:pt x="2103" y="9000"/>
                      <a:pt x="2103" y="7623"/>
                      <a:pt x="1980" y="7310"/>
                    </a:cubicBezTo>
                    <a:cubicBezTo>
                      <a:pt x="1852" y="6998"/>
                      <a:pt x="593" y="1"/>
                      <a:pt x="4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9"/>
              <p:cNvSpPr/>
              <p:nvPr/>
            </p:nvSpPr>
            <p:spPr>
              <a:xfrm>
                <a:off x="6009350" y="4010450"/>
                <a:ext cx="37775" cy="158800"/>
              </a:xfrm>
              <a:custGeom>
                <a:rect b="b" l="l" r="r" t="t"/>
                <a:pathLst>
                  <a:path extrusionOk="0" h="6352" w="1511">
                    <a:moveTo>
                      <a:pt x="1236" y="1"/>
                    </a:moveTo>
                    <a:cubicBezTo>
                      <a:pt x="1234" y="1"/>
                      <a:pt x="1233" y="1"/>
                      <a:pt x="1231" y="1"/>
                    </a:cubicBezTo>
                    <a:cubicBezTo>
                      <a:pt x="949" y="63"/>
                      <a:pt x="137" y="1175"/>
                      <a:pt x="94" y="1593"/>
                    </a:cubicBezTo>
                    <a:cubicBezTo>
                      <a:pt x="1" y="2429"/>
                      <a:pt x="897" y="6352"/>
                      <a:pt x="1064" y="6352"/>
                    </a:cubicBezTo>
                    <a:cubicBezTo>
                      <a:pt x="1073" y="6352"/>
                      <a:pt x="1079" y="6342"/>
                      <a:pt x="1084" y="6320"/>
                    </a:cubicBezTo>
                    <a:cubicBezTo>
                      <a:pt x="1176" y="5886"/>
                      <a:pt x="1511" y="1"/>
                      <a:pt x="12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9"/>
              <p:cNvSpPr/>
              <p:nvPr/>
            </p:nvSpPr>
            <p:spPr>
              <a:xfrm>
                <a:off x="5985175" y="3419325"/>
                <a:ext cx="94775" cy="272775"/>
              </a:xfrm>
              <a:custGeom>
                <a:rect b="b" l="l" r="r" t="t"/>
                <a:pathLst>
                  <a:path extrusionOk="0" h="10911" w="3791">
                    <a:moveTo>
                      <a:pt x="539" y="1"/>
                    </a:moveTo>
                    <a:cubicBezTo>
                      <a:pt x="256" y="1"/>
                      <a:pt x="541" y="2143"/>
                      <a:pt x="465" y="3540"/>
                    </a:cubicBezTo>
                    <a:cubicBezTo>
                      <a:pt x="379" y="4997"/>
                      <a:pt x="53" y="8562"/>
                      <a:pt x="16" y="9036"/>
                    </a:cubicBezTo>
                    <a:cubicBezTo>
                      <a:pt x="0" y="9276"/>
                      <a:pt x="95" y="9316"/>
                      <a:pt x="255" y="9316"/>
                    </a:cubicBezTo>
                    <a:cubicBezTo>
                      <a:pt x="335" y="9316"/>
                      <a:pt x="432" y="9306"/>
                      <a:pt x="539" y="9306"/>
                    </a:cubicBezTo>
                    <a:cubicBezTo>
                      <a:pt x="632" y="9306"/>
                      <a:pt x="734" y="9314"/>
                      <a:pt x="840" y="9343"/>
                    </a:cubicBezTo>
                    <a:cubicBezTo>
                      <a:pt x="1289" y="9461"/>
                      <a:pt x="3042" y="10911"/>
                      <a:pt x="3535" y="10911"/>
                    </a:cubicBezTo>
                    <a:cubicBezTo>
                      <a:pt x="3555" y="10911"/>
                      <a:pt x="3572" y="10909"/>
                      <a:pt x="3587" y="10904"/>
                    </a:cubicBezTo>
                    <a:cubicBezTo>
                      <a:pt x="3790" y="10843"/>
                      <a:pt x="2118" y="9091"/>
                      <a:pt x="1682" y="8531"/>
                    </a:cubicBezTo>
                    <a:cubicBezTo>
                      <a:pt x="1246" y="7966"/>
                      <a:pt x="1590" y="2784"/>
                      <a:pt x="1774" y="2188"/>
                    </a:cubicBezTo>
                    <a:cubicBezTo>
                      <a:pt x="1965" y="1598"/>
                      <a:pt x="2948" y="860"/>
                      <a:pt x="3010" y="731"/>
                    </a:cubicBezTo>
                    <a:cubicBezTo>
                      <a:pt x="3077" y="602"/>
                      <a:pt x="1215" y="424"/>
                      <a:pt x="588" y="18"/>
                    </a:cubicBezTo>
                    <a:cubicBezTo>
                      <a:pt x="570" y="7"/>
                      <a:pt x="554" y="1"/>
                      <a:pt x="5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9"/>
              <p:cNvSpPr/>
              <p:nvPr/>
            </p:nvSpPr>
            <p:spPr>
              <a:xfrm>
                <a:off x="6027050" y="3583950"/>
                <a:ext cx="54900" cy="84475"/>
              </a:xfrm>
              <a:custGeom>
                <a:rect b="b" l="l" r="r" t="t"/>
                <a:pathLst>
                  <a:path extrusionOk="0" h="3379" w="2196">
                    <a:moveTo>
                      <a:pt x="287" y="0"/>
                    </a:moveTo>
                    <a:cubicBezTo>
                      <a:pt x="191" y="0"/>
                      <a:pt x="125" y="31"/>
                      <a:pt x="105" y="102"/>
                    </a:cubicBezTo>
                    <a:cubicBezTo>
                      <a:pt x="1" y="477"/>
                      <a:pt x="173" y="1320"/>
                      <a:pt x="345" y="1694"/>
                    </a:cubicBezTo>
                    <a:cubicBezTo>
                      <a:pt x="505" y="2043"/>
                      <a:pt x="1864" y="3378"/>
                      <a:pt x="2066" y="3378"/>
                    </a:cubicBezTo>
                    <a:cubicBezTo>
                      <a:pt x="2081" y="3378"/>
                      <a:pt x="2090" y="3371"/>
                      <a:pt x="2091" y="3354"/>
                    </a:cubicBezTo>
                    <a:cubicBezTo>
                      <a:pt x="2195" y="1381"/>
                      <a:pt x="1986" y="1227"/>
                      <a:pt x="1783" y="852"/>
                    </a:cubicBezTo>
                    <a:cubicBezTo>
                      <a:pt x="1619" y="549"/>
                      <a:pt x="691"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9"/>
              <p:cNvSpPr/>
              <p:nvPr/>
            </p:nvSpPr>
            <p:spPr>
              <a:xfrm>
                <a:off x="6030450" y="3530650"/>
                <a:ext cx="49025" cy="64700"/>
              </a:xfrm>
              <a:custGeom>
                <a:rect b="b" l="l" r="r" t="t"/>
                <a:pathLst>
                  <a:path extrusionOk="0" h="2588" w="1961">
                    <a:moveTo>
                      <a:pt x="357" y="0"/>
                    </a:moveTo>
                    <a:cubicBezTo>
                      <a:pt x="243" y="0"/>
                      <a:pt x="163" y="23"/>
                      <a:pt x="141" y="77"/>
                    </a:cubicBezTo>
                    <a:cubicBezTo>
                      <a:pt x="37" y="329"/>
                      <a:pt x="0" y="1644"/>
                      <a:pt x="209" y="1644"/>
                    </a:cubicBezTo>
                    <a:cubicBezTo>
                      <a:pt x="401" y="1644"/>
                      <a:pt x="1553" y="2588"/>
                      <a:pt x="1732" y="2588"/>
                    </a:cubicBezTo>
                    <a:cubicBezTo>
                      <a:pt x="1741" y="2588"/>
                      <a:pt x="1748" y="2585"/>
                      <a:pt x="1752" y="2579"/>
                    </a:cubicBezTo>
                    <a:cubicBezTo>
                      <a:pt x="1887" y="2327"/>
                      <a:pt x="1961" y="741"/>
                      <a:pt x="1752" y="489"/>
                    </a:cubicBezTo>
                    <a:cubicBezTo>
                      <a:pt x="1589" y="287"/>
                      <a:pt x="760" y="0"/>
                      <a:pt x="35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9"/>
              <p:cNvSpPr/>
              <p:nvPr/>
            </p:nvSpPr>
            <p:spPr>
              <a:xfrm>
                <a:off x="5988175" y="3313675"/>
                <a:ext cx="92075" cy="113100"/>
              </a:xfrm>
              <a:custGeom>
                <a:rect b="b" l="l" r="r" t="t"/>
                <a:pathLst>
                  <a:path extrusionOk="0" h="4524" w="3683">
                    <a:moveTo>
                      <a:pt x="2410" y="0"/>
                    </a:moveTo>
                    <a:cubicBezTo>
                      <a:pt x="1811" y="0"/>
                      <a:pt x="638" y="85"/>
                      <a:pt x="345" y="1232"/>
                    </a:cubicBezTo>
                    <a:cubicBezTo>
                      <a:pt x="1" y="2579"/>
                      <a:pt x="99" y="3955"/>
                      <a:pt x="1814" y="4435"/>
                    </a:cubicBezTo>
                    <a:cubicBezTo>
                      <a:pt x="2031" y="4495"/>
                      <a:pt x="2222" y="4523"/>
                      <a:pt x="2392" y="4523"/>
                    </a:cubicBezTo>
                    <a:cubicBezTo>
                      <a:pt x="3565" y="4523"/>
                      <a:pt x="3683" y="3178"/>
                      <a:pt x="3683" y="1921"/>
                    </a:cubicBezTo>
                    <a:cubicBezTo>
                      <a:pt x="3683" y="482"/>
                      <a:pt x="3597" y="3"/>
                      <a:pt x="2662" y="3"/>
                    </a:cubicBezTo>
                    <a:cubicBezTo>
                      <a:pt x="2600" y="3"/>
                      <a:pt x="2514" y="0"/>
                      <a:pt x="2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9"/>
              <p:cNvSpPr/>
              <p:nvPr/>
            </p:nvSpPr>
            <p:spPr>
              <a:xfrm>
                <a:off x="6034750" y="3486250"/>
                <a:ext cx="42900" cy="43250"/>
              </a:xfrm>
              <a:custGeom>
                <a:rect b="b" l="l" r="r" t="t"/>
                <a:pathLst>
                  <a:path extrusionOk="0" h="1730" w="1716">
                    <a:moveTo>
                      <a:pt x="711" y="1"/>
                    </a:moveTo>
                    <a:cubicBezTo>
                      <a:pt x="482" y="1"/>
                      <a:pt x="279" y="44"/>
                      <a:pt x="209" y="169"/>
                    </a:cubicBezTo>
                    <a:cubicBezTo>
                      <a:pt x="37" y="476"/>
                      <a:pt x="0" y="1232"/>
                      <a:pt x="209" y="1324"/>
                    </a:cubicBezTo>
                    <a:cubicBezTo>
                      <a:pt x="374" y="1399"/>
                      <a:pt x="1016" y="1729"/>
                      <a:pt x="1361" y="1729"/>
                    </a:cubicBezTo>
                    <a:cubicBezTo>
                      <a:pt x="1441" y="1729"/>
                      <a:pt x="1505" y="1711"/>
                      <a:pt x="1543" y="1669"/>
                    </a:cubicBezTo>
                    <a:cubicBezTo>
                      <a:pt x="1678" y="1515"/>
                      <a:pt x="1715" y="298"/>
                      <a:pt x="1543" y="169"/>
                    </a:cubicBezTo>
                    <a:cubicBezTo>
                      <a:pt x="1441" y="96"/>
                      <a:pt x="1048" y="1"/>
                      <a:pt x="7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9"/>
              <p:cNvSpPr/>
              <p:nvPr/>
            </p:nvSpPr>
            <p:spPr>
              <a:xfrm>
                <a:off x="6038275" y="3448550"/>
                <a:ext cx="36425" cy="32550"/>
              </a:xfrm>
              <a:custGeom>
                <a:rect b="b" l="l" r="r" t="t"/>
                <a:pathLst>
                  <a:path extrusionOk="0" h="1302" w="1457">
                    <a:moveTo>
                      <a:pt x="1084" y="1"/>
                    </a:moveTo>
                    <a:cubicBezTo>
                      <a:pt x="866" y="1"/>
                      <a:pt x="440" y="422"/>
                      <a:pt x="277" y="644"/>
                    </a:cubicBezTo>
                    <a:cubicBezTo>
                      <a:pt x="74" y="927"/>
                      <a:pt x="1" y="1302"/>
                      <a:pt x="240" y="1302"/>
                    </a:cubicBezTo>
                    <a:cubicBezTo>
                      <a:pt x="412" y="1302"/>
                      <a:pt x="758" y="1223"/>
                      <a:pt x="1016" y="1223"/>
                    </a:cubicBezTo>
                    <a:cubicBezTo>
                      <a:pt x="1120" y="1223"/>
                      <a:pt x="1209" y="1236"/>
                      <a:pt x="1267" y="1271"/>
                    </a:cubicBezTo>
                    <a:cubicBezTo>
                      <a:pt x="1278" y="1278"/>
                      <a:pt x="1289" y="1281"/>
                      <a:pt x="1298" y="1281"/>
                    </a:cubicBezTo>
                    <a:cubicBezTo>
                      <a:pt x="1456" y="1281"/>
                      <a:pt x="1292" y="352"/>
                      <a:pt x="1199" y="85"/>
                    </a:cubicBezTo>
                    <a:cubicBezTo>
                      <a:pt x="1177" y="26"/>
                      <a:pt x="1137" y="1"/>
                      <a:pt x="10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9"/>
              <p:cNvSpPr/>
              <p:nvPr/>
            </p:nvSpPr>
            <p:spPr>
              <a:xfrm>
                <a:off x="5931775" y="3248250"/>
                <a:ext cx="152625" cy="51500"/>
              </a:xfrm>
              <a:custGeom>
                <a:rect b="b" l="l" r="r" t="t"/>
                <a:pathLst>
                  <a:path extrusionOk="0" h="2060" w="6105">
                    <a:moveTo>
                      <a:pt x="3239" y="1"/>
                    </a:moveTo>
                    <a:cubicBezTo>
                      <a:pt x="2521" y="1"/>
                      <a:pt x="568" y="370"/>
                      <a:pt x="124" y="770"/>
                    </a:cubicBezTo>
                    <a:cubicBezTo>
                      <a:pt x="0" y="881"/>
                      <a:pt x="144" y="909"/>
                      <a:pt x="431" y="909"/>
                    </a:cubicBezTo>
                    <a:cubicBezTo>
                      <a:pt x="724" y="909"/>
                      <a:pt x="1166" y="880"/>
                      <a:pt x="1623" y="880"/>
                    </a:cubicBezTo>
                    <a:cubicBezTo>
                      <a:pt x="2251" y="880"/>
                      <a:pt x="2907" y="935"/>
                      <a:pt x="3240" y="1200"/>
                    </a:cubicBezTo>
                    <a:cubicBezTo>
                      <a:pt x="3922" y="1737"/>
                      <a:pt x="4668" y="2060"/>
                      <a:pt x="5210" y="2060"/>
                    </a:cubicBezTo>
                    <a:cubicBezTo>
                      <a:pt x="5425" y="2060"/>
                      <a:pt x="5608" y="2009"/>
                      <a:pt x="5742" y="1901"/>
                    </a:cubicBezTo>
                    <a:cubicBezTo>
                      <a:pt x="6105" y="1612"/>
                      <a:pt x="3898" y="112"/>
                      <a:pt x="3425" y="14"/>
                    </a:cubicBezTo>
                    <a:cubicBezTo>
                      <a:pt x="3379" y="5"/>
                      <a:pt x="3316" y="1"/>
                      <a:pt x="32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9"/>
              <p:cNvSpPr/>
              <p:nvPr/>
            </p:nvSpPr>
            <p:spPr>
              <a:xfrm>
                <a:off x="5918875" y="3281725"/>
                <a:ext cx="104725" cy="142325"/>
              </a:xfrm>
              <a:custGeom>
                <a:rect b="b" l="l" r="r" t="t"/>
                <a:pathLst>
                  <a:path extrusionOk="0" h="5693" w="4189">
                    <a:moveTo>
                      <a:pt x="1908" y="1"/>
                    </a:moveTo>
                    <a:cubicBezTo>
                      <a:pt x="1501" y="1"/>
                      <a:pt x="1118" y="124"/>
                      <a:pt x="843" y="457"/>
                    </a:cubicBezTo>
                    <a:cubicBezTo>
                      <a:pt x="332" y="1072"/>
                      <a:pt x="1" y="5461"/>
                      <a:pt x="1" y="5682"/>
                    </a:cubicBezTo>
                    <a:cubicBezTo>
                      <a:pt x="1" y="5689"/>
                      <a:pt x="1" y="5692"/>
                      <a:pt x="3" y="5692"/>
                    </a:cubicBezTo>
                    <a:cubicBezTo>
                      <a:pt x="61" y="5692"/>
                      <a:pt x="996" y="2445"/>
                      <a:pt x="1746" y="1551"/>
                    </a:cubicBezTo>
                    <a:cubicBezTo>
                      <a:pt x="2102" y="1129"/>
                      <a:pt x="2715" y="1055"/>
                      <a:pt x="3236" y="1055"/>
                    </a:cubicBezTo>
                    <a:cubicBezTo>
                      <a:pt x="3515" y="1055"/>
                      <a:pt x="3768" y="1076"/>
                      <a:pt x="3940" y="1076"/>
                    </a:cubicBezTo>
                    <a:cubicBezTo>
                      <a:pt x="4098" y="1076"/>
                      <a:pt x="4189" y="1059"/>
                      <a:pt x="4174" y="992"/>
                    </a:cubicBezTo>
                    <a:cubicBezTo>
                      <a:pt x="4130" y="790"/>
                      <a:pt x="2938" y="1"/>
                      <a:pt x="19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9"/>
              <p:cNvSpPr/>
              <p:nvPr/>
            </p:nvSpPr>
            <p:spPr>
              <a:xfrm>
                <a:off x="5883400" y="3331225"/>
                <a:ext cx="95575" cy="159800"/>
              </a:xfrm>
              <a:custGeom>
                <a:rect b="b" l="l" r="r" t="t"/>
                <a:pathLst>
                  <a:path extrusionOk="0" h="6392" w="3823">
                    <a:moveTo>
                      <a:pt x="3506" y="0"/>
                    </a:moveTo>
                    <a:cubicBezTo>
                      <a:pt x="3427" y="0"/>
                      <a:pt x="3302" y="80"/>
                      <a:pt x="3116" y="266"/>
                    </a:cubicBezTo>
                    <a:cubicBezTo>
                      <a:pt x="2852" y="537"/>
                      <a:pt x="2686" y="1729"/>
                      <a:pt x="2176" y="2983"/>
                    </a:cubicBezTo>
                    <a:cubicBezTo>
                      <a:pt x="1647" y="4299"/>
                      <a:pt x="1" y="6391"/>
                      <a:pt x="1946" y="6391"/>
                    </a:cubicBezTo>
                    <a:cubicBezTo>
                      <a:pt x="1990" y="6391"/>
                      <a:pt x="2036" y="6390"/>
                      <a:pt x="2083" y="6388"/>
                    </a:cubicBezTo>
                    <a:cubicBezTo>
                      <a:pt x="2667" y="6364"/>
                      <a:pt x="3300" y="3081"/>
                      <a:pt x="3362" y="2079"/>
                    </a:cubicBezTo>
                    <a:cubicBezTo>
                      <a:pt x="3411" y="1282"/>
                      <a:pt x="3823" y="0"/>
                      <a:pt x="35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9"/>
              <p:cNvSpPr/>
              <p:nvPr/>
            </p:nvSpPr>
            <p:spPr>
              <a:xfrm>
                <a:off x="5904275" y="3498075"/>
                <a:ext cx="42750" cy="145300"/>
              </a:xfrm>
              <a:custGeom>
                <a:rect b="b" l="l" r="r" t="t"/>
                <a:pathLst>
                  <a:path extrusionOk="0" h="5812" w="1710">
                    <a:moveTo>
                      <a:pt x="1448" y="0"/>
                    </a:moveTo>
                    <a:cubicBezTo>
                      <a:pt x="739" y="0"/>
                      <a:pt x="0" y="5812"/>
                      <a:pt x="214" y="5812"/>
                    </a:cubicBezTo>
                    <a:cubicBezTo>
                      <a:pt x="215" y="5812"/>
                      <a:pt x="215" y="5812"/>
                      <a:pt x="216" y="5812"/>
                    </a:cubicBezTo>
                    <a:cubicBezTo>
                      <a:pt x="578" y="5775"/>
                      <a:pt x="1445" y="1411"/>
                      <a:pt x="1476" y="1036"/>
                    </a:cubicBezTo>
                    <a:cubicBezTo>
                      <a:pt x="1507" y="661"/>
                      <a:pt x="1709" y="52"/>
                      <a:pt x="1476" y="3"/>
                    </a:cubicBezTo>
                    <a:cubicBezTo>
                      <a:pt x="1467" y="1"/>
                      <a:pt x="1458" y="0"/>
                      <a:pt x="14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9"/>
              <p:cNvSpPr/>
              <p:nvPr/>
            </p:nvSpPr>
            <p:spPr>
              <a:xfrm>
                <a:off x="5894300" y="3493300"/>
                <a:ext cx="24450" cy="148325"/>
              </a:xfrm>
              <a:custGeom>
                <a:rect b="b" l="l" r="r" t="t"/>
                <a:pathLst>
                  <a:path extrusionOk="0" h="5933" w="978">
                    <a:moveTo>
                      <a:pt x="369" y="1"/>
                    </a:moveTo>
                    <a:cubicBezTo>
                      <a:pt x="302" y="1"/>
                      <a:pt x="257" y="21"/>
                      <a:pt x="252" y="65"/>
                    </a:cubicBezTo>
                    <a:cubicBezTo>
                      <a:pt x="154" y="815"/>
                      <a:pt x="0" y="5382"/>
                      <a:pt x="0" y="5597"/>
                    </a:cubicBezTo>
                    <a:cubicBezTo>
                      <a:pt x="0" y="5758"/>
                      <a:pt x="65" y="5932"/>
                      <a:pt x="150" y="5932"/>
                    </a:cubicBezTo>
                    <a:cubicBezTo>
                      <a:pt x="182" y="5932"/>
                      <a:pt x="217" y="5908"/>
                      <a:pt x="252" y="5849"/>
                    </a:cubicBezTo>
                    <a:cubicBezTo>
                      <a:pt x="375" y="5628"/>
                      <a:pt x="977" y="907"/>
                      <a:pt x="977" y="501"/>
                    </a:cubicBezTo>
                    <a:cubicBezTo>
                      <a:pt x="977" y="195"/>
                      <a:pt x="574" y="1"/>
                      <a:pt x="36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9"/>
              <p:cNvSpPr/>
              <p:nvPr/>
            </p:nvSpPr>
            <p:spPr>
              <a:xfrm>
                <a:off x="5906800" y="3694050"/>
                <a:ext cx="13250" cy="26100"/>
              </a:xfrm>
              <a:custGeom>
                <a:rect b="b" l="l" r="r" t="t"/>
                <a:pathLst>
                  <a:path extrusionOk="0" h="1044" w="530">
                    <a:moveTo>
                      <a:pt x="183" y="0"/>
                    </a:moveTo>
                    <a:cubicBezTo>
                      <a:pt x="167" y="0"/>
                      <a:pt x="153" y="8"/>
                      <a:pt x="139" y="26"/>
                    </a:cubicBezTo>
                    <a:cubicBezTo>
                      <a:pt x="1" y="212"/>
                      <a:pt x="84" y="1044"/>
                      <a:pt x="252" y="1044"/>
                    </a:cubicBezTo>
                    <a:cubicBezTo>
                      <a:pt x="278" y="1044"/>
                      <a:pt x="306" y="1024"/>
                      <a:pt x="336" y="978"/>
                    </a:cubicBezTo>
                    <a:cubicBezTo>
                      <a:pt x="530" y="679"/>
                      <a:pt x="324" y="0"/>
                      <a:pt x="18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9"/>
              <p:cNvSpPr/>
              <p:nvPr/>
            </p:nvSpPr>
            <p:spPr>
              <a:xfrm>
                <a:off x="6041850" y="3219600"/>
                <a:ext cx="41175" cy="26700"/>
              </a:xfrm>
              <a:custGeom>
                <a:rect b="b" l="l" r="r" t="t"/>
                <a:pathLst>
                  <a:path extrusionOk="0" h="1068" w="1647">
                    <a:moveTo>
                      <a:pt x="198" y="0"/>
                    </a:moveTo>
                    <a:cubicBezTo>
                      <a:pt x="61" y="0"/>
                      <a:pt x="1" y="53"/>
                      <a:pt x="54" y="213"/>
                    </a:cubicBezTo>
                    <a:cubicBezTo>
                      <a:pt x="153" y="502"/>
                      <a:pt x="1646" y="1068"/>
                      <a:pt x="1646" y="1068"/>
                    </a:cubicBezTo>
                    <a:lnTo>
                      <a:pt x="1646" y="213"/>
                    </a:lnTo>
                    <a:cubicBezTo>
                      <a:pt x="1052" y="213"/>
                      <a:pt x="472" y="0"/>
                      <a:pt x="19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9"/>
              <p:cNvSpPr/>
              <p:nvPr/>
            </p:nvSpPr>
            <p:spPr>
              <a:xfrm>
                <a:off x="6029850" y="3233525"/>
                <a:ext cx="58850" cy="35050"/>
              </a:xfrm>
              <a:custGeom>
                <a:rect b="b" l="l" r="r" t="t"/>
                <a:pathLst>
                  <a:path extrusionOk="0" h="1402" w="2354">
                    <a:moveTo>
                      <a:pt x="251" y="1"/>
                    </a:moveTo>
                    <a:cubicBezTo>
                      <a:pt x="1" y="1"/>
                      <a:pt x="346" y="338"/>
                      <a:pt x="688" y="609"/>
                    </a:cubicBezTo>
                    <a:cubicBezTo>
                      <a:pt x="1078" y="914"/>
                      <a:pt x="1515" y="1401"/>
                      <a:pt x="1912" y="1401"/>
                    </a:cubicBezTo>
                    <a:cubicBezTo>
                      <a:pt x="1947" y="1401"/>
                      <a:pt x="1981" y="1398"/>
                      <a:pt x="2016" y="1390"/>
                    </a:cubicBezTo>
                    <a:cubicBezTo>
                      <a:pt x="2354" y="1310"/>
                      <a:pt x="1395" y="339"/>
                      <a:pt x="516" y="56"/>
                    </a:cubicBezTo>
                    <a:cubicBezTo>
                      <a:pt x="393" y="18"/>
                      <a:pt x="307" y="1"/>
                      <a:pt x="25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9"/>
              <p:cNvSpPr/>
              <p:nvPr/>
            </p:nvSpPr>
            <p:spPr>
              <a:xfrm>
                <a:off x="6005225" y="4254425"/>
                <a:ext cx="33225" cy="22050"/>
              </a:xfrm>
              <a:custGeom>
                <a:rect b="b" l="l" r="r" t="t"/>
                <a:pathLst>
                  <a:path extrusionOk="0" h="882" w="1329">
                    <a:moveTo>
                      <a:pt x="1015" y="1"/>
                    </a:moveTo>
                    <a:cubicBezTo>
                      <a:pt x="805" y="1"/>
                      <a:pt x="505" y="49"/>
                      <a:pt x="308" y="65"/>
                    </a:cubicBezTo>
                    <a:cubicBezTo>
                      <a:pt x="1" y="89"/>
                      <a:pt x="222" y="747"/>
                      <a:pt x="480" y="858"/>
                    </a:cubicBezTo>
                    <a:cubicBezTo>
                      <a:pt x="520" y="874"/>
                      <a:pt x="562" y="882"/>
                      <a:pt x="604" y="882"/>
                    </a:cubicBezTo>
                    <a:cubicBezTo>
                      <a:pt x="839" y="882"/>
                      <a:pt x="1090" y="646"/>
                      <a:pt x="1200" y="495"/>
                    </a:cubicBezTo>
                    <a:cubicBezTo>
                      <a:pt x="1329" y="317"/>
                      <a:pt x="1310" y="132"/>
                      <a:pt x="1243" y="52"/>
                    </a:cubicBezTo>
                    <a:cubicBezTo>
                      <a:pt x="1211" y="14"/>
                      <a:pt x="1125" y="1"/>
                      <a:pt x="10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9"/>
              <p:cNvSpPr/>
              <p:nvPr/>
            </p:nvSpPr>
            <p:spPr>
              <a:xfrm>
                <a:off x="6032325" y="4268200"/>
                <a:ext cx="12725" cy="66575"/>
              </a:xfrm>
              <a:custGeom>
                <a:rect b="b" l="l" r="r" t="t"/>
                <a:pathLst>
                  <a:path extrusionOk="0" h="2663" w="509">
                    <a:moveTo>
                      <a:pt x="333" y="1"/>
                    </a:moveTo>
                    <a:cubicBezTo>
                      <a:pt x="331" y="1"/>
                      <a:pt x="328" y="2"/>
                      <a:pt x="325" y="5"/>
                    </a:cubicBezTo>
                    <a:cubicBezTo>
                      <a:pt x="1" y="341"/>
                      <a:pt x="128" y="2662"/>
                      <a:pt x="302" y="2662"/>
                    </a:cubicBezTo>
                    <a:cubicBezTo>
                      <a:pt x="309" y="2662"/>
                      <a:pt x="317" y="2658"/>
                      <a:pt x="325" y="2649"/>
                    </a:cubicBezTo>
                    <a:cubicBezTo>
                      <a:pt x="509" y="2421"/>
                      <a:pt x="497" y="2286"/>
                      <a:pt x="405" y="1751"/>
                    </a:cubicBezTo>
                    <a:cubicBezTo>
                      <a:pt x="309" y="1234"/>
                      <a:pt x="410" y="1"/>
                      <a:pt x="33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9"/>
              <p:cNvSpPr/>
              <p:nvPr/>
            </p:nvSpPr>
            <p:spPr>
              <a:xfrm>
                <a:off x="6023825" y="4278425"/>
                <a:ext cx="11250" cy="67050"/>
              </a:xfrm>
              <a:custGeom>
                <a:rect b="b" l="l" r="r" t="t"/>
                <a:pathLst>
                  <a:path extrusionOk="0" h="2682" w="450">
                    <a:moveTo>
                      <a:pt x="225" y="0"/>
                    </a:moveTo>
                    <a:cubicBezTo>
                      <a:pt x="224" y="0"/>
                      <a:pt x="223" y="1"/>
                      <a:pt x="222" y="2"/>
                    </a:cubicBezTo>
                    <a:cubicBezTo>
                      <a:pt x="1" y="265"/>
                      <a:pt x="146" y="2682"/>
                      <a:pt x="290" y="2682"/>
                    </a:cubicBezTo>
                    <a:cubicBezTo>
                      <a:pt x="294" y="2682"/>
                      <a:pt x="298" y="2680"/>
                      <a:pt x="302" y="2676"/>
                    </a:cubicBezTo>
                    <a:cubicBezTo>
                      <a:pt x="443" y="2528"/>
                      <a:pt x="449" y="2412"/>
                      <a:pt x="351" y="1852"/>
                    </a:cubicBezTo>
                    <a:cubicBezTo>
                      <a:pt x="255" y="1311"/>
                      <a:pt x="265" y="0"/>
                      <a:pt x="2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9"/>
              <p:cNvSpPr/>
              <p:nvPr/>
            </p:nvSpPr>
            <p:spPr>
              <a:xfrm>
                <a:off x="6016150" y="4282925"/>
                <a:ext cx="11850" cy="69550"/>
              </a:xfrm>
              <a:custGeom>
                <a:rect b="b" l="l" r="r" t="t"/>
                <a:pathLst>
                  <a:path extrusionOk="0" h="2782" w="474">
                    <a:moveTo>
                      <a:pt x="271" y="0"/>
                    </a:moveTo>
                    <a:cubicBezTo>
                      <a:pt x="99" y="62"/>
                      <a:pt x="0" y="1076"/>
                      <a:pt x="148" y="2133"/>
                    </a:cubicBezTo>
                    <a:cubicBezTo>
                      <a:pt x="234" y="2728"/>
                      <a:pt x="307" y="2781"/>
                      <a:pt x="368" y="2781"/>
                    </a:cubicBezTo>
                    <a:cubicBezTo>
                      <a:pt x="381" y="2781"/>
                      <a:pt x="394" y="2779"/>
                      <a:pt x="406" y="2779"/>
                    </a:cubicBezTo>
                    <a:cubicBezTo>
                      <a:pt x="474" y="2779"/>
                      <a:pt x="271" y="1857"/>
                      <a:pt x="271" y="1217"/>
                    </a:cubicBezTo>
                    <a:lnTo>
                      <a:pt x="27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9"/>
              <p:cNvSpPr/>
              <p:nvPr/>
            </p:nvSpPr>
            <p:spPr>
              <a:xfrm>
                <a:off x="6004461" y="4291675"/>
                <a:ext cx="10650" cy="62125"/>
              </a:xfrm>
              <a:custGeom>
                <a:rect b="b" l="l" r="r" t="t"/>
                <a:pathLst>
                  <a:path extrusionOk="0" h="2485" w="426">
                    <a:moveTo>
                      <a:pt x="355" y="0"/>
                    </a:moveTo>
                    <a:cubicBezTo>
                      <a:pt x="315" y="0"/>
                      <a:pt x="0" y="1490"/>
                      <a:pt x="101" y="2177"/>
                    </a:cubicBezTo>
                    <a:cubicBezTo>
                      <a:pt x="133" y="2389"/>
                      <a:pt x="214" y="2484"/>
                      <a:pt x="284" y="2484"/>
                    </a:cubicBezTo>
                    <a:cubicBezTo>
                      <a:pt x="362" y="2484"/>
                      <a:pt x="425" y="2366"/>
                      <a:pt x="390" y="2158"/>
                    </a:cubicBezTo>
                    <a:cubicBezTo>
                      <a:pt x="322" y="1765"/>
                      <a:pt x="371" y="142"/>
                      <a:pt x="359" y="7"/>
                    </a:cubicBezTo>
                    <a:cubicBezTo>
                      <a:pt x="358" y="2"/>
                      <a:pt x="357" y="0"/>
                      <a:pt x="3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9"/>
              <p:cNvSpPr/>
              <p:nvPr/>
            </p:nvSpPr>
            <p:spPr>
              <a:xfrm>
                <a:off x="5998861" y="4304925"/>
                <a:ext cx="6900" cy="35750"/>
              </a:xfrm>
              <a:custGeom>
                <a:rect b="b" l="l" r="r" t="t"/>
                <a:pathLst>
                  <a:path extrusionOk="0" h="1430" w="276">
                    <a:moveTo>
                      <a:pt x="274" y="0"/>
                    </a:moveTo>
                    <a:cubicBezTo>
                      <a:pt x="254" y="0"/>
                      <a:pt x="29" y="814"/>
                      <a:pt x="5" y="1296"/>
                    </a:cubicBezTo>
                    <a:cubicBezTo>
                      <a:pt x="0" y="1383"/>
                      <a:pt x="15" y="1429"/>
                      <a:pt x="39" y="1429"/>
                    </a:cubicBezTo>
                    <a:cubicBezTo>
                      <a:pt x="112" y="1429"/>
                      <a:pt x="275" y="1004"/>
                      <a:pt x="275" y="6"/>
                    </a:cubicBezTo>
                    <a:cubicBezTo>
                      <a:pt x="275" y="2"/>
                      <a:pt x="275" y="0"/>
                      <a:pt x="2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9"/>
              <p:cNvSpPr/>
              <p:nvPr/>
            </p:nvSpPr>
            <p:spPr>
              <a:xfrm>
                <a:off x="5982800" y="3312525"/>
                <a:ext cx="26150" cy="33875"/>
              </a:xfrm>
              <a:custGeom>
                <a:rect b="b" l="l" r="r" t="t"/>
                <a:pathLst>
                  <a:path extrusionOk="0" h="1355" w="1046">
                    <a:moveTo>
                      <a:pt x="930" y="0"/>
                    </a:moveTo>
                    <a:cubicBezTo>
                      <a:pt x="728" y="0"/>
                      <a:pt x="220" y="321"/>
                      <a:pt x="117" y="449"/>
                    </a:cubicBezTo>
                    <a:cubicBezTo>
                      <a:pt x="1" y="602"/>
                      <a:pt x="93" y="1303"/>
                      <a:pt x="203" y="1352"/>
                    </a:cubicBezTo>
                    <a:cubicBezTo>
                      <a:pt x="207" y="1354"/>
                      <a:pt x="211" y="1355"/>
                      <a:pt x="215" y="1355"/>
                    </a:cubicBezTo>
                    <a:cubicBezTo>
                      <a:pt x="316" y="1355"/>
                      <a:pt x="425" y="760"/>
                      <a:pt x="603" y="535"/>
                    </a:cubicBezTo>
                    <a:cubicBezTo>
                      <a:pt x="794" y="295"/>
                      <a:pt x="1046" y="154"/>
                      <a:pt x="1009" y="43"/>
                    </a:cubicBezTo>
                    <a:cubicBezTo>
                      <a:pt x="998" y="13"/>
                      <a:pt x="970" y="0"/>
                      <a:pt x="9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9"/>
              <p:cNvSpPr/>
              <p:nvPr/>
            </p:nvSpPr>
            <p:spPr>
              <a:xfrm>
                <a:off x="6092250" y="3665425"/>
                <a:ext cx="85125" cy="242725"/>
              </a:xfrm>
              <a:custGeom>
                <a:rect b="b" l="l" r="r" t="t"/>
                <a:pathLst>
                  <a:path extrusionOk="0" h="9709" w="3405">
                    <a:moveTo>
                      <a:pt x="2898" y="1"/>
                    </a:moveTo>
                    <a:cubicBezTo>
                      <a:pt x="2262" y="1"/>
                      <a:pt x="1" y="1344"/>
                      <a:pt x="24" y="1749"/>
                    </a:cubicBezTo>
                    <a:cubicBezTo>
                      <a:pt x="84" y="2817"/>
                      <a:pt x="759" y="9708"/>
                      <a:pt x="1094" y="9708"/>
                    </a:cubicBezTo>
                    <a:cubicBezTo>
                      <a:pt x="1102" y="9708"/>
                      <a:pt x="1110" y="9704"/>
                      <a:pt x="1118" y="9696"/>
                    </a:cubicBezTo>
                    <a:cubicBezTo>
                      <a:pt x="1444" y="9352"/>
                      <a:pt x="3404" y="279"/>
                      <a:pt x="3017" y="27"/>
                    </a:cubicBezTo>
                    <a:cubicBezTo>
                      <a:pt x="2989" y="9"/>
                      <a:pt x="2949" y="1"/>
                      <a:pt x="28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9"/>
              <p:cNvSpPr/>
              <p:nvPr/>
            </p:nvSpPr>
            <p:spPr>
              <a:xfrm>
                <a:off x="6120175" y="3674325"/>
                <a:ext cx="71325" cy="317875"/>
              </a:xfrm>
              <a:custGeom>
                <a:rect b="b" l="l" r="r" t="t"/>
                <a:pathLst>
                  <a:path extrusionOk="0" h="12715" w="2853">
                    <a:moveTo>
                      <a:pt x="2406" y="1"/>
                    </a:moveTo>
                    <a:cubicBezTo>
                      <a:pt x="2394" y="1"/>
                      <a:pt x="2383" y="24"/>
                      <a:pt x="2373" y="77"/>
                    </a:cubicBezTo>
                    <a:cubicBezTo>
                      <a:pt x="2275" y="612"/>
                      <a:pt x="1058" y="7355"/>
                      <a:pt x="812" y="8357"/>
                    </a:cubicBezTo>
                    <a:cubicBezTo>
                      <a:pt x="560" y="9353"/>
                      <a:pt x="1" y="12444"/>
                      <a:pt x="345" y="12635"/>
                    </a:cubicBezTo>
                    <a:cubicBezTo>
                      <a:pt x="447" y="12691"/>
                      <a:pt x="518" y="12715"/>
                      <a:pt x="578" y="12715"/>
                    </a:cubicBezTo>
                    <a:cubicBezTo>
                      <a:pt x="714" y="12715"/>
                      <a:pt x="787" y="12585"/>
                      <a:pt x="1027" y="12414"/>
                    </a:cubicBezTo>
                    <a:cubicBezTo>
                      <a:pt x="1138" y="12337"/>
                      <a:pt x="1247" y="12307"/>
                      <a:pt x="1353" y="12307"/>
                    </a:cubicBezTo>
                    <a:cubicBezTo>
                      <a:pt x="1725" y="12307"/>
                      <a:pt x="2066" y="12670"/>
                      <a:pt x="2329" y="12670"/>
                    </a:cubicBezTo>
                    <a:cubicBezTo>
                      <a:pt x="2394" y="12670"/>
                      <a:pt x="2454" y="12647"/>
                      <a:pt x="2509" y="12592"/>
                    </a:cubicBezTo>
                    <a:cubicBezTo>
                      <a:pt x="2853" y="12242"/>
                      <a:pt x="2521" y="1337"/>
                      <a:pt x="2552" y="1024"/>
                    </a:cubicBezTo>
                    <a:cubicBezTo>
                      <a:pt x="2578" y="757"/>
                      <a:pt x="2475" y="1"/>
                      <a:pt x="240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9"/>
              <p:cNvSpPr/>
              <p:nvPr/>
            </p:nvSpPr>
            <p:spPr>
              <a:xfrm>
                <a:off x="6132625" y="4010450"/>
                <a:ext cx="52575" cy="241400"/>
              </a:xfrm>
              <a:custGeom>
                <a:rect b="b" l="l" r="r" t="t"/>
                <a:pathLst>
                  <a:path extrusionOk="0" h="9656" w="2103">
                    <a:moveTo>
                      <a:pt x="1658" y="1"/>
                    </a:moveTo>
                    <a:cubicBezTo>
                      <a:pt x="1511" y="1"/>
                      <a:pt x="252" y="6998"/>
                      <a:pt x="130" y="7310"/>
                    </a:cubicBezTo>
                    <a:cubicBezTo>
                      <a:pt x="1" y="7623"/>
                      <a:pt x="7" y="9000"/>
                      <a:pt x="68" y="9406"/>
                    </a:cubicBezTo>
                    <a:cubicBezTo>
                      <a:pt x="95" y="9581"/>
                      <a:pt x="230" y="9656"/>
                      <a:pt x="381" y="9656"/>
                    </a:cubicBezTo>
                    <a:cubicBezTo>
                      <a:pt x="574" y="9656"/>
                      <a:pt x="794" y="9534"/>
                      <a:pt x="849" y="9344"/>
                    </a:cubicBezTo>
                    <a:cubicBezTo>
                      <a:pt x="941" y="9000"/>
                      <a:pt x="1543" y="5208"/>
                      <a:pt x="1820" y="3616"/>
                    </a:cubicBezTo>
                    <a:cubicBezTo>
                      <a:pt x="2103" y="2017"/>
                      <a:pt x="2103" y="284"/>
                      <a:pt x="1660" y="1"/>
                    </a:cubicBezTo>
                    <a:cubicBezTo>
                      <a:pt x="1660" y="1"/>
                      <a:pt x="1659" y="1"/>
                      <a:pt x="165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9"/>
              <p:cNvSpPr/>
              <p:nvPr/>
            </p:nvSpPr>
            <p:spPr>
              <a:xfrm>
                <a:off x="6119050" y="4010450"/>
                <a:ext cx="37625" cy="158800"/>
              </a:xfrm>
              <a:custGeom>
                <a:rect b="b" l="l" r="r" t="t"/>
                <a:pathLst>
                  <a:path extrusionOk="0" h="6352" w="1505">
                    <a:moveTo>
                      <a:pt x="275" y="1"/>
                    </a:moveTo>
                    <a:cubicBezTo>
                      <a:pt x="0" y="1"/>
                      <a:pt x="335" y="5886"/>
                      <a:pt x="427" y="6320"/>
                    </a:cubicBezTo>
                    <a:cubicBezTo>
                      <a:pt x="431" y="6342"/>
                      <a:pt x="438" y="6352"/>
                      <a:pt x="447" y="6352"/>
                    </a:cubicBezTo>
                    <a:cubicBezTo>
                      <a:pt x="613" y="6352"/>
                      <a:pt x="1504" y="2429"/>
                      <a:pt x="1416" y="1593"/>
                    </a:cubicBezTo>
                    <a:cubicBezTo>
                      <a:pt x="1373" y="1175"/>
                      <a:pt x="562" y="63"/>
                      <a:pt x="279" y="1"/>
                    </a:cubicBezTo>
                    <a:cubicBezTo>
                      <a:pt x="278" y="1"/>
                      <a:pt x="276" y="1"/>
                      <a:pt x="2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9"/>
              <p:cNvSpPr/>
              <p:nvPr/>
            </p:nvSpPr>
            <p:spPr>
              <a:xfrm>
                <a:off x="6086225" y="3419325"/>
                <a:ext cx="94625" cy="272775"/>
              </a:xfrm>
              <a:custGeom>
                <a:rect b="b" l="l" r="r" t="t"/>
                <a:pathLst>
                  <a:path extrusionOk="0" h="10911" w="3785">
                    <a:moveTo>
                      <a:pt x="3246" y="1"/>
                    </a:moveTo>
                    <a:cubicBezTo>
                      <a:pt x="3231" y="1"/>
                      <a:pt x="3215" y="7"/>
                      <a:pt x="3197" y="18"/>
                    </a:cubicBezTo>
                    <a:cubicBezTo>
                      <a:pt x="2576" y="424"/>
                      <a:pt x="713" y="602"/>
                      <a:pt x="775" y="731"/>
                    </a:cubicBezTo>
                    <a:cubicBezTo>
                      <a:pt x="842" y="860"/>
                      <a:pt x="1826" y="1598"/>
                      <a:pt x="2010" y="2188"/>
                    </a:cubicBezTo>
                    <a:cubicBezTo>
                      <a:pt x="2201" y="2784"/>
                      <a:pt x="2545" y="7966"/>
                      <a:pt x="2109" y="8531"/>
                    </a:cubicBezTo>
                    <a:cubicBezTo>
                      <a:pt x="1666" y="9091"/>
                      <a:pt x="0" y="10843"/>
                      <a:pt x="203" y="10904"/>
                    </a:cubicBezTo>
                    <a:cubicBezTo>
                      <a:pt x="219" y="10909"/>
                      <a:pt x="236" y="10911"/>
                      <a:pt x="255" y="10911"/>
                    </a:cubicBezTo>
                    <a:cubicBezTo>
                      <a:pt x="748" y="10911"/>
                      <a:pt x="2495" y="9461"/>
                      <a:pt x="2951" y="9343"/>
                    </a:cubicBezTo>
                    <a:cubicBezTo>
                      <a:pt x="3057" y="9314"/>
                      <a:pt x="3158" y="9306"/>
                      <a:pt x="3251" y="9306"/>
                    </a:cubicBezTo>
                    <a:cubicBezTo>
                      <a:pt x="3358" y="9306"/>
                      <a:pt x="3454" y="9316"/>
                      <a:pt x="3533" y="9316"/>
                    </a:cubicBezTo>
                    <a:cubicBezTo>
                      <a:pt x="3691" y="9316"/>
                      <a:pt x="3784" y="9276"/>
                      <a:pt x="3768" y="9036"/>
                    </a:cubicBezTo>
                    <a:cubicBezTo>
                      <a:pt x="3738" y="8562"/>
                      <a:pt x="3406" y="4997"/>
                      <a:pt x="3326" y="3540"/>
                    </a:cubicBezTo>
                    <a:cubicBezTo>
                      <a:pt x="3250" y="2143"/>
                      <a:pt x="3535" y="1"/>
                      <a:pt x="324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9"/>
              <p:cNvSpPr/>
              <p:nvPr/>
            </p:nvSpPr>
            <p:spPr>
              <a:xfrm>
                <a:off x="6084225" y="3583950"/>
                <a:ext cx="54875" cy="84475"/>
              </a:xfrm>
              <a:custGeom>
                <a:rect b="b" l="l" r="r" t="t"/>
                <a:pathLst>
                  <a:path extrusionOk="0" h="3379" w="2195">
                    <a:moveTo>
                      <a:pt x="1909" y="0"/>
                    </a:moveTo>
                    <a:cubicBezTo>
                      <a:pt x="1505" y="0"/>
                      <a:pt x="576" y="549"/>
                      <a:pt x="412" y="852"/>
                    </a:cubicBezTo>
                    <a:cubicBezTo>
                      <a:pt x="203" y="1227"/>
                      <a:pt x="0" y="1381"/>
                      <a:pt x="105" y="3354"/>
                    </a:cubicBezTo>
                    <a:cubicBezTo>
                      <a:pt x="106" y="3371"/>
                      <a:pt x="114" y="3378"/>
                      <a:pt x="130" y="3378"/>
                    </a:cubicBezTo>
                    <a:cubicBezTo>
                      <a:pt x="331" y="3378"/>
                      <a:pt x="1691" y="2043"/>
                      <a:pt x="1851" y="1694"/>
                    </a:cubicBezTo>
                    <a:cubicBezTo>
                      <a:pt x="2023" y="1320"/>
                      <a:pt x="2195" y="477"/>
                      <a:pt x="2090" y="102"/>
                    </a:cubicBezTo>
                    <a:cubicBezTo>
                      <a:pt x="2070" y="31"/>
                      <a:pt x="2004" y="0"/>
                      <a:pt x="190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9"/>
              <p:cNvSpPr/>
              <p:nvPr/>
            </p:nvSpPr>
            <p:spPr>
              <a:xfrm>
                <a:off x="6086825" y="3530650"/>
                <a:ext cx="48750" cy="64700"/>
              </a:xfrm>
              <a:custGeom>
                <a:rect b="b" l="l" r="r" t="t"/>
                <a:pathLst>
                  <a:path extrusionOk="0" h="2588" w="1950">
                    <a:moveTo>
                      <a:pt x="1596" y="0"/>
                    </a:moveTo>
                    <a:cubicBezTo>
                      <a:pt x="1192" y="0"/>
                      <a:pt x="367" y="287"/>
                      <a:pt x="204" y="489"/>
                    </a:cubicBezTo>
                    <a:cubicBezTo>
                      <a:pt x="1" y="741"/>
                      <a:pt x="69" y="2327"/>
                      <a:pt x="204" y="2579"/>
                    </a:cubicBezTo>
                    <a:cubicBezTo>
                      <a:pt x="207" y="2585"/>
                      <a:pt x="214" y="2588"/>
                      <a:pt x="223" y="2588"/>
                    </a:cubicBezTo>
                    <a:cubicBezTo>
                      <a:pt x="396" y="2588"/>
                      <a:pt x="1549" y="1644"/>
                      <a:pt x="1747" y="1644"/>
                    </a:cubicBezTo>
                    <a:cubicBezTo>
                      <a:pt x="1949" y="1644"/>
                      <a:pt x="1919" y="329"/>
                      <a:pt x="1814" y="77"/>
                    </a:cubicBezTo>
                    <a:cubicBezTo>
                      <a:pt x="1791" y="23"/>
                      <a:pt x="1711" y="0"/>
                      <a:pt x="15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9"/>
              <p:cNvSpPr/>
              <p:nvPr/>
            </p:nvSpPr>
            <p:spPr>
              <a:xfrm>
                <a:off x="6085750" y="3313675"/>
                <a:ext cx="92075" cy="113100"/>
              </a:xfrm>
              <a:custGeom>
                <a:rect b="b" l="l" r="r" t="t"/>
                <a:pathLst>
                  <a:path extrusionOk="0" h="4524" w="3683">
                    <a:moveTo>
                      <a:pt x="1280" y="0"/>
                    </a:moveTo>
                    <a:cubicBezTo>
                      <a:pt x="1176" y="0"/>
                      <a:pt x="1089" y="3"/>
                      <a:pt x="1027" y="3"/>
                    </a:cubicBezTo>
                    <a:cubicBezTo>
                      <a:pt x="93" y="3"/>
                      <a:pt x="1" y="482"/>
                      <a:pt x="1" y="1921"/>
                    </a:cubicBezTo>
                    <a:cubicBezTo>
                      <a:pt x="1" y="3178"/>
                      <a:pt x="123" y="4523"/>
                      <a:pt x="1298" y="4523"/>
                    </a:cubicBezTo>
                    <a:cubicBezTo>
                      <a:pt x="1467" y="4523"/>
                      <a:pt x="1659" y="4495"/>
                      <a:pt x="1876" y="4435"/>
                    </a:cubicBezTo>
                    <a:cubicBezTo>
                      <a:pt x="3591" y="3955"/>
                      <a:pt x="3683" y="2579"/>
                      <a:pt x="3345" y="1232"/>
                    </a:cubicBezTo>
                    <a:cubicBezTo>
                      <a:pt x="3051" y="85"/>
                      <a:pt x="1879" y="0"/>
                      <a:pt x="12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9"/>
              <p:cNvSpPr/>
              <p:nvPr/>
            </p:nvSpPr>
            <p:spPr>
              <a:xfrm>
                <a:off x="6088525" y="3486250"/>
                <a:ext cx="42750" cy="43250"/>
              </a:xfrm>
              <a:custGeom>
                <a:rect b="b" l="l" r="r" t="t"/>
                <a:pathLst>
                  <a:path extrusionOk="0" h="1730" w="1710">
                    <a:moveTo>
                      <a:pt x="1004" y="1"/>
                    </a:moveTo>
                    <a:cubicBezTo>
                      <a:pt x="667" y="1"/>
                      <a:pt x="275" y="96"/>
                      <a:pt x="173" y="169"/>
                    </a:cubicBezTo>
                    <a:cubicBezTo>
                      <a:pt x="1" y="298"/>
                      <a:pt x="31" y="1515"/>
                      <a:pt x="173" y="1669"/>
                    </a:cubicBezTo>
                    <a:cubicBezTo>
                      <a:pt x="211" y="1711"/>
                      <a:pt x="275" y="1729"/>
                      <a:pt x="355" y="1729"/>
                    </a:cubicBezTo>
                    <a:cubicBezTo>
                      <a:pt x="699" y="1729"/>
                      <a:pt x="1342" y="1399"/>
                      <a:pt x="1506" y="1324"/>
                    </a:cubicBezTo>
                    <a:cubicBezTo>
                      <a:pt x="1709" y="1232"/>
                      <a:pt x="1679" y="476"/>
                      <a:pt x="1506" y="169"/>
                    </a:cubicBezTo>
                    <a:cubicBezTo>
                      <a:pt x="1437" y="44"/>
                      <a:pt x="1233" y="1"/>
                      <a:pt x="10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9"/>
              <p:cNvSpPr/>
              <p:nvPr/>
            </p:nvSpPr>
            <p:spPr>
              <a:xfrm>
                <a:off x="6091450" y="3448550"/>
                <a:ext cx="36450" cy="32550"/>
              </a:xfrm>
              <a:custGeom>
                <a:rect b="b" l="l" r="r" t="t"/>
                <a:pathLst>
                  <a:path extrusionOk="0" h="1302" w="1458">
                    <a:moveTo>
                      <a:pt x="374" y="1"/>
                    </a:moveTo>
                    <a:cubicBezTo>
                      <a:pt x="321" y="1"/>
                      <a:pt x="280" y="26"/>
                      <a:pt x="258" y="85"/>
                    </a:cubicBezTo>
                    <a:cubicBezTo>
                      <a:pt x="160" y="352"/>
                      <a:pt x="1" y="1281"/>
                      <a:pt x="154" y="1281"/>
                    </a:cubicBezTo>
                    <a:cubicBezTo>
                      <a:pt x="163" y="1281"/>
                      <a:pt x="173" y="1278"/>
                      <a:pt x="185" y="1271"/>
                    </a:cubicBezTo>
                    <a:cubicBezTo>
                      <a:pt x="244" y="1236"/>
                      <a:pt x="335" y="1223"/>
                      <a:pt x="439" y="1223"/>
                    </a:cubicBezTo>
                    <a:cubicBezTo>
                      <a:pt x="699" y="1223"/>
                      <a:pt x="1046" y="1302"/>
                      <a:pt x="1217" y="1302"/>
                    </a:cubicBezTo>
                    <a:cubicBezTo>
                      <a:pt x="1457" y="1302"/>
                      <a:pt x="1383" y="927"/>
                      <a:pt x="1180" y="644"/>
                    </a:cubicBezTo>
                    <a:cubicBezTo>
                      <a:pt x="1017" y="422"/>
                      <a:pt x="592" y="1"/>
                      <a:pt x="37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9"/>
              <p:cNvSpPr/>
              <p:nvPr/>
            </p:nvSpPr>
            <p:spPr>
              <a:xfrm>
                <a:off x="6081775" y="3248250"/>
                <a:ext cx="152625" cy="51500"/>
              </a:xfrm>
              <a:custGeom>
                <a:rect b="b" l="l" r="r" t="t"/>
                <a:pathLst>
                  <a:path extrusionOk="0" h="2060" w="6105">
                    <a:moveTo>
                      <a:pt x="2865" y="1"/>
                    </a:moveTo>
                    <a:cubicBezTo>
                      <a:pt x="2788" y="1"/>
                      <a:pt x="2725" y="5"/>
                      <a:pt x="2680" y="14"/>
                    </a:cubicBezTo>
                    <a:cubicBezTo>
                      <a:pt x="2207" y="112"/>
                      <a:pt x="0" y="1612"/>
                      <a:pt x="363" y="1901"/>
                    </a:cubicBezTo>
                    <a:cubicBezTo>
                      <a:pt x="497" y="2009"/>
                      <a:pt x="680" y="2060"/>
                      <a:pt x="895" y="2060"/>
                    </a:cubicBezTo>
                    <a:cubicBezTo>
                      <a:pt x="1437" y="2060"/>
                      <a:pt x="2182" y="1737"/>
                      <a:pt x="2864" y="1200"/>
                    </a:cubicBezTo>
                    <a:cubicBezTo>
                      <a:pt x="3197" y="935"/>
                      <a:pt x="3853" y="880"/>
                      <a:pt x="4482" y="880"/>
                    </a:cubicBezTo>
                    <a:cubicBezTo>
                      <a:pt x="4939" y="880"/>
                      <a:pt x="5381" y="909"/>
                      <a:pt x="5674" y="909"/>
                    </a:cubicBezTo>
                    <a:cubicBezTo>
                      <a:pt x="5960" y="909"/>
                      <a:pt x="6104" y="881"/>
                      <a:pt x="5981" y="770"/>
                    </a:cubicBezTo>
                    <a:cubicBezTo>
                      <a:pt x="5531" y="370"/>
                      <a:pt x="3583" y="1"/>
                      <a:pt x="28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9"/>
              <p:cNvSpPr/>
              <p:nvPr/>
            </p:nvSpPr>
            <p:spPr>
              <a:xfrm>
                <a:off x="6142550" y="3281725"/>
                <a:ext cx="104750" cy="142325"/>
              </a:xfrm>
              <a:custGeom>
                <a:rect b="b" l="l" r="r" t="t"/>
                <a:pathLst>
                  <a:path extrusionOk="0" h="5693" w="4190">
                    <a:moveTo>
                      <a:pt x="2276" y="1"/>
                    </a:moveTo>
                    <a:cubicBezTo>
                      <a:pt x="1248" y="1"/>
                      <a:pt x="60" y="790"/>
                      <a:pt x="15" y="992"/>
                    </a:cubicBezTo>
                    <a:cubicBezTo>
                      <a:pt x="1" y="1059"/>
                      <a:pt x="92" y="1076"/>
                      <a:pt x="249" y="1076"/>
                    </a:cubicBezTo>
                    <a:cubicBezTo>
                      <a:pt x="422" y="1076"/>
                      <a:pt x="674" y="1055"/>
                      <a:pt x="952" y="1055"/>
                    </a:cubicBezTo>
                    <a:cubicBezTo>
                      <a:pt x="1473" y="1055"/>
                      <a:pt x="2085" y="1129"/>
                      <a:pt x="2437" y="1551"/>
                    </a:cubicBezTo>
                    <a:cubicBezTo>
                      <a:pt x="3194" y="2445"/>
                      <a:pt x="4129" y="5692"/>
                      <a:pt x="4186" y="5692"/>
                    </a:cubicBezTo>
                    <a:cubicBezTo>
                      <a:pt x="4188" y="5692"/>
                      <a:pt x="4189" y="5689"/>
                      <a:pt x="4189" y="5682"/>
                    </a:cubicBezTo>
                    <a:cubicBezTo>
                      <a:pt x="4189" y="5461"/>
                      <a:pt x="3851" y="1072"/>
                      <a:pt x="3341" y="457"/>
                    </a:cubicBezTo>
                    <a:cubicBezTo>
                      <a:pt x="3065" y="124"/>
                      <a:pt x="2683" y="1"/>
                      <a:pt x="22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9"/>
              <p:cNvSpPr/>
              <p:nvPr/>
            </p:nvSpPr>
            <p:spPr>
              <a:xfrm>
                <a:off x="6187125" y="3331225"/>
                <a:ext cx="95625" cy="159800"/>
              </a:xfrm>
              <a:custGeom>
                <a:rect b="b" l="l" r="r" t="t"/>
                <a:pathLst>
                  <a:path extrusionOk="0" h="6392" w="3825">
                    <a:moveTo>
                      <a:pt x="319" y="0"/>
                    </a:moveTo>
                    <a:cubicBezTo>
                      <a:pt x="1" y="0"/>
                      <a:pt x="408" y="1282"/>
                      <a:pt x="458" y="2079"/>
                    </a:cubicBezTo>
                    <a:cubicBezTo>
                      <a:pt x="519" y="3081"/>
                      <a:pt x="1158" y="6364"/>
                      <a:pt x="1736" y="6388"/>
                    </a:cubicBezTo>
                    <a:cubicBezTo>
                      <a:pt x="1784" y="6390"/>
                      <a:pt x="1830" y="6391"/>
                      <a:pt x="1874" y="6391"/>
                    </a:cubicBezTo>
                    <a:cubicBezTo>
                      <a:pt x="3825" y="6391"/>
                      <a:pt x="2179" y="4299"/>
                      <a:pt x="1644" y="2983"/>
                    </a:cubicBezTo>
                    <a:cubicBezTo>
                      <a:pt x="1134" y="1729"/>
                      <a:pt x="974" y="537"/>
                      <a:pt x="710" y="266"/>
                    </a:cubicBezTo>
                    <a:cubicBezTo>
                      <a:pt x="523" y="80"/>
                      <a:pt x="399" y="0"/>
                      <a:pt x="3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9"/>
              <p:cNvSpPr/>
              <p:nvPr/>
            </p:nvSpPr>
            <p:spPr>
              <a:xfrm>
                <a:off x="6219000" y="3498075"/>
                <a:ext cx="42900" cy="145300"/>
              </a:xfrm>
              <a:custGeom>
                <a:rect b="b" l="l" r="r" t="t"/>
                <a:pathLst>
                  <a:path extrusionOk="0" h="5812" w="1716">
                    <a:moveTo>
                      <a:pt x="267" y="0"/>
                    </a:moveTo>
                    <a:cubicBezTo>
                      <a:pt x="258" y="0"/>
                      <a:pt x="249" y="1"/>
                      <a:pt x="240" y="3"/>
                    </a:cubicBezTo>
                    <a:cubicBezTo>
                      <a:pt x="0" y="52"/>
                      <a:pt x="209" y="661"/>
                      <a:pt x="240" y="1036"/>
                    </a:cubicBezTo>
                    <a:cubicBezTo>
                      <a:pt x="271" y="1411"/>
                      <a:pt x="1131" y="5775"/>
                      <a:pt x="1500" y="5812"/>
                    </a:cubicBezTo>
                    <a:cubicBezTo>
                      <a:pt x="1500" y="5812"/>
                      <a:pt x="1501" y="5812"/>
                      <a:pt x="1501" y="5812"/>
                    </a:cubicBezTo>
                    <a:cubicBezTo>
                      <a:pt x="1715" y="5812"/>
                      <a:pt x="977" y="0"/>
                      <a:pt x="2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9"/>
              <p:cNvSpPr/>
              <p:nvPr/>
            </p:nvSpPr>
            <p:spPr>
              <a:xfrm>
                <a:off x="6247275" y="3493300"/>
                <a:ext cx="24600" cy="148325"/>
              </a:xfrm>
              <a:custGeom>
                <a:rect b="b" l="l" r="r" t="t"/>
                <a:pathLst>
                  <a:path extrusionOk="0" h="5933" w="984">
                    <a:moveTo>
                      <a:pt x="614" y="1"/>
                    </a:moveTo>
                    <a:cubicBezTo>
                      <a:pt x="407" y="1"/>
                      <a:pt x="0" y="195"/>
                      <a:pt x="0" y="501"/>
                    </a:cubicBezTo>
                    <a:cubicBezTo>
                      <a:pt x="0" y="907"/>
                      <a:pt x="609" y="5628"/>
                      <a:pt x="732" y="5849"/>
                    </a:cubicBezTo>
                    <a:cubicBezTo>
                      <a:pt x="765" y="5908"/>
                      <a:pt x="799" y="5932"/>
                      <a:pt x="831" y="5932"/>
                    </a:cubicBezTo>
                    <a:cubicBezTo>
                      <a:pt x="915" y="5932"/>
                      <a:pt x="984" y="5758"/>
                      <a:pt x="984" y="5597"/>
                    </a:cubicBezTo>
                    <a:cubicBezTo>
                      <a:pt x="984" y="5382"/>
                      <a:pt x="830" y="815"/>
                      <a:pt x="732" y="65"/>
                    </a:cubicBezTo>
                    <a:cubicBezTo>
                      <a:pt x="727" y="21"/>
                      <a:pt x="681" y="1"/>
                      <a:pt x="6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9"/>
              <p:cNvSpPr/>
              <p:nvPr/>
            </p:nvSpPr>
            <p:spPr>
              <a:xfrm>
                <a:off x="6248650" y="3646700"/>
                <a:ext cx="37200" cy="53575"/>
              </a:xfrm>
              <a:custGeom>
                <a:rect b="b" l="l" r="r" t="t"/>
                <a:pathLst>
                  <a:path extrusionOk="0" h="2143" w="1488">
                    <a:moveTo>
                      <a:pt x="762" y="1"/>
                    </a:moveTo>
                    <a:cubicBezTo>
                      <a:pt x="452" y="1"/>
                      <a:pt x="69" y="1118"/>
                      <a:pt x="19" y="1563"/>
                    </a:cubicBezTo>
                    <a:cubicBezTo>
                      <a:pt x="0" y="1735"/>
                      <a:pt x="683" y="1582"/>
                      <a:pt x="1199" y="2104"/>
                    </a:cubicBezTo>
                    <a:cubicBezTo>
                      <a:pt x="1225" y="2131"/>
                      <a:pt x="1247" y="2143"/>
                      <a:pt x="1265" y="2143"/>
                    </a:cubicBezTo>
                    <a:cubicBezTo>
                      <a:pt x="1488" y="2143"/>
                      <a:pt x="1150" y="300"/>
                      <a:pt x="855" y="39"/>
                    </a:cubicBezTo>
                    <a:cubicBezTo>
                      <a:pt x="825" y="13"/>
                      <a:pt x="794" y="1"/>
                      <a:pt x="7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9"/>
              <p:cNvSpPr/>
              <p:nvPr/>
            </p:nvSpPr>
            <p:spPr>
              <a:xfrm>
                <a:off x="6258225" y="3707225"/>
                <a:ext cx="28550" cy="47100"/>
              </a:xfrm>
              <a:custGeom>
                <a:rect b="b" l="l" r="r" t="t"/>
                <a:pathLst>
                  <a:path extrusionOk="0" h="1884" w="1142">
                    <a:moveTo>
                      <a:pt x="831" y="1"/>
                    </a:moveTo>
                    <a:cubicBezTo>
                      <a:pt x="495" y="1"/>
                      <a:pt x="661" y="626"/>
                      <a:pt x="632" y="876"/>
                    </a:cubicBezTo>
                    <a:cubicBezTo>
                      <a:pt x="601" y="1131"/>
                      <a:pt x="1" y="1884"/>
                      <a:pt x="265" y="1884"/>
                    </a:cubicBezTo>
                    <a:cubicBezTo>
                      <a:pt x="268" y="1884"/>
                      <a:pt x="272" y="1884"/>
                      <a:pt x="275" y="1884"/>
                    </a:cubicBezTo>
                    <a:cubicBezTo>
                      <a:pt x="570" y="1859"/>
                      <a:pt x="921" y="1134"/>
                      <a:pt x="982" y="851"/>
                    </a:cubicBezTo>
                    <a:cubicBezTo>
                      <a:pt x="1043" y="568"/>
                      <a:pt x="1142" y="40"/>
                      <a:pt x="865" y="3"/>
                    </a:cubicBezTo>
                    <a:cubicBezTo>
                      <a:pt x="853" y="1"/>
                      <a:pt x="842" y="1"/>
                      <a:pt x="8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9"/>
              <p:cNvSpPr/>
              <p:nvPr/>
            </p:nvSpPr>
            <p:spPr>
              <a:xfrm>
                <a:off x="6245975" y="3694050"/>
                <a:ext cx="13250" cy="26100"/>
              </a:xfrm>
              <a:custGeom>
                <a:rect b="b" l="l" r="r" t="t"/>
                <a:pathLst>
                  <a:path extrusionOk="0" h="1044" w="530">
                    <a:moveTo>
                      <a:pt x="353" y="0"/>
                    </a:moveTo>
                    <a:cubicBezTo>
                      <a:pt x="210" y="0"/>
                      <a:pt x="0" y="679"/>
                      <a:pt x="200" y="978"/>
                    </a:cubicBezTo>
                    <a:cubicBezTo>
                      <a:pt x="229" y="1024"/>
                      <a:pt x="257" y="1044"/>
                      <a:pt x="283" y="1044"/>
                    </a:cubicBezTo>
                    <a:cubicBezTo>
                      <a:pt x="450" y="1044"/>
                      <a:pt x="529" y="212"/>
                      <a:pt x="396" y="26"/>
                    </a:cubicBezTo>
                    <a:cubicBezTo>
                      <a:pt x="383" y="8"/>
                      <a:pt x="368" y="0"/>
                      <a:pt x="3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9"/>
              <p:cNvSpPr/>
              <p:nvPr/>
            </p:nvSpPr>
            <p:spPr>
              <a:xfrm>
                <a:off x="6083000" y="3219600"/>
                <a:ext cx="41200" cy="26700"/>
              </a:xfrm>
              <a:custGeom>
                <a:rect b="b" l="l" r="r" t="t"/>
                <a:pathLst>
                  <a:path extrusionOk="0" h="1068" w="1648">
                    <a:moveTo>
                      <a:pt x="1453" y="0"/>
                    </a:moveTo>
                    <a:cubicBezTo>
                      <a:pt x="1180" y="0"/>
                      <a:pt x="599" y="213"/>
                      <a:pt x="0" y="213"/>
                    </a:cubicBezTo>
                    <a:lnTo>
                      <a:pt x="0" y="1068"/>
                    </a:lnTo>
                    <a:cubicBezTo>
                      <a:pt x="0" y="1068"/>
                      <a:pt x="1494" y="502"/>
                      <a:pt x="1592" y="213"/>
                    </a:cubicBezTo>
                    <a:cubicBezTo>
                      <a:pt x="1648" y="53"/>
                      <a:pt x="1589" y="0"/>
                      <a:pt x="14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9"/>
              <p:cNvSpPr/>
              <p:nvPr/>
            </p:nvSpPr>
            <p:spPr>
              <a:xfrm>
                <a:off x="6077450" y="3233525"/>
                <a:ext cx="58850" cy="35050"/>
              </a:xfrm>
              <a:custGeom>
                <a:rect b="b" l="l" r="r" t="t"/>
                <a:pathLst>
                  <a:path extrusionOk="0" h="1402" w="2354">
                    <a:moveTo>
                      <a:pt x="2103" y="1"/>
                    </a:moveTo>
                    <a:cubicBezTo>
                      <a:pt x="2047" y="1"/>
                      <a:pt x="1961" y="18"/>
                      <a:pt x="1839" y="56"/>
                    </a:cubicBezTo>
                    <a:cubicBezTo>
                      <a:pt x="960" y="339"/>
                      <a:pt x="1" y="1310"/>
                      <a:pt x="333" y="1390"/>
                    </a:cubicBezTo>
                    <a:cubicBezTo>
                      <a:pt x="368" y="1398"/>
                      <a:pt x="402" y="1401"/>
                      <a:pt x="438" y="1401"/>
                    </a:cubicBezTo>
                    <a:cubicBezTo>
                      <a:pt x="840" y="1401"/>
                      <a:pt x="1276" y="914"/>
                      <a:pt x="1661" y="609"/>
                    </a:cubicBezTo>
                    <a:cubicBezTo>
                      <a:pt x="2007" y="338"/>
                      <a:pt x="2354" y="1"/>
                      <a:pt x="21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9"/>
              <p:cNvSpPr/>
              <p:nvPr/>
            </p:nvSpPr>
            <p:spPr>
              <a:xfrm>
                <a:off x="6127700" y="4254425"/>
                <a:ext cx="33225" cy="22050"/>
              </a:xfrm>
              <a:custGeom>
                <a:rect b="b" l="l" r="r" t="t"/>
                <a:pathLst>
                  <a:path extrusionOk="0" h="882" w="1329">
                    <a:moveTo>
                      <a:pt x="315" y="1"/>
                    </a:moveTo>
                    <a:cubicBezTo>
                      <a:pt x="204" y="1"/>
                      <a:pt x="119" y="14"/>
                      <a:pt x="87" y="52"/>
                    </a:cubicBezTo>
                    <a:cubicBezTo>
                      <a:pt x="19" y="132"/>
                      <a:pt x="1" y="317"/>
                      <a:pt x="130" y="495"/>
                    </a:cubicBezTo>
                    <a:cubicBezTo>
                      <a:pt x="240" y="646"/>
                      <a:pt x="491" y="882"/>
                      <a:pt x="726" y="882"/>
                    </a:cubicBezTo>
                    <a:cubicBezTo>
                      <a:pt x="768" y="882"/>
                      <a:pt x="809" y="874"/>
                      <a:pt x="849" y="858"/>
                    </a:cubicBezTo>
                    <a:cubicBezTo>
                      <a:pt x="1107" y="747"/>
                      <a:pt x="1329" y="89"/>
                      <a:pt x="1021" y="65"/>
                    </a:cubicBezTo>
                    <a:cubicBezTo>
                      <a:pt x="824" y="49"/>
                      <a:pt x="524"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9"/>
              <p:cNvSpPr/>
              <p:nvPr/>
            </p:nvSpPr>
            <p:spPr>
              <a:xfrm>
                <a:off x="6121100" y="4268200"/>
                <a:ext cx="12725" cy="66575"/>
              </a:xfrm>
              <a:custGeom>
                <a:rect b="b" l="l" r="r" t="t"/>
                <a:pathLst>
                  <a:path extrusionOk="0" h="2663" w="509">
                    <a:moveTo>
                      <a:pt x="176" y="1"/>
                    </a:moveTo>
                    <a:cubicBezTo>
                      <a:pt x="100" y="1"/>
                      <a:pt x="200" y="1234"/>
                      <a:pt x="105" y="1751"/>
                    </a:cubicBezTo>
                    <a:cubicBezTo>
                      <a:pt x="13" y="2286"/>
                      <a:pt x="1" y="2421"/>
                      <a:pt x="179" y="2649"/>
                    </a:cubicBezTo>
                    <a:cubicBezTo>
                      <a:pt x="186" y="2658"/>
                      <a:pt x="194" y="2662"/>
                      <a:pt x="201" y="2662"/>
                    </a:cubicBezTo>
                    <a:cubicBezTo>
                      <a:pt x="370" y="2662"/>
                      <a:pt x="509" y="341"/>
                      <a:pt x="185" y="5"/>
                    </a:cubicBezTo>
                    <a:cubicBezTo>
                      <a:pt x="182" y="2"/>
                      <a:pt x="179" y="1"/>
                      <a:pt x="1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9"/>
              <p:cNvSpPr/>
              <p:nvPr/>
            </p:nvSpPr>
            <p:spPr>
              <a:xfrm>
                <a:off x="6130950" y="4278425"/>
                <a:ext cx="11225" cy="67050"/>
              </a:xfrm>
              <a:custGeom>
                <a:rect b="b" l="l" r="r" t="t"/>
                <a:pathLst>
                  <a:path extrusionOk="0" h="2682" w="449">
                    <a:moveTo>
                      <a:pt x="230" y="0"/>
                    </a:moveTo>
                    <a:cubicBezTo>
                      <a:pt x="185" y="0"/>
                      <a:pt x="201" y="1311"/>
                      <a:pt x="105" y="1852"/>
                    </a:cubicBezTo>
                    <a:cubicBezTo>
                      <a:pt x="0" y="2412"/>
                      <a:pt x="12" y="2528"/>
                      <a:pt x="154" y="2676"/>
                    </a:cubicBezTo>
                    <a:cubicBezTo>
                      <a:pt x="158" y="2680"/>
                      <a:pt x="162" y="2682"/>
                      <a:pt x="166" y="2682"/>
                    </a:cubicBezTo>
                    <a:cubicBezTo>
                      <a:pt x="309" y="2682"/>
                      <a:pt x="449" y="265"/>
                      <a:pt x="234" y="2"/>
                    </a:cubicBezTo>
                    <a:cubicBezTo>
                      <a:pt x="233" y="1"/>
                      <a:pt x="231" y="0"/>
                      <a:pt x="2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9"/>
              <p:cNvSpPr/>
              <p:nvPr/>
            </p:nvSpPr>
            <p:spPr>
              <a:xfrm>
                <a:off x="6138150" y="4282925"/>
                <a:ext cx="11875" cy="69550"/>
              </a:xfrm>
              <a:custGeom>
                <a:rect b="b" l="l" r="r" t="t"/>
                <a:pathLst>
                  <a:path extrusionOk="0" h="2782" w="475">
                    <a:moveTo>
                      <a:pt x="210" y="0"/>
                    </a:moveTo>
                    <a:lnTo>
                      <a:pt x="210" y="1217"/>
                    </a:lnTo>
                    <a:cubicBezTo>
                      <a:pt x="210" y="1857"/>
                      <a:pt x="1" y="2779"/>
                      <a:pt x="69" y="2779"/>
                    </a:cubicBezTo>
                    <a:cubicBezTo>
                      <a:pt x="82" y="2779"/>
                      <a:pt x="95" y="2781"/>
                      <a:pt x="109" y="2781"/>
                    </a:cubicBezTo>
                    <a:cubicBezTo>
                      <a:pt x="172" y="2781"/>
                      <a:pt x="241" y="2728"/>
                      <a:pt x="327" y="2133"/>
                    </a:cubicBezTo>
                    <a:cubicBezTo>
                      <a:pt x="474" y="1076"/>
                      <a:pt x="376" y="62"/>
                      <a:pt x="2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9"/>
              <p:cNvSpPr/>
              <p:nvPr/>
            </p:nvSpPr>
            <p:spPr>
              <a:xfrm>
                <a:off x="6152334" y="4291675"/>
                <a:ext cx="10650" cy="62125"/>
              </a:xfrm>
              <a:custGeom>
                <a:rect b="b" l="l" r="r" t="t"/>
                <a:pathLst>
                  <a:path extrusionOk="0" h="2485" w="426">
                    <a:moveTo>
                      <a:pt x="70" y="0"/>
                    </a:moveTo>
                    <a:cubicBezTo>
                      <a:pt x="69" y="0"/>
                      <a:pt x="68" y="2"/>
                      <a:pt x="67" y="7"/>
                    </a:cubicBezTo>
                    <a:cubicBezTo>
                      <a:pt x="55" y="142"/>
                      <a:pt x="104" y="1765"/>
                      <a:pt x="36" y="2158"/>
                    </a:cubicBezTo>
                    <a:cubicBezTo>
                      <a:pt x="0" y="2366"/>
                      <a:pt x="64" y="2484"/>
                      <a:pt x="142" y="2484"/>
                    </a:cubicBezTo>
                    <a:cubicBezTo>
                      <a:pt x="212" y="2484"/>
                      <a:pt x="293" y="2389"/>
                      <a:pt x="325" y="2177"/>
                    </a:cubicBezTo>
                    <a:cubicBezTo>
                      <a:pt x="426" y="1490"/>
                      <a:pt x="110" y="0"/>
                      <a:pt x="7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9"/>
              <p:cNvSpPr/>
              <p:nvPr/>
            </p:nvSpPr>
            <p:spPr>
              <a:xfrm>
                <a:off x="6161684" y="4304925"/>
                <a:ext cx="6900" cy="35750"/>
              </a:xfrm>
              <a:custGeom>
                <a:rect b="b" l="l" r="r" t="t"/>
                <a:pathLst>
                  <a:path extrusionOk="0" h="1430" w="276">
                    <a:moveTo>
                      <a:pt x="2" y="0"/>
                    </a:moveTo>
                    <a:cubicBezTo>
                      <a:pt x="1" y="0"/>
                      <a:pt x="0" y="2"/>
                      <a:pt x="0" y="6"/>
                    </a:cubicBezTo>
                    <a:cubicBezTo>
                      <a:pt x="0" y="1004"/>
                      <a:pt x="164" y="1429"/>
                      <a:pt x="237" y="1429"/>
                    </a:cubicBezTo>
                    <a:cubicBezTo>
                      <a:pt x="261" y="1429"/>
                      <a:pt x="275" y="1383"/>
                      <a:pt x="271" y="1296"/>
                    </a:cubicBezTo>
                    <a:cubicBezTo>
                      <a:pt x="247" y="814"/>
                      <a:pt x="21" y="0"/>
                      <a:pt x="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9"/>
              <p:cNvSpPr/>
              <p:nvPr/>
            </p:nvSpPr>
            <p:spPr>
              <a:xfrm>
                <a:off x="6157225" y="3312525"/>
                <a:ext cx="26150" cy="33875"/>
              </a:xfrm>
              <a:custGeom>
                <a:rect b="b" l="l" r="r" t="t"/>
                <a:pathLst>
                  <a:path extrusionOk="0" h="1355" w="1046">
                    <a:moveTo>
                      <a:pt x="114" y="0"/>
                    </a:moveTo>
                    <a:cubicBezTo>
                      <a:pt x="74" y="0"/>
                      <a:pt x="46" y="13"/>
                      <a:pt x="37" y="43"/>
                    </a:cubicBezTo>
                    <a:cubicBezTo>
                      <a:pt x="0" y="154"/>
                      <a:pt x="252" y="295"/>
                      <a:pt x="437" y="535"/>
                    </a:cubicBezTo>
                    <a:cubicBezTo>
                      <a:pt x="620" y="760"/>
                      <a:pt x="729" y="1355"/>
                      <a:pt x="831" y="1355"/>
                    </a:cubicBezTo>
                    <a:cubicBezTo>
                      <a:pt x="834" y="1355"/>
                      <a:pt x="838" y="1354"/>
                      <a:pt x="842" y="1352"/>
                    </a:cubicBezTo>
                    <a:cubicBezTo>
                      <a:pt x="947" y="1303"/>
                      <a:pt x="1045" y="602"/>
                      <a:pt x="928" y="449"/>
                    </a:cubicBezTo>
                    <a:cubicBezTo>
                      <a:pt x="826" y="321"/>
                      <a:pt x="314" y="0"/>
                      <a:pt x="11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9"/>
              <p:cNvSpPr/>
              <p:nvPr/>
            </p:nvSpPr>
            <p:spPr>
              <a:xfrm>
                <a:off x="6019075" y="3075750"/>
                <a:ext cx="67025" cy="78050"/>
              </a:xfrm>
              <a:custGeom>
                <a:rect b="b" l="l" r="r" t="t"/>
                <a:pathLst>
                  <a:path extrusionOk="0" h="3122" w="2681">
                    <a:moveTo>
                      <a:pt x="1525" y="0"/>
                    </a:moveTo>
                    <a:cubicBezTo>
                      <a:pt x="884" y="0"/>
                      <a:pt x="0" y="560"/>
                      <a:pt x="92" y="1382"/>
                    </a:cubicBezTo>
                    <a:cubicBezTo>
                      <a:pt x="97" y="1421"/>
                      <a:pt x="114" y="1437"/>
                      <a:pt x="144" y="1437"/>
                    </a:cubicBezTo>
                    <a:cubicBezTo>
                      <a:pt x="304" y="1437"/>
                      <a:pt x="812" y="946"/>
                      <a:pt x="1425" y="946"/>
                    </a:cubicBezTo>
                    <a:cubicBezTo>
                      <a:pt x="1478" y="946"/>
                      <a:pt x="1532" y="950"/>
                      <a:pt x="1586" y="958"/>
                    </a:cubicBezTo>
                    <a:cubicBezTo>
                      <a:pt x="2337" y="1071"/>
                      <a:pt x="2181" y="3121"/>
                      <a:pt x="2367" y="3121"/>
                    </a:cubicBezTo>
                    <a:cubicBezTo>
                      <a:pt x="2373" y="3121"/>
                      <a:pt x="2379" y="3119"/>
                      <a:pt x="2385" y="3115"/>
                    </a:cubicBezTo>
                    <a:cubicBezTo>
                      <a:pt x="2680" y="2925"/>
                      <a:pt x="2674" y="466"/>
                      <a:pt x="1875" y="73"/>
                    </a:cubicBezTo>
                    <a:cubicBezTo>
                      <a:pt x="1775" y="24"/>
                      <a:pt x="1655" y="0"/>
                      <a:pt x="15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9"/>
              <p:cNvSpPr/>
              <p:nvPr/>
            </p:nvSpPr>
            <p:spPr>
              <a:xfrm>
                <a:off x="6027475" y="3108350"/>
                <a:ext cx="51250" cy="39925"/>
              </a:xfrm>
              <a:custGeom>
                <a:rect b="b" l="l" r="r" t="t"/>
                <a:pathLst>
                  <a:path extrusionOk="0" h="1597" w="2050">
                    <a:moveTo>
                      <a:pt x="841" y="498"/>
                    </a:moveTo>
                    <a:cubicBezTo>
                      <a:pt x="1103" y="498"/>
                      <a:pt x="1378" y="690"/>
                      <a:pt x="1367" y="828"/>
                    </a:cubicBezTo>
                    <a:cubicBezTo>
                      <a:pt x="1353" y="1012"/>
                      <a:pt x="1139" y="1088"/>
                      <a:pt x="919" y="1088"/>
                    </a:cubicBezTo>
                    <a:cubicBezTo>
                      <a:pt x="654" y="1088"/>
                      <a:pt x="379" y="977"/>
                      <a:pt x="433" y="809"/>
                    </a:cubicBezTo>
                    <a:cubicBezTo>
                      <a:pt x="508" y="579"/>
                      <a:pt x="672" y="498"/>
                      <a:pt x="841" y="498"/>
                    </a:cubicBezTo>
                    <a:close/>
                    <a:moveTo>
                      <a:pt x="1016" y="0"/>
                    </a:moveTo>
                    <a:cubicBezTo>
                      <a:pt x="391" y="0"/>
                      <a:pt x="1" y="440"/>
                      <a:pt x="64" y="871"/>
                    </a:cubicBezTo>
                    <a:cubicBezTo>
                      <a:pt x="120" y="1287"/>
                      <a:pt x="478" y="1596"/>
                      <a:pt x="1007" y="1596"/>
                    </a:cubicBezTo>
                    <a:cubicBezTo>
                      <a:pt x="1110" y="1596"/>
                      <a:pt x="1220" y="1584"/>
                      <a:pt x="1336" y="1559"/>
                    </a:cubicBezTo>
                    <a:cubicBezTo>
                      <a:pt x="2049" y="1405"/>
                      <a:pt x="1717" y="127"/>
                      <a:pt x="1355" y="41"/>
                    </a:cubicBezTo>
                    <a:cubicBezTo>
                      <a:pt x="1236" y="13"/>
                      <a:pt x="1122" y="0"/>
                      <a:pt x="10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9"/>
              <p:cNvSpPr/>
              <p:nvPr/>
            </p:nvSpPr>
            <p:spPr>
              <a:xfrm>
                <a:off x="6031050" y="3148425"/>
                <a:ext cx="35625" cy="32475"/>
              </a:xfrm>
              <a:custGeom>
                <a:rect b="b" l="l" r="r" t="t"/>
                <a:pathLst>
                  <a:path extrusionOk="0" h="1299" w="1425">
                    <a:moveTo>
                      <a:pt x="20" y="0"/>
                    </a:moveTo>
                    <a:cubicBezTo>
                      <a:pt x="8" y="0"/>
                      <a:pt x="1" y="6"/>
                      <a:pt x="1" y="18"/>
                    </a:cubicBezTo>
                    <a:cubicBezTo>
                      <a:pt x="1" y="197"/>
                      <a:pt x="380" y="1298"/>
                      <a:pt x="579" y="1298"/>
                    </a:cubicBezTo>
                    <a:cubicBezTo>
                      <a:pt x="592" y="1298"/>
                      <a:pt x="604" y="1294"/>
                      <a:pt x="615" y="1284"/>
                    </a:cubicBezTo>
                    <a:cubicBezTo>
                      <a:pt x="791" y="1137"/>
                      <a:pt x="1425" y="164"/>
                      <a:pt x="1319" y="164"/>
                    </a:cubicBezTo>
                    <a:cubicBezTo>
                      <a:pt x="1313" y="164"/>
                      <a:pt x="1307" y="166"/>
                      <a:pt x="1298" y="171"/>
                    </a:cubicBezTo>
                    <a:cubicBezTo>
                      <a:pt x="1174" y="237"/>
                      <a:pt x="1045" y="262"/>
                      <a:pt x="917" y="262"/>
                    </a:cubicBezTo>
                    <a:cubicBezTo>
                      <a:pt x="504" y="262"/>
                      <a:pt x="112" y="0"/>
                      <a:pt x="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9"/>
              <p:cNvSpPr/>
              <p:nvPr/>
            </p:nvSpPr>
            <p:spPr>
              <a:xfrm>
                <a:off x="6081450" y="3075750"/>
                <a:ext cx="67025" cy="78050"/>
              </a:xfrm>
              <a:custGeom>
                <a:rect b="b" l="l" r="r" t="t"/>
                <a:pathLst>
                  <a:path extrusionOk="0" h="3122" w="2681">
                    <a:moveTo>
                      <a:pt x="1156" y="0"/>
                    </a:moveTo>
                    <a:cubicBezTo>
                      <a:pt x="1026" y="0"/>
                      <a:pt x="906" y="24"/>
                      <a:pt x="806" y="73"/>
                    </a:cubicBezTo>
                    <a:cubicBezTo>
                      <a:pt x="7" y="466"/>
                      <a:pt x="1" y="2925"/>
                      <a:pt x="296" y="3115"/>
                    </a:cubicBezTo>
                    <a:cubicBezTo>
                      <a:pt x="302" y="3119"/>
                      <a:pt x="308" y="3121"/>
                      <a:pt x="314" y="3121"/>
                    </a:cubicBezTo>
                    <a:cubicBezTo>
                      <a:pt x="501" y="3121"/>
                      <a:pt x="350" y="1071"/>
                      <a:pt x="1095" y="958"/>
                    </a:cubicBezTo>
                    <a:cubicBezTo>
                      <a:pt x="1149" y="950"/>
                      <a:pt x="1203" y="946"/>
                      <a:pt x="1256" y="946"/>
                    </a:cubicBezTo>
                    <a:cubicBezTo>
                      <a:pt x="1869" y="946"/>
                      <a:pt x="2377" y="1437"/>
                      <a:pt x="2537" y="1437"/>
                    </a:cubicBezTo>
                    <a:cubicBezTo>
                      <a:pt x="2566" y="1437"/>
                      <a:pt x="2584" y="1421"/>
                      <a:pt x="2589" y="1382"/>
                    </a:cubicBezTo>
                    <a:cubicBezTo>
                      <a:pt x="2680" y="560"/>
                      <a:pt x="1797" y="0"/>
                      <a:pt x="11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9"/>
              <p:cNvSpPr/>
              <p:nvPr/>
            </p:nvSpPr>
            <p:spPr>
              <a:xfrm>
                <a:off x="6088975" y="3108350"/>
                <a:ext cx="51100" cy="39925"/>
              </a:xfrm>
              <a:custGeom>
                <a:rect b="b" l="l" r="r" t="t"/>
                <a:pathLst>
                  <a:path extrusionOk="0" h="1597" w="2044">
                    <a:moveTo>
                      <a:pt x="1198" y="498"/>
                    </a:moveTo>
                    <a:cubicBezTo>
                      <a:pt x="1369" y="498"/>
                      <a:pt x="1534" y="579"/>
                      <a:pt x="1611" y="809"/>
                    </a:cubicBezTo>
                    <a:cubicBezTo>
                      <a:pt x="1669" y="977"/>
                      <a:pt x="1393" y="1088"/>
                      <a:pt x="1127" y="1088"/>
                    </a:cubicBezTo>
                    <a:cubicBezTo>
                      <a:pt x="906" y="1088"/>
                      <a:pt x="691" y="1012"/>
                      <a:pt x="677" y="828"/>
                    </a:cubicBezTo>
                    <a:cubicBezTo>
                      <a:pt x="662" y="690"/>
                      <a:pt x="936" y="498"/>
                      <a:pt x="1198" y="498"/>
                    </a:cubicBezTo>
                    <a:close/>
                    <a:moveTo>
                      <a:pt x="1026" y="1"/>
                    </a:moveTo>
                    <a:cubicBezTo>
                      <a:pt x="920" y="1"/>
                      <a:pt x="807" y="13"/>
                      <a:pt x="689" y="41"/>
                    </a:cubicBezTo>
                    <a:cubicBezTo>
                      <a:pt x="333" y="127"/>
                      <a:pt x="1" y="1405"/>
                      <a:pt x="708" y="1559"/>
                    </a:cubicBezTo>
                    <a:cubicBezTo>
                      <a:pt x="823" y="1584"/>
                      <a:pt x="934" y="1596"/>
                      <a:pt x="1037" y="1596"/>
                    </a:cubicBezTo>
                    <a:cubicBezTo>
                      <a:pt x="1566" y="1596"/>
                      <a:pt x="1924" y="1287"/>
                      <a:pt x="1980" y="871"/>
                    </a:cubicBezTo>
                    <a:cubicBezTo>
                      <a:pt x="2043" y="445"/>
                      <a:pt x="1652" y="1"/>
                      <a:pt x="10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9"/>
              <p:cNvSpPr/>
              <p:nvPr/>
            </p:nvSpPr>
            <p:spPr>
              <a:xfrm>
                <a:off x="6101000" y="3148425"/>
                <a:ext cx="35500" cy="32475"/>
              </a:xfrm>
              <a:custGeom>
                <a:rect b="b" l="l" r="r" t="t"/>
                <a:pathLst>
                  <a:path extrusionOk="0" h="1299" w="1420">
                    <a:moveTo>
                      <a:pt x="1400" y="0"/>
                    </a:moveTo>
                    <a:cubicBezTo>
                      <a:pt x="1309" y="0"/>
                      <a:pt x="919" y="262"/>
                      <a:pt x="505" y="262"/>
                    </a:cubicBezTo>
                    <a:cubicBezTo>
                      <a:pt x="377" y="262"/>
                      <a:pt x="247" y="237"/>
                      <a:pt x="122" y="171"/>
                    </a:cubicBezTo>
                    <a:cubicBezTo>
                      <a:pt x="114" y="166"/>
                      <a:pt x="107" y="164"/>
                      <a:pt x="102" y="164"/>
                    </a:cubicBezTo>
                    <a:cubicBezTo>
                      <a:pt x="1" y="164"/>
                      <a:pt x="629" y="1137"/>
                      <a:pt x="805" y="1284"/>
                    </a:cubicBezTo>
                    <a:cubicBezTo>
                      <a:pt x="816" y="1294"/>
                      <a:pt x="828" y="1298"/>
                      <a:pt x="841" y="1298"/>
                    </a:cubicBezTo>
                    <a:cubicBezTo>
                      <a:pt x="1040" y="1298"/>
                      <a:pt x="1419" y="197"/>
                      <a:pt x="1419" y="18"/>
                    </a:cubicBezTo>
                    <a:cubicBezTo>
                      <a:pt x="1419" y="6"/>
                      <a:pt x="1413" y="0"/>
                      <a:pt x="140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9"/>
              <p:cNvSpPr/>
              <p:nvPr/>
            </p:nvSpPr>
            <p:spPr>
              <a:xfrm>
                <a:off x="6053175" y="3161925"/>
                <a:ext cx="59650" cy="45200"/>
              </a:xfrm>
              <a:custGeom>
                <a:rect b="b" l="l" r="r" t="t"/>
                <a:pathLst>
                  <a:path extrusionOk="0" h="1808" w="2386">
                    <a:moveTo>
                      <a:pt x="1193" y="590"/>
                    </a:moveTo>
                    <a:cubicBezTo>
                      <a:pt x="1550" y="590"/>
                      <a:pt x="1845" y="775"/>
                      <a:pt x="1863" y="904"/>
                    </a:cubicBezTo>
                    <a:cubicBezTo>
                      <a:pt x="1882" y="1033"/>
                      <a:pt x="1673" y="1217"/>
                      <a:pt x="1193" y="1217"/>
                    </a:cubicBezTo>
                    <a:cubicBezTo>
                      <a:pt x="708" y="1217"/>
                      <a:pt x="505" y="1027"/>
                      <a:pt x="523" y="904"/>
                    </a:cubicBezTo>
                    <a:cubicBezTo>
                      <a:pt x="548" y="775"/>
                      <a:pt x="837" y="590"/>
                      <a:pt x="1193" y="590"/>
                    </a:cubicBezTo>
                    <a:close/>
                    <a:moveTo>
                      <a:pt x="1193" y="0"/>
                    </a:moveTo>
                    <a:cubicBezTo>
                      <a:pt x="579" y="0"/>
                      <a:pt x="68" y="541"/>
                      <a:pt x="38" y="904"/>
                    </a:cubicBezTo>
                    <a:cubicBezTo>
                      <a:pt x="1" y="1266"/>
                      <a:pt x="357" y="1807"/>
                      <a:pt x="1193" y="1807"/>
                    </a:cubicBezTo>
                    <a:cubicBezTo>
                      <a:pt x="2029" y="1807"/>
                      <a:pt x="2386" y="1266"/>
                      <a:pt x="2349" y="904"/>
                    </a:cubicBezTo>
                    <a:cubicBezTo>
                      <a:pt x="2318" y="541"/>
                      <a:pt x="1808" y="0"/>
                      <a:pt x="1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3" name="Google Shape;9983;p89"/>
            <p:cNvSpPr/>
            <p:nvPr/>
          </p:nvSpPr>
          <p:spPr>
            <a:xfrm>
              <a:off x="6000725" y="2992450"/>
              <a:ext cx="201725" cy="156325"/>
            </a:xfrm>
            <a:custGeom>
              <a:rect b="b" l="l" r="r" t="t"/>
              <a:pathLst>
                <a:path extrusionOk="0" h="6253" w="8069">
                  <a:moveTo>
                    <a:pt x="3158" y="0"/>
                  </a:moveTo>
                  <a:cubicBezTo>
                    <a:pt x="1495" y="0"/>
                    <a:pt x="331" y="1278"/>
                    <a:pt x="187" y="2513"/>
                  </a:cubicBezTo>
                  <a:cubicBezTo>
                    <a:pt x="1" y="4124"/>
                    <a:pt x="396" y="6229"/>
                    <a:pt x="765" y="6229"/>
                  </a:cubicBezTo>
                  <a:cubicBezTo>
                    <a:pt x="773" y="6229"/>
                    <a:pt x="781" y="6228"/>
                    <a:pt x="790" y="6226"/>
                  </a:cubicBezTo>
                  <a:cubicBezTo>
                    <a:pt x="1125" y="6136"/>
                    <a:pt x="520" y="3966"/>
                    <a:pt x="1179" y="3966"/>
                  </a:cubicBezTo>
                  <a:cubicBezTo>
                    <a:pt x="1196" y="3966"/>
                    <a:pt x="1214" y="3967"/>
                    <a:pt x="1232" y="3970"/>
                  </a:cubicBezTo>
                  <a:cubicBezTo>
                    <a:pt x="1480" y="4008"/>
                    <a:pt x="1714" y="4025"/>
                    <a:pt x="1935" y="4025"/>
                  </a:cubicBezTo>
                  <a:cubicBezTo>
                    <a:pt x="3636" y="4025"/>
                    <a:pt x="4527" y="3023"/>
                    <a:pt x="4527" y="3023"/>
                  </a:cubicBezTo>
                  <a:cubicBezTo>
                    <a:pt x="4527" y="3023"/>
                    <a:pt x="5191" y="3810"/>
                    <a:pt x="5664" y="4001"/>
                  </a:cubicBezTo>
                  <a:cubicBezTo>
                    <a:pt x="6137" y="4197"/>
                    <a:pt x="5461" y="6121"/>
                    <a:pt x="5897" y="6250"/>
                  </a:cubicBezTo>
                  <a:cubicBezTo>
                    <a:pt x="5902" y="6252"/>
                    <a:pt x="5907" y="6253"/>
                    <a:pt x="5913" y="6253"/>
                  </a:cubicBezTo>
                  <a:cubicBezTo>
                    <a:pt x="6362" y="6253"/>
                    <a:pt x="8068" y="788"/>
                    <a:pt x="4939" y="460"/>
                  </a:cubicBezTo>
                  <a:cubicBezTo>
                    <a:pt x="4303" y="138"/>
                    <a:pt x="3704" y="0"/>
                    <a:pt x="315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89"/>
          <p:cNvGrpSpPr/>
          <p:nvPr/>
        </p:nvGrpSpPr>
        <p:grpSpPr>
          <a:xfrm>
            <a:off x="6634500" y="3022588"/>
            <a:ext cx="435225" cy="1370250"/>
            <a:chOff x="6634500" y="2992450"/>
            <a:chExt cx="435225" cy="1370250"/>
          </a:xfrm>
        </p:grpSpPr>
        <p:sp>
          <p:nvSpPr>
            <p:cNvPr id="9985" name="Google Shape;9985;p89"/>
            <p:cNvSpPr/>
            <p:nvPr/>
          </p:nvSpPr>
          <p:spPr>
            <a:xfrm>
              <a:off x="6634500" y="3172825"/>
              <a:ext cx="435225" cy="1189875"/>
            </a:xfrm>
            <a:custGeom>
              <a:rect b="b" l="l" r="r" t="t"/>
              <a:pathLst>
                <a:path extrusionOk="0" h="47595" w="17409">
                  <a:moveTo>
                    <a:pt x="7150" y="1"/>
                  </a:moveTo>
                  <a:cubicBezTo>
                    <a:pt x="7150" y="1"/>
                    <a:pt x="6910" y="1765"/>
                    <a:pt x="6842" y="2010"/>
                  </a:cubicBezTo>
                  <a:cubicBezTo>
                    <a:pt x="6768" y="2256"/>
                    <a:pt x="6326" y="2453"/>
                    <a:pt x="5674" y="2662"/>
                  </a:cubicBezTo>
                  <a:cubicBezTo>
                    <a:pt x="5017" y="2877"/>
                    <a:pt x="3412" y="2711"/>
                    <a:pt x="2613" y="3203"/>
                  </a:cubicBezTo>
                  <a:cubicBezTo>
                    <a:pt x="1820" y="3689"/>
                    <a:pt x="1931" y="5828"/>
                    <a:pt x="1931" y="7094"/>
                  </a:cubicBezTo>
                  <a:cubicBezTo>
                    <a:pt x="1931" y="8354"/>
                    <a:pt x="1396" y="10727"/>
                    <a:pt x="1150" y="11814"/>
                  </a:cubicBezTo>
                  <a:cubicBezTo>
                    <a:pt x="911" y="12902"/>
                    <a:pt x="868" y="16179"/>
                    <a:pt x="831" y="17058"/>
                  </a:cubicBezTo>
                  <a:cubicBezTo>
                    <a:pt x="800" y="17937"/>
                    <a:pt x="665" y="19172"/>
                    <a:pt x="597" y="19701"/>
                  </a:cubicBezTo>
                  <a:cubicBezTo>
                    <a:pt x="523" y="20229"/>
                    <a:pt x="1" y="21569"/>
                    <a:pt x="474" y="22387"/>
                  </a:cubicBezTo>
                  <a:cubicBezTo>
                    <a:pt x="1074" y="23418"/>
                    <a:pt x="1448" y="23751"/>
                    <a:pt x="1633" y="23751"/>
                  </a:cubicBezTo>
                  <a:cubicBezTo>
                    <a:pt x="1692" y="23751"/>
                    <a:pt x="1732" y="23716"/>
                    <a:pt x="1753" y="23659"/>
                  </a:cubicBezTo>
                  <a:cubicBezTo>
                    <a:pt x="1876" y="23333"/>
                    <a:pt x="1230" y="22700"/>
                    <a:pt x="1163" y="22209"/>
                  </a:cubicBezTo>
                  <a:cubicBezTo>
                    <a:pt x="1107" y="21806"/>
                    <a:pt x="1221" y="21170"/>
                    <a:pt x="1355" y="21170"/>
                  </a:cubicBezTo>
                  <a:cubicBezTo>
                    <a:pt x="1384" y="21170"/>
                    <a:pt x="1415" y="21202"/>
                    <a:pt x="1445" y="21274"/>
                  </a:cubicBezTo>
                  <a:cubicBezTo>
                    <a:pt x="1579" y="21599"/>
                    <a:pt x="1559" y="22299"/>
                    <a:pt x="1840" y="22299"/>
                  </a:cubicBezTo>
                  <a:cubicBezTo>
                    <a:pt x="1883" y="22299"/>
                    <a:pt x="1934" y="22282"/>
                    <a:pt x="1992" y="22245"/>
                  </a:cubicBezTo>
                  <a:cubicBezTo>
                    <a:pt x="2288" y="22061"/>
                    <a:pt x="2232" y="20881"/>
                    <a:pt x="2146" y="20322"/>
                  </a:cubicBezTo>
                  <a:cubicBezTo>
                    <a:pt x="2042" y="19602"/>
                    <a:pt x="2140" y="19301"/>
                    <a:pt x="2195" y="18717"/>
                  </a:cubicBezTo>
                  <a:cubicBezTo>
                    <a:pt x="2244"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55" y="42118"/>
                    <a:pt x="5269" y="42634"/>
                  </a:cubicBezTo>
                  <a:cubicBezTo>
                    <a:pt x="5201" y="43126"/>
                    <a:pt x="5250" y="43624"/>
                    <a:pt x="5410" y="44091"/>
                  </a:cubicBezTo>
                  <a:cubicBezTo>
                    <a:pt x="5551" y="44441"/>
                    <a:pt x="5090" y="45652"/>
                    <a:pt x="4949" y="46248"/>
                  </a:cubicBezTo>
                  <a:cubicBezTo>
                    <a:pt x="4808" y="46845"/>
                    <a:pt x="5521" y="47595"/>
                    <a:pt x="6142" y="47595"/>
                  </a:cubicBezTo>
                  <a:cubicBezTo>
                    <a:pt x="6768" y="47595"/>
                    <a:pt x="7482" y="46605"/>
                    <a:pt x="7377" y="46144"/>
                  </a:cubicBezTo>
                  <a:cubicBezTo>
                    <a:pt x="7273" y="45689"/>
                    <a:pt x="7211" y="44300"/>
                    <a:pt x="7328" y="43611"/>
                  </a:cubicBezTo>
                  <a:cubicBezTo>
                    <a:pt x="7445" y="42917"/>
                    <a:pt x="7168" y="42862"/>
                    <a:pt x="7168" y="42302"/>
                  </a:cubicBezTo>
                  <a:cubicBezTo>
                    <a:pt x="7168" y="41749"/>
                    <a:pt x="7377" y="37969"/>
                    <a:pt x="7402" y="34656"/>
                  </a:cubicBezTo>
                  <a:cubicBezTo>
                    <a:pt x="7414" y="33254"/>
                    <a:pt x="7518" y="32043"/>
                    <a:pt x="7869" y="28865"/>
                  </a:cubicBezTo>
                  <a:cubicBezTo>
                    <a:pt x="8305" y="24882"/>
                    <a:pt x="8699" y="21096"/>
                    <a:pt x="8699" y="21096"/>
                  </a:cubicBezTo>
                  <a:cubicBezTo>
                    <a:pt x="8699" y="21096"/>
                    <a:pt x="9092" y="24882"/>
                    <a:pt x="9528" y="28865"/>
                  </a:cubicBezTo>
                  <a:cubicBezTo>
                    <a:pt x="9879" y="32049"/>
                    <a:pt x="9989" y="33254"/>
                    <a:pt x="9996" y="34656"/>
                  </a:cubicBezTo>
                  <a:cubicBezTo>
                    <a:pt x="10014" y="37969"/>
                    <a:pt x="10229" y="41743"/>
                    <a:pt x="10229" y="42302"/>
                  </a:cubicBezTo>
                  <a:cubicBezTo>
                    <a:pt x="10229" y="42868"/>
                    <a:pt x="9953" y="42923"/>
                    <a:pt x="10069" y="43611"/>
                  </a:cubicBezTo>
                  <a:cubicBezTo>
                    <a:pt x="10180" y="44300"/>
                    <a:pt x="10118" y="45695"/>
                    <a:pt x="10020" y="46144"/>
                  </a:cubicBezTo>
                  <a:cubicBezTo>
                    <a:pt x="9916" y="46599"/>
                    <a:pt x="10635" y="47595"/>
                    <a:pt x="11249" y="47595"/>
                  </a:cubicBezTo>
                  <a:cubicBezTo>
                    <a:pt x="11870"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9" y="35738"/>
                    <a:pt x="13352" y="33654"/>
                    <a:pt x="13665" y="31091"/>
                  </a:cubicBezTo>
                  <a:cubicBezTo>
                    <a:pt x="13979"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6"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6" y="20229"/>
                    <a:pt x="16818" y="19701"/>
                  </a:cubicBezTo>
                  <a:cubicBezTo>
                    <a:pt x="16745" y="19178"/>
                    <a:pt x="16616" y="17937"/>
                    <a:pt x="16579" y="17058"/>
                  </a:cubicBezTo>
                  <a:cubicBezTo>
                    <a:pt x="16548"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4" y="2453"/>
                    <a:pt x="10641" y="2256"/>
                    <a:pt x="10573" y="2010"/>
                  </a:cubicBezTo>
                  <a:cubicBezTo>
                    <a:pt x="10500" y="1765"/>
                    <a:pt x="10260" y="1"/>
                    <a:pt x="10260"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9"/>
            <p:cNvSpPr/>
            <p:nvPr/>
          </p:nvSpPr>
          <p:spPr>
            <a:xfrm>
              <a:off x="6776950" y="3018075"/>
              <a:ext cx="150475" cy="201175"/>
            </a:xfrm>
            <a:custGeom>
              <a:rect b="b" l="l" r="r" t="t"/>
              <a:pathLst>
                <a:path extrusionOk="0" h="8047" w="6019">
                  <a:moveTo>
                    <a:pt x="3007" y="1"/>
                  </a:moveTo>
                  <a:cubicBezTo>
                    <a:pt x="50" y="1"/>
                    <a:pt x="1" y="1316"/>
                    <a:pt x="216" y="3916"/>
                  </a:cubicBezTo>
                  <a:cubicBezTo>
                    <a:pt x="431" y="6510"/>
                    <a:pt x="1968" y="8047"/>
                    <a:pt x="3007" y="8047"/>
                  </a:cubicBezTo>
                  <a:cubicBezTo>
                    <a:pt x="4046" y="8047"/>
                    <a:pt x="5576" y="6510"/>
                    <a:pt x="5797" y="3916"/>
                  </a:cubicBezTo>
                  <a:cubicBezTo>
                    <a:pt x="6019"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9"/>
            <p:cNvSpPr/>
            <p:nvPr/>
          </p:nvSpPr>
          <p:spPr>
            <a:xfrm>
              <a:off x="6768450" y="2992450"/>
              <a:ext cx="201575" cy="156325"/>
            </a:xfrm>
            <a:custGeom>
              <a:rect b="b" l="l" r="r" t="t"/>
              <a:pathLst>
                <a:path extrusionOk="0" h="6253" w="8063">
                  <a:moveTo>
                    <a:pt x="3154" y="0"/>
                  </a:moveTo>
                  <a:cubicBezTo>
                    <a:pt x="1492" y="0"/>
                    <a:pt x="325" y="1278"/>
                    <a:pt x="181" y="2513"/>
                  </a:cubicBezTo>
                  <a:cubicBezTo>
                    <a:pt x="1" y="4124"/>
                    <a:pt x="397" y="6229"/>
                    <a:pt x="765" y="6229"/>
                  </a:cubicBezTo>
                  <a:cubicBezTo>
                    <a:pt x="773" y="6229"/>
                    <a:pt x="781" y="6228"/>
                    <a:pt x="790" y="6226"/>
                  </a:cubicBezTo>
                  <a:cubicBezTo>
                    <a:pt x="1125" y="6136"/>
                    <a:pt x="520" y="3966"/>
                    <a:pt x="1173" y="3966"/>
                  </a:cubicBezTo>
                  <a:cubicBezTo>
                    <a:pt x="1190" y="3966"/>
                    <a:pt x="1208" y="3967"/>
                    <a:pt x="1226" y="3970"/>
                  </a:cubicBezTo>
                  <a:cubicBezTo>
                    <a:pt x="1475" y="4008"/>
                    <a:pt x="1710" y="4025"/>
                    <a:pt x="1931" y="4025"/>
                  </a:cubicBezTo>
                  <a:cubicBezTo>
                    <a:pt x="3635" y="4025"/>
                    <a:pt x="4521" y="3023"/>
                    <a:pt x="4521" y="3023"/>
                  </a:cubicBezTo>
                  <a:cubicBezTo>
                    <a:pt x="4521" y="3023"/>
                    <a:pt x="5185" y="3810"/>
                    <a:pt x="5664" y="4001"/>
                  </a:cubicBezTo>
                  <a:cubicBezTo>
                    <a:pt x="6137" y="4197"/>
                    <a:pt x="5461" y="6121"/>
                    <a:pt x="5898" y="6250"/>
                  </a:cubicBezTo>
                  <a:cubicBezTo>
                    <a:pt x="5902" y="6252"/>
                    <a:pt x="5907" y="6253"/>
                    <a:pt x="5912" y="6253"/>
                  </a:cubicBezTo>
                  <a:cubicBezTo>
                    <a:pt x="6356" y="6253"/>
                    <a:pt x="8062" y="788"/>
                    <a:pt x="4933"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8" name="Google Shape;9988;p89"/>
          <p:cNvSpPr/>
          <p:nvPr/>
        </p:nvSpPr>
        <p:spPr>
          <a:xfrm>
            <a:off x="6624825" y="3676288"/>
            <a:ext cx="53450" cy="104650"/>
          </a:xfrm>
          <a:custGeom>
            <a:rect b="b" l="l" r="r" t="t"/>
            <a:pathLst>
              <a:path extrusionOk="0" h="4186" w="2138">
                <a:moveTo>
                  <a:pt x="2002" y="0"/>
                </a:moveTo>
                <a:cubicBezTo>
                  <a:pt x="1977" y="0"/>
                  <a:pt x="1952" y="11"/>
                  <a:pt x="1931" y="36"/>
                </a:cubicBezTo>
                <a:cubicBezTo>
                  <a:pt x="1912" y="61"/>
                  <a:pt x="1" y="2495"/>
                  <a:pt x="1482" y="4148"/>
                </a:cubicBezTo>
                <a:cubicBezTo>
                  <a:pt x="1500" y="4173"/>
                  <a:pt x="1525" y="4185"/>
                  <a:pt x="1556" y="4185"/>
                </a:cubicBezTo>
                <a:cubicBezTo>
                  <a:pt x="1580" y="4185"/>
                  <a:pt x="1599" y="4173"/>
                  <a:pt x="1617" y="4161"/>
                </a:cubicBezTo>
                <a:cubicBezTo>
                  <a:pt x="1654" y="4124"/>
                  <a:pt x="1660" y="4062"/>
                  <a:pt x="1623" y="4025"/>
                </a:cubicBezTo>
                <a:cubicBezTo>
                  <a:pt x="247" y="2489"/>
                  <a:pt x="2060" y="178"/>
                  <a:pt x="2078" y="159"/>
                </a:cubicBezTo>
                <a:cubicBezTo>
                  <a:pt x="2137" y="86"/>
                  <a:pt x="2072" y="0"/>
                  <a:pt x="200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9"/>
          <p:cNvSpPr/>
          <p:nvPr/>
        </p:nvSpPr>
        <p:spPr>
          <a:xfrm>
            <a:off x="7030350" y="3650688"/>
            <a:ext cx="41225" cy="132550"/>
          </a:xfrm>
          <a:custGeom>
            <a:rect b="b" l="l" r="r" t="t"/>
            <a:pathLst>
              <a:path extrusionOk="0" h="5302" w="1649">
                <a:moveTo>
                  <a:pt x="131" y="0"/>
                </a:moveTo>
                <a:cubicBezTo>
                  <a:pt x="67" y="0"/>
                  <a:pt x="0" y="63"/>
                  <a:pt x="44" y="138"/>
                </a:cubicBezTo>
                <a:cubicBezTo>
                  <a:pt x="56" y="169"/>
                  <a:pt x="1433" y="3316"/>
                  <a:pt x="216" y="5154"/>
                </a:cubicBezTo>
                <a:cubicBezTo>
                  <a:pt x="185" y="5197"/>
                  <a:pt x="198" y="5258"/>
                  <a:pt x="241" y="5289"/>
                </a:cubicBezTo>
                <a:cubicBezTo>
                  <a:pt x="259" y="5295"/>
                  <a:pt x="278" y="5302"/>
                  <a:pt x="296" y="5302"/>
                </a:cubicBezTo>
                <a:cubicBezTo>
                  <a:pt x="327" y="5302"/>
                  <a:pt x="357" y="5283"/>
                  <a:pt x="376" y="5258"/>
                </a:cubicBezTo>
                <a:cubicBezTo>
                  <a:pt x="1648" y="3341"/>
                  <a:pt x="271" y="194"/>
                  <a:pt x="216" y="65"/>
                </a:cubicBezTo>
                <a:cubicBezTo>
                  <a:pt x="201" y="19"/>
                  <a:pt x="166" y="0"/>
                  <a:pt x="1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9"/>
          <p:cNvSpPr/>
          <p:nvPr/>
        </p:nvSpPr>
        <p:spPr>
          <a:xfrm>
            <a:off x="6642500" y="3681138"/>
            <a:ext cx="29675" cy="86725"/>
          </a:xfrm>
          <a:custGeom>
            <a:rect b="b" l="l" r="r" t="t"/>
            <a:pathLst>
              <a:path extrusionOk="0" h="3469" w="1187">
                <a:moveTo>
                  <a:pt x="1056" y="1"/>
                </a:moveTo>
                <a:cubicBezTo>
                  <a:pt x="1027" y="1"/>
                  <a:pt x="998" y="14"/>
                  <a:pt x="978" y="45"/>
                </a:cubicBezTo>
                <a:cubicBezTo>
                  <a:pt x="941" y="113"/>
                  <a:pt x="1" y="1668"/>
                  <a:pt x="529" y="3401"/>
                </a:cubicBezTo>
                <a:cubicBezTo>
                  <a:pt x="541" y="3438"/>
                  <a:pt x="578" y="3469"/>
                  <a:pt x="621" y="3469"/>
                </a:cubicBezTo>
                <a:cubicBezTo>
                  <a:pt x="628" y="3469"/>
                  <a:pt x="640" y="3463"/>
                  <a:pt x="646" y="3463"/>
                </a:cubicBezTo>
                <a:cubicBezTo>
                  <a:pt x="695" y="3444"/>
                  <a:pt x="726" y="3395"/>
                  <a:pt x="707" y="3346"/>
                </a:cubicBezTo>
                <a:cubicBezTo>
                  <a:pt x="203" y="1699"/>
                  <a:pt x="1132" y="162"/>
                  <a:pt x="1144" y="143"/>
                </a:cubicBezTo>
                <a:cubicBezTo>
                  <a:pt x="1187" y="70"/>
                  <a:pt x="1122" y="1"/>
                  <a:pt x="105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9"/>
          <p:cNvSpPr/>
          <p:nvPr/>
        </p:nvSpPr>
        <p:spPr>
          <a:xfrm>
            <a:off x="7028650" y="3675338"/>
            <a:ext cx="35850" cy="94850"/>
          </a:xfrm>
          <a:custGeom>
            <a:rect b="b" l="l" r="r" t="t"/>
            <a:pathLst>
              <a:path extrusionOk="0" h="3794" w="1434">
                <a:moveTo>
                  <a:pt x="121" y="0"/>
                </a:moveTo>
                <a:cubicBezTo>
                  <a:pt x="58" y="0"/>
                  <a:pt x="0" y="64"/>
                  <a:pt x="38" y="136"/>
                </a:cubicBezTo>
                <a:cubicBezTo>
                  <a:pt x="44" y="160"/>
                  <a:pt x="1225" y="2158"/>
                  <a:pt x="585" y="3664"/>
                </a:cubicBezTo>
                <a:cubicBezTo>
                  <a:pt x="561" y="3707"/>
                  <a:pt x="585" y="3768"/>
                  <a:pt x="634" y="3787"/>
                </a:cubicBezTo>
                <a:cubicBezTo>
                  <a:pt x="647" y="3793"/>
                  <a:pt x="659" y="3793"/>
                  <a:pt x="671" y="3793"/>
                </a:cubicBezTo>
                <a:cubicBezTo>
                  <a:pt x="708" y="3793"/>
                  <a:pt x="745" y="3768"/>
                  <a:pt x="757" y="3738"/>
                </a:cubicBezTo>
                <a:cubicBezTo>
                  <a:pt x="1434" y="2140"/>
                  <a:pt x="247" y="123"/>
                  <a:pt x="198" y="44"/>
                </a:cubicBezTo>
                <a:cubicBezTo>
                  <a:pt x="177" y="13"/>
                  <a:pt x="148" y="0"/>
                  <a:pt x="12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9"/>
          <p:cNvSpPr/>
          <p:nvPr/>
        </p:nvSpPr>
        <p:spPr>
          <a:xfrm>
            <a:off x="6772875" y="4044738"/>
            <a:ext cx="32550" cy="313550"/>
          </a:xfrm>
          <a:custGeom>
            <a:rect b="b" l="l" r="r" t="t"/>
            <a:pathLst>
              <a:path extrusionOk="0" h="12542" w="1302">
                <a:moveTo>
                  <a:pt x="105" y="0"/>
                </a:moveTo>
                <a:cubicBezTo>
                  <a:pt x="53" y="0"/>
                  <a:pt x="1" y="37"/>
                  <a:pt x="10" y="106"/>
                </a:cubicBezTo>
                <a:cubicBezTo>
                  <a:pt x="35" y="444"/>
                  <a:pt x="643" y="8361"/>
                  <a:pt x="902" y="9184"/>
                </a:cubicBezTo>
                <a:cubicBezTo>
                  <a:pt x="1111" y="9879"/>
                  <a:pt x="1098" y="11410"/>
                  <a:pt x="1086" y="12147"/>
                </a:cubicBezTo>
                <a:lnTo>
                  <a:pt x="1086" y="12448"/>
                </a:lnTo>
                <a:cubicBezTo>
                  <a:pt x="1086" y="12497"/>
                  <a:pt x="1129" y="12541"/>
                  <a:pt x="1184" y="12541"/>
                </a:cubicBezTo>
                <a:cubicBezTo>
                  <a:pt x="1187" y="12541"/>
                  <a:pt x="1191" y="12541"/>
                  <a:pt x="1194" y="12541"/>
                </a:cubicBezTo>
                <a:cubicBezTo>
                  <a:pt x="1239" y="12541"/>
                  <a:pt x="1277" y="12500"/>
                  <a:pt x="1277" y="12448"/>
                </a:cubicBezTo>
                <a:lnTo>
                  <a:pt x="1277" y="12147"/>
                </a:lnTo>
                <a:cubicBezTo>
                  <a:pt x="1283" y="11348"/>
                  <a:pt x="1301" y="9854"/>
                  <a:pt x="1080" y="9129"/>
                </a:cubicBezTo>
                <a:cubicBezTo>
                  <a:pt x="834" y="8324"/>
                  <a:pt x="201" y="173"/>
                  <a:pt x="201" y="93"/>
                </a:cubicBezTo>
                <a:cubicBezTo>
                  <a:pt x="198" y="30"/>
                  <a:pt x="151" y="0"/>
                  <a:pt x="1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9"/>
          <p:cNvSpPr/>
          <p:nvPr/>
        </p:nvSpPr>
        <p:spPr>
          <a:xfrm>
            <a:off x="6771275" y="4240900"/>
            <a:ext cx="29350" cy="92000"/>
          </a:xfrm>
          <a:custGeom>
            <a:rect b="b" l="l" r="r" t="t"/>
            <a:pathLst>
              <a:path extrusionOk="0" h="3680" w="1174">
                <a:moveTo>
                  <a:pt x="1052" y="1"/>
                </a:moveTo>
                <a:cubicBezTo>
                  <a:pt x="1013" y="1"/>
                  <a:pt x="975" y="24"/>
                  <a:pt x="966" y="77"/>
                </a:cubicBezTo>
                <a:cubicBezTo>
                  <a:pt x="953" y="102"/>
                  <a:pt x="197" y="2628"/>
                  <a:pt x="13" y="3568"/>
                </a:cubicBezTo>
                <a:cubicBezTo>
                  <a:pt x="1" y="3624"/>
                  <a:pt x="37" y="3673"/>
                  <a:pt x="87" y="3679"/>
                </a:cubicBezTo>
                <a:lnTo>
                  <a:pt x="105" y="3679"/>
                </a:lnTo>
                <a:cubicBezTo>
                  <a:pt x="148" y="3679"/>
                  <a:pt x="185" y="3648"/>
                  <a:pt x="197" y="3605"/>
                </a:cubicBezTo>
                <a:cubicBezTo>
                  <a:pt x="382" y="2665"/>
                  <a:pt x="1138" y="157"/>
                  <a:pt x="1144" y="132"/>
                </a:cubicBezTo>
                <a:cubicBezTo>
                  <a:pt x="1174" y="54"/>
                  <a:pt x="1111" y="1"/>
                  <a:pt x="105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9"/>
          <p:cNvSpPr/>
          <p:nvPr/>
        </p:nvSpPr>
        <p:spPr>
          <a:xfrm>
            <a:off x="6901125" y="4051238"/>
            <a:ext cx="27300" cy="305500"/>
          </a:xfrm>
          <a:custGeom>
            <a:rect b="b" l="l" r="r" t="t"/>
            <a:pathLst>
              <a:path extrusionOk="0" h="12220" w="1092">
                <a:moveTo>
                  <a:pt x="990" y="1"/>
                </a:moveTo>
                <a:cubicBezTo>
                  <a:pt x="948" y="1"/>
                  <a:pt x="906" y="26"/>
                  <a:pt x="898" y="79"/>
                </a:cubicBezTo>
                <a:cubicBezTo>
                  <a:pt x="892" y="147"/>
                  <a:pt x="136" y="6318"/>
                  <a:pt x="136" y="8328"/>
                </a:cubicBezTo>
                <a:cubicBezTo>
                  <a:pt x="136" y="9232"/>
                  <a:pt x="99" y="9945"/>
                  <a:pt x="68" y="10523"/>
                </a:cubicBezTo>
                <a:cubicBezTo>
                  <a:pt x="31" y="11236"/>
                  <a:pt x="1" y="11746"/>
                  <a:pt x="74" y="12145"/>
                </a:cubicBezTo>
                <a:cubicBezTo>
                  <a:pt x="80" y="12188"/>
                  <a:pt x="123" y="12219"/>
                  <a:pt x="166" y="12219"/>
                </a:cubicBezTo>
                <a:lnTo>
                  <a:pt x="179" y="12219"/>
                </a:lnTo>
                <a:cubicBezTo>
                  <a:pt x="234" y="12207"/>
                  <a:pt x="265" y="12158"/>
                  <a:pt x="259" y="12108"/>
                </a:cubicBezTo>
                <a:cubicBezTo>
                  <a:pt x="191" y="11733"/>
                  <a:pt x="222" y="11229"/>
                  <a:pt x="259" y="10535"/>
                </a:cubicBezTo>
                <a:cubicBezTo>
                  <a:pt x="289" y="9957"/>
                  <a:pt x="326" y="9238"/>
                  <a:pt x="326" y="8328"/>
                </a:cubicBezTo>
                <a:cubicBezTo>
                  <a:pt x="326" y="6331"/>
                  <a:pt x="1076" y="165"/>
                  <a:pt x="1089" y="104"/>
                </a:cubicBezTo>
                <a:cubicBezTo>
                  <a:pt x="1092" y="37"/>
                  <a:pt x="1041" y="1"/>
                  <a:pt x="99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9"/>
          <p:cNvSpPr/>
          <p:nvPr/>
        </p:nvSpPr>
        <p:spPr>
          <a:xfrm>
            <a:off x="6904000" y="4244325"/>
            <a:ext cx="29275" cy="80725"/>
          </a:xfrm>
          <a:custGeom>
            <a:rect b="b" l="l" r="r" t="t"/>
            <a:pathLst>
              <a:path extrusionOk="0" h="3229" w="1171">
                <a:moveTo>
                  <a:pt x="118" y="0"/>
                </a:moveTo>
                <a:cubicBezTo>
                  <a:pt x="59" y="0"/>
                  <a:pt x="0" y="52"/>
                  <a:pt x="27" y="124"/>
                </a:cubicBezTo>
                <a:cubicBezTo>
                  <a:pt x="33" y="155"/>
                  <a:pt x="851" y="2405"/>
                  <a:pt x="974" y="3149"/>
                </a:cubicBezTo>
                <a:cubicBezTo>
                  <a:pt x="980" y="3198"/>
                  <a:pt x="1023" y="3229"/>
                  <a:pt x="1066" y="3229"/>
                </a:cubicBezTo>
                <a:lnTo>
                  <a:pt x="1084" y="3229"/>
                </a:lnTo>
                <a:cubicBezTo>
                  <a:pt x="1133" y="3216"/>
                  <a:pt x="1170" y="3167"/>
                  <a:pt x="1158" y="3118"/>
                </a:cubicBezTo>
                <a:cubicBezTo>
                  <a:pt x="1035" y="2362"/>
                  <a:pt x="242" y="155"/>
                  <a:pt x="205" y="63"/>
                </a:cubicBezTo>
                <a:cubicBezTo>
                  <a:pt x="189" y="19"/>
                  <a:pt x="154" y="0"/>
                  <a:pt x="11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6" name="Google Shape;9996;p89"/>
          <p:cNvGrpSpPr/>
          <p:nvPr/>
        </p:nvGrpSpPr>
        <p:grpSpPr>
          <a:xfrm>
            <a:off x="6658800" y="3128663"/>
            <a:ext cx="382500" cy="1243900"/>
            <a:chOff x="6658800" y="3098525"/>
            <a:chExt cx="382500" cy="1243900"/>
          </a:xfrm>
        </p:grpSpPr>
        <p:grpSp>
          <p:nvGrpSpPr>
            <p:cNvPr id="9997" name="Google Shape;9997;p89"/>
            <p:cNvGrpSpPr/>
            <p:nvPr/>
          </p:nvGrpSpPr>
          <p:grpSpPr>
            <a:xfrm>
              <a:off x="6750375" y="3274500"/>
              <a:ext cx="203475" cy="165800"/>
              <a:chOff x="6750375" y="3274500"/>
              <a:chExt cx="203475" cy="165800"/>
            </a:xfrm>
          </p:grpSpPr>
          <p:sp>
            <p:nvSpPr>
              <p:cNvPr id="9998" name="Google Shape;9998;p89"/>
              <p:cNvSpPr/>
              <p:nvPr/>
            </p:nvSpPr>
            <p:spPr>
              <a:xfrm>
                <a:off x="6750375" y="3274500"/>
                <a:ext cx="101600" cy="165800"/>
              </a:xfrm>
              <a:custGeom>
                <a:rect b="b" l="l" r="r" t="t"/>
                <a:pathLst>
                  <a:path extrusionOk="0" h="6632" w="4064">
                    <a:moveTo>
                      <a:pt x="2314" y="0"/>
                    </a:moveTo>
                    <a:cubicBezTo>
                      <a:pt x="1850" y="0"/>
                      <a:pt x="1380" y="147"/>
                      <a:pt x="1027" y="525"/>
                    </a:cubicBezTo>
                    <a:cubicBezTo>
                      <a:pt x="1" y="1619"/>
                      <a:pt x="412" y="4945"/>
                      <a:pt x="1027" y="6039"/>
                    </a:cubicBezTo>
                    <a:cubicBezTo>
                      <a:pt x="1253" y="6444"/>
                      <a:pt x="1681" y="6631"/>
                      <a:pt x="2147" y="6631"/>
                    </a:cubicBezTo>
                    <a:cubicBezTo>
                      <a:pt x="2948" y="6631"/>
                      <a:pt x="3862" y="6078"/>
                      <a:pt x="4064" y="5123"/>
                    </a:cubicBezTo>
                    <a:lnTo>
                      <a:pt x="4064" y="1005"/>
                    </a:lnTo>
                    <a:cubicBezTo>
                      <a:pt x="4064" y="533"/>
                      <a:pt x="3199" y="0"/>
                      <a:pt x="23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9"/>
              <p:cNvSpPr/>
              <p:nvPr/>
            </p:nvSpPr>
            <p:spPr>
              <a:xfrm>
                <a:off x="6777425" y="3290125"/>
                <a:ext cx="74550" cy="130550"/>
              </a:xfrm>
              <a:custGeom>
                <a:rect b="b" l="l" r="r" t="t"/>
                <a:pathLst>
                  <a:path extrusionOk="0" h="5222" w="2982">
                    <a:moveTo>
                      <a:pt x="1086" y="1"/>
                    </a:moveTo>
                    <a:cubicBezTo>
                      <a:pt x="1020" y="1"/>
                      <a:pt x="957" y="6"/>
                      <a:pt x="898" y="17"/>
                    </a:cubicBezTo>
                    <a:cubicBezTo>
                      <a:pt x="855" y="29"/>
                      <a:pt x="836" y="85"/>
                      <a:pt x="873" y="121"/>
                    </a:cubicBezTo>
                    <a:cubicBezTo>
                      <a:pt x="1051" y="275"/>
                      <a:pt x="1248" y="306"/>
                      <a:pt x="1482" y="367"/>
                    </a:cubicBezTo>
                    <a:cubicBezTo>
                      <a:pt x="1832" y="459"/>
                      <a:pt x="1937" y="761"/>
                      <a:pt x="2164" y="988"/>
                    </a:cubicBezTo>
                    <a:cubicBezTo>
                      <a:pt x="2269" y="1093"/>
                      <a:pt x="2385" y="1179"/>
                      <a:pt x="2514" y="1246"/>
                    </a:cubicBezTo>
                    <a:cubicBezTo>
                      <a:pt x="2373" y="1265"/>
                      <a:pt x="2244" y="1308"/>
                      <a:pt x="2121" y="1375"/>
                    </a:cubicBezTo>
                    <a:cubicBezTo>
                      <a:pt x="1808" y="1535"/>
                      <a:pt x="1537" y="1756"/>
                      <a:pt x="1248" y="1959"/>
                    </a:cubicBezTo>
                    <a:cubicBezTo>
                      <a:pt x="879" y="2211"/>
                      <a:pt x="486" y="2260"/>
                      <a:pt x="74" y="2390"/>
                    </a:cubicBezTo>
                    <a:cubicBezTo>
                      <a:pt x="0" y="2414"/>
                      <a:pt x="13" y="2525"/>
                      <a:pt x="93" y="2525"/>
                    </a:cubicBezTo>
                    <a:cubicBezTo>
                      <a:pt x="116" y="2526"/>
                      <a:pt x="140" y="2526"/>
                      <a:pt x="164" y="2526"/>
                    </a:cubicBezTo>
                    <a:cubicBezTo>
                      <a:pt x="592" y="2526"/>
                      <a:pt x="992" y="2371"/>
                      <a:pt x="1359" y="2150"/>
                    </a:cubicBezTo>
                    <a:cubicBezTo>
                      <a:pt x="1611" y="1996"/>
                      <a:pt x="1863" y="1818"/>
                      <a:pt x="2127" y="1689"/>
                    </a:cubicBezTo>
                    <a:lnTo>
                      <a:pt x="2127" y="1689"/>
                    </a:lnTo>
                    <a:cubicBezTo>
                      <a:pt x="2078" y="1763"/>
                      <a:pt x="2035" y="1842"/>
                      <a:pt x="1998" y="1929"/>
                    </a:cubicBezTo>
                    <a:cubicBezTo>
                      <a:pt x="1955" y="2070"/>
                      <a:pt x="1930" y="2217"/>
                      <a:pt x="1924" y="2365"/>
                    </a:cubicBezTo>
                    <a:cubicBezTo>
                      <a:pt x="1887" y="2777"/>
                      <a:pt x="1685" y="2961"/>
                      <a:pt x="1396" y="3219"/>
                    </a:cubicBezTo>
                    <a:cubicBezTo>
                      <a:pt x="1045" y="3539"/>
                      <a:pt x="560" y="3840"/>
                      <a:pt x="314" y="4240"/>
                    </a:cubicBezTo>
                    <a:cubicBezTo>
                      <a:pt x="275" y="4307"/>
                      <a:pt x="327" y="4384"/>
                      <a:pt x="396" y="4384"/>
                    </a:cubicBezTo>
                    <a:cubicBezTo>
                      <a:pt x="404" y="4384"/>
                      <a:pt x="411" y="4383"/>
                      <a:pt x="418" y="4381"/>
                    </a:cubicBezTo>
                    <a:cubicBezTo>
                      <a:pt x="738" y="4270"/>
                      <a:pt x="953" y="4031"/>
                      <a:pt x="1205" y="3809"/>
                    </a:cubicBezTo>
                    <a:cubicBezTo>
                      <a:pt x="1482" y="3564"/>
                      <a:pt x="1838" y="3262"/>
                      <a:pt x="2023" y="2937"/>
                    </a:cubicBezTo>
                    <a:cubicBezTo>
                      <a:pt x="2207" y="2617"/>
                      <a:pt x="2139" y="2242"/>
                      <a:pt x="2299" y="1910"/>
                    </a:cubicBezTo>
                    <a:cubicBezTo>
                      <a:pt x="2348" y="1806"/>
                      <a:pt x="2416" y="1713"/>
                      <a:pt x="2502" y="1633"/>
                    </a:cubicBezTo>
                    <a:lnTo>
                      <a:pt x="2502" y="1633"/>
                    </a:lnTo>
                    <a:cubicBezTo>
                      <a:pt x="2373" y="1898"/>
                      <a:pt x="2342" y="2211"/>
                      <a:pt x="2348" y="2531"/>
                    </a:cubicBezTo>
                    <a:cubicBezTo>
                      <a:pt x="2367" y="3103"/>
                      <a:pt x="2416" y="3582"/>
                      <a:pt x="2158" y="4117"/>
                    </a:cubicBezTo>
                    <a:cubicBezTo>
                      <a:pt x="1980" y="4492"/>
                      <a:pt x="1654" y="4756"/>
                      <a:pt x="1445" y="5113"/>
                    </a:cubicBezTo>
                    <a:cubicBezTo>
                      <a:pt x="1423" y="5155"/>
                      <a:pt x="1458" y="5222"/>
                      <a:pt x="1508" y="5222"/>
                    </a:cubicBezTo>
                    <a:cubicBezTo>
                      <a:pt x="1515" y="5222"/>
                      <a:pt x="1523" y="5220"/>
                      <a:pt x="1531" y="5217"/>
                    </a:cubicBezTo>
                    <a:cubicBezTo>
                      <a:pt x="2090" y="4990"/>
                      <a:pt x="2435" y="4363"/>
                      <a:pt x="2613" y="3809"/>
                    </a:cubicBezTo>
                    <a:cubicBezTo>
                      <a:pt x="2816" y="3170"/>
                      <a:pt x="2391" y="2101"/>
                      <a:pt x="2785" y="1523"/>
                    </a:cubicBezTo>
                    <a:cubicBezTo>
                      <a:pt x="2852" y="1523"/>
                      <a:pt x="2920" y="1529"/>
                      <a:pt x="2982" y="1541"/>
                    </a:cubicBezTo>
                    <a:lnTo>
                      <a:pt x="2982" y="1031"/>
                    </a:lnTo>
                    <a:cubicBezTo>
                      <a:pt x="2957" y="1031"/>
                      <a:pt x="2932" y="1037"/>
                      <a:pt x="2908" y="1043"/>
                    </a:cubicBezTo>
                    <a:cubicBezTo>
                      <a:pt x="2613" y="828"/>
                      <a:pt x="2312" y="632"/>
                      <a:pt x="2047" y="367"/>
                    </a:cubicBezTo>
                    <a:cubicBezTo>
                      <a:pt x="1831" y="141"/>
                      <a:pt x="1425" y="1"/>
                      <a:pt x="108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9"/>
              <p:cNvSpPr/>
              <p:nvPr/>
            </p:nvSpPr>
            <p:spPr>
              <a:xfrm>
                <a:off x="6852250" y="3274500"/>
                <a:ext cx="101600" cy="165800"/>
              </a:xfrm>
              <a:custGeom>
                <a:rect b="b" l="l" r="r" t="t"/>
                <a:pathLst>
                  <a:path extrusionOk="0" h="6632" w="4064">
                    <a:moveTo>
                      <a:pt x="1751" y="0"/>
                    </a:moveTo>
                    <a:cubicBezTo>
                      <a:pt x="866" y="0"/>
                      <a:pt x="1" y="533"/>
                      <a:pt x="1" y="1005"/>
                    </a:cubicBezTo>
                    <a:lnTo>
                      <a:pt x="1" y="5123"/>
                    </a:lnTo>
                    <a:cubicBezTo>
                      <a:pt x="203" y="6078"/>
                      <a:pt x="1117" y="6631"/>
                      <a:pt x="1917" y="6631"/>
                    </a:cubicBezTo>
                    <a:cubicBezTo>
                      <a:pt x="2383" y="6631"/>
                      <a:pt x="2811" y="6444"/>
                      <a:pt x="3037" y="6039"/>
                    </a:cubicBezTo>
                    <a:cubicBezTo>
                      <a:pt x="3652" y="4945"/>
                      <a:pt x="4064" y="1619"/>
                      <a:pt x="3037" y="525"/>
                    </a:cubicBezTo>
                    <a:cubicBezTo>
                      <a:pt x="2684" y="147"/>
                      <a:pt x="2215" y="0"/>
                      <a:pt x="1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9"/>
              <p:cNvSpPr/>
              <p:nvPr/>
            </p:nvSpPr>
            <p:spPr>
              <a:xfrm>
                <a:off x="6852250" y="3290125"/>
                <a:ext cx="74575" cy="130550"/>
              </a:xfrm>
              <a:custGeom>
                <a:rect b="b" l="l" r="r" t="t"/>
                <a:pathLst>
                  <a:path extrusionOk="0" h="5222" w="2983">
                    <a:moveTo>
                      <a:pt x="1896" y="1"/>
                    </a:moveTo>
                    <a:cubicBezTo>
                      <a:pt x="1557" y="1"/>
                      <a:pt x="1151" y="141"/>
                      <a:pt x="935" y="367"/>
                    </a:cubicBezTo>
                    <a:cubicBezTo>
                      <a:pt x="671" y="632"/>
                      <a:pt x="370" y="828"/>
                      <a:pt x="75" y="1043"/>
                    </a:cubicBezTo>
                    <a:cubicBezTo>
                      <a:pt x="50" y="1037"/>
                      <a:pt x="25" y="1031"/>
                      <a:pt x="1" y="1031"/>
                    </a:cubicBezTo>
                    <a:lnTo>
                      <a:pt x="1" y="1541"/>
                    </a:lnTo>
                    <a:cubicBezTo>
                      <a:pt x="62" y="1529"/>
                      <a:pt x="130" y="1523"/>
                      <a:pt x="198" y="1523"/>
                    </a:cubicBezTo>
                    <a:cubicBezTo>
                      <a:pt x="591" y="2101"/>
                      <a:pt x="167" y="3170"/>
                      <a:pt x="370" y="3809"/>
                    </a:cubicBezTo>
                    <a:cubicBezTo>
                      <a:pt x="548" y="4363"/>
                      <a:pt x="886" y="4990"/>
                      <a:pt x="1452" y="5217"/>
                    </a:cubicBezTo>
                    <a:cubicBezTo>
                      <a:pt x="1459" y="5220"/>
                      <a:pt x="1467" y="5222"/>
                      <a:pt x="1474" y="5222"/>
                    </a:cubicBezTo>
                    <a:cubicBezTo>
                      <a:pt x="1524" y="5222"/>
                      <a:pt x="1558" y="5155"/>
                      <a:pt x="1531" y="5113"/>
                    </a:cubicBezTo>
                    <a:cubicBezTo>
                      <a:pt x="1329" y="4756"/>
                      <a:pt x="1003" y="4492"/>
                      <a:pt x="825" y="4117"/>
                    </a:cubicBezTo>
                    <a:cubicBezTo>
                      <a:pt x="566" y="3582"/>
                      <a:pt x="616" y="3103"/>
                      <a:pt x="628" y="2531"/>
                    </a:cubicBezTo>
                    <a:cubicBezTo>
                      <a:pt x="640" y="2211"/>
                      <a:pt x="609" y="1898"/>
                      <a:pt x="474" y="1633"/>
                    </a:cubicBezTo>
                    <a:lnTo>
                      <a:pt x="474" y="1633"/>
                    </a:lnTo>
                    <a:cubicBezTo>
                      <a:pt x="560" y="1713"/>
                      <a:pt x="628" y="1806"/>
                      <a:pt x="683" y="1910"/>
                    </a:cubicBezTo>
                    <a:cubicBezTo>
                      <a:pt x="843" y="2242"/>
                      <a:pt x="775" y="2617"/>
                      <a:pt x="960" y="2937"/>
                    </a:cubicBezTo>
                    <a:cubicBezTo>
                      <a:pt x="1144" y="3262"/>
                      <a:pt x="1501" y="3564"/>
                      <a:pt x="1771" y="3809"/>
                    </a:cubicBezTo>
                    <a:cubicBezTo>
                      <a:pt x="2023" y="4031"/>
                      <a:pt x="2244" y="4270"/>
                      <a:pt x="2564" y="4381"/>
                    </a:cubicBezTo>
                    <a:cubicBezTo>
                      <a:pt x="2571" y="4383"/>
                      <a:pt x="2579" y="4384"/>
                      <a:pt x="2586" y="4384"/>
                    </a:cubicBezTo>
                    <a:cubicBezTo>
                      <a:pt x="2655" y="4384"/>
                      <a:pt x="2702" y="4307"/>
                      <a:pt x="2669" y="4240"/>
                    </a:cubicBezTo>
                    <a:cubicBezTo>
                      <a:pt x="2417" y="3840"/>
                      <a:pt x="1937" y="3539"/>
                      <a:pt x="1581" y="3219"/>
                    </a:cubicBezTo>
                    <a:cubicBezTo>
                      <a:pt x="1298" y="2961"/>
                      <a:pt x="1095" y="2777"/>
                      <a:pt x="1058" y="2365"/>
                    </a:cubicBezTo>
                    <a:cubicBezTo>
                      <a:pt x="1052" y="2217"/>
                      <a:pt x="1027" y="2070"/>
                      <a:pt x="978" y="1929"/>
                    </a:cubicBezTo>
                    <a:cubicBezTo>
                      <a:pt x="941" y="1849"/>
                      <a:pt x="898" y="1763"/>
                      <a:pt x="855" y="1689"/>
                    </a:cubicBezTo>
                    <a:lnTo>
                      <a:pt x="855" y="1689"/>
                    </a:lnTo>
                    <a:cubicBezTo>
                      <a:pt x="1120" y="1818"/>
                      <a:pt x="1372" y="1996"/>
                      <a:pt x="1624" y="2150"/>
                    </a:cubicBezTo>
                    <a:cubicBezTo>
                      <a:pt x="1991" y="2371"/>
                      <a:pt x="2391" y="2526"/>
                      <a:pt x="2818" y="2526"/>
                    </a:cubicBezTo>
                    <a:cubicBezTo>
                      <a:pt x="2842" y="2526"/>
                      <a:pt x="2866" y="2526"/>
                      <a:pt x="2890" y="2525"/>
                    </a:cubicBezTo>
                    <a:cubicBezTo>
                      <a:pt x="2970" y="2525"/>
                      <a:pt x="2982" y="2414"/>
                      <a:pt x="2908" y="2390"/>
                    </a:cubicBezTo>
                    <a:cubicBezTo>
                      <a:pt x="2496" y="2260"/>
                      <a:pt x="2103" y="2211"/>
                      <a:pt x="1734" y="1959"/>
                    </a:cubicBezTo>
                    <a:cubicBezTo>
                      <a:pt x="1445" y="1756"/>
                      <a:pt x="1181" y="1535"/>
                      <a:pt x="868" y="1375"/>
                    </a:cubicBezTo>
                    <a:cubicBezTo>
                      <a:pt x="745" y="1308"/>
                      <a:pt x="609" y="1265"/>
                      <a:pt x="468" y="1246"/>
                    </a:cubicBezTo>
                    <a:cubicBezTo>
                      <a:pt x="597" y="1179"/>
                      <a:pt x="714" y="1093"/>
                      <a:pt x="818" y="988"/>
                    </a:cubicBezTo>
                    <a:cubicBezTo>
                      <a:pt x="1046" y="761"/>
                      <a:pt x="1150" y="459"/>
                      <a:pt x="1501" y="367"/>
                    </a:cubicBezTo>
                    <a:cubicBezTo>
                      <a:pt x="1734" y="306"/>
                      <a:pt x="1931" y="275"/>
                      <a:pt x="2109" y="121"/>
                    </a:cubicBezTo>
                    <a:cubicBezTo>
                      <a:pt x="2146" y="85"/>
                      <a:pt x="2128" y="29"/>
                      <a:pt x="2085" y="17"/>
                    </a:cubicBezTo>
                    <a:cubicBezTo>
                      <a:pt x="2026" y="6"/>
                      <a:pt x="1962" y="1"/>
                      <a:pt x="189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2" name="Google Shape;10002;p89"/>
            <p:cNvSpPr/>
            <p:nvPr/>
          </p:nvSpPr>
          <p:spPr>
            <a:xfrm>
              <a:off x="6836900" y="3295900"/>
              <a:ext cx="109700" cy="84400"/>
            </a:xfrm>
            <a:custGeom>
              <a:rect b="b" l="l" r="r" t="t"/>
              <a:pathLst>
                <a:path extrusionOk="0" h="3376" w="4388">
                  <a:moveTo>
                    <a:pt x="1805" y="1"/>
                  </a:moveTo>
                  <a:cubicBezTo>
                    <a:pt x="1640" y="1"/>
                    <a:pt x="1457" y="15"/>
                    <a:pt x="1254" y="44"/>
                  </a:cubicBezTo>
                  <a:cubicBezTo>
                    <a:pt x="0" y="228"/>
                    <a:pt x="941" y="3351"/>
                    <a:pt x="1807" y="3376"/>
                  </a:cubicBezTo>
                  <a:cubicBezTo>
                    <a:pt x="1811" y="3376"/>
                    <a:pt x="1814" y="3376"/>
                    <a:pt x="1818" y="3376"/>
                  </a:cubicBezTo>
                  <a:cubicBezTo>
                    <a:pt x="2637" y="3376"/>
                    <a:pt x="4387" y="1"/>
                    <a:pt x="18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9"/>
            <p:cNvSpPr/>
            <p:nvPr/>
          </p:nvSpPr>
          <p:spPr>
            <a:xfrm>
              <a:off x="6794950" y="3118325"/>
              <a:ext cx="73775" cy="202350"/>
            </a:xfrm>
            <a:custGeom>
              <a:rect b="b" l="l" r="r" t="t"/>
              <a:pathLst>
                <a:path extrusionOk="0" h="8094" w="2951">
                  <a:moveTo>
                    <a:pt x="765" y="1"/>
                  </a:moveTo>
                  <a:cubicBezTo>
                    <a:pt x="757" y="1"/>
                    <a:pt x="747" y="2"/>
                    <a:pt x="738" y="5"/>
                  </a:cubicBezTo>
                  <a:cubicBezTo>
                    <a:pt x="0" y="293"/>
                    <a:pt x="203" y="1043"/>
                    <a:pt x="307" y="1443"/>
                  </a:cubicBezTo>
                  <a:cubicBezTo>
                    <a:pt x="424" y="1879"/>
                    <a:pt x="658" y="2267"/>
                    <a:pt x="891" y="2642"/>
                  </a:cubicBezTo>
                  <a:lnTo>
                    <a:pt x="1008" y="2832"/>
                  </a:lnTo>
                  <a:cubicBezTo>
                    <a:pt x="1949" y="4412"/>
                    <a:pt x="2551" y="6182"/>
                    <a:pt x="2760" y="8014"/>
                  </a:cubicBezTo>
                  <a:cubicBezTo>
                    <a:pt x="2766" y="8057"/>
                    <a:pt x="2803" y="8094"/>
                    <a:pt x="2852" y="8094"/>
                  </a:cubicBezTo>
                  <a:lnTo>
                    <a:pt x="2865" y="8094"/>
                  </a:lnTo>
                  <a:cubicBezTo>
                    <a:pt x="2914" y="8087"/>
                    <a:pt x="2951" y="8044"/>
                    <a:pt x="2944" y="7989"/>
                  </a:cubicBezTo>
                  <a:cubicBezTo>
                    <a:pt x="2729" y="6133"/>
                    <a:pt x="2127" y="4338"/>
                    <a:pt x="1168" y="2734"/>
                  </a:cubicBezTo>
                  <a:cubicBezTo>
                    <a:pt x="1125" y="2672"/>
                    <a:pt x="1088" y="2605"/>
                    <a:pt x="1051" y="2543"/>
                  </a:cubicBezTo>
                  <a:cubicBezTo>
                    <a:pt x="830" y="2181"/>
                    <a:pt x="596" y="1806"/>
                    <a:pt x="492" y="1394"/>
                  </a:cubicBezTo>
                  <a:cubicBezTo>
                    <a:pt x="350" y="871"/>
                    <a:pt x="271" y="392"/>
                    <a:pt x="805" y="183"/>
                  </a:cubicBezTo>
                  <a:cubicBezTo>
                    <a:pt x="901" y="138"/>
                    <a:pt x="858" y="1"/>
                    <a:pt x="7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9"/>
            <p:cNvSpPr/>
            <p:nvPr/>
          </p:nvSpPr>
          <p:spPr>
            <a:xfrm>
              <a:off x="6855025" y="3111325"/>
              <a:ext cx="48750" cy="212125"/>
            </a:xfrm>
            <a:custGeom>
              <a:rect b="b" l="l" r="r" t="t"/>
              <a:pathLst>
                <a:path extrusionOk="0" h="8485" w="1950">
                  <a:moveTo>
                    <a:pt x="1121" y="1"/>
                  </a:moveTo>
                  <a:cubicBezTo>
                    <a:pt x="1007" y="1"/>
                    <a:pt x="990" y="186"/>
                    <a:pt x="1119" y="192"/>
                  </a:cubicBezTo>
                  <a:cubicBezTo>
                    <a:pt x="1377" y="217"/>
                    <a:pt x="1734" y="494"/>
                    <a:pt x="1746" y="733"/>
                  </a:cubicBezTo>
                  <a:cubicBezTo>
                    <a:pt x="1758" y="918"/>
                    <a:pt x="1654" y="1071"/>
                    <a:pt x="1543" y="1250"/>
                  </a:cubicBezTo>
                  <a:cubicBezTo>
                    <a:pt x="1500" y="1311"/>
                    <a:pt x="1457" y="1379"/>
                    <a:pt x="1414" y="1446"/>
                  </a:cubicBezTo>
                  <a:cubicBezTo>
                    <a:pt x="246" y="3579"/>
                    <a:pt x="1" y="6099"/>
                    <a:pt x="732" y="8423"/>
                  </a:cubicBezTo>
                  <a:cubicBezTo>
                    <a:pt x="744" y="8454"/>
                    <a:pt x="775" y="8478"/>
                    <a:pt x="812" y="8484"/>
                  </a:cubicBezTo>
                  <a:cubicBezTo>
                    <a:pt x="824" y="8484"/>
                    <a:pt x="836" y="8484"/>
                    <a:pt x="849" y="8478"/>
                  </a:cubicBezTo>
                  <a:cubicBezTo>
                    <a:pt x="898" y="8466"/>
                    <a:pt x="923" y="8411"/>
                    <a:pt x="910" y="8361"/>
                  </a:cubicBezTo>
                  <a:cubicBezTo>
                    <a:pt x="191" y="6093"/>
                    <a:pt x="437" y="3628"/>
                    <a:pt x="1580" y="1538"/>
                  </a:cubicBezTo>
                  <a:cubicBezTo>
                    <a:pt x="1617" y="1477"/>
                    <a:pt x="1654" y="1409"/>
                    <a:pt x="1697" y="1348"/>
                  </a:cubicBezTo>
                  <a:cubicBezTo>
                    <a:pt x="1820" y="1164"/>
                    <a:pt x="1949" y="973"/>
                    <a:pt x="1931" y="727"/>
                  </a:cubicBezTo>
                  <a:cubicBezTo>
                    <a:pt x="1912" y="383"/>
                    <a:pt x="1482" y="45"/>
                    <a:pt x="1138" y="2"/>
                  </a:cubicBezTo>
                  <a:cubicBezTo>
                    <a:pt x="1132" y="1"/>
                    <a:pt x="1127" y="1"/>
                    <a:pt x="112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9"/>
            <p:cNvSpPr/>
            <p:nvPr/>
          </p:nvSpPr>
          <p:spPr>
            <a:xfrm>
              <a:off x="6793100" y="3103025"/>
              <a:ext cx="79475" cy="219650"/>
            </a:xfrm>
            <a:custGeom>
              <a:rect b="b" l="l" r="r" t="t"/>
              <a:pathLst>
                <a:path extrusionOk="0" h="8786" w="3179">
                  <a:moveTo>
                    <a:pt x="810" y="0"/>
                  </a:moveTo>
                  <a:cubicBezTo>
                    <a:pt x="646" y="0"/>
                    <a:pt x="487" y="62"/>
                    <a:pt x="369" y="174"/>
                  </a:cubicBezTo>
                  <a:cubicBezTo>
                    <a:pt x="129" y="414"/>
                    <a:pt x="0" y="740"/>
                    <a:pt x="19" y="1078"/>
                  </a:cubicBezTo>
                  <a:cubicBezTo>
                    <a:pt x="43" y="1471"/>
                    <a:pt x="240" y="1735"/>
                    <a:pt x="449" y="2018"/>
                  </a:cubicBezTo>
                  <a:cubicBezTo>
                    <a:pt x="504" y="2098"/>
                    <a:pt x="566" y="2184"/>
                    <a:pt x="627" y="2270"/>
                  </a:cubicBezTo>
                  <a:cubicBezTo>
                    <a:pt x="1906" y="4200"/>
                    <a:pt x="2717" y="6401"/>
                    <a:pt x="2988" y="8699"/>
                  </a:cubicBezTo>
                  <a:cubicBezTo>
                    <a:pt x="2994" y="8749"/>
                    <a:pt x="3037" y="8786"/>
                    <a:pt x="3080" y="8786"/>
                  </a:cubicBezTo>
                  <a:lnTo>
                    <a:pt x="3092" y="8786"/>
                  </a:lnTo>
                  <a:cubicBezTo>
                    <a:pt x="3141" y="8779"/>
                    <a:pt x="3178" y="8730"/>
                    <a:pt x="3172" y="8681"/>
                  </a:cubicBezTo>
                  <a:cubicBezTo>
                    <a:pt x="2902" y="6351"/>
                    <a:pt x="2078" y="4120"/>
                    <a:pt x="781" y="2166"/>
                  </a:cubicBezTo>
                  <a:cubicBezTo>
                    <a:pt x="720" y="2073"/>
                    <a:pt x="658" y="1993"/>
                    <a:pt x="597" y="1907"/>
                  </a:cubicBezTo>
                  <a:cubicBezTo>
                    <a:pt x="400" y="1637"/>
                    <a:pt x="228" y="1403"/>
                    <a:pt x="209" y="1065"/>
                  </a:cubicBezTo>
                  <a:cubicBezTo>
                    <a:pt x="191" y="783"/>
                    <a:pt x="295" y="512"/>
                    <a:pt x="492" y="315"/>
                  </a:cubicBezTo>
                  <a:cubicBezTo>
                    <a:pt x="581" y="232"/>
                    <a:pt x="696" y="188"/>
                    <a:pt x="815" y="188"/>
                  </a:cubicBezTo>
                  <a:cubicBezTo>
                    <a:pt x="837" y="188"/>
                    <a:pt x="858" y="190"/>
                    <a:pt x="879" y="192"/>
                  </a:cubicBezTo>
                  <a:cubicBezTo>
                    <a:pt x="885" y="193"/>
                    <a:pt x="891" y="194"/>
                    <a:pt x="896" y="194"/>
                  </a:cubicBezTo>
                  <a:cubicBezTo>
                    <a:pt x="1005" y="194"/>
                    <a:pt x="1027" y="26"/>
                    <a:pt x="910" y="8"/>
                  </a:cubicBezTo>
                  <a:cubicBezTo>
                    <a:pt x="877" y="3"/>
                    <a:pt x="843" y="0"/>
                    <a:pt x="8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9"/>
            <p:cNvSpPr/>
            <p:nvPr/>
          </p:nvSpPr>
          <p:spPr>
            <a:xfrm>
              <a:off x="6855800" y="3098525"/>
              <a:ext cx="47500" cy="226600"/>
            </a:xfrm>
            <a:custGeom>
              <a:rect b="b" l="l" r="r" t="t"/>
              <a:pathLst>
                <a:path extrusionOk="0" h="9064" w="1900">
                  <a:moveTo>
                    <a:pt x="1044" y="1"/>
                  </a:moveTo>
                  <a:cubicBezTo>
                    <a:pt x="932" y="1"/>
                    <a:pt x="919" y="182"/>
                    <a:pt x="1039" y="188"/>
                  </a:cubicBezTo>
                  <a:cubicBezTo>
                    <a:pt x="1457" y="243"/>
                    <a:pt x="1709" y="520"/>
                    <a:pt x="1709" y="920"/>
                  </a:cubicBezTo>
                  <a:cubicBezTo>
                    <a:pt x="1709" y="1276"/>
                    <a:pt x="1537" y="1620"/>
                    <a:pt x="1371" y="1946"/>
                  </a:cubicBezTo>
                  <a:lnTo>
                    <a:pt x="1310" y="2057"/>
                  </a:lnTo>
                  <a:cubicBezTo>
                    <a:pt x="234" y="4208"/>
                    <a:pt x="0" y="6679"/>
                    <a:pt x="652" y="8990"/>
                  </a:cubicBezTo>
                  <a:cubicBezTo>
                    <a:pt x="664" y="9033"/>
                    <a:pt x="701" y="9058"/>
                    <a:pt x="744" y="9064"/>
                  </a:cubicBezTo>
                  <a:cubicBezTo>
                    <a:pt x="750" y="9064"/>
                    <a:pt x="762" y="9064"/>
                    <a:pt x="769" y="9058"/>
                  </a:cubicBezTo>
                  <a:cubicBezTo>
                    <a:pt x="818" y="9045"/>
                    <a:pt x="848" y="8996"/>
                    <a:pt x="836" y="8947"/>
                  </a:cubicBezTo>
                  <a:cubicBezTo>
                    <a:pt x="197" y="6679"/>
                    <a:pt x="424" y="4251"/>
                    <a:pt x="1482" y="2149"/>
                  </a:cubicBezTo>
                  <a:lnTo>
                    <a:pt x="1537" y="2038"/>
                  </a:lnTo>
                  <a:cubicBezTo>
                    <a:pt x="1715" y="1688"/>
                    <a:pt x="1900" y="1325"/>
                    <a:pt x="1900" y="926"/>
                  </a:cubicBezTo>
                  <a:cubicBezTo>
                    <a:pt x="1893" y="422"/>
                    <a:pt x="1580" y="71"/>
                    <a:pt x="1070" y="4"/>
                  </a:cubicBezTo>
                  <a:cubicBezTo>
                    <a:pt x="1061" y="2"/>
                    <a:pt x="1052" y="1"/>
                    <a:pt x="104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9"/>
            <p:cNvSpPr/>
            <p:nvPr/>
          </p:nvSpPr>
          <p:spPr>
            <a:xfrm>
              <a:off x="6668175" y="3255650"/>
              <a:ext cx="198250" cy="461950"/>
            </a:xfrm>
            <a:custGeom>
              <a:rect b="b" l="l" r="r" t="t"/>
              <a:pathLst>
                <a:path extrusionOk="0" h="18478" w="7930">
                  <a:moveTo>
                    <a:pt x="3412" y="1"/>
                  </a:moveTo>
                  <a:cubicBezTo>
                    <a:pt x="2643" y="1"/>
                    <a:pt x="2072" y="259"/>
                    <a:pt x="1703" y="763"/>
                  </a:cubicBezTo>
                  <a:cubicBezTo>
                    <a:pt x="1119" y="1580"/>
                    <a:pt x="1119" y="3062"/>
                    <a:pt x="1703" y="4826"/>
                  </a:cubicBezTo>
                  <a:cubicBezTo>
                    <a:pt x="2201" y="6319"/>
                    <a:pt x="1494" y="7936"/>
                    <a:pt x="867" y="9356"/>
                  </a:cubicBezTo>
                  <a:cubicBezTo>
                    <a:pt x="566" y="10044"/>
                    <a:pt x="277" y="10696"/>
                    <a:pt x="184" y="11237"/>
                  </a:cubicBezTo>
                  <a:cubicBezTo>
                    <a:pt x="0" y="12263"/>
                    <a:pt x="129" y="14236"/>
                    <a:pt x="240" y="15976"/>
                  </a:cubicBezTo>
                  <a:cubicBezTo>
                    <a:pt x="307" y="16996"/>
                    <a:pt x="363" y="17869"/>
                    <a:pt x="344" y="18379"/>
                  </a:cubicBezTo>
                  <a:cubicBezTo>
                    <a:pt x="344" y="18428"/>
                    <a:pt x="387" y="18471"/>
                    <a:pt x="436" y="18478"/>
                  </a:cubicBezTo>
                  <a:cubicBezTo>
                    <a:pt x="492" y="18478"/>
                    <a:pt x="535" y="18435"/>
                    <a:pt x="541" y="18385"/>
                  </a:cubicBezTo>
                  <a:cubicBezTo>
                    <a:pt x="553" y="17869"/>
                    <a:pt x="498" y="16984"/>
                    <a:pt x="430" y="15964"/>
                  </a:cubicBezTo>
                  <a:cubicBezTo>
                    <a:pt x="326" y="14322"/>
                    <a:pt x="191" y="12276"/>
                    <a:pt x="369" y="11274"/>
                  </a:cubicBezTo>
                  <a:cubicBezTo>
                    <a:pt x="461" y="10751"/>
                    <a:pt x="744" y="10112"/>
                    <a:pt x="1045" y="9436"/>
                  </a:cubicBezTo>
                  <a:cubicBezTo>
                    <a:pt x="1684" y="7979"/>
                    <a:pt x="2410" y="6332"/>
                    <a:pt x="1887" y="4770"/>
                  </a:cubicBezTo>
                  <a:cubicBezTo>
                    <a:pt x="1315" y="3062"/>
                    <a:pt x="1309" y="1642"/>
                    <a:pt x="1863" y="873"/>
                  </a:cubicBezTo>
                  <a:cubicBezTo>
                    <a:pt x="2188" y="419"/>
                    <a:pt x="2711" y="191"/>
                    <a:pt x="3412" y="191"/>
                  </a:cubicBezTo>
                  <a:cubicBezTo>
                    <a:pt x="5674" y="191"/>
                    <a:pt x="7739" y="2281"/>
                    <a:pt x="7763" y="2299"/>
                  </a:cubicBezTo>
                  <a:cubicBezTo>
                    <a:pt x="7782" y="2318"/>
                    <a:pt x="7805" y="2327"/>
                    <a:pt x="7829" y="2327"/>
                  </a:cubicBezTo>
                  <a:cubicBezTo>
                    <a:pt x="7853" y="2327"/>
                    <a:pt x="7877" y="2318"/>
                    <a:pt x="7899" y="2299"/>
                  </a:cubicBezTo>
                  <a:cubicBezTo>
                    <a:pt x="7929" y="2263"/>
                    <a:pt x="7929" y="2201"/>
                    <a:pt x="7899" y="2164"/>
                  </a:cubicBezTo>
                  <a:cubicBezTo>
                    <a:pt x="7806" y="2072"/>
                    <a:pt x="5753" y="1"/>
                    <a:pt x="3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9"/>
            <p:cNvSpPr/>
            <p:nvPr/>
          </p:nvSpPr>
          <p:spPr>
            <a:xfrm>
              <a:off x="6870600" y="3259125"/>
              <a:ext cx="170700" cy="456625"/>
            </a:xfrm>
            <a:custGeom>
              <a:rect b="b" l="l" r="r" t="t"/>
              <a:pathLst>
                <a:path extrusionOk="0" h="18265" w="6828">
                  <a:moveTo>
                    <a:pt x="3381" y="1"/>
                  </a:moveTo>
                  <a:cubicBezTo>
                    <a:pt x="1606" y="1"/>
                    <a:pt x="114" y="1996"/>
                    <a:pt x="54" y="2081"/>
                  </a:cubicBezTo>
                  <a:cubicBezTo>
                    <a:pt x="0" y="2156"/>
                    <a:pt x="66" y="2236"/>
                    <a:pt x="135" y="2236"/>
                  </a:cubicBezTo>
                  <a:cubicBezTo>
                    <a:pt x="161" y="2236"/>
                    <a:pt x="187" y="2224"/>
                    <a:pt x="207" y="2197"/>
                  </a:cubicBezTo>
                  <a:cubicBezTo>
                    <a:pt x="219" y="2173"/>
                    <a:pt x="1707" y="192"/>
                    <a:pt x="3388" y="192"/>
                  </a:cubicBezTo>
                  <a:cubicBezTo>
                    <a:pt x="3416" y="192"/>
                    <a:pt x="3443" y="192"/>
                    <a:pt x="3471" y="194"/>
                  </a:cubicBezTo>
                  <a:cubicBezTo>
                    <a:pt x="3803" y="194"/>
                    <a:pt x="4117" y="359"/>
                    <a:pt x="4307" y="630"/>
                  </a:cubicBezTo>
                  <a:cubicBezTo>
                    <a:pt x="4989" y="1552"/>
                    <a:pt x="4756" y="3728"/>
                    <a:pt x="4430" y="4963"/>
                  </a:cubicBezTo>
                  <a:cubicBezTo>
                    <a:pt x="4172" y="5953"/>
                    <a:pt x="4781" y="7195"/>
                    <a:pt x="5364" y="8399"/>
                  </a:cubicBezTo>
                  <a:cubicBezTo>
                    <a:pt x="5721" y="9125"/>
                    <a:pt x="6084" y="9868"/>
                    <a:pt x="6237" y="10520"/>
                  </a:cubicBezTo>
                  <a:cubicBezTo>
                    <a:pt x="6631" y="12210"/>
                    <a:pt x="6311" y="17251"/>
                    <a:pt x="6004" y="18136"/>
                  </a:cubicBezTo>
                  <a:cubicBezTo>
                    <a:pt x="5985" y="18185"/>
                    <a:pt x="6010" y="18240"/>
                    <a:pt x="6059" y="18259"/>
                  </a:cubicBezTo>
                  <a:cubicBezTo>
                    <a:pt x="6071" y="18259"/>
                    <a:pt x="6077" y="18265"/>
                    <a:pt x="6090" y="18265"/>
                  </a:cubicBezTo>
                  <a:cubicBezTo>
                    <a:pt x="6133" y="18265"/>
                    <a:pt x="6164" y="18234"/>
                    <a:pt x="6176" y="18197"/>
                  </a:cubicBezTo>
                  <a:cubicBezTo>
                    <a:pt x="6495" y="17275"/>
                    <a:pt x="6827" y="12235"/>
                    <a:pt x="6416" y="10477"/>
                  </a:cubicBezTo>
                  <a:cubicBezTo>
                    <a:pt x="6262" y="9801"/>
                    <a:pt x="5893" y="9045"/>
                    <a:pt x="5537" y="8313"/>
                  </a:cubicBezTo>
                  <a:cubicBezTo>
                    <a:pt x="4965" y="7145"/>
                    <a:pt x="4375" y="5935"/>
                    <a:pt x="4615" y="5013"/>
                  </a:cubicBezTo>
                  <a:cubicBezTo>
                    <a:pt x="4903" y="3918"/>
                    <a:pt x="5235" y="1570"/>
                    <a:pt x="4455" y="519"/>
                  </a:cubicBezTo>
                  <a:cubicBezTo>
                    <a:pt x="4233" y="200"/>
                    <a:pt x="3871" y="9"/>
                    <a:pt x="3484" y="3"/>
                  </a:cubicBezTo>
                  <a:cubicBezTo>
                    <a:pt x="3449" y="1"/>
                    <a:pt x="3415" y="1"/>
                    <a:pt x="33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9"/>
            <p:cNvSpPr/>
            <p:nvPr/>
          </p:nvSpPr>
          <p:spPr>
            <a:xfrm>
              <a:off x="6746700" y="3356150"/>
              <a:ext cx="130475" cy="983200"/>
            </a:xfrm>
            <a:custGeom>
              <a:rect b="b" l="l" r="r" t="t"/>
              <a:pathLst>
                <a:path extrusionOk="0" h="39328" w="5219">
                  <a:moveTo>
                    <a:pt x="1875" y="8618"/>
                  </a:moveTo>
                  <a:cubicBezTo>
                    <a:pt x="1883" y="8618"/>
                    <a:pt x="1891" y="8618"/>
                    <a:pt x="1899" y="8618"/>
                  </a:cubicBezTo>
                  <a:cubicBezTo>
                    <a:pt x="1908" y="8618"/>
                    <a:pt x="1916" y="8618"/>
                    <a:pt x="1924" y="8618"/>
                  </a:cubicBezTo>
                  <a:cubicBezTo>
                    <a:pt x="2211" y="8618"/>
                    <a:pt x="2490" y="8722"/>
                    <a:pt x="2705" y="8901"/>
                  </a:cubicBezTo>
                  <a:cubicBezTo>
                    <a:pt x="3080" y="9208"/>
                    <a:pt x="3233" y="9620"/>
                    <a:pt x="3166" y="10143"/>
                  </a:cubicBezTo>
                  <a:cubicBezTo>
                    <a:pt x="3104" y="10155"/>
                    <a:pt x="3043" y="10161"/>
                    <a:pt x="2981" y="10167"/>
                  </a:cubicBezTo>
                  <a:cubicBezTo>
                    <a:pt x="2908" y="10174"/>
                    <a:pt x="2834" y="10178"/>
                    <a:pt x="2760" y="10178"/>
                  </a:cubicBezTo>
                  <a:cubicBezTo>
                    <a:pt x="2022" y="10178"/>
                    <a:pt x="1305" y="9831"/>
                    <a:pt x="1076" y="9479"/>
                  </a:cubicBezTo>
                  <a:cubicBezTo>
                    <a:pt x="885" y="9196"/>
                    <a:pt x="1051" y="8975"/>
                    <a:pt x="1168" y="8870"/>
                  </a:cubicBezTo>
                  <a:cubicBezTo>
                    <a:pt x="1370" y="8709"/>
                    <a:pt x="1619" y="8618"/>
                    <a:pt x="1875" y="8618"/>
                  </a:cubicBezTo>
                  <a:close/>
                  <a:moveTo>
                    <a:pt x="5010" y="1"/>
                  </a:moveTo>
                  <a:cubicBezTo>
                    <a:pt x="4954" y="1"/>
                    <a:pt x="4911" y="44"/>
                    <a:pt x="4911" y="99"/>
                  </a:cubicBezTo>
                  <a:cubicBezTo>
                    <a:pt x="4917" y="173"/>
                    <a:pt x="5034" y="7536"/>
                    <a:pt x="4352" y="9178"/>
                  </a:cubicBezTo>
                  <a:cubicBezTo>
                    <a:pt x="4180" y="9620"/>
                    <a:pt x="3817" y="9964"/>
                    <a:pt x="3362" y="10100"/>
                  </a:cubicBezTo>
                  <a:cubicBezTo>
                    <a:pt x="3411" y="9540"/>
                    <a:pt x="3233" y="9098"/>
                    <a:pt x="2821" y="8766"/>
                  </a:cubicBezTo>
                  <a:cubicBezTo>
                    <a:pt x="2540" y="8532"/>
                    <a:pt x="2210" y="8432"/>
                    <a:pt x="1898" y="8432"/>
                  </a:cubicBezTo>
                  <a:cubicBezTo>
                    <a:pt x="1563" y="8432"/>
                    <a:pt x="1249" y="8547"/>
                    <a:pt x="1039" y="8735"/>
                  </a:cubicBezTo>
                  <a:cubicBezTo>
                    <a:pt x="768" y="8975"/>
                    <a:pt x="719" y="9294"/>
                    <a:pt x="910" y="9583"/>
                  </a:cubicBezTo>
                  <a:cubicBezTo>
                    <a:pt x="1173" y="9987"/>
                    <a:pt x="1953" y="10375"/>
                    <a:pt x="2760" y="10375"/>
                  </a:cubicBezTo>
                  <a:cubicBezTo>
                    <a:pt x="2837" y="10375"/>
                    <a:pt x="2916" y="10371"/>
                    <a:pt x="2994" y="10364"/>
                  </a:cubicBezTo>
                  <a:cubicBezTo>
                    <a:pt x="3037" y="10364"/>
                    <a:pt x="3086" y="10358"/>
                    <a:pt x="3135" y="10345"/>
                  </a:cubicBezTo>
                  <a:lnTo>
                    <a:pt x="3135" y="10345"/>
                  </a:lnTo>
                  <a:cubicBezTo>
                    <a:pt x="3024" y="10862"/>
                    <a:pt x="2729" y="11483"/>
                    <a:pt x="2244" y="12202"/>
                  </a:cubicBezTo>
                  <a:cubicBezTo>
                    <a:pt x="1623" y="13118"/>
                    <a:pt x="332" y="15533"/>
                    <a:pt x="1666" y="18158"/>
                  </a:cubicBezTo>
                  <a:cubicBezTo>
                    <a:pt x="2311" y="19436"/>
                    <a:pt x="1697" y="20598"/>
                    <a:pt x="1045" y="21828"/>
                  </a:cubicBezTo>
                  <a:cubicBezTo>
                    <a:pt x="621" y="22627"/>
                    <a:pt x="178" y="23463"/>
                    <a:pt x="105" y="24342"/>
                  </a:cubicBezTo>
                  <a:cubicBezTo>
                    <a:pt x="0" y="25565"/>
                    <a:pt x="516" y="26942"/>
                    <a:pt x="1020" y="28282"/>
                  </a:cubicBezTo>
                  <a:cubicBezTo>
                    <a:pt x="1438" y="29363"/>
                    <a:pt x="1863" y="30488"/>
                    <a:pt x="1942" y="31515"/>
                  </a:cubicBezTo>
                  <a:cubicBezTo>
                    <a:pt x="2133" y="33844"/>
                    <a:pt x="1819" y="38135"/>
                    <a:pt x="1537" y="39210"/>
                  </a:cubicBezTo>
                  <a:cubicBezTo>
                    <a:pt x="1524" y="39260"/>
                    <a:pt x="1549" y="39309"/>
                    <a:pt x="1604" y="39327"/>
                  </a:cubicBezTo>
                  <a:lnTo>
                    <a:pt x="1629" y="39327"/>
                  </a:lnTo>
                  <a:cubicBezTo>
                    <a:pt x="1666" y="39321"/>
                    <a:pt x="1697" y="39296"/>
                    <a:pt x="1709" y="39260"/>
                  </a:cubicBezTo>
                  <a:cubicBezTo>
                    <a:pt x="1998" y="38166"/>
                    <a:pt x="2317" y="33838"/>
                    <a:pt x="2127" y="31496"/>
                  </a:cubicBezTo>
                  <a:cubicBezTo>
                    <a:pt x="2041" y="30439"/>
                    <a:pt x="1611" y="29308"/>
                    <a:pt x="1193" y="28208"/>
                  </a:cubicBezTo>
                  <a:cubicBezTo>
                    <a:pt x="701" y="26892"/>
                    <a:pt x="184" y="25534"/>
                    <a:pt x="289" y="24360"/>
                  </a:cubicBezTo>
                  <a:cubicBezTo>
                    <a:pt x="363" y="23512"/>
                    <a:pt x="793" y="22700"/>
                    <a:pt x="1211" y="21914"/>
                  </a:cubicBezTo>
                  <a:cubicBezTo>
                    <a:pt x="1856" y="20697"/>
                    <a:pt x="2520" y="19436"/>
                    <a:pt x="1832" y="18072"/>
                  </a:cubicBezTo>
                  <a:cubicBezTo>
                    <a:pt x="541" y="15533"/>
                    <a:pt x="1795" y="13198"/>
                    <a:pt x="2397" y="12306"/>
                  </a:cubicBezTo>
                  <a:cubicBezTo>
                    <a:pt x="2920" y="11538"/>
                    <a:pt x="3227" y="10868"/>
                    <a:pt x="3332" y="10309"/>
                  </a:cubicBezTo>
                  <a:cubicBezTo>
                    <a:pt x="3879" y="10173"/>
                    <a:pt x="4327" y="9780"/>
                    <a:pt x="4524" y="9251"/>
                  </a:cubicBezTo>
                  <a:cubicBezTo>
                    <a:pt x="5219" y="7573"/>
                    <a:pt x="5108" y="400"/>
                    <a:pt x="5102" y="93"/>
                  </a:cubicBezTo>
                  <a:cubicBezTo>
                    <a:pt x="5102" y="44"/>
                    <a:pt x="5059" y="1"/>
                    <a:pt x="50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9"/>
            <p:cNvSpPr/>
            <p:nvPr/>
          </p:nvSpPr>
          <p:spPr>
            <a:xfrm>
              <a:off x="6854725" y="3355225"/>
              <a:ext cx="106350" cy="987200"/>
            </a:xfrm>
            <a:custGeom>
              <a:rect b="b" l="l" r="r" t="t"/>
              <a:pathLst>
                <a:path extrusionOk="0" h="39488" w="4254">
                  <a:moveTo>
                    <a:pt x="2703" y="8767"/>
                  </a:moveTo>
                  <a:cubicBezTo>
                    <a:pt x="2801" y="8767"/>
                    <a:pt x="2893" y="8778"/>
                    <a:pt x="2975" y="8803"/>
                  </a:cubicBezTo>
                  <a:cubicBezTo>
                    <a:pt x="3178" y="8852"/>
                    <a:pt x="3332" y="9024"/>
                    <a:pt x="3350" y="9233"/>
                  </a:cubicBezTo>
                  <a:cubicBezTo>
                    <a:pt x="3412" y="9651"/>
                    <a:pt x="2932" y="10204"/>
                    <a:pt x="2330" y="10419"/>
                  </a:cubicBezTo>
                  <a:cubicBezTo>
                    <a:pt x="2220" y="10458"/>
                    <a:pt x="2046" y="10506"/>
                    <a:pt x="1850" y="10506"/>
                  </a:cubicBezTo>
                  <a:cubicBezTo>
                    <a:pt x="1675" y="10506"/>
                    <a:pt x="1483" y="10468"/>
                    <a:pt x="1303" y="10352"/>
                  </a:cubicBezTo>
                  <a:cubicBezTo>
                    <a:pt x="1223" y="9915"/>
                    <a:pt x="1260" y="9547"/>
                    <a:pt x="1426" y="9344"/>
                  </a:cubicBezTo>
                  <a:cubicBezTo>
                    <a:pt x="1718" y="9002"/>
                    <a:pt x="2265" y="8767"/>
                    <a:pt x="2703" y="8767"/>
                  </a:cubicBezTo>
                  <a:close/>
                  <a:moveTo>
                    <a:pt x="344" y="1"/>
                  </a:moveTo>
                  <a:cubicBezTo>
                    <a:pt x="289" y="1"/>
                    <a:pt x="246" y="44"/>
                    <a:pt x="246" y="93"/>
                  </a:cubicBezTo>
                  <a:cubicBezTo>
                    <a:pt x="234" y="449"/>
                    <a:pt x="0" y="8784"/>
                    <a:pt x="799" y="10087"/>
                  </a:cubicBezTo>
                  <a:cubicBezTo>
                    <a:pt x="885" y="10235"/>
                    <a:pt x="996" y="10358"/>
                    <a:pt x="1131" y="10462"/>
                  </a:cubicBezTo>
                  <a:cubicBezTo>
                    <a:pt x="1297" y="11261"/>
                    <a:pt x="1789" y="12226"/>
                    <a:pt x="2391" y="12921"/>
                  </a:cubicBezTo>
                  <a:cubicBezTo>
                    <a:pt x="2938" y="13554"/>
                    <a:pt x="2606" y="14851"/>
                    <a:pt x="2256" y="16222"/>
                  </a:cubicBezTo>
                  <a:cubicBezTo>
                    <a:pt x="2004" y="17224"/>
                    <a:pt x="1740" y="18250"/>
                    <a:pt x="1764" y="19166"/>
                  </a:cubicBezTo>
                  <a:cubicBezTo>
                    <a:pt x="1807" y="20549"/>
                    <a:pt x="2348" y="21594"/>
                    <a:pt x="2871" y="22608"/>
                  </a:cubicBezTo>
                  <a:cubicBezTo>
                    <a:pt x="3178" y="23211"/>
                    <a:pt x="3473" y="23776"/>
                    <a:pt x="3639" y="24379"/>
                  </a:cubicBezTo>
                  <a:cubicBezTo>
                    <a:pt x="4063" y="25921"/>
                    <a:pt x="3031" y="29695"/>
                    <a:pt x="2410" y="31287"/>
                  </a:cubicBezTo>
                  <a:cubicBezTo>
                    <a:pt x="1826" y="32787"/>
                    <a:pt x="2059" y="37871"/>
                    <a:pt x="2440" y="39413"/>
                  </a:cubicBezTo>
                  <a:cubicBezTo>
                    <a:pt x="2447" y="39456"/>
                    <a:pt x="2490" y="39487"/>
                    <a:pt x="2533" y="39487"/>
                  </a:cubicBezTo>
                  <a:cubicBezTo>
                    <a:pt x="2533" y="39487"/>
                    <a:pt x="2539" y="39487"/>
                    <a:pt x="2545" y="39481"/>
                  </a:cubicBezTo>
                  <a:cubicBezTo>
                    <a:pt x="2594" y="39469"/>
                    <a:pt x="2631" y="39420"/>
                    <a:pt x="2619" y="39370"/>
                  </a:cubicBezTo>
                  <a:cubicBezTo>
                    <a:pt x="2250" y="37883"/>
                    <a:pt x="2016" y="32793"/>
                    <a:pt x="2582" y="31349"/>
                  </a:cubicBezTo>
                  <a:cubicBezTo>
                    <a:pt x="3209" y="29745"/>
                    <a:pt x="4254" y="25909"/>
                    <a:pt x="3817" y="24323"/>
                  </a:cubicBezTo>
                  <a:cubicBezTo>
                    <a:pt x="3651" y="23709"/>
                    <a:pt x="3350" y="23131"/>
                    <a:pt x="3037" y="22522"/>
                  </a:cubicBezTo>
                  <a:cubicBezTo>
                    <a:pt x="2527" y="21526"/>
                    <a:pt x="1992" y="20494"/>
                    <a:pt x="1955" y="19154"/>
                  </a:cubicBezTo>
                  <a:cubicBezTo>
                    <a:pt x="1930" y="18269"/>
                    <a:pt x="2188" y="17254"/>
                    <a:pt x="2440" y="16265"/>
                  </a:cubicBezTo>
                  <a:cubicBezTo>
                    <a:pt x="2803" y="14845"/>
                    <a:pt x="3141" y="13505"/>
                    <a:pt x="2533" y="12792"/>
                  </a:cubicBezTo>
                  <a:cubicBezTo>
                    <a:pt x="1955" y="12122"/>
                    <a:pt x="1531" y="11292"/>
                    <a:pt x="1353" y="10591"/>
                  </a:cubicBezTo>
                  <a:lnTo>
                    <a:pt x="1353" y="10591"/>
                  </a:lnTo>
                  <a:cubicBezTo>
                    <a:pt x="1503" y="10661"/>
                    <a:pt x="1672" y="10696"/>
                    <a:pt x="1851" y="10696"/>
                  </a:cubicBezTo>
                  <a:cubicBezTo>
                    <a:pt x="2022" y="10696"/>
                    <a:pt x="2202" y="10664"/>
                    <a:pt x="2385" y="10598"/>
                  </a:cubicBezTo>
                  <a:cubicBezTo>
                    <a:pt x="3006" y="10376"/>
                    <a:pt x="3615" y="9762"/>
                    <a:pt x="3535" y="9202"/>
                  </a:cubicBezTo>
                  <a:cubicBezTo>
                    <a:pt x="3504" y="8920"/>
                    <a:pt x="3301" y="8680"/>
                    <a:pt x="3024" y="8612"/>
                  </a:cubicBezTo>
                  <a:cubicBezTo>
                    <a:pt x="2928" y="8585"/>
                    <a:pt x="2822" y="8572"/>
                    <a:pt x="2710" y="8572"/>
                  </a:cubicBezTo>
                  <a:cubicBezTo>
                    <a:pt x="2213" y="8572"/>
                    <a:pt x="1610" y="8828"/>
                    <a:pt x="1279" y="9215"/>
                  </a:cubicBezTo>
                  <a:cubicBezTo>
                    <a:pt x="1094" y="9430"/>
                    <a:pt x="1039" y="9768"/>
                    <a:pt x="1082" y="10161"/>
                  </a:cubicBezTo>
                  <a:cubicBezTo>
                    <a:pt x="1033" y="10106"/>
                    <a:pt x="996" y="10051"/>
                    <a:pt x="959" y="9989"/>
                  </a:cubicBezTo>
                  <a:cubicBezTo>
                    <a:pt x="191" y="8729"/>
                    <a:pt x="430" y="185"/>
                    <a:pt x="430" y="99"/>
                  </a:cubicBezTo>
                  <a:cubicBezTo>
                    <a:pt x="437" y="44"/>
                    <a:pt x="394" y="1"/>
                    <a:pt x="34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9"/>
            <p:cNvSpPr/>
            <p:nvPr/>
          </p:nvSpPr>
          <p:spPr>
            <a:xfrm>
              <a:off x="6658800" y="3262225"/>
              <a:ext cx="210225" cy="446150"/>
            </a:xfrm>
            <a:custGeom>
              <a:rect b="b" l="l" r="r" t="t"/>
              <a:pathLst>
                <a:path extrusionOk="0" h="17846" w="8409">
                  <a:moveTo>
                    <a:pt x="5163" y="1"/>
                  </a:moveTo>
                  <a:cubicBezTo>
                    <a:pt x="4862" y="1"/>
                    <a:pt x="4541" y="46"/>
                    <a:pt x="4198" y="149"/>
                  </a:cubicBezTo>
                  <a:cubicBezTo>
                    <a:pt x="2951" y="531"/>
                    <a:pt x="2078" y="1496"/>
                    <a:pt x="1623" y="3001"/>
                  </a:cubicBezTo>
                  <a:cubicBezTo>
                    <a:pt x="1168" y="4507"/>
                    <a:pt x="1254" y="6130"/>
                    <a:pt x="1346" y="6966"/>
                  </a:cubicBezTo>
                  <a:cubicBezTo>
                    <a:pt x="1592" y="9271"/>
                    <a:pt x="1936" y="12424"/>
                    <a:pt x="811" y="13832"/>
                  </a:cubicBezTo>
                  <a:cubicBezTo>
                    <a:pt x="0" y="14846"/>
                    <a:pt x="363" y="15983"/>
                    <a:pt x="627" y="16813"/>
                  </a:cubicBezTo>
                  <a:cubicBezTo>
                    <a:pt x="744" y="17188"/>
                    <a:pt x="848" y="17514"/>
                    <a:pt x="824" y="17741"/>
                  </a:cubicBezTo>
                  <a:cubicBezTo>
                    <a:pt x="818" y="17790"/>
                    <a:pt x="855" y="17840"/>
                    <a:pt x="904" y="17846"/>
                  </a:cubicBezTo>
                  <a:lnTo>
                    <a:pt x="916" y="17846"/>
                  </a:lnTo>
                  <a:cubicBezTo>
                    <a:pt x="959" y="17846"/>
                    <a:pt x="1002" y="17809"/>
                    <a:pt x="1008" y="17766"/>
                  </a:cubicBezTo>
                  <a:cubicBezTo>
                    <a:pt x="1039" y="17502"/>
                    <a:pt x="934" y="17157"/>
                    <a:pt x="805" y="16758"/>
                  </a:cubicBezTo>
                  <a:cubicBezTo>
                    <a:pt x="541" y="15922"/>
                    <a:pt x="209" y="14883"/>
                    <a:pt x="959" y="13949"/>
                  </a:cubicBezTo>
                  <a:cubicBezTo>
                    <a:pt x="2133" y="12486"/>
                    <a:pt x="1789" y="9283"/>
                    <a:pt x="1531" y="6948"/>
                  </a:cubicBezTo>
                  <a:cubicBezTo>
                    <a:pt x="1242" y="4237"/>
                    <a:pt x="1801" y="1078"/>
                    <a:pt x="4254" y="334"/>
                  </a:cubicBezTo>
                  <a:cubicBezTo>
                    <a:pt x="4583" y="235"/>
                    <a:pt x="4892" y="191"/>
                    <a:pt x="5179" y="191"/>
                  </a:cubicBezTo>
                  <a:cubicBezTo>
                    <a:pt x="7172" y="191"/>
                    <a:pt x="8164" y="2279"/>
                    <a:pt x="8212" y="2381"/>
                  </a:cubicBezTo>
                  <a:cubicBezTo>
                    <a:pt x="8226" y="2417"/>
                    <a:pt x="8263" y="2437"/>
                    <a:pt x="8300" y="2437"/>
                  </a:cubicBezTo>
                  <a:cubicBezTo>
                    <a:pt x="8312" y="2437"/>
                    <a:pt x="8324" y="2435"/>
                    <a:pt x="8335" y="2430"/>
                  </a:cubicBezTo>
                  <a:cubicBezTo>
                    <a:pt x="8384" y="2405"/>
                    <a:pt x="8409" y="2350"/>
                    <a:pt x="8384" y="2301"/>
                  </a:cubicBezTo>
                  <a:cubicBezTo>
                    <a:pt x="8374" y="2274"/>
                    <a:pt x="7291" y="1"/>
                    <a:pt x="516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9"/>
            <p:cNvSpPr/>
            <p:nvPr/>
          </p:nvSpPr>
          <p:spPr>
            <a:xfrm>
              <a:off x="6869550" y="3274050"/>
              <a:ext cx="167750" cy="433875"/>
            </a:xfrm>
            <a:custGeom>
              <a:rect b="b" l="l" r="r" t="t"/>
              <a:pathLst>
                <a:path extrusionOk="0" h="17355" w="6710">
                  <a:moveTo>
                    <a:pt x="2889" y="0"/>
                  </a:moveTo>
                  <a:cubicBezTo>
                    <a:pt x="1277" y="0"/>
                    <a:pt x="69" y="1554"/>
                    <a:pt x="59" y="1570"/>
                  </a:cubicBezTo>
                  <a:cubicBezTo>
                    <a:pt x="1" y="1645"/>
                    <a:pt x="65" y="1727"/>
                    <a:pt x="136" y="1727"/>
                  </a:cubicBezTo>
                  <a:cubicBezTo>
                    <a:pt x="163" y="1727"/>
                    <a:pt x="190" y="1715"/>
                    <a:pt x="212" y="1686"/>
                  </a:cubicBezTo>
                  <a:cubicBezTo>
                    <a:pt x="223" y="1666"/>
                    <a:pt x="1373" y="191"/>
                    <a:pt x="2886" y="191"/>
                  </a:cubicBezTo>
                  <a:cubicBezTo>
                    <a:pt x="3155" y="191"/>
                    <a:pt x="3435" y="237"/>
                    <a:pt x="3722" y="346"/>
                  </a:cubicBezTo>
                  <a:cubicBezTo>
                    <a:pt x="5486" y="1016"/>
                    <a:pt x="5449" y="5946"/>
                    <a:pt x="5185" y="8460"/>
                  </a:cubicBezTo>
                  <a:cubicBezTo>
                    <a:pt x="4988" y="10304"/>
                    <a:pt x="5867" y="13420"/>
                    <a:pt x="6187" y="14115"/>
                  </a:cubicBezTo>
                  <a:cubicBezTo>
                    <a:pt x="6513" y="14810"/>
                    <a:pt x="6365" y="16727"/>
                    <a:pt x="6095" y="17213"/>
                  </a:cubicBezTo>
                  <a:cubicBezTo>
                    <a:pt x="6070" y="17262"/>
                    <a:pt x="6089" y="17317"/>
                    <a:pt x="6138" y="17342"/>
                  </a:cubicBezTo>
                  <a:cubicBezTo>
                    <a:pt x="6150" y="17348"/>
                    <a:pt x="6162" y="17354"/>
                    <a:pt x="6181" y="17354"/>
                  </a:cubicBezTo>
                  <a:cubicBezTo>
                    <a:pt x="6212" y="17354"/>
                    <a:pt x="6242" y="17336"/>
                    <a:pt x="6261" y="17305"/>
                  </a:cubicBezTo>
                  <a:cubicBezTo>
                    <a:pt x="6550" y="16777"/>
                    <a:pt x="6710" y="14785"/>
                    <a:pt x="6359" y="14035"/>
                  </a:cubicBezTo>
                  <a:cubicBezTo>
                    <a:pt x="6040" y="13353"/>
                    <a:pt x="5179" y="10292"/>
                    <a:pt x="5370" y="8485"/>
                  </a:cubicBezTo>
                  <a:cubicBezTo>
                    <a:pt x="5400" y="8177"/>
                    <a:pt x="6126" y="1059"/>
                    <a:pt x="3790" y="168"/>
                  </a:cubicBezTo>
                  <a:cubicBezTo>
                    <a:pt x="3480" y="50"/>
                    <a:pt x="3178" y="0"/>
                    <a:pt x="288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9"/>
            <p:cNvSpPr/>
            <p:nvPr/>
          </p:nvSpPr>
          <p:spPr>
            <a:xfrm>
              <a:off x="6756825" y="3367250"/>
              <a:ext cx="130500" cy="756650"/>
            </a:xfrm>
            <a:custGeom>
              <a:rect b="b" l="l" r="r" t="t"/>
              <a:pathLst>
                <a:path extrusionOk="0" h="30266" w="5220">
                  <a:moveTo>
                    <a:pt x="1826" y="7541"/>
                  </a:moveTo>
                  <a:cubicBezTo>
                    <a:pt x="2011" y="7541"/>
                    <a:pt x="2195" y="7572"/>
                    <a:pt x="2373" y="7633"/>
                  </a:cubicBezTo>
                  <a:cubicBezTo>
                    <a:pt x="2902" y="7818"/>
                    <a:pt x="3400" y="8236"/>
                    <a:pt x="3504" y="8813"/>
                  </a:cubicBezTo>
                  <a:cubicBezTo>
                    <a:pt x="3099" y="9109"/>
                    <a:pt x="2620" y="9245"/>
                    <a:pt x="2178" y="9245"/>
                  </a:cubicBezTo>
                  <a:cubicBezTo>
                    <a:pt x="1831" y="9245"/>
                    <a:pt x="1507" y="9161"/>
                    <a:pt x="1261" y="9004"/>
                  </a:cubicBezTo>
                  <a:cubicBezTo>
                    <a:pt x="1052" y="8875"/>
                    <a:pt x="738" y="8574"/>
                    <a:pt x="947" y="8064"/>
                  </a:cubicBezTo>
                  <a:cubicBezTo>
                    <a:pt x="1101" y="7689"/>
                    <a:pt x="1445" y="7541"/>
                    <a:pt x="1826" y="7541"/>
                  </a:cubicBezTo>
                  <a:close/>
                  <a:moveTo>
                    <a:pt x="4373" y="0"/>
                  </a:moveTo>
                  <a:cubicBezTo>
                    <a:pt x="4324" y="0"/>
                    <a:pt x="4276" y="34"/>
                    <a:pt x="4279" y="97"/>
                  </a:cubicBezTo>
                  <a:cubicBezTo>
                    <a:pt x="4291" y="171"/>
                    <a:pt x="5023" y="7240"/>
                    <a:pt x="3830" y="8525"/>
                  </a:cubicBezTo>
                  <a:cubicBezTo>
                    <a:pt x="3775" y="8580"/>
                    <a:pt x="3726" y="8629"/>
                    <a:pt x="3670" y="8678"/>
                  </a:cubicBezTo>
                  <a:cubicBezTo>
                    <a:pt x="3517" y="8094"/>
                    <a:pt x="3006" y="7646"/>
                    <a:pt x="2435" y="7449"/>
                  </a:cubicBezTo>
                  <a:cubicBezTo>
                    <a:pt x="2238" y="7382"/>
                    <a:pt x="2028" y="7344"/>
                    <a:pt x="1825" y="7344"/>
                  </a:cubicBezTo>
                  <a:cubicBezTo>
                    <a:pt x="1377" y="7344"/>
                    <a:pt x="960" y="7529"/>
                    <a:pt x="769" y="7990"/>
                  </a:cubicBezTo>
                  <a:cubicBezTo>
                    <a:pt x="585" y="8451"/>
                    <a:pt x="726" y="8887"/>
                    <a:pt x="1156" y="9164"/>
                  </a:cubicBezTo>
                  <a:cubicBezTo>
                    <a:pt x="1429" y="9337"/>
                    <a:pt x="1789" y="9430"/>
                    <a:pt x="2174" y="9430"/>
                  </a:cubicBezTo>
                  <a:cubicBezTo>
                    <a:pt x="2624" y="9430"/>
                    <a:pt x="3109" y="9303"/>
                    <a:pt x="3529" y="9029"/>
                  </a:cubicBezTo>
                  <a:lnTo>
                    <a:pt x="3529" y="9029"/>
                  </a:lnTo>
                  <a:cubicBezTo>
                    <a:pt x="3529" y="9164"/>
                    <a:pt x="3511" y="9293"/>
                    <a:pt x="3474" y="9422"/>
                  </a:cubicBezTo>
                  <a:cubicBezTo>
                    <a:pt x="3326" y="9951"/>
                    <a:pt x="2994" y="10707"/>
                    <a:pt x="2607" y="11573"/>
                  </a:cubicBezTo>
                  <a:cubicBezTo>
                    <a:pt x="1765" y="13473"/>
                    <a:pt x="615" y="16067"/>
                    <a:pt x="523" y="18390"/>
                  </a:cubicBezTo>
                  <a:cubicBezTo>
                    <a:pt x="468" y="19865"/>
                    <a:pt x="597" y="21162"/>
                    <a:pt x="708" y="22299"/>
                  </a:cubicBezTo>
                  <a:cubicBezTo>
                    <a:pt x="849" y="23725"/>
                    <a:pt x="972" y="24955"/>
                    <a:pt x="658" y="25963"/>
                  </a:cubicBezTo>
                  <a:cubicBezTo>
                    <a:pt x="136" y="27653"/>
                    <a:pt x="1" y="28919"/>
                    <a:pt x="210" y="30192"/>
                  </a:cubicBezTo>
                  <a:cubicBezTo>
                    <a:pt x="222" y="30235"/>
                    <a:pt x="259" y="30266"/>
                    <a:pt x="302" y="30266"/>
                  </a:cubicBezTo>
                  <a:lnTo>
                    <a:pt x="320" y="30259"/>
                  </a:lnTo>
                  <a:cubicBezTo>
                    <a:pt x="370" y="30253"/>
                    <a:pt x="406" y="30204"/>
                    <a:pt x="394" y="30155"/>
                  </a:cubicBezTo>
                  <a:cubicBezTo>
                    <a:pt x="191" y="28913"/>
                    <a:pt x="320" y="27678"/>
                    <a:pt x="837" y="26018"/>
                  </a:cubicBezTo>
                  <a:cubicBezTo>
                    <a:pt x="1162" y="24967"/>
                    <a:pt x="1040" y="23719"/>
                    <a:pt x="898" y="22281"/>
                  </a:cubicBezTo>
                  <a:cubicBezTo>
                    <a:pt x="788" y="21144"/>
                    <a:pt x="658" y="19859"/>
                    <a:pt x="714" y="18390"/>
                  </a:cubicBezTo>
                  <a:cubicBezTo>
                    <a:pt x="800" y="16104"/>
                    <a:pt x="1943" y="13528"/>
                    <a:pt x="2779" y="11647"/>
                  </a:cubicBezTo>
                  <a:cubicBezTo>
                    <a:pt x="3172" y="10768"/>
                    <a:pt x="3504" y="10012"/>
                    <a:pt x="3658" y="9471"/>
                  </a:cubicBezTo>
                  <a:cubicBezTo>
                    <a:pt x="3707" y="9281"/>
                    <a:pt x="3726" y="9090"/>
                    <a:pt x="3707" y="8893"/>
                  </a:cubicBezTo>
                  <a:cubicBezTo>
                    <a:pt x="3799" y="8820"/>
                    <a:pt x="3885" y="8740"/>
                    <a:pt x="3965" y="8654"/>
                  </a:cubicBezTo>
                  <a:cubicBezTo>
                    <a:pt x="5219" y="7308"/>
                    <a:pt x="4500" y="374"/>
                    <a:pt x="4469" y="79"/>
                  </a:cubicBezTo>
                  <a:cubicBezTo>
                    <a:pt x="4458" y="25"/>
                    <a:pt x="4415" y="0"/>
                    <a:pt x="437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9"/>
            <p:cNvSpPr/>
            <p:nvPr/>
          </p:nvSpPr>
          <p:spPr>
            <a:xfrm>
              <a:off x="6836750" y="3361175"/>
              <a:ext cx="115100" cy="758125"/>
            </a:xfrm>
            <a:custGeom>
              <a:rect b="b" l="l" r="r" t="t"/>
              <a:pathLst>
                <a:path extrusionOk="0" h="30325" w="4604">
                  <a:moveTo>
                    <a:pt x="3130" y="8132"/>
                  </a:moveTo>
                  <a:cubicBezTo>
                    <a:pt x="3295" y="8132"/>
                    <a:pt x="3448" y="8176"/>
                    <a:pt x="3577" y="8264"/>
                  </a:cubicBezTo>
                  <a:cubicBezTo>
                    <a:pt x="3725" y="8368"/>
                    <a:pt x="3793" y="8559"/>
                    <a:pt x="3750" y="8731"/>
                  </a:cubicBezTo>
                  <a:cubicBezTo>
                    <a:pt x="3700" y="9056"/>
                    <a:pt x="3387" y="9468"/>
                    <a:pt x="2920" y="9604"/>
                  </a:cubicBezTo>
                  <a:cubicBezTo>
                    <a:pt x="2822" y="9631"/>
                    <a:pt x="2724" y="9644"/>
                    <a:pt x="2626" y="9644"/>
                  </a:cubicBezTo>
                  <a:cubicBezTo>
                    <a:pt x="2324" y="9644"/>
                    <a:pt x="2024" y="9517"/>
                    <a:pt x="1741" y="9267"/>
                  </a:cubicBezTo>
                  <a:lnTo>
                    <a:pt x="1741" y="9267"/>
                  </a:lnTo>
                  <a:cubicBezTo>
                    <a:pt x="1865" y="8900"/>
                    <a:pt x="2104" y="8588"/>
                    <a:pt x="2422" y="8374"/>
                  </a:cubicBezTo>
                  <a:cubicBezTo>
                    <a:pt x="2657" y="8214"/>
                    <a:pt x="2904" y="8132"/>
                    <a:pt x="3130" y="8132"/>
                  </a:cubicBezTo>
                  <a:close/>
                  <a:moveTo>
                    <a:pt x="1584" y="0"/>
                  </a:moveTo>
                  <a:cubicBezTo>
                    <a:pt x="1544" y="0"/>
                    <a:pt x="1504" y="24"/>
                    <a:pt x="1494" y="76"/>
                  </a:cubicBezTo>
                  <a:cubicBezTo>
                    <a:pt x="1432" y="383"/>
                    <a:pt x="0" y="7594"/>
                    <a:pt x="1408" y="9198"/>
                  </a:cubicBezTo>
                  <a:cubicBezTo>
                    <a:pt x="1451" y="9241"/>
                    <a:pt x="1488" y="9284"/>
                    <a:pt x="1524" y="9321"/>
                  </a:cubicBezTo>
                  <a:cubicBezTo>
                    <a:pt x="1451" y="9597"/>
                    <a:pt x="1445" y="9892"/>
                    <a:pt x="1512" y="10169"/>
                  </a:cubicBezTo>
                  <a:cubicBezTo>
                    <a:pt x="1604" y="10593"/>
                    <a:pt x="1856" y="11232"/>
                    <a:pt x="2176" y="12050"/>
                  </a:cubicBezTo>
                  <a:cubicBezTo>
                    <a:pt x="2926" y="13968"/>
                    <a:pt x="4057" y="16857"/>
                    <a:pt x="4235" y="19660"/>
                  </a:cubicBezTo>
                  <a:cubicBezTo>
                    <a:pt x="4413" y="22512"/>
                    <a:pt x="3946" y="24380"/>
                    <a:pt x="3664" y="25499"/>
                  </a:cubicBezTo>
                  <a:cubicBezTo>
                    <a:pt x="3547" y="25942"/>
                    <a:pt x="3473" y="26267"/>
                    <a:pt x="3473" y="26489"/>
                  </a:cubicBezTo>
                  <a:cubicBezTo>
                    <a:pt x="3473" y="26839"/>
                    <a:pt x="3565" y="27349"/>
                    <a:pt x="3670" y="27933"/>
                  </a:cubicBezTo>
                  <a:cubicBezTo>
                    <a:pt x="3799" y="28640"/>
                    <a:pt x="3946" y="29439"/>
                    <a:pt x="3977" y="30232"/>
                  </a:cubicBezTo>
                  <a:cubicBezTo>
                    <a:pt x="3977" y="30281"/>
                    <a:pt x="4020" y="30324"/>
                    <a:pt x="4075" y="30324"/>
                  </a:cubicBezTo>
                  <a:lnTo>
                    <a:pt x="4081" y="30318"/>
                  </a:lnTo>
                  <a:cubicBezTo>
                    <a:pt x="4131" y="30312"/>
                    <a:pt x="4174" y="30269"/>
                    <a:pt x="4168" y="30220"/>
                  </a:cubicBezTo>
                  <a:cubicBezTo>
                    <a:pt x="4137" y="29414"/>
                    <a:pt x="3989" y="28603"/>
                    <a:pt x="3860" y="27890"/>
                  </a:cubicBezTo>
                  <a:cubicBezTo>
                    <a:pt x="3756" y="27318"/>
                    <a:pt x="3664" y="26821"/>
                    <a:pt x="3664" y="26482"/>
                  </a:cubicBezTo>
                  <a:cubicBezTo>
                    <a:pt x="3664" y="26286"/>
                    <a:pt x="3743" y="25972"/>
                    <a:pt x="3848" y="25542"/>
                  </a:cubicBezTo>
                  <a:cubicBezTo>
                    <a:pt x="4131" y="24411"/>
                    <a:pt x="4604" y="22524"/>
                    <a:pt x="4426" y="19641"/>
                  </a:cubicBezTo>
                  <a:cubicBezTo>
                    <a:pt x="4241" y="16808"/>
                    <a:pt x="3110" y="13900"/>
                    <a:pt x="2354" y="11982"/>
                  </a:cubicBezTo>
                  <a:cubicBezTo>
                    <a:pt x="2041" y="11171"/>
                    <a:pt x="1789" y="10532"/>
                    <a:pt x="1697" y="10126"/>
                  </a:cubicBezTo>
                  <a:cubicBezTo>
                    <a:pt x="1647" y="9911"/>
                    <a:pt x="1641" y="9683"/>
                    <a:pt x="1690" y="9468"/>
                  </a:cubicBezTo>
                  <a:lnTo>
                    <a:pt x="1690" y="9468"/>
                  </a:lnTo>
                  <a:cubicBezTo>
                    <a:pt x="2034" y="9752"/>
                    <a:pt x="2360" y="9833"/>
                    <a:pt x="2620" y="9833"/>
                  </a:cubicBezTo>
                  <a:cubicBezTo>
                    <a:pt x="2760" y="9833"/>
                    <a:pt x="2880" y="9810"/>
                    <a:pt x="2975" y="9782"/>
                  </a:cubicBezTo>
                  <a:cubicBezTo>
                    <a:pt x="3461" y="9647"/>
                    <a:pt x="3866" y="9216"/>
                    <a:pt x="3940" y="8761"/>
                  </a:cubicBezTo>
                  <a:cubicBezTo>
                    <a:pt x="3995" y="8509"/>
                    <a:pt x="3897" y="8251"/>
                    <a:pt x="3688" y="8104"/>
                  </a:cubicBezTo>
                  <a:cubicBezTo>
                    <a:pt x="3525" y="7994"/>
                    <a:pt x="3333" y="7939"/>
                    <a:pt x="3130" y="7939"/>
                  </a:cubicBezTo>
                  <a:cubicBezTo>
                    <a:pt x="2867" y="7939"/>
                    <a:pt x="2584" y="8031"/>
                    <a:pt x="2317" y="8214"/>
                  </a:cubicBezTo>
                  <a:cubicBezTo>
                    <a:pt x="1992" y="8436"/>
                    <a:pt x="1740" y="8749"/>
                    <a:pt x="1592" y="9118"/>
                  </a:cubicBezTo>
                  <a:lnTo>
                    <a:pt x="1549" y="9069"/>
                  </a:lnTo>
                  <a:cubicBezTo>
                    <a:pt x="203" y="7538"/>
                    <a:pt x="1666" y="187"/>
                    <a:pt x="1678" y="113"/>
                  </a:cubicBezTo>
                  <a:cubicBezTo>
                    <a:pt x="1692" y="43"/>
                    <a:pt x="1638" y="0"/>
                    <a:pt x="15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9"/>
            <p:cNvSpPr/>
            <p:nvPr/>
          </p:nvSpPr>
          <p:spPr>
            <a:xfrm>
              <a:off x="6821225" y="3301900"/>
              <a:ext cx="109750" cy="84400"/>
            </a:xfrm>
            <a:custGeom>
              <a:rect b="b" l="l" r="r" t="t"/>
              <a:pathLst>
                <a:path extrusionOk="0" h="3376" w="4390">
                  <a:moveTo>
                    <a:pt x="1806" y="0"/>
                  </a:moveTo>
                  <a:cubicBezTo>
                    <a:pt x="1640" y="0"/>
                    <a:pt x="1457" y="14"/>
                    <a:pt x="1254" y="44"/>
                  </a:cubicBezTo>
                  <a:cubicBezTo>
                    <a:pt x="0" y="228"/>
                    <a:pt x="941" y="3351"/>
                    <a:pt x="1807" y="3375"/>
                  </a:cubicBezTo>
                  <a:cubicBezTo>
                    <a:pt x="1810" y="3375"/>
                    <a:pt x="1813" y="3375"/>
                    <a:pt x="1816" y="3375"/>
                  </a:cubicBezTo>
                  <a:cubicBezTo>
                    <a:pt x="2640" y="3375"/>
                    <a:pt x="4390" y="0"/>
                    <a:pt x="180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89"/>
          <p:cNvGrpSpPr/>
          <p:nvPr/>
        </p:nvGrpSpPr>
        <p:grpSpPr>
          <a:xfrm>
            <a:off x="2881219" y="1559619"/>
            <a:ext cx="1182076" cy="1120100"/>
            <a:chOff x="2834338" y="1606500"/>
            <a:chExt cx="1182076" cy="1120100"/>
          </a:xfrm>
        </p:grpSpPr>
        <p:grpSp>
          <p:nvGrpSpPr>
            <p:cNvPr id="10017" name="Google Shape;10017;p89"/>
            <p:cNvGrpSpPr/>
            <p:nvPr/>
          </p:nvGrpSpPr>
          <p:grpSpPr>
            <a:xfrm>
              <a:off x="3260010" y="1885839"/>
              <a:ext cx="756404" cy="756404"/>
              <a:chOff x="5681300" y="2527788"/>
              <a:chExt cx="805800" cy="805800"/>
            </a:xfrm>
          </p:grpSpPr>
          <p:sp>
            <p:nvSpPr>
              <p:cNvPr id="10018" name="Google Shape;10018;p89"/>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89"/>
            <p:cNvGrpSpPr/>
            <p:nvPr/>
          </p:nvGrpSpPr>
          <p:grpSpPr>
            <a:xfrm>
              <a:off x="2834338" y="1606500"/>
              <a:ext cx="904525" cy="1120100"/>
              <a:chOff x="2834338" y="1606500"/>
              <a:chExt cx="904525" cy="1120100"/>
            </a:xfrm>
          </p:grpSpPr>
          <p:sp>
            <p:nvSpPr>
              <p:cNvPr id="10021" name="Google Shape;10021;p89"/>
              <p:cNvSpPr/>
              <p:nvPr/>
            </p:nvSpPr>
            <p:spPr>
              <a:xfrm>
                <a:off x="2834338" y="1617250"/>
                <a:ext cx="456425" cy="436900"/>
              </a:xfrm>
              <a:custGeom>
                <a:rect b="b" l="l" r="r" t="t"/>
                <a:pathLst>
                  <a:path extrusionOk="0" h="17476" w="18257">
                    <a:moveTo>
                      <a:pt x="2822" y="0"/>
                    </a:moveTo>
                    <a:cubicBezTo>
                      <a:pt x="1267" y="6"/>
                      <a:pt x="6" y="1267"/>
                      <a:pt x="0" y="2822"/>
                    </a:cubicBezTo>
                    <a:lnTo>
                      <a:pt x="0" y="14654"/>
                    </a:lnTo>
                    <a:cubicBezTo>
                      <a:pt x="6" y="16209"/>
                      <a:pt x="1267" y="17469"/>
                      <a:pt x="2822" y="17475"/>
                    </a:cubicBezTo>
                    <a:lnTo>
                      <a:pt x="15441" y="17475"/>
                    </a:lnTo>
                    <a:cubicBezTo>
                      <a:pt x="16996" y="17469"/>
                      <a:pt x="18250" y="16209"/>
                      <a:pt x="18256" y="14660"/>
                    </a:cubicBezTo>
                    <a:lnTo>
                      <a:pt x="18256" y="2828"/>
                    </a:lnTo>
                    <a:cubicBezTo>
                      <a:pt x="18256" y="1273"/>
                      <a:pt x="16996" y="13"/>
                      <a:pt x="15441" y="6"/>
                    </a:cubicBezTo>
                    <a:lnTo>
                      <a:pt x="15441" y="1150"/>
                    </a:lnTo>
                    <a:cubicBezTo>
                      <a:pt x="16363" y="1156"/>
                      <a:pt x="17113" y="1900"/>
                      <a:pt x="17113" y="2828"/>
                    </a:cubicBezTo>
                    <a:lnTo>
                      <a:pt x="17113" y="14660"/>
                    </a:lnTo>
                    <a:cubicBezTo>
                      <a:pt x="17113" y="15582"/>
                      <a:pt x="16363" y="16326"/>
                      <a:pt x="15441" y="16332"/>
                    </a:cubicBezTo>
                    <a:lnTo>
                      <a:pt x="2822" y="16332"/>
                    </a:lnTo>
                    <a:cubicBezTo>
                      <a:pt x="1900" y="16326"/>
                      <a:pt x="1150" y="15582"/>
                      <a:pt x="1150" y="14660"/>
                    </a:cubicBezTo>
                    <a:lnTo>
                      <a:pt x="1150" y="2828"/>
                    </a:lnTo>
                    <a:cubicBezTo>
                      <a:pt x="1150" y="1900"/>
                      <a:pt x="1900" y="1156"/>
                      <a:pt x="2822" y="1150"/>
                    </a:cubicBezTo>
                    <a:lnTo>
                      <a:pt x="282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9"/>
              <p:cNvSpPr/>
              <p:nvPr/>
            </p:nvSpPr>
            <p:spPr>
              <a:xfrm>
                <a:off x="3525238" y="2159375"/>
                <a:ext cx="213625" cy="205575"/>
              </a:xfrm>
              <a:custGeom>
                <a:rect b="b" l="l" r="r" t="t"/>
                <a:pathLst>
                  <a:path extrusionOk="0" h="8223" w="8545">
                    <a:moveTo>
                      <a:pt x="4438" y="1"/>
                    </a:moveTo>
                    <a:cubicBezTo>
                      <a:pt x="2772" y="1"/>
                      <a:pt x="1273" y="1003"/>
                      <a:pt x="639" y="2540"/>
                    </a:cubicBezTo>
                    <a:cubicBezTo>
                      <a:pt x="0" y="4076"/>
                      <a:pt x="350" y="5840"/>
                      <a:pt x="1531" y="7020"/>
                    </a:cubicBezTo>
                    <a:cubicBezTo>
                      <a:pt x="2316" y="7806"/>
                      <a:pt x="3369" y="8223"/>
                      <a:pt x="4438" y="8223"/>
                    </a:cubicBezTo>
                    <a:cubicBezTo>
                      <a:pt x="4967" y="8223"/>
                      <a:pt x="5499" y="8121"/>
                      <a:pt x="6005" y="7912"/>
                    </a:cubicBezTo>
                    <a:cubicBezTo>
                      <a:pt x="7542" y="7272"/>
                      <a:pt x="8544" y="5773"/>
                      <a:pt x="8544" y="4113"/>
                    </a:cubicBezTo>
                    <a:cubicBezTo>
                      <a:pt x="8544" y="1839"/>
                      <a:pt x="6706" y="1"/>
                      <a:pt x="4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9"/>
              <p:cNvSpPr/>
              <p:nvPr/>
            </p:nvSpPr>
            <p:spPr>
              <a:xfrm>
                <a:off x="3048238" y="2039825"/>
                <a:ext cx="602250" cy="686775"/>
              </a:xfrm>
              <a:custGeom>
                <a:rect b="b" l="l" r="r" t="t"/>
                <a:pathLst>
                  <a:path extrusionOk="0" h="27471" w="24090">
                    <a:moveTo>
                      <a:pt x="1" y="1"/>
                    </a:moveTo>
                    <a:lnTo>
                      <a:pt x="1" y="24655"/>
                    </a:lnTo>
                    <a:cubicBezTo>
                      <a:pt x="7" y="26210"/>
                      <a:pt x="1267" y="27470"/>
                      <a:pt x="2822" y="27470"/>
                    </a:cubicBezTo>
                    <a:lnTo>
                      <a:pt x="21268" y="27470"/>
                    </a:lnTo>
                    <a:cubicBezTo>
                      <a:pt x="22823" y="27470"/>
                      <a:pt x="24084" y="26210"/>
                      <a:pt x="24090" y="24655"/>
                    </a:cubicBezTo>
                    <a:lnTo>
                      <a:pt x="24090" y="8895"/>
                    </a:lnTo>
                    <a:lnTo>
                      <a:pt x="22940" y="8895"/>
                    </a:lnTo>
                    <a:lnTo>
                      <a:pt x="22940" y="24655"/>
                    </a:lnTo>
                    <a:cubicBezTo>
                      <a:pt x="22940" y="25577"/>
                      <a:pt x="22190" y="26327"/>
                      <a:pt x="21268" y="26327"/>
                    </a:cubicBezTo>
                    <a:lnTo>
                      <a:pt x="2822" y="26327"/>
                    </a:lnTo>
                    <a:cubicBezTo>
                      <a:pt x="1900" y="26327"/>
                      <a:pt x="1150" y="25577"/>
                      <a:pt x="1150" y="24655"/>
                    </a:cubicBezTo>
                    <a:lnTo>
                      <a:pt x="11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9"/>
              <p:cNvSpPr/>
              <p:nvPr/>
            </p:nvSpPr>
            <p:spPr>
              <a:xfrm>
                <a:off x="3559813" y="2191500"/>
                <a:ext cx="146925" cy="141400"/>
              </a:xfrm>
              <a:custGeom>
                <a:rect b="b" l="l" r="r" t="t"/>
                <a:pathLst>
                  <a:path extrusionOk="0" h="5656" w="5877">
                    <a:moveTo>
                      <a:pt x="3055" y="1"/>
                    </a:moveTo>
                    <a:cubicBezTo>
                      <a:pt x="1906" y="1"/>
                      <a:pt x="879" y="689"/>
                      <a:pt x="443" y="1746"/>
                    </a:cubicBezTo>
                    <a:cubicBezTo>
                      <a:pt x="0" y="2803"/>
                      <a:pt x="246" y="4021"/>
                      <a:pt x="1051" y="4826"/>
                    </a:cubicBezTo>
                    <a:cubicBezTo>
                      <a:pt x="1594" y="5368"/>
                      <a:pt x="2318" y="5655"/>
                      <a:pt x="3054" y="5655"/>
                    </a:cubicBezTo>
                    <a:cubicBezTo>
                      <a:pt x="3419" y="5655"/>
                      <a:pt x="3787" y="5585"/>
                      <a:pt x="4137" y="5440"/>
                    </a:cubicBezTo>
                    <a:cubicBezTo>
                      <a:pt x="5188" y="4998"/>
                      <a:pt x="5876" y="3971"/>
                      <a:pt x="5876" y="2828"/>
                    </a:cubicBezTo>
                    <a:cubicBezTo>
                      <a:pt x="5876" y="1267"/>
                      <a:pt x="4610" y="1"/>
                      <a:pt x="30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9"/>
              <p:cNvSpPr/>
              <p:nvPr/>
            </p:nvSpPr>
            <p:spPr>
              <a:xfrm>
                <a:off x="3589613" y="2228525"/>
                <a:ext cx="81175" cy="69575"/>
              </a:xfrm>
              <a:custGeom>
                <a:rect b="b" l="l" r="r" t="t"/>
                <a:pathLst>
                  <a:path extrusionOk="0" h="2783" w="3247">
                    <a:moveTo>
                      <a:pt x="1863" y="1"/>
                    </a:moveTo>
                    <a:cubicBezTo>
                      <a:pt x="621" y="1"/>
                      <a:pt x="1" y="1501"/>
                      <a:pt x="880" y="2374"/>
                    </a:cubicBezTo>
                    <a:cubicBezTo>
                      <a:pt x="1162" y="2656"/>
                      <a:pt x="1510" y="2783"/>
                      <a:pt x="1851" y="2783"/>
                    </a:cubicBezTo>
                    <a:cubicBezTo>
                      <a:pt x="2563" y="2783"/>
                      <a:pt x="3246" y="2230"/>
                      <a:pt x="3246" y="1390"/>
                    </a:cubicBezTo>
                    <a:cubicBezTo>
                      <a:pt x="3246" y="622"/>
                      <a:pt x="2625" y="1"/>
                      <a:pt x="18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9"/>
              <p:cNvSpPr/>
              <p:nvPr/>
            </p:nvSpPr>
            <p:spPr>
              <a:xfrm>
                <a:off x="3019663" y="2014625"/>
                <a:ext cx="85775" cy="50275"/>
              </a:xfrm>
              <a:custGeom>
                <a:rect b="b" l="l" r="r" t="t"/>
                <a:pathLst>
                  <a:path extrusionOk="0" h="2011" w="3431">
                    <a:moveTo>
                      <a:pt x="1008" y="1"/>
                    </a:moveTo>
                    <a:cubicBezTo>
                      <a:pt x="455" y="1"/>
                      <a:pt x="0" y="449"/>
                      <a:pt x="0" y="1009"/>
                    </a:cubicBezTo>
                    <a:cubicBezTo>
                      <a:pt x="0" y="1562"/>
                      <a:pt x="455" y="2011"/>
                      <a:pt x="1008" y="2011"/>
                    </a:cubicBezTo>
                    <a:lnTo>
                      <a:pt x="2428" y="2011"/>
                    </a:lnTo>
                    <a:cubicBezTo>
                      <a:pt x="2981" y="2011"/>
                      <a:pt x="3430" y="1562"/>
                      <a:pt x="3430" y="1009"/>
                    </a:cubicBezTo>
                    <a:cubicBezTo>
                      <a:pt x="3430" y="449"/>
                      <a:pt x="2981" y="1"/>
                      <a:pt x="24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9"/>
              <p:cNvSpPr/>
              <p:nvPr/>
            </p:nvSpPr>
            <p:spPr>
              <a:xfrm>
                <a:off x="2891963" y="1606500"/>
                <a:ext cx="85775" cy="50425"/>
              </a:xfrm>
              <a:custGeom>
                <a:rect b="b" l="l" r="r" t="t"/>
                <a:pathLst>
                  <a:path extrusionOk="0" h="2017" w="3431">
                    <a:moveTo>
                      <a:pt x="1008" y="0"/>
                    </a:moveTo>
                    <a:cubicBezTo>
                      <a:pt x="449" y="0"/>
                      <a:pt x="0" y="455"/>
                      <a:pt x="0" y="1008"/>
                    </a:cubicBezTo>
                    <a:cubicBezTo>
                      <a:pt x="0" y="1567"/>
                      <a:pt x="449" y="2016"/>
                      <a:pt x="1008" y="2016"/>
                    </a:cubicBezTo>
                    <a:lnTo>
                      <a:pt x="2422" y="2016"/>
                    </a:lnTo>
                    <a:cubicBezTo>
                      <a:pt x="2975" y="2016"/>
                      <a:pt x="3424" y="1567"/>
                      <a:pt x="3430" y="1008"/>
                    </a:cubicBezTo>
                    <a:cubicBezTo>
                      <a:pt x="3430" y="449"/>
                      <a:pt x="2975" y="0"/>
                      <a:pt x="24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9"/>
              <p:cNvSpPr/>
              <p:nvPr/>
            </p:nvSpPr>
            <p:spPr>
              <a:xfrm>
                <a:off x="3147513" y="1606500"/>
                <a:ext cx="85775" cy="50425"/>
              </a:xfrm>
              <a:custGeom>
                <a:rect b="b" l="l" r="r" t="t"/>
                <a:pathLst>
                  <a:path extrusionOk="0" h="2017" w="3431">
                    <a:moveTo>
                      <a:pt x="1008" y="0"/>
                    </a:moveTo>
                    <a:cubicBezTo>
                      <a:pt x="455" y="0"/>
                      <a:pt x="0" y="455"/>
                      <a:pt x="7" y="1008"/>
                    </a:cubicBezTo>
                    <a:cubicBezTo>
                      <a:pt x="7" y="1567"/>
                      <a:pt x="455" y="2016"/>
                      <a:pt x="1008" y="2016"/>
                    </a:cubicBezTo>
                    <a:lnTo>
                      <a:pt x="2428" y="2016"/>
                    </a:lnTo>
                    <a:cubicBezTo>
                      <a:pt x="2982" y="2016"/>
                      <a:pt x="3430" y="1561"/>
                      <a:pt x="3430" y="1008"/>
                    </a:cubicBezTo>
                    <a:cubicBezTo>
                      <a:pt x="3430" y="449"/>
                      <a:pt x="2982" y="0"/>
                      <a:pt x="24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29" name="Google Shape;10029;p89"/>
          <p:cNvGrpSpPr/>
          <p:nvPr/>
        </p:nvGrpSpPr>
        <p:grpSpPr>
          <a:xfrm>
            <a:off x="3082819" y="2817700"/>
            <a:ext cx="1013175" cy="1561450"/>
            <a:chOff x="3035938" y="2817700"/>
            <a:chExt cx="1013175" cy="1561450"/>
          </a:xfrm>
        </p:grpSpPr>
        <p:grpSp>
          <p:nvGrpSpPr>
            <p:cNvPr id="10030" name="Google Shape;10030;p89"/>
            <p:cNvGrpSpPr/>
            <p:nvPr/>
          </p:nvGrpSpPr>
          <p:grpSpPr>
            <a:xfrm>
              <a:off x="3035938" y="2817700"/>
              <a:ext cx="1013175" cy="1561450"/>
              <a:chOff x="3035938" y="2817700"/>
              <a:chExt cx="1013175" cy="1561450"/>
            </a:xfrm>
          </p:grpSpPr>
          <p:sp>
            <p:nvSpPr>
              <p:cNvPr id="10031" name="Google Shape;10031;p89"/>
              <p:cNvSpPr/>
              <p:nvPr/>
            </p:nvSpPr>
            <p:spPr>
              <a:xfrm>
                <a:off x="3035938" y="2817700"/>
                <a:ext cx="1013175" cy="1561450"/>
              </a:xfrm>
              <a:custGeom>
                <a:rect b="b" l="l" r="r" t="t"/>
                <a:pathLst>
                  <a:path extrusionOk="0" h="62458" w="40527">
                    <a:moveTo>
                      <a:pt x="2275" y="0"/>
                    </a:moveTo>
                    <a:cubicBezTo>
                      <a:pt x="1015" y="0"/>
                      <a:pt x="1" y="1021"/>
                      <a:pt x="1" y="2275"/>
                    </a:cubicBezTo>
                    <a:lnTo>
                      <a:pt x="1" y="60189"/>
                    </a:lnTo>
                    <a:cubicBezTo>
                      <a:pt x="1" y="61443"/>
                      <a:pt x="1015" y="62457"/>
                      <a:pt x="2275" y="62457"/>
                    </a:cubicBezTo>
                    <a:lnTo>
                      <a:pt x="38252" y="62457"/>
                    </a:lnTo>
                    <a:cubicBezTo>
                      <a:pt x="39506" y="62457"/>
                      <a:pt x="40526" y="61443"/>
                      <a:pt x="40526" y="60189"/>
                    </a:cubicBezTo>
                    <a:lnTo>
                      <a:pt x="40526" y="2275"/>
                    </a:lnTo>
                    <a:cubicBezTo>
                      <a:pt x="40526" y="1021"/>
                      <a:pt x="39506" y="0"/>
                      <a:pt x="3825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2" name="Google Shape;10032;p89"/>
              <p:cNvGrpSpPr/>
              <p:nvPr/>
            </p:nvGrpSpPr>
            <p:grpSpPr>
              <a:xfrm>
                <a:off x="3196388" y="2817700"/>
                <a:ext cx="681075" cy="1561450"/>
                <a:chOff x="3196388" y="2817700"/>
                <a:chExt cx="681075" cy="1561450"/>
              </a:xfrm>
            </p:grpSpPr>
            <p:sp>
              <p:nvSpPr>
                <p:cNvPr id="10033" name="Google Shape;10033;p89"/>
                <p:cNvSpPr/>
                <p:nvPr/>
              </p:nvSpPr>
              <p:spPr>
                <a:xfrm>
                  <a:off x="3526163" y="2870875"/>
                  <a:ext cx="32750" cy="1471075"/>
                </a:xfrm>
                <a:custGeom>
                  <a:rect b="b" l="l" r="r" t="t"/>
                  <a:pathLst>
                    <a:path extrusionOk="0" h="58843" w="1310">
                      <a:moveTo>
                        <a:pt x="652" y="0"/>
                      </a:moveTo>
                      <a:cubicBezTo>
                        <a:pt x="295" y="0"/>
                        <a:pt x="0" y="295"/>
                        <a:pt x="0" y="652"/>
                      </a:cubicBezTo>
                      <a:lnTo>
                        <a:pt x="0" y="58191"/>
                      </a:lnTo>
                      <a:cubicBezTo>
                        <a:pt x="0" y="58548"/>
                        <a:pt x="295" y="58843"/>
                        <a:pt x="652" y="58843"/>
                      </a:cubicBezTo>
                      <a:cubicBezTo>
                        <a:pt x="1014" y="58843"/>
                        <a:pt x="1309" y="58548"/>
                        <a:pt x="1309" y="58191"/>
                      </a:cubicBezTo>
                      <a:lnTo>
                        <a:pt x="1309" y="652"/>
                      </a:lnTo>
                      <a:cubicBezTo>
                        <a:pt x="1309" y="295"/>
                        <a:pt x="1014" y="0"/>
                        <a:pt x="65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9"/>
                <p:cNvSpPr/>
                <p:nvPr/>
              </p:nvSpPr>
              <p:spPr>
                <a:xfrm>
                  <a:off x="3196388" y="4351925"/>
                  <a:ext cx="27825" cy="27225"/>
                </a:xfrm>
                <a:custGeom>
                  <a:rect b="b" l="l" r="r" t="t"/>
                  <a:pathLst>
                    <a:path extrusionOk="0" h="1089" w="1113">
                      <a:moveTo>
                        <a:pt x="553" y="0"/>
                      </a:moveTo>
                      <a:cubicBezTo>
                        <a:pt x="246" y="0"/>
                        <a:pt x="0" y="252"/>
                        <a:pt x="12" y="566"/>
                      </a:cubicBezTo>
                      <a:lnTo>
                        <a:pt x="12" y="1088"/>
                      </a:lnTo>
                      <a:lnTo>
                        <a:pt x="1100" y="1088"/>
                      </a:lnTo>
                      <a:lnTo>
                        <a:pt x="1100" y="566"/>
                      </a:lnTo>
                      <a:cubicBezTo>
                        <a:pt x="1113" y="252"/>
                        <a:pt x="861" y="0"/>
                        <a:pt x="5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9"/>
                <p:cNvSpPr/>
                <p:nvPr/>
              </p:nvSpPr>
              <p:spPr>
                <a:xfrm>
                  <a:off x="3261838" y="4352375"/>
                  <a:ext cx="27375" cy="26775"/>
                </a:xfrm>
                <a:custGeom>
                  <a:rect b="b" l="l" r="r" t="t"/>
                  <a:pathLst>
                    <a:path extrusionOk="0" h="1071" w="1095">
                      <a:moveTo>
                        <a:pt x="548" y="1"/>
                      </a:moveTo>
                      <a:cubicBezTo>
                        <a:pt x="246" y="1"/>
                        <a:pt x="1" y="247"/>
                        <a:pt x="7" y="548"/>
                      </a:cubicBezTo>
                      <a:lnTo>
                        <a:pt x="7"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9"/>
                <p:cNvSpPr/>
                <p:nvPr/>
              </p:nvSpPr>
              <p:spPr>
                <a:xfrm>
                  <a:off x="3327313"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8"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9"/>
                <p:cNvSpPr/>
                <p:nvPr/>
              </p:nvSpPr>
              <p:spPr>
                <a:xfrm>
                  <a:off x="3392463" y="4351925"/>
                  <a:ext cx="27825" cy="27225"/>
                </a:xfrm>
                <a:custGeom>
                  <a:rect b="b" l="l" r="r" t="t"/>
                  <a:pathLst>
                    <a:path extrusionOk="0" h="1089" w="1113">
                      <a:moveTo>
                        <a:pt x="554" y="0"/>
                      </a:moveTo>
                      <a:cubicBezTo>
                        <a:pt x="246" y="0"/>
                        <a:pt x="0"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9"/>
                <p:cNvSpPr/>
                <p:nvPr/>
              </p:nvSpPr>
              <p:spPr>
                <a:xfrm>
                  <a:off x="3458063" y="4352375"/>
                  <a:ext cx="27225" cy="26775"/>
                </a:xfrm>
                <a:custGeom>
                  <a:rect b="b" l="l" r="r" t="t"/>
                  <a:pathLst>
                    <a:path extrusionOk="0" h="1071" w="1089">
                      <a:moveTo>
                        <a:pt x="542" y="1"/>
                      </a:moveTo>
                      <a:cubicBezTo>
                        <a:pt x="247" y="1"/>
                        <a:pt x="1" y="247"/>
                        <a:pt x="1" y="548"/>
                      </a:cubicBezTo>
                      <a:lnTo>
                        <a:pt x="1" y="1070"/>
                      </a:lnTo>
                      <a:lnTo>
                        <a:pt x="1089" y="1070"/>
                      </a:lnTo>
                      <a:lnTo>
                        <a:pt x="1089" y="548"/>
                      </a:lnTo>
                      <a:cubicBezTo>
                        <a:pt x="1089" y="247"/>
                        <a:pt x="843" y="1"/>
                        <a:pt x="5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9"/>
                <p:cNvSpPr/>
                <p:nvPr/>
              </p:nvSpPr>
              <p:spPr>
                <a:xfrm>
                  <a:off x="3523388"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9"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9"/>
                <p:cNvSpPr/>
                <p:nvPr/>
              </p:nvSpPr>
              <p:spPr>
                <a:xfrm>
                  <a:off x="3588538" y="4351925"/>
                  <a:ext cx="27850" cy="27225"/>
                </a:xfrm>
                <a:custGeom>
                  <a:rect b="b" l="l" r="r" t="t"/>
                  <a:pathLst>
                    <a:path extrusionOk="0" h="1089" w="1114">
                      <a:moveTo>
                        <a:pt x="554" y="0"/>
                      </a:moveTo>
                      <a:cubicBezTo>
                        <a:pt x="246" y="0"/>
                        <a:pt x="1"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9"/>
                <p:cNvSpPr/>
                <p:nvPr/>
              </p:nvSpPr>
              <p:spPr>
                <a:xfrm>
                  <a:off x="3654163" y="4352375"/>
                  <a:ext cx="27225" cy="26775"/>
                </a:xfrm>
                <a:custGeom>
                  <a:rect b="b" l="l" r="r" t="t"/>
                  <a:pathLst>
                    <a:path extrusionOk="0" h="1071" w="1089">
                      <a:moveTo>
                        <a:pt x="541" y="1"/>
                      </a:moveTo>
                      <a:cubicBezTo>
                        <a:pt x="246"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9"/>
                <p:cNvSpPr/>
                <p:nvPr/>
              </p:nvSpPr>
              <p:spPr>
                <a:xfrm>
                  <a:off x="3719463" y="4352375"/>
                  <a:ext cx="27375" cy="26775"/>
                </a:xfrm>
                <a:custGeom>
                  <a:rect b="b" l="l" r="r" t="t"/>
                  <a:pathLst>
                    <a:path extrusionOk="0" h="1071" w="1095">
                      <a:moveTo>
                        <a:pt x="548" y="1"/>
                      </a:moveTo>
                      <a:cubicBezTo>
                        <a:pt x="246" y="1"/>
                        <a:pt x="1" y="247"/>
                        <a:pt x="1" y="548"/>
                      </a:cubicBezTo>
                      <a:lnTo>
                        <a:pt x="1"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9"/>
                <p:cNvSpPr/>
                <p:nvPr/>
              </p:nvSpPr>
              <p:spPr>
                <a:xfrm>
                  <a:off x="3784938" y="4352375"/>
                  <a:ext cx="27225" cy="26775"/>
                </a:xfrm>
                <a:custGeom>
                  <a:rect b="b" l="l" r="r" t="t"/>
                  <a:pathLst>
                    <a:path extrusionOk="0" h="1071" w="1089">
                      <a:moveTo>
                        <a:pt x="541" y="1"/>
                      </a:moveTo>
                      <a:cubicBezTo>
                        <a:pt x="240"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9"/>
                <p:cNvSpPr/>
                <p:nvPr/>
              </p:nvSpPr>
              <p:spPr>
                <a:xfrm>
                  <a:off x="3850238" y="4352375"/>
                  <a:ext cx="27225" cy="26775"/>
                </a:xfrm>
                <a:custGeom>
                  <a:rect b="b" l="l" r="r" t="t"/>
                  <a:pathLst>
                    <a:path extrusionOk="0" h="1071" w="1089">
                      <a:moveTo>
                        <a:pt x="548" y="1"/>
                      </a:moveTo>
                      <a:cubicBezTo>
                        <a:pt x="246" y="1"/>
                        <a:pt x="0" y="247"/>
                        <a:pt x="0" y="548"/>
                      </a:cubicBezTo>
                      <a:lnTo>
                        <a:pt x="0" y="1070"/>
                      </a:lnTo>
                      <a:lnTo>
                        <a:pt x="1088" y="1070"/>
                      </a:lnTo>
                      <a:lnTo>
                        <a:pt x="1088" y="548"/>
                      </a:lnTo>
                      <a:cubicBezTo>
                        <a:pt x="1088" y="247"/>
                        <a:pt x="843"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9"/>
                <p:cNvSpPr/>
                <p:nvPr/>
              </p:nvSpPr>
              <p:spPr>
                <a:xfrm>
                  <a:off x="3196388" y="2817700"/>
                  <a:ext cx="27825" cy="26450"/>
                </a:xfrm>
                <a:custGeom>
                  <a:rect b="b" l="l" r="r" t="t"/>
                  <a:pathLst>
                    <a:path extrusionOk="0" h="1058" w="1113">
                      <a:moveTo>
                        <a:pt x="1100" y="0"/>
                      </a:moveTo>
                      <a:lnTo>
                        <a:pt x="12" y="7"/>
                      </a:lnTo>
                      <a:lnTo>
                        <a:pt x="12" y="498"/>
                      </a:lnTo>
                      <a:cubicBezTo>
                        <a:pt x="0" y="806"/>
                        <a:pt x="246" y="1058"/>
                        <a:pt x="553" y="1058"/>
                      </a:cubicBezTo>
                      <a:cubicBezTo>
                        <a:pt x="861" y="1058"/>
                        <a:pt x="1113" y="806"/>
                        <a:pt x="1100" y="498"/>
                      </a:cubicBezTo>
                      <a:lnTo>
                        <a:pt x="110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9"/>
                <p:cNvSpPr/>
                <p:nvPr/>
              </p:nvSpPr>
              <p:spPr>
                <a:xfrm>
                  <a:off x="3261988"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9"/>
                <p:cNvSpPr/>
                <p:nvPr/>
              </p:nvSpPr>
              <p:spPr>
                <a:xfrm>
                  <a:off x="3327313" y="2817700"/>
                  <a:ext cx="27375" cy="26000"/>
                </a:xfrm>
                <a:custGeom>
                  <a:rect b="b" l="l" r="r" t="t"/>
                  <a:pathLst>
                    <a:path extrusionOk="0" h="1040" w="1095">
                      <a:moveTo>
                        <a:pt x="1094" y="0"/>
                      </a:moveTo>
                      <a:lnTo>
                        <a:pt x="0" y="7"/>
                      </a:lnTo>
                      <a:lnTo>
                        <a:pt x="0" y="498"/>
                      </a:lnTo>
                      <a:cubicBezTo>
                        <a:pt x="0" y="793"/>
                        <a:pt x="246" y="1039"/>
                        <a:pt x="547" y="1039"/>
                      </a:cubicBezTo>
                      <a:cubicBezTo>
                        <a:pt x="848" y="1039"/>
                        <a:pt x="1094"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9"/>
                <p:cNvSpPr/>
                <p:nvPr/>
              </p:nvSpPr>
              <p:spPr>
                <a:xfrm>
                  <a:off x="3392463" y="2817700"/>
                  <a:ext cx="27825" cy="26450"/>
                </a:xfrm>
                <a:custGeom>
                  <a:rect b="b" l="l" r="r" t="t"/>
                  <a:pathLst>
                    <a:path extrusionOk="0" h="1058" w="1113">
                      <a:moveTo>
                        <a:pt x="1101" y="0"/>
                      </a:moveTo>
                      <a:lnTo>
                        <a:pt x="13" y="7"/>
                      </a:lnTo>
                      <a:lnTo>
                        <a:pt x="13" y="498"/>
                      </a:lnTo>
                      <a:cubicBezTo>
                        <a:pt x="0"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9"/>
                <p:cNvSpPr/>
                <p:nvPr/>
              </p:nvSpPr>
              <p:spPr>
                <a:xfrm>
                  <a:off x="3458063"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9"/>
                <p:cNvSpPr/>
                <p:nvPr/>
              </p:nvSpPr>
              <p:spPr>
                <a:xfrm>
                  <a:off x="3523388" y="2817700"/>
                  <a:ext cx="27375" cy="26000"/>
                </a:xfrm>
                <a:custGeom>
                  <a:rect b="b" l="l" r="r" t="t"/>
                  <a:pathLst>
                    <a:path extrusionOk="0" h="1040" w="1095">
                      <a:moveTo>
                        <a:pt x="1094" y="0"/>
                      </a:moveTo>
                      <a:lnTo>
                        <a:pt x="0" y="7"/>
                      </a:lnTo>
                      <a:lnTo>
                        <a:pt x="0" y="498"/>
                      </a:lnTo>
                      <a:cubicBezTo>
                        <a:pt x="0" y="793"/>
                        <a:pt x="246" y="1039"/>
                        <a:pt x="547" y="1039"/>
                      </a:cubicBezTo>
                      <a:cubicBezTo>
                        <a:pt x="849" y="1039"/>
                        <a:pt x="1088"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9"/>
                <p:cNvSpPr/>
                <p:nvPr/>
              </p:nvSpPr>
              <p:spPr>
                <a:xfrm>
                  <a:off x="3588538" y="2817700"/>
                  <a:ext cx="27850" cy="26450"/>
                </a:xfrm>
                <a:custGeom>
                  <a:rect b="b" l="l" r="r" t="t"/>
                  <a:pathLst>
                    <a:path extrusionOk="0" h="1058" w="1114">
                      <a:moveTo>
                        <a:pt x="1101" y="0"/>
                      </a:moveTo>
                      <a:lnTo>
                        <a:pt x="13" y="7"/>
                      </a:lnTo>
                      <a:lnTo>
                        <a:pt x="13" y="498"/>
                      </a:lnTo>
                      <a:cubicBezTo>
                        <a:pt x="1"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9"/>
                <p:cNvSpPr/>
                <p:nvPr/>
              </p:nvSpPr>
              <p:spPr>
                <a:xfrm>
                  <a:off x="3654163" y="2817700"/>
                  <a:ext cx="27225" cy="26000"/>
                </a:xfrm>
                <a:custGeom>
                  <a:rect b="b" l="l" r="r" t="t"/>
                  <a:pathLst>
                    <a:path extrusionOk="0" h="1040" w="1089">
                      <a:moveTo>
                        <a:pt x="1088" y="0"/>
                      </a:moveTo>
                      <a:lnTo>
                        <a:pt x="0" y="7"/>
                      </a:lnTo>
                      <a:lnTo>
                        <a:pt x="0" y="498"/>
                      </a:lnTo>
                      <a:cubicBezTo>
                        <a:pt x="0" y="793"/>
                        <a:pt x="246"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9"/>
                <p:cNvSpPr/>
                <p:nvPr/>
              </p:nvSpPr>
              <p:spPr>
                <a:xfrm>
                  <a:off x="3719463" y="2817700"/>
                  <a:ext cx="27375" cy="26000"/>
                </a:xfrm>
                <a:custGeom>
                  <a:rect b="b" l="l" r="r" t="t"/>
                  <a:pathLst>
                    <a:path extrusionOk="0" h="1040" w="1095">
                      <a:moveTo>
                        <a:pt x="1095" y="0"/>
                      </a:moveTo>
                      <a:lnTo>
                        <a:pt x="1" y="7"/>
                      </a:lnTo>
                      <a:lnTo>
                        <a:pt x="1" y="498"/>
                      </a:lnTo>
                      <a:cubicBezTo>
                        <a:pt x="1" y="793"/>
                        <a:pt x="246" y="1039"/>
                        <a:pt x="548" y="1039"/>
                      </a:cubicBezTo>
                      <a:cubicBezTo>
                        <a:pt x="849" y="1039"/>
                        <a:pt x="1089" y="793"/>
                        <a:pt x="1095" y="498"/>
                      </a:cubicBezTo>
                      <a:lnTo>
                        <a:pt x="10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9"/>
                <p:cNvSpPr/>
                <p:nvPr/>
              </p:nvSpPr>
              <p:spPr>
                <a:xfrm>
                  <a:off x="3784938" y="2817700"/>
                  <a:ext cx="27225" cy="26000"/>
                </a:xfrm>
                <a:custGeom>
                  <a:rect b="b" l="l" r="r" t="t"/>
                  <a:pathLst>
                    <a:path extrusionOk="0" h="1040" w="1089">
                      <a:moveTo>
                        <a:pt x="1088" y="0"/>
                      </a:moveTo>
                      <a:lnTo>
                        <a:pt x="0" y="7"/>
                      </a:lnTo>
                      <a:lnTo>
                        <a:pt x="0" y="498"/>
                      </a:lnTo>
                      <a:cubicBezTo>
                        <a:pt x="0" y="793"/>
                        <a:pt x="240"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9"/>
                <p:cNvSpPr/>
                <p:nvPr/>
              </p:nvSpPr>
              <p:spPr>
                <a:xfrm>
                  <a:off x="3850238" y="2817700"/>
                  <a:ext cx="27225" cy="26000"/>
                </a:xfrm>
                <a:custGeom>
                  <a:rect b="b" l="l" r="r" t="t"/>
                  <a:pathLst>
                    <a:path extrusionOk="0" h="1040" w="1089">
                      <a:moveTo>
                        <a:pt x="1088" y="0"/>
                      </a:moveTo>
                      <a:lnTo>
                        <a:pt x="0" y="7"/>
                      </a:lnTo>
                      <a:lnTo>
                        <a:pt x="0" y="498"/>
                      </a:lnTo>
                      <a:cubicBezTo>
                        <a:pt x="0" y="793"/>
                        <a:pt x="246" y="1039"/>
                        <a:pt x="548" y="1039"/>
                      </a:cubicBezTo>
                      <a:cubicBezTo>
                        <a:pt x="843"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56" name="Google Shape;10056;p89"/>
            <p:cNvGrpSpPr/>
            <p:nvPr/>
          </p:nvGrpSpPr>
          <p:grpSpPr>
            <a:xfrm>
              <a:off x="3090338" y="2927425"/>
              <a:ext cx="389575" cy="1365675"/>
              <a:chOff x="3090338" y="2927425"/>
              <a:chExt cx="389575" cy="1365675"/>
            </a:xfrm>
          </p:grpSpPr>
          <p:grpSp>
            <p:nvGrpSpPr>
              <p:cNvPr id="10057" name="Google Shape;10057;p89"/>
              <p:cNvGrpSpPr/>
              <p:nvPr/>
            </p:nvGrpSpPr>
            <p:grpSpPr>
              <a:xfrm>
                <a:off x="3090338" y="2927425"/>
                <a:ext cx="389575" cy="202550"/>
                <a:chOff x="3090338" y="2927425"/>
                <a:chExt cx="389575" cy="202550"/>
              </a:xfrm>
            </p:grpSpPr>
            <p:sp>
              <p:nvSpPr>
                <p:cNvPr id="10058" name="Google Shape;10058;p89"/>
                <p:cNvSpPr/>
                <p:nvPr/>
              </p:nvSpPr>
              <p:spPr>
                <a:xfrm>
                  <a:off x="3090338" y="2927425"/>
                  <a:ext cx="389575" cy="202550"/>
                </a:xfrm>
                <a:custGeom>
                  <a:rect b="b" l="l" r="r" t="t"/>
                  <a:pathLst>
                    <a:path extrusionOk="0" h="8102" w="15583">
                      <a:moveTo>
                        <a:pt x="831" y="0"/>
                      </a:moveTo>
                      <a:cubicBezTo>
                        <a:pt x="376" y="0"/>
                        <a:pt x="1" y="369"/>
                        <a:pt x="1" y="830"/>
                      </a:cubicBezTo>
                      <a:lnTo>
                        <a:pt x="1" y="7272"/>
                      </a:lnTo>
                      <a:cubicBezTo>
                        <a:pt x="1" y="7733"/>
                        <a:pt x="376"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9"/>
                <p:cNvSpPr/>
                <p:nvPr/>
              </p:nvSpPr>
              <p:spPr>
                <a:xfrm>
                  <a:off x="3102338" y="2950925"/>
                  <a:ext cx="359300" cy="155850"/>
                </a:xfrm>
                <a:custGeom>
                  <a:rect b="b" l="l" r="r" t="t"/>
                  <a:pathLst>
                    <a:path extrusionOk="0" h="6234" w="14372">
                      <a:moveTo>
                        <a:pt x="3369" y="1"/>
                      </a:moveTo>
                      <a:cubicBezTo>
                        <a:pt x="2539" y="1"/>
                        <a:pt x="1746" y="326"/>
                        <a:pt x="1168" y="910"/>
                      </a:cubicBezTo>
                      <a:cubicBezTo>
                        <a:pt x="271" y="1802"/>
                        <a:pt x="0" y="3142"/>
                        <a:pt x="480" y="4309"/>
                      </a:cubicBezTo>
                      <a:cubicBezTo>
                        <a:pt x="965" y="5477"/>
                        <a:pt x="2102" y="6233"/>
                        <a:pt x="3369" y="6233"/>
                      </a:cubicBezTo>
                      <a:lnTo>
                        <a:pt x="11261" y="6233"/>
                      </a:lnTo>
                      <a:cubicBezTo>
                        <a:pt x="12982" y="6227"/>
                        <a:pt x="14371" y="4838"/>
                        <a:pt x="14371" y="3117"/>
                      </a:cubicBezTo>
                      <a:cubicBezTo>
                        <a:pt x="14371" y="1396"/>
                        <a:pt x="12982"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89"/>
              <p:cNvGrpSpPr/>
              <p:nvPr/>
            </p:nvGrpSpPr>
            <p:grpSpPr>
              <a:xfrm>
                <a:off x="3090338" y="3218150"/>
                <a:ext cx="389575" cy="202575"/>
                <a:chOff x="3090338" y="3218150"/>
                <a:chExt cx="389575" cy="202575"/>
              </a:xfrm>
            </p:grpSpPr>
            <p:sp>
              <p:nvSpPr>
                <p:cNvPr id="10061" name="Google Shape;10061;p89"/>
                <p:cNvSpPr/>
                <p:nvPr/>
              </p:nvSpPr>
              <p:spPr>
                <a:xfrm>
                  <a:off x="3090338" y="3218150"/>
                  <a:ext cx="389575" cy="202575"/>
                </a:xfrm>
                <a:custGeom>
                  <a:rect b="b" l="l" r="r" t="t"/>
                  <a:pathLst>
                    <a:path extrusionOk="0" h="8103" w="15583">
                      <a:moveTo>
                        <a:pt x="831" y="1"/>
                      </a:moveTo>
                      <a:cubicBezTo>
                        <a:pt x="376" y="1"/>
                        <a:pt x="1" y="376"/>
                        <a:pt x="1" y="831"/>
                      </a:cubicBezTo>
                      <a:lnTo>
                        <a:pt x="1" y="7272"/>
                      </a:lnTo>
                      <a:cubicBezTo>
                        <a:pt x="1" y="7733"/>
                        <a:pt x="376"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9"/>
                <p:cNvSpPr/>
                <p:nvPr/>
              </p:nvSpPr>
              <p:spPr>
                <a:xfrm>
                  <a:off x="3102488" y="3241525"/>
                  <a:ext cx="359150" cy="155825"/>
                </a:xfrm>
                <a:custGeom>
                  <a:rect b="b" l="l" r="r" t="t"/>
                  <a:pathLst>
                    <a:path extrusionOk="0" h="6233" w="14366">
                      <a:moveTo>
                        <a:pt x="3363" y="0"/>
                      </a:moveTo>
                      <a:cubicBezTo>
                        <a:pt x="2533" y="6"/>
                        <a:pt x="1740" y="332"/>
                        <a:pt x="1162" y="922"/>
                      </a:cubicBezTo>
                      <a:cubicBezTo>
                        <a:pt x="265" y="1807"/>
                        <a:pt x="0" y="3147"/>
                        <a:pt x="480" y="4315"/>
                      </a:cubicBezTo>
                      <a:cubicBezTo>
                        <a:pt x="957" y="5472"/>
                        <a:pt x="2087" y="6233"/>
                        <a:pt x="3341" y="6233"/>
                      </a:cubicBezTo>
                      <a:cubicBezTo>
                        <a:pt x="3346" y="6233"/>
                        <a:pt x="3352" y="6233"/>
                        <a:pt x="3357" y="6233"/>
                      </a:cubicBezTo>
                      <a:lnTo>
                        <a:pt x="11255" y="6233"/>
                      </a:lnTo>
                      <a:cubicBezTo>
                        <a:pt x="12976" y="6233"/>
                        <a:pt x="14365" y="4838"/>
                        <a:pt x="14365" y="3116"/>
                      </a:cubicBezTo>
                      <a:cubicBezTo>
                        <a:pt x="14365" y="1395"/>
                        <a:pt x="12976"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89"/>
              <p:cNvGrpSpPr/>
              <p:nvPr/>
            </p:nvGrpSpPr>
            <p:grpSpPr>
              <a:xfrm>
                <a:off x="3090338" y="3509050"/>
                <a:ext cx="389575" cy="202550"/>
                <a:chOff x="3090338" y="3509050"/>
                <a:chExt cx="389575" cy="202550"/>
              </a:xfrm>
            </p:grpSpPr>
            <p:sp>
              <p:nvSpPr>
                <p:cNvPr id="10064" name="Google Shape;10064;p89"/>
                <p:cNvSpPr/>
                <p:nvPr/>
              </p:nvSpPr>
              <p:spPr>
                <a:xfrm>
                  <a:off x="3090338" y="3509050"/>
                  <a:ext cx="389575" cy="202550"/>
                </a:xfrm>
                <a:custGeom>
                  <a:rect b="b" l="l" r="r" t="t"/>
                  <a:pathLst>
                    <a:path extrusionOk="0" h="8102" w="15583">
                      <a:moveTo>
                        <a:pt x="831" y="1"/>
                      </a:moveTo>
                      <a:cubicBezTo>
                        <a:pt x="376" y="1"/>
                        <a:pt x="1" y="369"/>
                        <a:pt x="1" y="830"/>
                      </a:cubicBezTo>
                      <a:lnTo>
                        <a:pt x="1" y="7272"/>
                      </a:lnTo>
                      <a:cubicBezTo>
                        <a:pt x="1" y="7727"/>
                        <a:pt x="376"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9"/>
                <p:cNvSpPr/>
                <p:nvPr/>
              </p:nvSpPr>
              <p:spPr>
                <a:xfrm>
                  <a:off x="3102488" y="3532400"/>
                  <a:ext cx="359150" cy="155850"/>
                </a:xfrm>
                <a:custGeom>
                  <a:rect b="b" l="l" r="r" t="t"/>
                  <a:pathLst>
                    <a:path extrusionOk="0" h="6234" w="14366">
                      <a:moveTo>
                        <a:pt x="3363" y="1"/>
                      </a:moveTo>
                      <a:cubicBezTo>
                        <a:pt x="2533" y="1"/>
                        <a:pt x="1740" y="327"/>
                        <a:pt x="1162" y="917"/>
                      </a:cubicBezTo>
                      <a:cubicBezTo>
                        <a:pt x="265" y="1802"/>
                        <a:pt x="0" y="3142"/>
                        <a:pt x="480" y="4310"/>
                      </a:cubicBezTo>
                      <a:cubicBezTo>
                        <a:pt x="959" y="5471"/>
                        <a:pt x="2096" y="6234"/>
                        <a:pt x="3357" y="6234"/>
                      </a:cubicBezTo>
                      <a:lnTo>
                        <a:pt x="11255" y="6234"/>
                      </a:lnTo>
                      <a:cubicBezTo>
                        <a:pt x="12976" y="6227"/>
                        <a:pt x="14365" y="4838"/>
                        <a:pt x="14365" y="3117"/>
                      </a:cubicBezTo>
                      <a:cubicBezTo>
                        <a:pt x="14365" y="1396"/>
                        <a:pt x="12976" y="1"/>
                        <a:pt x="11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89"/>
              <p:cNvGrpSpPr/>
              <p:nvPr/>
            </p:nvGrpSpPr>
            <p:grpSpPr>
              <a:xfrm>
                <a:off x="3090338" y="3799800"/>
                <a:ext cx="389575" cy="202550"/>
                <a:chOff x="3090338" y="3799800"/>
                <a:chExt cx="389575" cy="202550"/>
              </a:xfrm>
            </p:grpSpPr>
            <p:sp>
              <p:nvSpPr>
                <p:cNvPr id="10067" name="Google Shape;10067;p89"/>
                <p:cNvSpPr/>
                <p:nvPr/>
              </p:nvSpPr>
              <p:spPr>
                <a:xfrm>
                  <a:off x="3090338" y="3799800"/>
                  <a:ext cx="389575" cy="202550"/>
                </a:xfrm>
                <a:custGeom>
                  <a:rect b="b" l="l" r="r" t="t"/>
                  <a:pathLst>
                    <a:path extrusionOk="0" h="8102" w="15583">
                      <a:moveTo>
                        <a:pt x="831" y="0"/>
                      </a:moveTo>
                      <a:cubicBezTo>
                        <a:pt x="376" y="0"/>
                        <a:pt x="1" y="369"/>
                        <a:pt x="1" y="830"/>
                      </a:cubicBezTo>
                      <a:lnTo>
                        <a:pt x="1" y="7272"/>
                      </a:lnTo>
                      <a:cubicBezTo>
                        <a:pt x="1" y="7733"/>
                        <a:pt x="376"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9"/>
                <p:cNvSpPr/>
                <p:nvPr/>
              </p:nvSpPr>
              <p:spPr>
                <a:xfrm>
                  <a:off x="3102488" y="3823150"/>
                  <a:ext cx="359150" cy="155850"/>
                </a:xfrm>
                <a:custGeom>
                  <a:rect b="b" l="l" r="r" t="t"/>
                  <a:pathLst>
                    <a:path extrusionOk="0" h="6234" w="14366">
                      <a:moveTo>
                        <a:pt x="3363" y="0"/>
                      </a:moveTo>
                      <a:cubicBezTo>
                        <a:pt x="2533" y="0"/>
                        <a:pt x="1740" y="332"/>
                        <a:pt x="1162" y="916"/>
                      </a:cubicBezTo>
                      <a:cubicBezTo>
                        <a:pt x="265" y="1808"/>
                        <a:pt x="0" y="3148"/>
                        <a:pt x="480" y="4309"/>
                      </a:cubicBezTo>
                      <a:cubicBezTo>
                        <a:pt x="959" y="5477"/>
                        <a:pt x="2096" y="6233"/>
                        <a:pt x="3357" y="6233"/>
                      </a:cubicBezTo>
                      <a:lnTo>
                        <a:pt x="11255" y="6233"/>
                      </a:lnTo>
                      <a:cubicBezTo>
                        <a:pt x="12976" y="6233"/>
                        <a:pt x="14365" y="4838"/>
                        <a:pt x="14365" y="3117"/>
                      </a:cubicBezTo>
                      <a:cubicBezTo>
                        <a:pt x="14365" y="1396"/>
                        <a:pt x="12976"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89"/>
              <p:cNvGrpSpPr/>
              <p:nvPr/>
            </p:nvGrpSpPr>
            <p:grpSpPr>
              <a:xfrm>
                <a:off x="3090338" y="4090525"/>
                <a:ext cx="389575" cy="202575"/>
                <a:chOff x="3090338" y="4090525"/>
                <a:chExt cx="389575" cy="202575"/>
              </a:xfrm>
            </p:grpSpPr>
            <p:sp>
              <p:nvSpPr>
                <p:cNvPr id="10070" name="Google Shape;10070;p89"/>
                <p:cNvSpPr/>
                <p:nvPr/>
              </p:nvSpPr>
              <p:spPr>
                <a:xfrm>
                  <a:off x="3090338" y="4090525"/>
                  <a:ext cx="389575" cy="202575"/>
                </a:xfrm>
                <a:custGeom>
                  <a:rect b="b" l="l" r="r" t="t"/>
                  <a:pathLst>
                    <a:path extrusionOk="0" h="8103" w="15583">
                      <a:moveTo>
                        <a:pt x="831" y="1"/>
                      </a:moveTo>
                      <a:cubicBezTo>
                        <a:pt x="376" y="1"/>
                        <a:pt x="1" y="370"/>
                        <a:pt x="1" y="831"/>
                      </a:cubicBezTo>
                      <a:lnTo>
                        <a:pt x="1" y="7272"/>
                      </a:lnTo>
                      <a:cubicBezTo>
                        <a:pt x="1" y="7733"/>
                        <a:pt x="376"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9"/>
                <p:cNvSpPr/>
                <p:nvPr/>
              </p:nvSpPr>
              <p:spPr>
                <a:xfrm>
                  <a:off x="3102488" y="4113875"/>
                  <a:ext cx="359150" cy="155850"/>
                </a:xfrm>
                <a:custGeom>
                  <a:rect b="b" l="l" r="r" t="t"/>
                  <a:pathLst>
                    <a:path extrusionOk="0" h="6234" w="14366">
                      <a:moveTo>
                        <a:pt x="3363" y="1"/>
                      </a:moveTo>
                      <a:cubicBezTo>
                        <a:pt x="2533" y="1"/>
                        <a:pt x="1740" y="333"/>
                        <a:pt x="1162" y="917"/>
                      </a:cubicBezTo>
                      <a:cubicBezTo>
                        <a:pt x="265" y="1808"/>
                        <a:pt x="0" y="3148"/>
                        <a:pt x="480" y="4316"/>
                      </a:cubicBezTo>
                      <a:cubicBezTo>
                        <a:pt x="959" y="5478"/>
                        <a:pt x="2096" y="6234"/>
                        <a:pt x="3357" y="6234"/>
                      </a:cubicBezTo>
                      <a:lnTo>
                        <a:pt x="11255" y="6234"/>
                      </a:lnTo>
                      <a:cubicBezTo>
                        <a:pt x="12976" y="6234"/>
                        <a:pt x="14365" y="4838"/>
                        <a:pt x="14365" y="3117"/>
                      </a:cubicBezTo>
                      <a:cubicBezTo>
                        <a:pt x="14365" y="1396"/>
                        <a:pt x="12976"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2" name="Google Shape;10072;p89"/>
            <p:cNvGrpSpPr/>
            <p:nvPr/>
          </p:nvGrpSpPr>
          <p:grpSpPr>
            <a:xfrm>
              <a:off x="3602363" y="2927425"/>
              <a:ext cx="389575" cy="1365675"/>
              <a:chOff x="3602363" y="2927425"/>
              <a:chExt cx="389575" cy="1365675"/>
            </a:xfrm>
          </p:grpSpPr>
          <p:grpSp>
            <p:nvGrpSpPr>
              <p:cNvPr id="10073" name="Google Shape;10073;p89"/>
              <p:cNvGrpSpPr/>
              <p:nvPr/>
            </p:nvGrpSpPr>
            <p:grpSpPr>
              <a:xfrm>
                <a:off x="3602363" y="2927425"/>
                <a:ext cx="389575" cy="202550"/>
                <a:chOff x="3602363" y="2927425"/>
                <a:chExt cx="389575" cy="202550"/>
              </a:xfrm>
            </p:grpSpPr>
            <p:sp>
              <p:nvSpPr>
                <p:cNvPr id="10074" name="Google Shape;10074;p89"/>
                <p:cNvSpPr/>
                <p:nvPr/>
              </p:nvSpPr>
              <p:spPr>
                <a:xfrm>
                  <a:off x="3602363" y="2927425"/>
                  <a:ext cx="389575" cy="202550"/>
                </a:xfrm>
                <a:custGeom>
                  <a:rect b="b" l="l" r="r" t="t"/>
                  <a:pathLst>
                    <a:path extrusionOk="0" h="8102" w="15583">
                      <a:moveTo>
                        <a:pt x="831" y="0"/>
                      </a:moveTo>
                      <a:cubicBezTo>
                        <a:pt x="370" y="0"/>
                        <a:pt x="1" y="369"/>
                        <a:pt x="1" y="830"/>
                      </a:cubicBezTo>
                      <a:lnTo>
                        <a:pt x="1" y="7272"/>
                      </a:lnTo>
                      <a:cubicBezTo>
                        <a:pt x="1" y="7733"/>
                        <a:pt x="370"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9"/>
                <p:cNvSpPr/>
                <p:nvPr/>
              </p:nvSpPr>
              <p:spPr>
                <a:xfrm>
                  <a:off x="3614363" y="2950925"/>
                  <a:ext cx="359300" cy="155850"/>
                </a:xfrm>
                <a:custGeom>
                  <a:rect b="b" l="l" r="r" t="t"/>
                  <a:pathLst>
                    <a:path extrusionOk="0" h="6234" w="14372">
                      <a:moveTo>
                        <a:pt x="3363" y="1"/>
                      </a:moveTo>
                      <a:cubicBezTo>
                        <a:pt x="2539" y="1"/>
                        <a:pt x="1746" y="326"/>
                        <a:pt x="1168" y="910"/>
                      </a:cubicBezTo>
                      <a:cubicBezTo>
                        <a:pt x="271" y="1802"/>
                        <a:pt x="0" y="3142"/>
                        <a:pt x="480" y="4309"/>
                      </a:cubicBezTo>
                      <a:cubicBezTo>
                        <a:pt x="965" y="5471"/>
                        <a:pt x="2102" y="6233"/>
                        <a:pt x="3363" y="6233"/>
                      </a:cubicBezTo>
                      <a:lnTo>
                        <a:pt x="11261" y="6233"/>
                      </a:lnTo>
                      <a:cubicBezTo>
                        <a:pt x="12976" y="6227"/>
                        <a:pt x="14371" y="4838"/>
                        <a:pt x="14371" y="3117"/>
                      </a:cubicBezTo>
                      <a:cubicBezTo>
                        <a:pt x="14371" y="1396"/>
                        <a:pt x="12976"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89"/>
              <p:cNvGrpSpPr/>
              <p:nvPr/>
            </p:nvGrpSpPr>
            <p:grpSpPr>
              <a:xfrm>
                <a:off x="3602363" y="3218150"/>
                <a:ext cx="389575" cy="202575"/>
                <a:chOff x="3602363" y="3218150"/>
                <a:chExt cx="389575" cy="202575"/>
              </a:xfrm>
            </p:grpSpPr>
            <p:sp>
              <p:nvSpPr>
                <p:cNvPr id="10077" name="Google Shape;10077;p89"/>
                <p:cNvSpPr/>
                <p:nvPr/>
              </p:nvSpPr>
              <p:spPr>
                <a:xfrm>
                  <a:off x="3602363" y="3218150"/>
                  <a:ext cx="389575" cy="202575"/>
                </a:xfrm>
                <a:custGeom>
                  <a:rect b="b" l="l" r="r" t="t"/>
                  <a:pathLst>
                    <a:path extrusionOk="0" h="8103" w="15583">
                      <a:moveTo>
                        <a:pt x="831" y="1"/>
                      </a:moveTo>
                      <a:cubicBezTo>
                        <a:pt x="370" y="1"/>
                        <a:pt x="1" y="376"/>
                        <a:pt x="1" y="831"/>
                      </a:cubicBezTo>
                      <a:lnTo>
                        <a:pt x="1" y="7272"/>
                      </a:lnTo>
                      <a:cubicBezTo>
                        <a:pt x="1" y="7733"/>
                        <a:pt x="370"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9"/>
                <p:cNvSpPr/>
                <p:nvPr/>
              </p:nvSpPr>
              <p:spPr>
                <a:xfrm>
                  <a:off x="3614513" y="3241525"/>
                  <a:ext cx="359150" cy="155825"/>
                </a:xfrm>
                <a:custGeom>
                  <a:rect b="b" l="l" r="r" t="t"/>
                  <a:pathLst>
                    <a:path extrusionOk="0" h="6233" w="14366">
                      <a:moveTo>
                        <a:pt x="3357" y="0"/>
                      </a:moveTo>
                      <a:cubicBezTo>
                        <a:pt x="2533" y="6"/>
                        <a:pt x="1740" y="332"/>
                        <a:pt x="1162" y="922"/>
                      </a:cubicBezTo>
                      <a:cubicBezTo>
                        <a:pt x="265" y="1807"/>
                        <a:pt x="0" y="3147"/>
                        <a:pt x="480" y="4315"/>
                      </a:cubicBezTo>
                      <a:cubicBezTo>
                        <a:pt x="957" y="5472"/>
                        <a:pt x="2087" y="6233"/>
                        <a:pt x="3341" y="6233"/>
                      </a:cubicBezTo>
                      <a:cubicBezTo>
                        <a:pt x="3346" y="6233"/>
                        <a:pt x="3351" y="6233"/>
                        <a:pt x="3357" y="6233"/>
                      </a:cubicBezTo>
                      <a:lnTo>
                        <a:pt x="11255" y="6233"/>
                      </a:lnTo>
                      <a:cubicBezTo>
                        <a:pt x="12970" y="6233"/>
                        <a:pt x="14365" y="4838"/>
                        <a:pt x="14365" y="3116"/>
                      </a:cubicBezTo>
                      <a:cubicBezTo>
                        <a:pt x="14365" y="1395"/>
                        <a:pt x="12970"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89"/>
              <p:cNvGrpSpPr/>
              <p:nvPr/>
            </p:nvGrpSpPr>
            <p:grpSpPr>
              <a:xfrm>
                <a:off x="3602363" y="3509050"/>
                <a:ext cx="389575" cy="202550"/>
                <a:chOff x="3602363" y="3509050"/>
                <a:chExt cx="389575" cy="202550"/>
              </a:xfrm>
            </p:grpSpPr>
            <p:sp>
              <p:nvSpPr>
                <p:cNvPr id="10080" name="Google Shape;10080;p89"/>
                <p:cNvSpPr/>
                <p:nvPr/>
              </p:nvSpPr>
              <p:spPr>
                <a:xfrm>
                  <a:off x="3602363" y="3509050"/>
                  <a:ext cx="389575" cy="202550"/>
                </a:xfrm>
                <a:custGeom>
                  <a:rect b="b" l="l" r="r" t="t"/>
                  <a:pathLst>
                    <a:path extrusionOk="0" h="8102" w="15583">
                      <a:moveTo>
                        <a:pt x="831" y="1"/>
                      </a:moveTo>
                      <a:cubicBezTo>
                        <a:pt x="370" y="1"/>
                        <a:pt x="1" y="369"/>
                        <a:pt x="1" y="830"/>
                      </a:cubicBezTo>
                      <a:lnTo>
                        <a:pt x="1" y="7272"/>
                      </a:lnTo>
                      <a:cubicBezTo>
                        <a:pt x="1" y="7727"/>
                        <a:pt x="370"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9"/>
                <p:cNvSpPr/>
                <p:nvPr/>
              </p:nvSpPr>
              <p:spPr>
                <a:xfrm>
                  <a:off x="3614513" y="3532400"/>
                  <a:ext cx="359150" cy="155850"/>
                </a:xfrm>
                <a:custGeom>
                  <a:rect b="b" l="l" r="r" t="t"/>
                  <a:pathLst>
                    <a:path extrusionOk="0" h="6234" w="14366">
                      <a:moveTo>
                        <a:pt x="3357" y="1"/>
                      </a:moveTo>
                      <a:cubicBezTo>
                        <a:pt x="2533" y="1"/>
                        <a:pt x="1740" y="327"/>
                        <a:pt x="1162" y="917"/>
                      </a:cubicBezTo>
                      <a:cubicBezTo>
                        <a:pt x="265" y="1802"/>
                        <a:pt x="0" y="3142"/>
                        <a:pt x="480" y="4310"/>
                      </a:cubicBezTo>
                      <a:cubicBezTo>
                        <a:pt x="959" y="5471"/>
                        <a:pt x="2096" y="6234"/>
                        <a:pt x="3357" y="6234"/>
                      </a:cubicBezTo>
                      <a:lnTo>
                        <a:pt x="11255" y="6234"/>
                      </a:lnTo>
                      <a:cubicBezTo>
                        <a:pt x="12970" y="6227"/>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89"/>
              <p:cNvGrpSpPr/>
              <p:nvPr/>
            </p:nvGrpSpPr>
            <p:grpSpPr>
              <a:xfrm>
                <a:off x="3602363" y="3799800"/>
                <a:ext cx="389575" cy="202550"/>
                <a:chOff x="3602363" y="3799800"/>
                <a:chExt cx="389575" cy="202550"/>
              </a:xfrm>
            </p:grpSpPr>
            <p:sp>
              <p:nvSpPr>
                <p:cNvPr id="10083" name="Google Shape;10083;p89"/>
                <p:cNvSpPr/>
                <p:nvPr/>
              </p:nvSpPr>
              <p:spPr>
                <a:xfrm>
                  <a:off x="3602363" y="3799800"/>
                  <a:ext cx="389575" cy="202550"/>
                </a:xfrm>
                <a:custGeom>
                  <a:rect b="b" l="l" r="r" t="t"/>
                  <a:pathLst>
                    <a:path extrusionOk="0" h="8102" w="15583">
                      <a:moveTo>
                        <a:pt x="831" y="0"/>
                      </a:moveTo>
                      <a:cubicBezTo>
                        <a:pt x="370" y="0"/>
                        <a:pt x="1" y="369"/>
                        <a:pt x="1" y="830"/>
                      </a:cubicBezTo>
                      <a:lnTo>
                        <a:pt x="1" y="7272"/>
                      </a:lnTo>
                      <a:cubicBezTo>
                        <a:pt x="1" y="7733"/>
                        <a:pt x="370"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9"/>
                <p:cNvSpPr/>
                <p:nvPr/>
              </p:nvSpPr>
              <p:spPr>
                <a:xfrm>
                  <a:off x="3614513" y="3823150"/>
                  <a:ext cx="359150" cy="155850"/>
                </a:xfrm>
                <a:custGeom>
                  <a:rect b="b" l="l" r="r" t="t"/>
                  <a:pathLst>
                    <a:path extrusionOk="0" h="6234" w="14366">
                      <a:moveTo>
                        <a:pt x="3357" y="0"/>
                      </a:moveTo>
                      <a:cubicBezTo>
                        <a:pt x="2533" y="0"/>
                        <a:pt x="1740" y="332"/>
                        <a:pt x="1162" y="916"/>
                      </a:cubicBezTo>
                      <a:cubicBezTo>
                        <a:pt x="265" y="1808"/>
                        <a:pt x="0" y="3148"/>
                        <a:pt x="480" y="4309"/>
                      </a:cubicBezTo>
                      <a:cubicBezTo>
                        <a:pt x="959" y="5477"/>
                        <a:pt x="2096" y="6233"/>
                        <a:pt x="3357" y="6233"/>
                      </a:cubicBezTo>
                      <a:lnTo>
                        <a:pt x="11255" y="6233"/>
                      </a:lnTo>
                      <a:cubicBezTo>
                        <a:pt x="12970" y="6233"/>
                        <a:pt x="14365" y="4838"/>
                        <a:pt x="14365" y="3117"/>
                      </a:cubicBezTo>
                      <a:cubicBezTo>
                        <a:pt x="14365" y="1396"/>
                        <a:pt x="12970"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89"/>
              <p:cNvGrpSpPr/>
              <p:nvPr/>
            </p:nvGrpSpPr>
            <p:grpSpPr>
              <a:xfrm>
                <a:off x="3602363" y="4090525"/>
                <a:ext cx="389575" cy="202575"/>
                <a:chOff x="3602363" y="4090525"/>
                <a:chExt cx="389575" cy="202575"/>
              </a:xfrm>
            </p:grpSpPr>
            <p:sp>
              <p:nvSpPr>
                <p:cNvPr id="10086" name="Google Shape;10086;p89"/>
                <p:cNvSpPr/>
                <p:nvPr/>
              </p:nvSpPr>
              <p:spPr>
                <a:xfrm>
                  <a:off x="3602363" y="4090525"/>
                  <a:ext cx="389575" cy="202575"/>
                </a:xfrm>
                <a:custGeom>
                  <a:rect b="b" l="l" r="r" t="t"/>
                  <a:pathLst>
                    <a:path extrusionOk="0" h="8103" w="15583">
                      <a:moveTo>
                        <a:pt x="831" y="1"/>
                      </a:moveTo>
                      <a:cubicBezTo>
                        <a:pt x="370" y="1"/>
                        <a:pt x="1" y="370"/>
                        <a:pt x="1" y="831"/>
                      </a:cubicBezTo>
                      <a:lnTo>
                        <a:pt x="1" y="7272"/>
                      </a:lnTo>
                      <a:cubicBezTo>
                        <a:pt x="1" y="7733"/>
                        <a:pt x="370"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9"/>
                <p:cNvSpPr/>
                <p:nvPr/>
              </p:nvSpPr>
              <p:spPr>
                <a:xfrm>
                  <a:off x="3614513" y="4113875"/>
                  <a:ext cx="359150" cy="155850"/>
                </a:xfrm>
                <a:custGeom>
                  <a:rect b="b" l="l" r="r" t="t"/>
                  <a:pathLst>
                    <a:path extrusionOk="0" h="6234" w="14366">
                      <a:moveTo>
                        <a:pt x="3357" y="1"/>
                      </a:moveTo>
                      <a:cubicBezTo>
                        <a:pt x="2533" y="1"/>
                        <a:pt x="1740" y="333"/>
                        <a:pt x="1162" y="917"/>
                      </a:cubicBezTo>
                      <a:cubicBezTo>
                        <a:pt x="265" y="1808"/>
                        <a:pt x="0" y="3148"/>
                        <a:pt x="480" y="4316"/>
                      </a:cubicBezTo>
                      <a:cubicBezTo>
                        <a:pt x="959" y="5478"/>
                        <a:pt x="2096" y="6234"/>
                        <a:pt x="3357" y="6234"/>
                      </a:cubicBezTo>
                      <a:lnTo>
                        <a:pt x="11255" y="6234"/>
                      </a:lnTo>
                      <a:cubicBezTo>
                        <a:pt x="12970" y="6234"/>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088" name="Google Shape;10088;p89"/>
          <p:cNvGrpSpPr/>
          <p:nvPr/>
        </p:nvGrpSpPr>
        <p:grpSpPr>
          <a:xfrm>
            <a:off x="4358525" y="1562650"/>
            <a:ext cx="381425" cy="1329000"/>
            <a:chOff x="4358525" y="1562650"/>
            <a:chExt cx="381425" cy="1329000"/>
          </a:xfrm>
        </p:grpSpPr>
        <p:grpSp>
          <p:nvGrpSpPr>
            <p:cNvPr id="10089" name="Google Shape;10089;p89"/>
            <p:cNvGrpSpPr/>
            <p:nvPr/>
          </p:nvGrpSpPr>
          <p:grpSpPr>
            <a:xfrm>
              <a:off x="4358525" y="1562650"/>
              <a:ext cx="381425" cy="1329000"/>
              <a:chOff x="4358525" y="1562650"/>
              <a:chExt cx="381425" cy="1329000"/>
            </a:xfrm>
          </p:grpSpPr>
          <p:sp>
            <p:nvSpPr>
              <p:cNvPr id="10090" name="Google Shape;10090;p89"/>
              <p:cNvSpPr/>
              <p:nvPr/>
            </p:nvSpPr>
            <p:spPr>
              <a:xfrm>
                <a:off x="4458550" y="1632600"/>
                <a:ext cx="175225" cy="167075"/>
              </a:xfrm>
              <a:custGeom>
                <a:rect b="b" l="l" r="r" t="t"/>
                <a:pathLst>
                  <a:path extrusionOk="0" h="6683" w="7009">
                    <a:moveTo>
                      <a:pt x="3505" y="1"/>
                    </a:moveTo>
                    <a:lnTo>
                      <a:pt x="1" y="2072"/>
                    </a:lnTo>
                    <a:cubicBezTo>
                      <a:pt x="1" y="2072"/>
                      <a:pt x="782" y="5017"/>
                      <a:pt x="247" y="6682"/>
                    </a:cubicBezTo>
                    <a:lnTo>
                      <a:pt x="7008" y="6682"/>
                    </a:lnTo>
                    <a:cubicBezTo>
                      <a:pt x="7008" y="6682"/>
                      <a:pt x="6732" y="4974"/>
                      <a:pt x="7008" y="2146"/>
                    </a:cubicBezTo>
                    <a:lnTo>
                      <a:pt x="350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1" name="Google Shape;10091;p89"/>
              <p:cNvGrpSpPr/>
              <p:nvPr/>
            </p:nvGrpSpPr>
            <p:grpSpPr>
              <a:xfrm>
                <a:off x="4358525" y="1619100"/>
                <a:ext cx="381425" cy="1272550"/>
                <a:chOff x="4358525" y="1619100"/>
                <a:chExt cx="381425" cy="1272550"/>
              </a:xfrm>
            </p:grpSpPr>
            <p:sp>
              <p:nvSpPr>
                <p:cNvPr id="10092" name="Google Shape;10092;p89"/>
                <p:cNvSpPr/>
                <p:nvPr/>
              </p:nvSpPr>
              <p:spPr>
                <a:xfrm>
                  <a:off x="4358525" y="1732025"/>
                  <a:ext cx="381425" cy="1159625"/>
                </a:xfrm>
                <a:custGeom>
                  <a:rect b="b" l="l" r="r" t="t"/>
                  <a:pathLst>
                    <a:path extrusionOk="0" h="46385" w="15257">
                      <a:moveTo>
                        <a:pt x="6073" y="1"/>
                      </a:moveTo>
                      <a:cubicBezTo>
                        <a:pt x="6073" y="1"/>
                        <a:pt x="6147" y="1482"/>
                        <a:pt x="6073" y="1722"/>
                      </a:cubicBezTo>
                      <a:cubicBezTo>
                        <a:pt x="6006" y="1968"/>
                        <a:pt x="5834" y="2312"/>
                        <a:pt x="5176" y="2521"/>
                      </a:cubicBezTo>
                      <a:cubicBezTo>
                        <a:pt x="4524" y="2724"/>
                        <a:pt x="3830" y="2656"/>
                        <a:pt x="3037" y="3142"/>
                      </a:cubicBezTo>
                      <a:cubicBezTo>
                        <a:pt x="2244" y="3621"/>
                        <a:pt x="2041" y="5558"/>
                        <a:pt x="2041" y="6799"/>
                      </a:cubicBezTo>
                      <a:cubicBezTo>
                        <a:pt x="2041" y="8041"/>
                        <a:pt x="1937" y="10801"/>
                        <a:pt x="1697" y="11870"/>
                      </a:cubicBezTo>
                      <a:cubicBezTo>
                        <a:pt x="1451" y="12940"/>
                        <a:pt x="800" y="15841"/>
                        <a:pt x="763" y="16702"/>
                      </a:cubicBezTo>
                      <a:cubicBezTo>
                        <a:pt x="726" y="17562"/>
                        <a:pt x="418" y="18773"/>
                        <a:pt x="351" y="19289"/>
                      </a:cubicBezTo>
                      <a:cubicBezTo>
                        <a:pt x="277" y="19812"/>
                        <a:pt x="0" y="21779"/>
                        <a:pt x="209" y="22191"/>
                      </a:cubicBezTo>
                      <a:cubicBezTo>
                        <a:pt x="673" y="23114"/>
                        <a:pt x="1007" y="23375"/>
                        <a:pt x="1170" y="23375"/>
                      </a:cubicBezTo>
                      <a:cubicBezTo>
                        <a:pt x="1253" y="23375"/>
                        <a:pt x="1291" y="23306"/>
                        <a:pt x="1279" y="23223"/>
                      </a:cubicBezTo>
                      <a:cubicBezTo>
                        <a:pt x="1248" y="22983"/>
                        <a:pt x="972" y="22504"/>
                        <a:pt x="898" y="22018"/>
                      </a:cubicBezTo>
                      <a:cubicBezTo>
                        <a:pt x="843" y="21628"/>
                        <a:pt x="924" y="21082"/>
                        <a:pt x="1012" y="21082"/>
                      </a:cubicBezTo>
                      <a:cubicBezTo>
                        <a:pt x="1034" y="21082"/>
                        <a:pt x="1056" y="21114"/>
                        <a:pt x="1076" y="21189"/>
                      </a:cubicBezTo>
                      <a:cubicBezTo>
                        <a:pt x="1163" y="21526"/>
                        <a:pt x="1284" y="22372"/>
                        <a:pt x="1455" y="22372"/>
                      </a:cubicBezTo>
                      <a:cubicBezTo>
                        <a:pt x="1477" y="22372"/>
                        <a:pt x="1501" y="22358"/>
                        <a:pt x="1525" y="22326"/>
                      </a:cubicBezTo>
                      <a:cubicBezTo>
                        <a:pt x="1728" y="22049"/>
                        <a:pt x="1795" y="20943"/>
                        <a:pt x="1795" y="20396"/>
                      </a:cubicBezTo>
                      <a:cubicBezTo>
                        <a:pt x="1795" y="19849"/>
                        <a:pt x="1525" y="19289"/>
                        <a:pt x="1556" y="18736"/>
                      </a:cubicBezTo>
                      <a:cubicBezTo>
                        <a:pt x="1592" y="18189"/>
                        <a:pt x="2871" y="14907"/>
                        <a:pt x="3111" y="13530"/>
                      </a:cubicBezTo>
                      <a:cubicBezTo>
                        <a:pt x="3350" y="12147"/>
                        <a:pt x="3695" y="8385"/>
                        <a:pt x="3695" y="8385"/>
                      </a:cubicBezTo>
                      <a:cubicBezTo>
                        <a:pt x="3836" y="9246"/>
                        <a:pt x="4389" y="10352"/>
                        <a:pt x="4420" y="11975"/>
                      </a:cubicBezTo>
                      <a:cubicBezTo>
                        <a:pt x="4457" y="13597"/>
                        <a:pt x="3037" y="16253"/>
                        <a:pt x="2766" y="18496"/>
                      </a:cubicBezTo>
                      <a:cubicBezTo>
                        <a:pt x="2490" y="20740"/>
                        <a:pt x="3283" y="27403"/>
                        <a:pt x="3590" y="29923"/>
                      </a:cubicBezTo>
                      <a:cubicBezTo>
                        <a:pt x="3904" y="32443"/>
                        <a:pt x="3246" y="35068"/>
                        <a:pt x="3492" y="36586"/>
                      </a:cubicBezTo>
                      <a:cubicBezTo>
                        <a:pt x="3732" y="38104"/>
                        <a:pt x="4524" y="41799"/>
                        <a:pt x="4524" y="42315"/>
                      </a:cubicBezTo>
                      <a:cubicBezTo>
                        <a:pt x="4524" y="42831"/>
                        <a:pt x="4488" y="43280"/>
                        <a:pt x="4629" y="43624"/>
                      </a:cubicBezTo>
                      <a:cubicBezTo>
                        <a:pt x="4764" y="43968"/>
                        <a:pt x="4322" y="44522"/>
                        <a:pt x="4180" y="45112"/>
                      </a:cubicBezTo>
                      <a:cubicBezTo>
                        <a:pt x="4039" y="45696"/>
                        <a:pt x="4420" y="46384"/>
                        <a:pt x="5041" y="46384"/>
                      </a:cubicBezTo>
                      <a:cubicBezTo>
                        <a:pt x="5662" y="46384"/>
                        <a:pt x="6252" y="45868"/>
                        <a:pt x="6147" y="45419"/>
                      </a:cubicBezTo>
                      <a:cubicBezTo>
                        <a:pt x="6043" y="44970"/>
                        <a:pt x="6043" y="43870"/>
                        <a:pt x="6110" y="43280"/>
                      </a:cubicBezTo>
                      <a:cubicBezTo>
                        <a:pt x="6178" y="42696"/>
                        <a:pt x="5834" y="42383"/>
                        <a:pt x="5834" y="41829"/>
                      </a:cubicBezTo>
                      <a:cubicBezTo>
                        <a:pt x="5834" y="41276"/>
                        <a:pt x="6043" y="37207"/>
                        <a:pt x="6067" y="33949"/>
                      </a:cubicBezTo>
                      <a:cubicBezTo>
                        <a:pt x="6073" y="32566"/>
                        <a:pt x="6436" y="31509"/>
                        <a:pt x="6805" y="28380"/>
                      </a:cubicBezTo>
                      <a:cubicBezTo>
                        <a:pt x="7174" y="25252"/>
                        <a:pt x="7629" y="20740"/>
                        <a:pt x="7629" y="20740"/>
                      </a:cubicBezTo>
                      <a:cubicBezTo>
                        <a:pt x="7629" y="20740"/>
                        <a:pt x="8090" y="25252"/>
                        <a:pt x="8458" y="28380"/>
                      </a:cubicBezTo>
                      <a:cubicBezTo>
                        <a:pt x="8827" y="31509"/>
                        <a:pt x="9184" y="32566"/>
                        <a:pt x="9196" y="33949"/>
                      </a:cubicBezTo>
                      <a:cubicBezTo>
                        <a:pt x="9221" y="37207"/>
                        <a:pt x="9430" y="41276"/>
                        <a:pt x="9430" y="41829"/>
                      </a:cubicBezTo>
                      <a:cubicBezTo>
                        <a:pt x="9430" y="42383"/>
                        <a:pt x="9079" y="42696"/>
                        <a:pt x="9153" y="43280"/>
                      </a:cubicBezTo>
                      <a:cubicBezTo>
                        <a:pt x="9221" y="43870"/>
                        <a:pt x="9221" y="44970"/>
                        <a:pt x="9116" y="45419"/>
                      </a:cubicBezTo>
                      <a:cubicBezTo>
                        <a:pt x="9012" y="45868"/>
                        <a:pt x="9602" y="46384"/>
                        <a:pt x="10222" y="46384"/>
                      </a:cubicBezTo>
                      <a:cubicBezTo>
                        <a:pt x="10843" y="46384"/>
                        <a:pt x="11218" y="45696"/>
                        <a:pt x="11083" y="45112"/>
                      </a:cubicBezTo>
                      <a:cubicBezTo>
                        <a:pt x="10948" y="44522"/>
                        <a:pt x="10499" y="43968"/>
                        <a:pt x="10634" y="43624"/>
                      </a:cubicBezTo>
                      <a:cubicBezTo>
                        <a:pt x="10770" y="43280"/>
                        <a:pt x="10739" y="42831"/>
                        <a:pt x="10739" y="42315"/>
                      </a:cubicBezTo>
                      <a:cubicBezTo>
                        <a:pt x="10739" y="41799"/>
                        <a:pt x="11532" y="38104"/>
                        <a:pt x="11771" y="36586"/>
                      </a:cubicBezTo>
                      <a:cubicBezTo>
                        <a:pt x="12017" y="35068"/>
                        <a:pt x="11360" y="32443"/>
                        <a:pt x="11673" y="29923"/>
                      </a:cubicBezTo>
                      <a:cubicBezTo>
                        <a:pt x="11980" y="27403"/>
                        <a:pt x="12773" y="20740"/>
                        <a:pt x="12497" y="18496"/>
                      </a:cubicBezTo>
                      <a:cubicBezTo>
                        <a:pt x="12220" y="16253"/>
                        <a:pt x="10806" y="13597"/>
                        <a:pt x="10843" y="11975"/>
                      </a:cubicBezTo>
                      <a:cubicBezTo>
                        <a:pt x="10874" y="10352"/>
                        <a:pt x="11427" y="9246"/>
                        <a:pt x="11569" y="8385"/>
                      </a:cubicBezTo>
                      <a:cubicBezTo>
                        <a:pt x="11569" y="8385"/>
                        <a:pt x="11913" y="12147"/>
                        <a:pt x="12153" y="13530"/>
                      </a:cubicBezTo>
                      <a:cubicBezTo>
                        <a:pt x="12398" y="14907"/>
                        <a:pt x="13671" y="18189"/>
                        <a:pt x="13708" y="18736"/>
                      </a:cubicBezTo>
                      <a:cubicBezTo>
                        <a:pt x="13745" y="19289"/>
                        <a:pt x="13462" y="19842"/>
                        <a:pt x="13462" y="20396"/>
                      </a:cubicBezTo>
                      <a:cubicBezTo>
                        <a:pt x="13462" y="20949"/>
                        <a:pt x="13529" y="22055"/>
                        <a:pt x="13738" y="22326"/>
                      </a:cubicBezTo>
                      <a:cubicBezTo>
                        <a:pt x="13762" y="22358"/>
                        <a:pt x="13785" y="22372"/>
                        <a:pt x="13806" y="22372"/>
                      </a:cubicBezTo>
                      <a:cubicBezTo>
                        <a:pt x="13973" y="22372"/>
                        <a:pt x="14094" y="21526"/>
                        <a:pt x="14181" y="21189"/>
                      </a:cubicBezTo>
                      <a:cubicBezTo>
                        <a:pt x="14201" y="21114"/>
                        <a:pt x="14223" y="21082"/>
                        <a:pt x="14245" y="21082"/>
                      </a:cubicBezTo>
                      <a:cubicBezTo>
                        <a:pt x="14333" y="21082"/>
                        <a:pt x="14412" y="21628"/>
                        <a:pt x="14353" y="22018"/>
                      </a:cubicBezTo>
                      <a:cubicBezTo>
                        <a:pt x="14285" y="22498"/>
                        <a:pt x="14009" y="22983"/>
                        <a:pt x="13978" y="23223"/>
                      </a:cubicBezTo>
                      <a:cubicBezTo>
                        <a:pt x="13966" y="23306"/>
                        <a:pt x="14004" y="23375"/>
                        <a:pt x="14087" y="23375"/>
                      </a:cubicBezTo>
                      <a:cubicBezTo>
                        <a:pt x="14250" y="23375"/>
                        <a:pt x="14584" y="23114"/>
                        <a:pt x="15048" y="22191"/>
                      </a:cubicBezTo>
                      <a:cubicBezTo>
                        <a:pt x="15257" y="21779"/>
                        <a:pt x="14980" y="19812"/>
                        <a:pt x="14912" y="19289"/>
                      </a:cubicBezTo>
                      <a:cubicBezTo>
                        <a:pt x="14839" y="18773"/>
                        <a:pt x="14531" y="17568"/>
                        <a:pt x="14494" y="16702"/>
                      </a:cubicBezTo>
                      <a:cubicBezTo>
                        <a:pt x="14464" y="15841"/>
                        <a:pt x="13806" y="12940"/>
                        <a:pt x="13566" y="11870"/>
                      </a:cubicBezTo>
                      <a:cubicBezTo>
                        <a:pt x="13320" y="10801"/>
                        <a:pt x="13222" y="8041"/>
                        <a:pt x="13222" y="6799"/>
                      </a:cubicBezTo>
                      <a:cubicBezTo>
                        <a:pt x="13222" y="5558"/>
                        <a:pt x="13013" y="3621"/>
                        <a:pt x="12220" y="3142"/>
                      </a:cubicBezTo>
                      <a:cubicBezTo>
                        <a:pt x="11427" y="2656"/>
                        <a:pt x="10739" y="2724"/>
                        <a:pt x="10081" y="2521"/>
                      </a:cubicBezTo>
                      <a:cubicBezTo>
                        <a:pt x="9423" y="2312"/>
                        <a:pt x="9251" y="1968"/>
                        <a:pt x="9184" y="1722"/>
                      </a:cubicBezTo>
                      <a:cubicBezTo>
                        <a:pt x="9116" y="1482"/>
                        <a:pt x="9184" y="1"/>
                        <a:pt x="9184" y="1"/>
                      </a:cubicBezTo>
                      <a:lnTo>
                        <a:pt x="9184" y="1"/>
                      </a:lnTo>
                      <a:lnTo>
                        <a:pt x="7629" y="32"/>
                      </a:lnTo>
                      <a:lnTo>
                        <a:pt x="6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9"/>
                <p:cNvSpPr/>
                <p:nvPr/>
              </p:nvSpPr>
              <p:spPr>
                <a:xfrm>
                  <a:off x="4510350" y="1731875"/>
                  <a:ext cx="77775" cy="60725"/>
                </a:xfrm>
                <a:custGeom>
                  <a:rect b="b" l="l" r="r" t="t"/>
                  <a:pathLst>
                    <a:path extrusionOk="0" h="2429" w="3111">
                      <a:moveTo>
                        <a:pt x="0" y="1"/>
                      </a:moveTo>
                      <a:lnTo>
                        <a:pt x="0" y="1"/>
                      </a:lnTo>
                      <a:cubicBezTo>
                        <a:pt x="0" y="1"/>
                        <a:pt x="37" y="751"/>
                        <a:pt x="31" y="1267"/>
                      </a:cubicBezTo>
                      <a:cubicBezTo>
                        <a:pt x="504" y="1919"/>
                        <a:pt x="1088" y="2429"/>
                        <a:pt x="1556" y="2429"/>
                      </a:cubicBezTo>
                      <a:cubicBezTo>
                        <a:pt x="2023" y="2429"/>
                        <a:pt x="2607" y="1919"/>
                        <a:pt x="3080" y="1267"/>
                      </a:cubicBezTo>
                      <a:cubicBezTo>
                        <a:pt x="3074" y="751"/>
                        <a:pt x="3111" y="1"/>
                        <a:pt x="3111" y="1"/>
                      </a:cubicBezTo>
                      <a:lnTo>
                        <a:pt x="3111" y="1"/>
                      </a:lnTo>
                      <a:lnTo>
                        <a:pt x="1556" y="38"/>
                      </a:lnTo>
                      <a:lnTo>
                        <a:pt x="0"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9"/>
                <p:cNvSpPr/>
                <p:nvPr/>
              </p:nvSpPr>
              <p:spPr>
                <a:xfrm>
                  <a:off x="4485925" y="1619100"/>
                  <a:ext cx="126650" cy="162275"/>
                </a:xfrm>
                <a:custGeom>
                  <a:rect b="b" l="l" r="r" t="t"/>
                  <a:pathLst>
                    <a:path extrusionOk="0" h="6491" w="5066">
                      <a:moveTo>
                        <a:pt x="2533" y="0"/>
                      </a:moveTo>
                      <a:cubicBezTo>
                        <a:pt x="49" y="0"/>
                        <a:pt x="0" y="1057"/>
                        <a:pt x="185" y="3153"/>
                      </a:cubicBezTo>
                      <a:cubicBezTo>
                        <a:pt x="369" y="5249"/>
                        <a:pt x="1660" y="6491"/>
                        <a:pt x="2533" y="6491"/>
                      </a:cubicBezTo>
                      <a:cubicBezTo>
                        <a:pt x="3405" y="6491"/>
                        <a:pt x="4696" y="5249"/>
                        <a:pt x="4881" y="3153"/>
                      </a:cubicBezTo>
                      <a:cubicBezTo>
                        <a:pt x="5065" y="1057"/>
                        <a:pt x="5016" y="0"/>
                        <a:pt x="25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5" name="Google Shape;10095;p89"/>
              <p:cNvSpPr/>
              <p:nvPr/>
            </p:nvSpPr>
            <p:spPr>
              <a:xfrm>
                <a:off x="4445650" y="1562650"/>
                <a:ext cx="190125" cy="218425"/>
              </a:xfrm>
              <a:custGeom>
                <a:rect b="b" l="l" r="r" t="t"/>
                <a:pathLst>
                  <a:path extrusionOk="0" h="8737" w="7605">
                    <a:moveTo>
                      <a:pt x="3680" y="1"/>
                    </a:moveTo>
                    <a:cubicBezTo>
                      <a:pt x="3316" y="1"/>
                      <a:pt x="2904" y="60"/>
                      <a:pt x="2453" y="217"/>
                    </a:cubicBezTo>
                    <a:cubicBezTo>
                      <a:pt x="658" y="844"/>
                      <a:pt x="1" y="3395"/>
                      <a:pt x="726" y="5774"/>
                    </a:cubicBezTo>
                    <a:cubicBezTo>
                      <a:pt x="1451" y="8159"/>
                      <a:pt x="2828" y="8737"/>
                      <a:pt x="2828" y="8737"/>
                    </a:cubicBezTo>
                    <a:cubicBezTo>
                      <a:pt x="1832" y="7464"/>
                      <a:pt x="1796" y="5412"/>
                      <a:pt x="1796" y="5411"/>
                    </a:cubicBezTo>
                    <a:lnTo>
                      <a:pt x="1796" y="5411"/>
                    </a:lnTo>
                    <a:cubicBezTo>
                      <a:pt x="1998" y="6333"/>
                      <a:pt x="2588" y="6770"/>
                      <a:pt x="2588" y="6770"/>
                    </a:cubicBezTo>
                    <a:cubicBezTo>
                      <a:pt x="2140" y="6290"/>
                      <a:pt x="2072" y="4840"/>
                      <a:pt x="2588" y="4594"/>
                    </a:cubicBezTo>
                    <a:cubicBezTo>
                      <a:pt x="3105" y="4354"/>
                      <a:pt x="4137" y="3696"/>
                      <a:pt x="4137" y="3696"/>
                    </a:cubicBezTo>
                    <a:lnTo>
                      <a:pt x="4137" y="3696"/>
                    </a:lnTo>
                    <a:cubicBezTo>
                      <a:pt x="3867" y="4219"/>
                      <a:pt x="3215" y="4526"/>
                      <a:pt x="3215" y="4526"/>
                    </a:cubicBezTo>
                    <a:cubicBezTo>
                      <a:pt x="4734" y="4286"/>
                      <a:pt x="5182" y="3389"/>
                      <a:pt x="5182" y="3389"/>
                    </a:cubicBezTo>
                    <a:cubicBezTo>
                      <a:pt x="5182" y="3389"/>
                      <a:pt x="6252" y="4286"/>
                      <a:pt x="5871" y="6358"/>
                    </a:cubicBezTo>
                    <a:cubicBezTo>
                      <a:pt x="6141" y="5983"/>
                      <a:pt x="6307" y="5540"/>
                      <a:pt x="6350" y="5079"/>
                    </a:cubicBezTo>
                    <a:cubicBezTo>
                      <a:pt x="6350" y="5036"/>
                      <a:pt x="6356" y="4987"/>
                      <a:pt x="6356" y="4944"/>
                    </a:cubicBezTo>
                    <a:cubicBezTo>
                      <a:pt x="6356" y="4861"/>
                      <a:pt x="6360" y="4822"/>
                      <a:pt x="6364" y="4822"/>
                    </a:cubicBezTo>
                    <a:lnTo>
                      <a:pt x="6364" y="4822"/>
                    </a:lnTo>
                    <a:cubicBezTo>
                      <a:pt x="6404" y="4822"/>
                      <a:pt x="6538" y="7625"/>
                      <a:pt x="5459" y="8737"/>
                    </a:cubicBezTo>
                    <a:cubicBezTo>
                      <a:pt x="5459" y="8737"/>
                      <a:pt x="7457" y="7563"/>
                      <a:pt x="7530" y="4944"/>
                    </a:cubicBezTo>
                    <a:cubicBezTo>
                      <a:pt x="7604" y="2320"/>
                      <a:pt x="7045" y="592"/>
                      <a:pt x="5422" y="525"/>
                    </a:cubicBezTo>
                    <a:cubicBezTo>
                      <a:pt x="5422" y="525"/>
                      <a:pt x="4764" y="1"/>
                      <a:pt x="36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6" name="Google Shape;10096;p89"/>
            <p:cNvSpPr/>
            <p:nvPr/>
          </p:nvSpPr>
          <p:spPr>
            <a:xfrm>
              <a:off x="4646675" y="1802575"/>
              <a:ext cx="1075" cy="16775"/>
            </a:xfrm>
            <a:custGeom>
              <a:rect b="b" l="l" r="r" t="t"/>
              <a:pathLst>
                <a:path extrusionOk="0" h="671" w="43">
                  <a:moveTo>
                    <a:pt x="18" y="0"/>
                  </a:moveTo>
                  <a:cubicBezTo>
                    <a:pt x="7" y="176"/>
                    <a:pt x="1" y="383"/>
                    <a:pt x="5" y="612"/>
                  </a:cubicBezTo>
                  <a:lnTo>
                    <a:pt x="5" y="612"/>
                  </a:lnTo>
                  <a:cubicBezTo>
                    <a:pt x="2" y="415"/>
                    <a:pt x="15" y="214"/>
                    <a:pt x="43" y="19"/>
                  </a:cubicBezTo>
                  <a:cubicBezTo>
                    <a:pt x="36" y="13"/>
                    <a:pt x="24" y="6"/>
                    <a:pt x="18" y="0"/>
                  </a:cubicBezTo>
                  <a:close/>
                  <a:moveTo>
                    <a:pt x="5" y="612"/>
                  </a:moveTo>
                  <a:cubicBezTo>
                    <a:pt x="5" y="632"/>
                    <a:pt x="5" y="651"/>
                    <a:pt x="6" y="670"/>
                  </a:cubicBezTo>
                  <a:cubicBezTo>
                    <a:pt x="5" y="651"/>
                    <a:pt x="5" y="631"/>
                    <a:pt x="5" y="612"/>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9"/>
            <p:cNvSpPr/>
            <p:nvPr/>
          </p:nvSpPr>
          <p:spPr>
            <a:xfrm>
              <a:off x="4450725" y="1802575"/>
              <a:ext cx="950" cy="16775"/>
            </a:xfrm>
            <a:custGeom>
              <a:rect b="b" l="l" r="r" t="t"/>
              <a:pathLst>
                <a:path extrusionOk="0" h="671" w="38">
                  <a:moveTo>
                    <a:pt x="25" y="0"/>
                  </a:moveTo>
                  <a:cubicBezTo>
                    <a:pt x="13" y="6"/>
                    <a:pt x="7" y="13"/>
                    <a:pt x="0" y="19"/>
                  </a:cubicBezTo>
                  <a:cubicBezTo>
                    <a:pt x="25" y="234"/>
                    <a:pt x="37" y="455"/>
                    <a:pt x="37" y="670"/>
                  </a:cubicBezTo>
                  <a:cubicBezTo>
                    <a:pt x="37" y="418"/>
                    <a:pt x="37" y="191"/>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8" name="Google Shape;10098;p89"/>
            <p:cNvGrpSpPr/>
            <p:nvPr/>
          </p:nvGrpSpPr>
          <p:grpSpPr>
            <a:xfrm>
              <a:off x="4434425" y="1799150"/>
              <a:ext cx="229625" cy="176600"/>
              <a:chOff x="4434425" y="1799150"/>
              <a:chExt cx="229625" cy="176600"/>
            </a:xfrm>
          </p:grpSpPr>
          <p:sp>
            <p:nvSpPr>
              <p:cNvPr id="10099" name="Google Shape;10099;p89"/>
              <p:cNvSpPr/>
              <p:nvPr/>
            </p:nvSpPr>
            <p:spPr>
              <a:xfrm>
                <a:off x="4437500" y="1805750"/>
                <a:ext cx="223475" cy="170000"/>
              </a:xfrm>
              <a:custGeom>
                <a:rect b="b" l="l" r="r" t="t"/>
                <a:pathLst>
                  <a:path extrusionOk="0" h="6800" w="8939">
                    <a:moveTo>
                      <a:pt x="955" y="1"/>
                    </a:moveTo>
                    <a:cubicBezTo>
                      <a:pt x="728" y="1"/>
                      <a:pt x="529" y="156"/>
                      <a:pt x="529" y="156"/>
                    </a:cubicBezTo>
                    <a:cubicBezTo>
                      <a:pt x="634" y="875"/>
                      <a:pt x="511" y="3100"/>
                      <a:pt x="302" y="3696"/>
                    </a:cubicBezTo>
                    <a:cubicBezTo>
                      <a:pt x="1" y="4563"/>
                      <a:pt x="198" y="5596"/>
                      <a:pt x="456" y="6210"/>
                    </a:cubicBezTo>
                    <a:cubicBezTo>
                      <a:pt x="499" y="5743"/>
                      <a:pt x="536" y="5436"/>
                      <a:pt x="536" y="5436"/>
                    </a:cubicBezTo>
                    <a:cubicBezTo>
                      <a:pt x="597" y="5817"/>
                      <a:pt x="738" y="6247"/>
                      <a:pt x="880" y="6751"/>
                    </a:cubicBezTo>
                    <a:cubicBezTo>
                      <a:pt x="989" y="6784"/>
                      <a:pt x="1151" y="6800"/>
                      <a:pt x="1341" y="6800"/>
                    </a:cubicBezTo>
                    <a:cubicBezTo>
                      <a:pt x="1967" y="6800"/>
                      <a:pt x="2898" y="6634"/>
                      <a:pt x="3228" y="6389"/>
                    </a:cubicBezTo>
                    <a:cubicBezTo>
                      <a:pt x="3689" y="6045"/>
                      <a:pt x="4470" y="5719"/>
                      <a:pt x="4470" y="5719"/>
                    </a:cubicBezTo>
                    <a:cubicBezTo>
                      <a:pt x="4470" y="5719"/>
                      <a:pt x="5250" y="6045"/>
                      <a:pt x="5711" y="6389"/>
                    </a:cubicBezTo>
                    <a:cubicBezTo>
                      <a:pt x="6041" y="6634"/>
                      <a:pt x="6968" y="6800"/>
                      <a:pt x="7596" y="6800"/>
                    </a:cubicBezTo>
                    <a:cubicBezTo>
                      <a:pt x="7786" y="6800"/>
                      <a:pt x="7949" y="6784"/>
                      <a:pt x="8059" y="6751"/>
                    </a:cubicBezTo>
                    <a:cubicBezTo>
                      <a:pt x="8201" y="6247"/>
                      <a:pt x="8342" y="5817"/>
                      <a:pt x="8403" y="5436"/>
                    </a:cubicBezTo>
                    <a:cubicBezTo>
                      <a:pt x="8403" y="5436"/>
                      <a:pt x="8428" y="5743"/>
                      <a:pt x="8477" y="6210"/>
                    </a:cubicBezTo>
                    <a:cubicBezTo>
                      <a:pt x="8742" y="5596"/>
                      <a:pt x="8938" y="4563"/>
                      <a:pt x="8631" y="3696"/>
                    </a:cubicBezTo>
                    <a:cubicBezTo>
                      <a:pt x="8428" y="3100"/>
                      <a:pt x="8299" y="875"/>
                      <a:pt x="8410" y="156"/>
                    </a:cubicBezTo>
                    <a:cubicBezTo>
                      <a:pt x="8410" y="156"/>
                      <a:pt x="8211" y="1"/>
                      <a:pt x="7985" y="1"/>
                    </a:cubicBezTo>
                    <a:cubicBezTo>
                      <a:pt x="7940" y="1"/>
                      <a:pt x="7895" y="7"/>
                      <a:pt x="7850" y="21"/>
                    </a:cubicBezTo>
                    <a:cubicBezTo>
                      <a:pt x="7850" y="21"/>
                      <a:pt x="7654" y="2104"/>
                      <a:pt x="7481" y="2707"/>
                    </a:cubicBezTo>
                    <a:cubicBezTo>
                      <a:pt x="7438" y="2873"/>
                      <a:pt x="6725" y="2688"/>
                      <a:pt x="5988" y="3309"/>
                    </a:cubicBezTo>
                    <a:cubicBezTo>
                      <a:pt x="5250" y="3930"/>
                      <a:pt x="4881" y="4594"/>
                      <a:pt x="4470" y="4594"/>
                    </a:cubicBezTo>
                    <a:cubicBezTo>
                      <a:pt x="4052" y="4594"/>
                      <a:pt x="3683" y="3930"/>
                      <a:pt x="2951" y="3309"/>
                    </a:cubicBezTo>
                    <a:cubicBezTo>
                      <a:pt x="2214" y="2688"/>
                      <a:pt x="1501" y="2873"/>
                      <a:pt x="1452" y="2707"/>
                    </a:cubicBezTo>
                    <a:cubicBezTo>
                      <a:pt x="1279" y="2104"/>
                      <a:pt x="1089" y="21"/>
                      <a:pt x="1089" y="21"/>
                    </a:cubicBezTo>
                    <a:cubicBezTo>
                      <a:pt x="1044" y="7"/>
                      <a:pt x="999" y="1"/>
                      <a:pt x="9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9"/>
              <p:cNvSpPr/>
              <p:nvPr/>
            </p:nvSpPr>
            <p:spPr>
              <a:xfrm>
                <a:off x="4434425" y="1799150"/>
                <a:ext cx="229625" cy="170050"/>
              </a:xfrm>
              <a:custGeom>
                <a:rect b="b" l="l" r="r" t="t"/>
                <a:pathLst>
                  <a:path extrusionOk="0" h="6802" w="9185">
                    <a:moveTo>
                      <a:pt x="1078" y="1"/>
                    </a:moveTo>
                    <a:cubicBezTo>
                      <a:pt x="851" y="1"/>
                      <a:pt x="652" y="156"/>
                      <a:pt x="652" y="156"/>
                    </a:cubicBezTo>
                    <a:cubicBezTo>
                      <a:pt x="757" y="875"/>
                      <a:pt x="634" y="3100"/>
                      <a:pt x="425" y="3696"/>
                    </a:cubicBezTo>
                    <a:cubicBezTo>
                      <a:pt x="1" y="4932"/>
                      <a:pt x="579" y="6511"/>
                      <a:pt x="917" y="6714"/>
                    </a:cubicBezTo>
                    <a:cubicBezTo>
                      <a:pt x="1014" y="6774"/>
                      <a:pt x="1217" y="6801"/>
                      <a:pt x="1470" y="6801"/>
                    </a:cubicBezTo>
                    <a:cubicBezTo>
                      <a:pt x="2096" y="6801"/>
                      <a:pt x="3022" y="6634"/>
                      <a:pt x="3351" y="6388"/>
                    </a:cubicBezTo>
                    <a:cubicBezTo>
                      <a:pt x="3812" y="6044"/>
                      <a:pt x="4593" y="5725"/>
                      <a:pt x="4593" y="5725"/>
                    </a:cubicBezTo>
                    <a:cubicBezTo>
                      <a:pt x="4593" y="5725"/>
                      <a:pt x="5373" y="6044"/>
                      <a:pt x="5834" y="6388"/>
                    </a:cubicBezTo>
                    <a:cubicBezTo>
                      <a:pt x="6163" y="6634"/>
                      <a:pt x="7089" y="6801"/>
                      <a:pt x="7716" y="6801"/>
                    </a:cubicBezTo>
                    <a:cubicBezTo>
                      <a:pt x="7968" y="6801"/>
                      <a:pt x="8171" y="6774"/>
                      <a:pt x="8268" y="6714"/>
                    </a:cubicBezTo>
                    <a:cubicBezTo>
                      <a:pt x="8606" y="6511"/>
                      <a:pt x="9184" y="4932"/>
                      <a:pt x="8754" y="3696"/>
                    </a:cubicBezTo>
                    <a:cubicBezTo>
                      <a:pt x="8551" y="3100"/>
                      <a:pt x="8422" y="875"/>
                      <a:pt x="8533" y="156"/>
                    </a:cubicBezTo>
                    <a:cubicBezTo>
                      <a:pt x="8533" y="156"/>
                      <a:pt x="8334" y="1"/>
                      <a:pt x="8108" y="1"/>
                    </a:cubicBezTo>
                    <a:cubicBezTo>
                      <a:pt x="8063" y="1"/>
                      <a:pt x="8018" y="6"/>
                      <a:pt x="7973" y="20"/>
                    </a:cubicBezTo>
                    <a:cubicBezTo>
                      <a:pt x="7973" y="20"/>
                      <a:pt x="7777" y="2104"/>
                      <a:pt x="7604" y="2713"/>
                    </a:cubicBezTo>
                    <a:cubicBezTo>
                      <a:pt x="7561" y="2873"/>
                      <a:pt x="6848" y="2688"/>
                      <a:pt x="6111" y="3309"/>
                    </a:cubicBezTo>
                    <a:cubicBezTo>
                      <a:pt x="5373" y="3930"/>
                      <a:pt x="5004" y="4600"/>
                      <a:pt x="4593" y="4600"/>
                    </a:cubicBezTo>
                    <a:cubicBezTo>
                      <a:pt x="4175" y="4600"/>
                      <a:pt x="3806" y="3930"/>
                      <a:pt x="3074" y="3309"/>
                    </a:cubicBezTo>
                    <a:cubicBezTo>
                      <a:pt x="2337" y="2688"/>
                      <a:pt x="1624" y="2873"/>
                      <a:pt x="1575" y="2713"/>
                    </a:cubicBezTo>
                    <a:cubicBezTo>
                      <a:pt x="1402" y="2110"/>
                      <a:pt x="1212" y="20"/>
                      <a:pt x="1212" y="20"/>
                    </a:cubicBezTo>
                    <a:cubicBezTo>
                      <a:pt x="1167" y="6"/>
                      <a:pt x="1122" y="1"/>
                      <a:pt x="10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9"/>
              <p:cNvSpPr/>
              <p:nvPr/>
            </p:nvSpPr>
            <p:spPr>
              <a:xfrm>
                <a:off x="4440425" y="1912450"/>
                <a:ext cx="217625" cy="56675"/>
              </a:xfrm>
              <a:custGeom>
                <a:rect b="b" l="l" r="r" t="t"/>
                <a:pathLst>
                  <a:path extrusionOk="0" h="2267" w="8705">
                    <a:moveTo>
                      <a:pt x="38" y="0"/>
                    </a:moveTo>
                    <a:cubicBezTo>
                      <a:pt x="1" y="1020"/>
                      <a:pt x="412" y="2022"/>
                      <a:pt x="677" y="2182"/>
                    </a:cubicBezTo>
                    <a:cubicBezTo>
                      <a:pt x="773" y="2240"/>
                      <a:pt x="976" y="2267"/>
                      <a:pt x="1227" y="2267"/>
                    </a:cubicBezTo>
                    <a:cubicBezTo>
                      <a:pt x="1854" y="2267"/>
                      <a:pt x="2782" y="2102"/>
                      <a:pt x="3111" y="1856"/>
                    </a:cubicBezTo>
                    <a:cubicBezTo>
                      <a:pt x="3566" y="1512"/>
                      <a:pt x="4353" y="1186"/>
                      <a:pt x="4353" y="1186"/>
                    </a:cubicBezTo>
                    <a:cubicBezTo>
                      <a:pt x="4353" y="1186"/>
                      <a:pt x="5133" y="1506"/>
                      <a:pt x="5594" y="1856"/>
                    </a:cubicBezTo>
                    <a:cubicBezTo>
                      <a:pt x="5923" y="2102"/>
                      <a:pt x="6851" y="2267"/>
                      <a:pt x="7478" y="2267"/>
                    </a:cubicBezTo>
                    <a:cubicBezTo>
                      <a:pt x="7729" y="2267"/>
                      <a:pt x="7932" y="2240"/>
                      <a:pt x="8028" y="2182"/>
                    </a:cubicBezTo>
                    <a:cubicBezTo>
                      <a:pt x="8293" y="2022"/>
                      <a:pt x="8704" y="1020"/>
                      <a:pt x="8668" y="0"/>
                    </a:cubicBezTo>
                    <a:lnTo>
                      <a:pt x="8668" y="0"/>
                    </a:lnTo>
                    <a:cubicBezTo>
                      <a:pt x="8631" y="928"/>
                      <a:pt x="8268" y="1777"/>
                      <a:pt x="8028" y="1924"/>
                    </a:cubicBezTo>
                    <a:cubicBezTo>
                      <a:pt x="7932" y="1982"/>
                      <a:pt x="7730" y="2008"/>
                      <a:pt x="7480" y="2008"/>
                    </a:cubicBezTo>
                    <a:cubicBezTo>
                      <a:pt x="6853" y="2008"/>
                      <a:pt x="5924" y="1843"/>
                      <a:pt x="5594" y="1592"/>
                    </a:cubicBezTo>
                    <a:cubicBezTo>
                      <a:pt x="5133" y="1248"/>
                      <a:pt x="4353" y="928"/>
                      <a:pt x="4353" y="928"/>
                    </a:cubicBezTo>
                    <a:cubicBezTo>
                      <a:pt x="4353" y="928"/>
                      <a:pt x="3566" y="1248"/>
                      <a:pt x="3111" y="1592"/>
                    </a:cubicBezTo>
                    <a:cubicBezTo>
                      <a:pt x="2781" y="1843"/>
                      <a:pt x="1852" y="2008"/>
                      <a:pt x="1225" y="2008"/>
                    </a:cubicBezTo>
                    <a:cubicBezTo>
                      <a:pt x="975" y="2008"/>
                      <a:pt x="773" y="1982"/>
                      <a:pt x="677" y="1924"/>
                    </a:cubicBezTo>
                    <a:cubicBezTo>
                      <a:pt x="437" y="1777"/>
                      <a:pt x="68" y="928"/>
                      <a:pt x="3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89"/>
            <p:cNvGrpSpPr/>
            <p:nvPr/>
          </p:nvGrpSpPr>
          <p:grpSpPr>
            <a:xfrm>
              <a:off x="4427975" y="2144625"/>
              <a:ext cx="241150" cy="131875"/>
              <a:chOff x="4427975" y="2144625"/>
              <a:chExt cx="241150" cy="131875"/>
            </a:xfrm>
          </p:grpSpPr>
          <p:sp>
            <p:nvSpPr>
              <p:cNvPr id="10103" name="Google Shape;10103;p89"/>
              <p:cNvSpPr/>
              <p:nvPr/>
            </p:nvSpPr>
            <p:spPr>
              <a:xfrm>
                <a:off x="4427975" y="2154475"/>
                <a:ext cx="241150" cy="122025"/>
              </a:xfrm>
              <a:custGeom>
                <a:rect b="b" l="l" r="r" t="t"/>
                <a:pathLst>
                  <a:path extrusionOk="0" h="4881" w="9646">
                    <a:moveTo>
                      <a:pt x="406" y="0"/>
                    </a:moveTo>
                    <a:cubicBezTo>
                      <a:pt x="351" y="68"/>
                      <a:pt x="302" y="142"/>
                      <a:pt x="259" y="221"/>
                    </a:cubicBezTo>
                    <a:cubicBezTo>
                      <a:pt x="154" y="603"/>
                      <a:pt x="75" y="996"/>
                      <a:pt x="13" y="1389"/>
                    </a:cubicBezTo>
                    <a:cubicBezTo>
                      <a:pt x="1" y="1568"/>
                      <a:pt x="1" y="1684"/>
                      <a:pt x="1" y="1684"/>
                    </a:cubicBezTo>
                    <a:cubicBezTo>
                      <a:pt x="443" y="1801"/>
                      <a:pt x="1347" y="2440"/>
                      <a:pt x="2447" y="3135"/>
                    </a:cubicBezTo>
                    <a:cubicBezTo>
                      <a:pt x="3554" y="3823"/>
                      <a:pt x="3990" y="4881"/>
                      <a:pt x="4334" y="4881"/>
                    </a:cubicBezTo>
                    <a:lnTo>
                      <a:pt x="4740" y="4881"/>
                    </a:lnTo>
                    <a:cubicBezTo>
                      <a:pt x="4808" y="4241"/>
                      <a:pt x="4851" y="3842"/>
                      <a:pt x="4851" y="3842"/>
                    </a:cubicBezTo>
                    <a:cubicBezTo>
                      <a:pt x="4851" y="3842"/>
                      <a:pt x="4887" y="4241"/>
                      <a:pt x="4955" y="4881"/>
                    </a:cubicBezTo>
                    <a:lnTo>
                      <a:pt x="5305" y="4881"/>
                    </a:lnTo>
                    <a:cubicBezTo>
                      <a:pt x="5650" y="4881"/>
                      <a:pt x="6086" y="3823"/>
                      <a:pt x="7192" y="3135"/>
                    </a:cubicBezTo>
                    <a:cubicBezTo>
                      <a:pt x="8293" y="2440"/>
                      <a:pt x="9196" y="1801"/>
                      <a:pt x="9639" y="1684"/>
                    </a:cubicBezTo>
                    <a:cubicBezTo>
                      <a:pt x="9645" y="1684"/>
                      <a:pt x="9639" y="430"/>
                      <a:pt x="9233" y="0"/>
                    </a:cubicBezTo>
                    <a:cubicBezTo>
                      <a:pt x="9233" y="0"/>
                      <a:pt x="7537" y="830"/>
                      <a:pt x="4820" y="830"/>
                    </a:cubicBezTo>
                    <a:cubicBezTo>
                      <a:pt x="2103" y="830"/>
                      <a:pt x="406" y="0"/>
                      <a:pt x="4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9"/>
              <p:cNvSpPr/>
              <p:nvPr/>
            </p:nvSpPr>
            <p:spPr>
              <a:xfrm>
                <a:off x="4427975" y="2144625"/>
                <a:ext cx="241150" cy="122050"/>
              </a:xfrm>
              <a:custGeom>
                <a:rect b="b" l="l" r="r" t="t"/>
                <a:pathLst>
                  <a:path extrusionOk="0" h="4882" w="9646">
                    <a:moveTo>
                      <a:pt x="413" y="1"/>
                    </a:moveTo>
                    <a:cubicBezTo>
                      <a:pt x="7" y="431"/>
                      <a:pt x="1" y="1685"/>
                      <a:pt x="1" y="1685"/>
                    </a:cubicBezTo>
                    <a:cubicBezTo>
                      <a:pt x="443" y="1802"/>
                      <a:pt x="1347" y="2447"/>
                      <a:pt x="2447" y="3136"/>
                    </a:cubicBezTo>
                    <a:cubicBezTo>
                      <a:pt x="3554" y="3824"/>
                      <a:pt x="3990" y="4881"/>
                      <a:pt x="4334" y="4881"/>
                    </a:cubicBezTo>
                    <a:lnTo>
                      <a:pt x="5305" y="4881"/>
                    </a:lnTo>
                    <a:cubicBezTo>
                      <a:pt x="5650" y="4881"/>
                      <a:pt x="6086" y="3824"/>
                      <a:pt x="7192" y="3136"/>
                    </a:cubicBezTo>
                    <a:cubicBezTo>
                      <a:pt x="8293" y="2447"/>
                      <a:pt x="9196" y="1802"/>
                      <a:pt x="9639" y="1685"/>
                    </a:cubicBezTo>
                    <a:cubicBezTo>
                      <a:pt x="9645" y="1685"/>
                      <a:pt x="9639" y="431"/>
                      <a:pt x="9233" y="1"/>
                    </a:cubicBezTo>
                    <a:cubicBezTo>
                      <a:pt x="9233" y="1"/>
                      <a:pt x="7537" y="837"/>
                      <a:pt x="4820" y="837"/>
                    </a:cubicBezTo>
                    <a:cubicBezTo>
                      <a:pt x="2103" y="837"/>
                      <a:pt x="413" y="1"/>
                      <a:pt x="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9"/>
              <p:cNvSpPr/>
              <p:nvPr/>
            </p:nvSpPr>
            <p:spPr>
              <a:xfrm>
                <a:off x="4427975" y="2178600"/>
                <a:ext cx="240975" cy="88075"/>
              </a:xfrm>
              <a:custGeom>
                <a:rect b="b" l="l" r="r" t="t"/>
                <a:pathLst>
                  <a:path extrusionOk="0" h="3523" w="9639">
                    <a:moveTo>
                      <a:pt x="13" y="0"/>
                    </a:moveTo>
                    <a:cubicBezTo>
                      <a:pt x="1" y="197"/>
                      <a:pt x="1" y="326"/>
                      <a:pt x="1" y="326"/>
                    </a:cubicBezTo>
                    <a:cubicBezTo>
                      <a:pt x="443" y="443"/>
                      <a:pt x="1347" y="1082"/>
                      <a:pt x="2447" y="1771"/>
                    </a:cubicBezTo>
                    <a:cubicBezTo>
                      <a:pt x="3554" y="2465"/>
                      <a:pt x="3990" y="3522"/>
                      <a:pt x="4334" y="3522"/>
                    </a:cubicBezTo>
                    <a:lnTo>
                      <a:pt x="5305" y="3522"/>
                    </a:lnTo>
                    <a:cubicBezTo>
                      <a:pt x="5650" y="3522"/>
                      <a:pt x="6086" y="2465"/>
                      <a:pt x="7192" y="1771"/>
                    </a:cubicBezTo>
                    <a:cubicBezTo>
                      <a:pt x="8293" y="1082"/>
                      <a:pt x="9196" y="443"/>
                      <a:pt x="9639" y="326"/>
                    </a:cubicBezTo>
                    <a:cubicBezTo>
                      <a:pt x="9639" y="326"/>
                      <a:pt x="9639" y="197"/>
                      <a:pt x="9627" y="0"/>
                    </a:cubicBezTo>
                    <a:cubicBezTo>
                      <a:pt x="9172" y="129"/>
                      <a:pt x="8280" y="762"/>
                      <a:pt x="7192" y="1445"/>
                    </a:cubicBezTo>
                    <a:cubicBezTo>
                      <a:pt x="6086" y="2139"/>
                      <a:pt x="5650" y="3197"/>
                      <a:pt x="5305" y="3197"/>
                    </a:cubicBezTo>
                    <a:lnTo>
                      <a:pt x="4334" y="3197"/>
                    </a:lnTo>
                    <a:cubicBezTo>
                      <a:pt x="3990" y="3197"/>
                      <a:pt x="3554" y="2133"/>
                      <a:pt x="2447" y="1445"/>
                    </a:cubicBezTo>
                    <a:cubicBezTo>
                      <a:pt x="1359" y="762"/>
                      <a:pt x="468" y="129"/>
                      <a:pt x="1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06" name="Google Shape;10106;p89"/>
          <p:cNvGrpSpPr/>
          <p:nvPr/>
        </p:nvGrpSpPr>
        <p:grpSpPr>
          <a:xfrm>
            <a:off x="4331625" y="3022588"/>
            <a:ext cx="435225" cy="1370250"/>
            <a:chOff x="4331625" y="2992450"/>
            <a:chExt cx="435225" cy="1370250"/>
          </a:xfrm>
        </p:grpSpPr>
        <p:grpSp>
          <p:nvGrpSpPr>
            <p:cNvPr id="10107" name="Google Shape;10107;p89"/>
            <p:cNvGrpSpPr/>
            <p:nvPr/>
          </p:nvGrpSpPr>
          <p:grpSpPr>
            <a:xfrm>
              <a:off x="4331625" y="2992450"/>
              <a:ext cx="435225" cy="1370250"/>
              <a:chOff x="4331625" y="2992450"/>
              <a:chExt cx="435225" cy="1370250"/>
            </a:xfrm>
          </p:grpSpPr>
          <p:sp>
            <p:nvSpPr>
              <p:cNvPr id="10108" name="Google Shape;10108;p89"/>
              <p:cNvSpPr/>
              <p:nvPr/>
            </p:nvSpPr>
            <p:spPr>
              <a:xfrm>
                <a:off x="4331625" y="3172825"/>
                <a:ext cx="435225" cy="1189875"/>
              </a:xfrm>
              <a:custGeom>
                <a:rect b="b" l="l" r="r" t="t"/>
                <a:pathLst>
                  <a:path extrusionOk="0" h="47595" w="17409">
                    <a:moveTo>
                      <a:pt x="7149" y="1"/>
                    </a:moveTo>
                    <a:cubicBezTo>
                      <a:pt x="7149" y="1"/>
                      <a:pt x="6904" y="1765"/>
                      <a:pt x="6836" y="2010"/>
                    </a:cubicBezTo>
                    <a:cubicBezTo>
                      <a:pt x="6768" y="2256"/>
                      <a:pt x="6326" y="2453"/>
                      <a:pt x="5668" y="2662"/>
                    </a:cubicBezTo>
                    <a:cubicBezTo>
                      <a:pt x="5017" y="2877"/>
                      <a:pt x="3406" y="2711"/>
                      <a:pt x="2613" y="3203"/>
                    </a:cubicBezTo>
                    <a:cubicBezTo>
                      <a:pt x="1820" y="3689"/>
                      <a:pt x="1931" y="5828"/>
                      <a:pt x="1931" y="7094"/>
                    </a:cubicBezTo>
                    <a:cubicBezTo>
                      <a:pt x="1931" y="8354"/>
                      <a:pt x="1390" y="10727"/>
                      <a:pt x="1150" y="11814"/>
                    </a:cubicBezTo>
                    <a:cubicBezTo>
                      <a:pt x="910" y="12902"/>
                      <a:pt x="861" y="16179"/>
                      <a:pt x="831" y="17058"/>
                    </a:cubicBezTo>
                    <a:cubicBezTo>
                      <a:pt x="794" y="17937"/>
                      <a:pt x="658"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7" y="21806"/>
                      <a:pt x="1220" y="21170"/>
                      <a:pt x="1354" y="21170"/>
                    </a:cubicBezTo>
                    <a:cubicBezTo>
                      <a:pt x="1384" y="21170"/>
                      <a:pt x="1415" y="21202"/>
                      <a:pt x="1445" y="21274"/>
                    </a:cubicBezTo>
                    <a:cubicBezTo>
                      <a:pt x="1578" y="21599"/>
                      <a:pt x="1559" y="22299"/>
                      <a:pt x="1840" y="22299"/>
                    </a:cubicBezTo>
                    <a:cubicBezTo>
                      <a:pt x="1883" y="22299"/>
                      <a:pt x="1933" y="22282"/>
                      <a:pt x="1992" y="22245"/>
                    </a:cubicBezTo>
                    <a:cubicBezTo>
                      <a:pt x="2287" y="22061"/>
                      <a:pt x="2232" y="20881"/>
                      <a:pt x="2146" y="20322"/>
                    </a:cubicBezTo>
                    <a:cubicBezTo>
                      <a:pt x="2035" y="19602"/>
                      <a:pt x="2140" y="19301"/>
                      <a:pt x="2195" y="18717"/>
                    </a:cubicBezTo>
                    <a:cubicBezTo>
                      <a:pt x="2244" y="18158"/>
                      <a:pt x="3203" y="14992"/>
                      <a:pt x="3369" y="13572"/>
                    </a:cubicBezTo>
                    <a:cubicBezTo>
                      <a:pt x="3640" y="11243"/>
                      <a:pt x="4586" y="7118"/>
                      <a:pt x="4586" y="7118"/>
                    </a:cubicBezTo>
                    <a:cubicBezTo>
                      <a:pt x="4721" y="7997"/>
                      <a:pt x="4648" y="10665"/>
                      <a:pt x="4678" y="12319"/>
                    </a:cubicBezTo>
                    <a:cubicBezTo>
                      <a:pt x="4715" y="13966"/>
                      <a:pt x="4457" y="15798"/>
                      <a:pt x="4334" y="18521"/>
                    </a:cubicBezTo>
                    <a:cubicBezTo>
                      <a:pt x="4224" y="20813"/>
                      <a:pt x="3418" y="28527"/>
                      <a:pt x="3732" y="31091"/>
                    </a:cubicBezTo>
                    <a:cubicBezTo>
                      <a:pt x="4045" y="33654"/>
                      <a:pt x="4015" y="35738"/>
                      <a:pt x="4254" y="37280"/>
                    </a:cubicBezTo>
                    <a:cubicBezTo>
                      <a:pt x="4494" y="38823"/>
                      <a:pt x="5355" y="42118"/>
                      <a:pt x="5269" y="42634"/>
                    </a:cubicBezTo>
                    <a:cubicBezTo>
                      <a:pt x="5195" y="43126"/>
                      <a:pt x="5244" y="43624"/>
                      <a:pt x="5410" y="44091"/>
                    </a:cubicBezTo>
                    <a:cubicBezTo>
                      <a:pt x="5545" y="44441"/>
                      <a:pt x="5090" y="45652"/>
                      <a:pt x="4949" y="46248"/>
                    </a:cubicBezTo>
                    <a:cubicBezTo>
                      <a:pt x="4808" y="46845"/>
                      <a:pt x="5521" y="47595"/>
                      <a:pt x="6141" y="47595"/>
                    </a:cubicBezTo>
                    <a:cubicBezTo>
                      <a:pt x="6762" y="47595"/>
                      <a:pt x="7481" y="46605"/>
                      <a:pt x="7377" y="46144"/>
                    </a:cubicBezTo>
                    <a:cubicBezTo>
                      <a:pt x="7272" y="45689"/>
                      <a:pt x="7211" y="44300"/>
                      <a:pt x="7328" y="43611"/>
                    </a:cubicBezTo>
                    <a:cubicBezTo>
                      <a:pt x="7444" y="42917"/>
                      <a:pt x="7162" y="42862"/>
                      <a:pt x="7162" y="42302"/>
                    </a:cubicBezTo>
                    <a:cubicBezTo>
                      <a:pt x="7162" y="41749"/>
                      <a:pt x="7377" y="37969"/>
                      <a:pt x="7401" y="34656"/>
                    </a:cubicBezTo>
                    <a:cubicBezTo>
                      <a:pt x="7408" y="33254"/>
                      <a:pt x="7518" y="32043"/>
                      <a:pt x="7869" y="28865"/>
                    </a:cubicBezTo>
                    <a:cubicBezTo>
                      <a:pt x="8305" y="24882"/>
                      <a:pt x="8698" y="21096"/>
                      <a:pt x="8698" y="21096"/>
                    </a:cubicBezTo>
                    <a:cubicBezTo>
                      <a:pt x="8698" y="21096"/>
                      <a:pt x="9086" y="24882"/>
                      <a:pt x="9522" y="28865"/>
                    </a:cubicBezTo>
                    <a:cubicBezTo>
                      <a:pt x="9872" y="32049"/>
                      <a:pt x="9983" y="33254"/>
                      <a:pt x="9989" y="34656"/>
                    </a:cubicBezTo>
                    <a:cubicBezTo>
                      <a:pt x="10014" y="37969"/>
                      <a:pt x="10229" y="41743"/>
                      <a:pt x="10229" y="42302"/>
                    </a:cubicBezTo>
                    <a:cubicBezTo>
                      <a:pt x="10229" y="42868"/>
                      <a:pt x="9946" y="42923"/>
                      <a:pt x="10063" y="43611"/>
                    </a:cubicBezTo>
                    <a:cubicBezTo>
                      <a:pt x="10180" y="44300"/>
                      <a:pt x="10118" y="45695"/>
                      <a:pt x="10014" y="46144"/>
                    </a:cubicBezTo>
                    <a:cubicBezTo>
                      <a:pt x="9909" y="46599"/>
                      <a:pt x="10628" y="47595"/>
                      <a:pt x="11249" y="47595"/>
                    </a:cubicBezTo>
                    <a:cubicBezTo>
                      <a:pt x="11870" y="47595"/>
                      <a:pt x="12583" y="46845"/>
                      <a:pt x="12442" y="46248"/>
                    </a:cubicBezTo>
                    <a:cubicBezTo>
                      <a:pt x="12307" y="45652"/>
                      <a:pt x="11846" y="44441"/>
                      <a:pt x="11981" y="44091"/>
                    </a:cubicBezTo>
                    <a:cubicBezTo>
                      <a:pt x="12147" y="43624"/>
                      <a:pt x="12196" y="43126"/>
                      <a:pt x="12128" y="42634"/>
                    </a:cubicBezTo>
                    <a:cubicBezTo>
                      <a:pt x="12036" y="42118"/>
                      <a:pt x="12897" y="38823"/>
                      <a:pt x="13143" y="37280"/>
                    </a:cubicBezTo>
                    <a:cubicBezTo>
                      <a:pt x="13382" y="35738"/>
                      <a:pt x="13352" y="33654"/>
                      <a:pt x="13665" y="31091"/>
                    </a:cubicBezTo>
                    <a:cubicBezTo>
                      <a:pt x="13972" y="28527"/>
                      <a:pt x="13167" y="20813"/>
                      <a:pt x="13063" y="18521"/>
                    </a:cubicBezTo>
                    <a:cubicBezTo>
                      <a:pt x="12934" y="15798"/>
                      <a:pt x="12675" y="13966"/>
                      <a:pt x="12712" y="12319"/>
                    </a:cubicBezTo>
                    <a:cubicBezTo>
                      <a:pt x="12749" y="10665"/>
                      <a:pt x="12669" y="7997"/>
                      <a:pt x="12804" y="7118"/>
                    </a:cubicBezTo>
                    <a:cubicBezTo>
                      <a:pt x="12804" y="7118"/>
                      <a:pt x="13757" y="11243"/>
                      <a:pt x="14028" y="13572"/>
                    </a:cubicBezTo>
                    <a:cubicBezTo>
                      <a:pt x="14187" y="14992"/>
                      <a:pt x="15146" y="18158"/>
                      <a:pt x="15202" y="18717"/>
                    </a:cubicBezTo>
                    <a:cubicBezTo>
                      <a:pt x="15257" y="19301"/>
                      <a:pt x="15355" y="19602"/>
                      <a:pt x="15251" y="20322"/>
                    </a:cubicBezTo>
                    <a:cubicBezTo>
                      <a:pt x="15165" y="20881"/>
                      <a:pt x="15109" y="22055"/>
                      <a:pt x="15405" y="22245"/>
                    </a:cubicBezTo>
                    <a:cubicBezTo>
                      <a:pt x="15463" y="22282"/>
                      <a:pt x="15512" y="22299"/>
                      <a:pt x="15555" y="22299"/>
                    </a:cubicBezTo>
                    <a:cubicBezTo>
                      <a:pt x="15833" y="22299"/>
                      <a:pt x="15818" y="21599"/>
                      <a:pt x="15952" y="21274"/>
                    </a:cubicBezTo>
                    <a:cubicBezTo>
                      <a:pt x="15982" y="21202"/>
                      <a:pt x="16013" y="21170"/>
                      <a:pt x="16042" y="21170"/>
                    </a:cubicBezTo>
                    <a:cubicBezTo>
                      <a:pt x="16176" y="21170"/>
                      <a:pt x="16290" y="21806"/>
                      <a:pt x="16234" y="22209"/>
                    </a:cubicBezTo>
                    <a:cubicBezTo>
                      <a:pt x="16161" y="22700"/>
                      <a:pt x="15521" y="23327"/>
                      <a:pt x="15638" y="23659"/>
                    </a:cubicBezTo>
                    <a:cubicBezTo>
                      <a:pt x="15659" y="23714"/>
                      <a:pt x="15699" y="23748"/>
                      <a:pt x="15758" y="23748"/>
                    </a:cubicBezTo>
                    <a:cubicBezTo>
                      <a:pt x="15944" y="23748"/>
                      <a:pt x="16323" y="23420"/>
                      <a:pt x="16923" y="22387"/>
                    </a:cubicBezTo>
                    <a:cubicBezTo>
                      <a:pt x="17408" y="21575"/>
                      <a:pt x="16886" y="20229"/>
                      <a:pt x="16812" y="19701"/>
                    </a:cubicBezTo>
                    <a:cubicBezTo>
                      <a:pt x="16745" y="19178"/>
                      <a:pt x="16609" y="17937"/>
                      <a:pt x="16579" y="17058"/>
                    </a:cubicBezTo>
                    <a:cubicBezTo>
                      <a:pt x="16542" y="16185"/>
                      <a:pt x="16499" y="12902"/>
                      <a:pt x="16253" y="11814"/>
                    </a:cubicBezTo>
                    <a:cubicBezTo>
                      <a:pt x="16013" y="10727"/>
                      <a:pt x="15478" y="8354"/>
                      <a:pt x="15478" y="7094"/>
                    </a:cubicBezTo>
                    <a:cubicBezTo>
                      <a:pt x="15478" y="5828"/>
                      <a:pt x="15589" y="3695"/>
                      <a:pt x="14796" y="3203"/>
                    </a:cubicBezTo>
                    <a:cubicBezTo>
                      <a:pt x="13997" y="2711"/>
                      <a:pt x="12393" y="2871"/>
                      <a:pt x="11735" y="2662"/>
                    </a:cubicBezTo>
                    <a:cubicBezTo>
                      <a:pt x="11083" y="2453"/>
                      <a:pt x="10641" y="2256"/>
                      <a:pt x="10567" y="2010"/>
                    </a:cubicBezTo>
                    <a:cubicBezTo>
                      <a:pt x="10499" y="1765"/>
                      <a:pt x="10260" y="1"/>
                      <a:pt x="10260" y="1"/>
                    </a:cubicBezTo>
                    <a:lnTo>
                      <a:pt x="8705" y="37"/>
                    </a:lnTo>
                    <a:lnTo>
                      <a:pt x="714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9"/>
              <p:cNvSpPr/>
              <p:nvPr/>
            </p:nvSpPr>
            <p:spPr>
              <a:xfrm>
                <a:off x="4473925" y="3018075"/>
                <a:ext cx="150475" cy="201175"/>
              </a:xfrm>
              <a:custGeom>
                <a:rect b="b" l="l" r="r" t="t"/>
                <a:pathLst>
                  <a:path extrusionOk="0" h="8047" w="6019">
                    <a:moveTo>
                      <a:pt x="3013" y="1"/>
                    </a:moveTo>
                    <a:cubicBezTo>
                      <a:pt x="56" y="1"/>
                      <a:pt x="1" y="1316"/>
                      <a:pt x="222" y="3916"/>
                    </a:cubicBezTo>
                    <a:cubicBezTo>
                      <a:pt x="437" y="6510"/>
                      <a:pt x="1974" y="8047"/>
                      <a:pt x="3013" y="8047"/>
                    </a:cubicBezTo>
                    <a:cubicBezTo>
                      <a:pt x="4051" y="8047"/>
                      <a:pt x="5582" y="6510"/>
                      <a:pt x="5803" y="3916"/>
                    </a:cubicBezTo>
                    <a:cubicBezTo>
                      <a:pt x="6018" y="1316"/>
                      <a:pt x="5963" y="1"/>
                      <a:pt x="30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9"/>
              <p:cNvSpPr/>
              <p:nvPr/>
            </p:nvSpPr>
            <p:spPr>
              <a:xfrm>
                <a:off x="4505900" y="3192950"/>
                <a:ext cx="86525" cy="38750"/>
              </a:xfrm>
              <a:custGeom>
                <a:rect b="b" l="l" r="r" t="t"/>
                <a:pathLst>
                  <a:path extrusionOk="0" h="1550" w="3461">
                    <a:moveTo>
                      <a:pt x="62" y="1"/>
                    </a:moveTo>
                    <a:cubicBezTo>
                      <a:pt x="43" y="142"/>
                      <a:pt x="25" y="283"/>
                      <a:pt x="0" y="419"/>
                    </a:cubicBezTo>
                    <a:cubicBezTo>
                      <a:pt x="547" y="1150"/>
                      <a:pt x="1205" y="1550"/>
                      <a:pt x="1734" y="1550"/>
                    </a:cubicBezTo>
                    <a:cubicBezTo>
                      <a:pt x="2262" y="1550"/>
                      <a:pt x="2920" y="1150"/>
                      <a:pt x="3461" y="419"/>
                    </a:cubicBezTo>
                    <a:cubicBezTo>
                      <a:pt x="3442" y="283"/>
                      <a:pt x="3418" y="142"/>
                      <a:pt x="3399" y="1"/>
                    </a:cubicBezTo>
                    <a:cubicBezTo>
                      <a:pt x="2865" y="683"/>
                      <a:pt x="2244" y="1052"/>
                      <a:pt x="1734" y="1052"/>
                    </a:cubicBezTo>
                    <a:cubicBezTo>
                      <a:pt x="1223" y="1052"/>
                      <a:pt x="596" y="683"/>
                      <a:pt x="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9"/>
              <p:cNvSpPr/>
              <p:nvPr/>
            </p:nvSpPr>
            <p:spPr>
              <a:xfrm>
                <a:off x="4465425" y="2992450"/>
                <a:ext cx="201850" cy="156325"/>
              </a:xfrm>
              <a:custGeom>
                <a:rect b="b" l="l" r="r" t="t"/>
                <a:pathLst>
                  <a:path extrusionOk="0" h="6253" w="8074">
                    <a:moveTo>
                      <a:pt x="3160" y="0"/>
                    </a:moveTo>
                    <a:cubicBezTo>
                      <a:pt x="1498" y="0"/>
                      <a:pt x="330" y="1278"/>
                      <a:pt x="187" y="2513"/>
                    </a:cubicBezTo>
                    <a:cubicBezTo>
                      <a:pt x="1" y="4124"/>
                      <a:pt x="402" y="6229"/>
                      <a:pt x="771" y="6229"/>
                    </a:cubicBezTo>
                    <a:cubicBezTo>
                      <a:pt x="779" y="6229"/>
                      <a:pt x="787" y="6228"/>
                      <a:pt x="796" y="6226"/>
                    </a:cubicBezTo>
                    <a:cubicBezTo>
                      <a:pt x="1131" y="6136"/>
                      <a:pt x="520" y="3966"/>
                      <a:pt x="1179" y="3966"/>
                    </a:cubicBezTo>
                    <a:cubicBezTo>
                      <a:pt x="1196" y="3966"/>
                      <a:pt x="1213" y="3967"/>
                      <a:pt x="1232" y="3970"/>
                    </a:cubicBezTo>
                    <a:cubicBezTo>
                      <a:pt x="1481" y="4008"/>
                      <a:pt x="1715" y="4025"/>
                      <a:pt x="1937" y="4025"/>
                    </a:cubicBezTo>
                    <a:cubicBezTo>
                      <a:pt x="3641" y="4025"/>
                      <a:pt x="4527" y="3023"/>
                      <a:pt x="4527" y="3023"/>
                    </a:cubicBezTo>
                    <a:cubicBezTo>
                      <a:pt x="4527" y="3023"/>
                      <a:pt x="5190" y="3810"/>
                      <a:pt x="5664" y="4001"/>
                    </a:cubicBezTo>
                    <a:cubicBezTo>
                      <a:pt x="6143" y="4197"/>
                      <a:pt x="5461" y="6121"/>
                      <a:pt x="5903" y="6250"/>
                    </a:cubicBezTo>
                    <a:cubicBezTo>
                      <a:pt x="5908" y="6252"/>
                      <a:pt x="5913" y="6253"/>
                      <a:pt x="5918" y="6253"/>
                    </a:cubicBezTo>
                    <a:cubicBezTo>
                      <a:pt x="6362" y="6253"/>
                      <a:pt x="8074" y="788"/>
                      <a:pt x="4938" y="460"/>
                    </a:cubicBezTo>
                    <a:cubicBezTo>
                      <a:pt x="4305" y="138"/>
                      <a:pt x="3706" y="0"/>
                      <a:pt x="316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89"/>
            <p:cNvGrpSpPr/>
            <p:nvPr/>
          </p:nvGrpSpPr>
          <p:grpSpPr>
            <a:xfrm>
              <a:off x="4415850" y="3599250"/>
              <a:ext cx="266625" cy="293850"/>
              <a:chOff x="4415850" y="3599250"/>
              <a:chExt cx="266625" cy="293850"/>
            </a:xfrm>
          </p:grpSpPr>
          <p:sp>
            <p:nvSpPr>
              <p:cNvPr id="10113" name="Google Shape;10113;p89"/>
              <p:cNvSpPr/>
              <p:nvPr/>
            </p:nvSpPr>
            <p:spPr>
              <a:xfrm>
                <a:off x="4423375" y="3863550"/>
                <a:ext cx="108500" cy="29550"/>
              </a:xfrm>
              <a:custGeom>
                <a:rect b="b" l="l" r="r" t="t"/>
                <a:pathLst>
                  <a:path extrusionOk="0" h="1182" w="4340">
                    <a:moveTo>
                      <a:pt x="37" y="1"/>
                    </a:moveTo>
                    <a:cubicBezTo>
                      <a:pt x="19" y="407"/>
                      <a:pt x="7" y="806"/>
                      <a:pt x="0" y="1181"/>
                    </a:cubicBezTo>
                    <a:lnTo>
                      <a:pt x="4211" y="1181"/>
                    </a:lnTo>
                    <a:cubicBezTo>
                      <a:pt x="4260" y="782"/>
                      <a:pt x="4297" y="388"/>
                      <a:pt x="434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9"/>
              <p:cNvSpPr/>
              <p:nvPr/>
            </p:nvSpPr>
            <p:spPr>
              <a:xfrm>
                <a:off x="4566425" y="3863550"/>
                <a:ext cx="108525" cy="29550"/>
              </a:xfrm>
              <a:custGeom>
                <a:rect b="b" l="l" r="r" t="t"/>
                <a:pathLst>
                  <a:path extrusionOk="0" h="1182" w="4341">
                    <a:moveTo>
                      <a:pt x="1" y="1"/>
                    </a:moveTo>
                    <a:cubicBezTo>
                      <a:pt x="44" y="388"/>
                      <a:pt x="87" y="782"/>
                      <a:pt x="130" y="1181"/>
                    </a:cubicBezTo>
                    <a:lnTo>
                      <a:pt x="4341" y="1181"/>
                    </a:lnTo>
                    <a:cubicBezTo>
                      <a:pt x="4334" y="806"/>
                      <a:pt x="4322" y="407"/>
                      <a:pt x="43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9"/>
              <p:cNvSpPr/>
              <p:nvPr/>
            </p:nvSpPr>
            <p:spPr>
              <a:xfrm>
                <a:off x="4415850" y="3617700"/>
                <a:ext cx="133400" cy="269700"/>
              </a:xfrm>
              <a:custGeom>
                <a:rect b="b" l="l" r="r" t="t"/>
                <a:pathLst>
                  <a:path extrusionOk="0" h="10788" w="5336">
                    <a:moveTo>
                      <a:pt x="1008" y="0"/>
                    </a:moveTo>
                    <a:cubicBezTo>
                      <a:pt x="492" y="2324"/>
                      <a:pt x="0" y="10788"/>
                      <a:pt x="0" y="10788"/>
                    </a:cubicBezTo>
                    <a:lnTo>
                      <a:pt x="4942" y="10788"/>
                    </a:lnTo>
                    <a:cubicBezTo>
                      <a:pt x="4942" y="9644"/>
                      <a:pt x="5336" y="6411"/>
                      <a:pt x="5336" y="6411"/>
                    </a:cubicBezTo>
                    <a:lnTo>
                      <a:pt x="5336" y="726"/>
                    </a:lnTo>
                    <a:cubicBezTo>
                      <a:pt x="5022" y="363"/>
                      <a:pt x="1008" y="0"/>
                      <a:pt x="10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9"/>
              <p:cNvSpPr/>
              <p:nvPr/>
            </p:nvSpPr>
            <p:spPr>
              <a:xfrm>
                <a:off x="4428900" y="3599250"/>
                <a:ext cx="120350" cy="36600"/>
              </a:xfrm>
              <a:custGeom>
                <a:rect b="b" l="l" r="r" t="t"/>
                <a:pathLst>
                  <a:path extrusionOk="0" h="1464" w="4814">
                    <a:moveTo>
                      <a:pt x="529" y="1"/>
                    </a:moveTo>
                    <a:cubicBezTo>
                      <a:pt x="1" y="1"/>
                      <a:pt x="81" y="1464"/>
                      <a:pt x="443" y="1464"/>
                    </a:cubicBezTo>
                    <a:lnTo>
                      <a:pt x="4814" y="1464"/>
                    </a:lnTo>
                    <a:lnTo>
                      <a:pt x="48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9"/>
              <p:cNvSpPr/>
              <p:nvPr/>
            </p:nvSpPr>
            <p:spPr>
              <a:xfrm>
                <a:off x="4416000" y="3857575"/>
                <a:ext cx="124950" cy="29525"/>
              </a:xfrm>
              <a:custGeom>
                <a:rect b="b" l="l" r="r" t="t"/>
                <a:pathLst>
                  <a:path extrusionOk="0" h="1181" w="4998">
                    <a:moveTo>
                      <a:pt x="68" y="0"/>
                    </a:moveTo>
                    <a:cubicBezTo>
                      <a:pt x="31" y="615"/>
                      <a:pt x="6" y="1045"/>
                      <a:pt x="0" y="1180"/>
                    </a:cubicBezTo>
                    <a:lnTo>
                      <a:pt x="4936" y="1180"/>
                    </a:lnTo>
                    <a:cubicBezTo>
                      <a:pt x="4936" y="885"/>
                      <a:pt x="4961" y="467"/>
                      <a:pt x="49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9"/>
              <p:cNvSpPr/>
              <p:nvPr/>
            </p:nvSpPr>
            <p:spPr>
              <a:xfrm>
                <a:off x="4549225" y="3617700"/>
                <a:ext cx="133250" cy="269700"/>
              </a:xfrm>
              <a:custGeom>
                <a:rect b="b" l="l" r="r" t="t"/>
                <a:pathLst>
                  <a:path extrusionOk="0" h="10788" w="5330">
                    <a:moveTo>
                      <a:pt x="4328" y="0"/>
                    </a:moveTo>
                    <a:cubicBezTo>
                      <a:pt x="4328" y="0"/>
                      <a:pt x="320" y="363"/>
                      <a:pt x="1" y="726"/>
                    </a:cubicBezTo>
                    <a:lnTo>
                      <a:pt x="1" y="6411"/>
                    </a:lnTo>
                    <a:cubicBezTo>
                      <a:pt x="1" y="6411"/>
                      <a:pt x="394" y="9644"/>
                      <a:pt x="394" y="10788"/>
                    </a:cubicBezTo>
                    <a:lnTo>
                      <a:pt x="5330" y="10788"/>
                    </a:lnTo>
                    <a:cubicBezTo>
                      <a:pt x="5330" y="10788"/>
                      <a:pt x="4844" y="2324"/>
                      <a:pt x="43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9"/>
              <p:cNvSpPr/>
              <p:nvPr/>
            </p:nvSpPr>
            <p:spPr>
              <a:xfrm>
                <a:off x="4549225" y="3599250"/>
                <a:ext cx="120200" cy="36600"/>
              </a:xfrm>
              <a:custGeom>
                <a:rect b="b" l="l" r="r" t="t"/>
                <a:pathLst>
                  <a:path extrusionOk="0" h="1464" w="4808">
                    <a:moveTo>
                      <a:pt x="1" y="1"/>
                    </a:moveTo>
                    <a:lnTo>
                      <a:pt x="1" y="1464"/>
                    </a:lnTo>
                    <a:lnTo>
                      <a:pt x="4365" y="1464"/>
                    </a:lnTo>
                    <a:cubicBezTo>
                      <a:pt x="4727" y="1464"/>
                      <a:pt x="4807" y="1"/>
                      <a:pt x="42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9"/>
              <p:cNvSpPr/>
              <p:nvPr/>
            </p:nvSpPr>
            <p:spPr>
              <a:xfrm>
                <a:off x="4557375" y="3857575"/>
                <a:ext cx="125100" cy="29525"/>
              </a:xfrm>
              <a:custGeom>
                <a:rect b="b" l="l" r="r" t="t"/>
                <a:pathLst>
                  <a:path extrusionOk="0" h="1181" w="5004">
                    <a:moveTo>
                      <a:pt x="0" y="0"/>
                    </a:moveTo>
                    <a:cubicBezTo>
                      <a:pt x="37" y="467"/>
                      <a:pt x="68" y="885"/>
                      <a:pt x="68" y="1180"/>
                    </a:cubicBezTo>
                    <a:lnTo>
                      <a:pt x="5004" y="1180"/>
                    </a:lnTo>
                    <a:cubicBezTo>
                      <a:pt x="4998" y="1045"/>
                      <a:pt x="4973" y="615"/>
                      <a:pt x="493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9"/>
              <p:cNvSpPr/>
              <p:nvPr/>
            </p:nvSpPr>
            <p:spPr>
              <a:xfrm>
                <a:off x="4416000" y="3857575"/>
                <a:ext cx="266475" cy="29525"/>
              </a:xfrm>
              <a:custGeom>
                <a:rect b="b" l="l" r="r" t="t"/>
                <a:pathLst>
                  <a:path extrusionOk="0" h="1181" w="10659">
                    <a:moveTo>
                      <a:pt x="68" y="0"/>
                    </a:moveTo>
                    <a:cubicBezTo>
                      <a:pt x="31" y="615"/>
                      <a:pt x="6" y="1045"/>
                      <a:pt x="0" y="1180"/>
                    </a:cubicBezTo>
                    <a:lnTo>
                      <a:pt x="4936" y="1180"/>
                    </a:lnTo>
                    <a:cubicBezTo>
                      <a:pt x="4936" y="885"/>
                      <a:pt x="4961" y="461"/>
                      <a:pt x="4998" y="0"/>
                    </a:cubicBezTo>
                    <a:close/>
                    <a:moveTo>
                      <a:pt x="5655" y="0"/>
                    </a:moveTo>
                    <a:cubicBezTo>
                      <a:pt x="5692" y="461"/>
                      <a:pt x="5717" y="885"/>
                      <a:pt x="5723" y="1180"/>
                    </a:cubicBezTo>
                    <a:lnTo>
                      <a:pt x="10659" y="1180"/>
                    </a:lnTo>
                    <a:cubicBezTo>
                      <a:pt x="10653" y="1045"/>
                      <a:pt x="10628" y="615"/>
                      <a:pt x="1058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22" name="Google Shape;10122;p89"/>
          <p:cNvGrpSpPr/>
          <p:nvPr/>
        </p:nvGrpSpPr>
        <p:grpSpPr>
          <a:xfrm>
            <a:off x="998276" y="1542725"/>
            <a:ext cx="1785800" cy="2843650"/>
            <a:chOff x="998276" y="1542725"/>
            <a:chExt cx="1785800" cy="2843650"/>
          </a:xfrm>
        </p:grpSpPr>
        <p:sp>
          <p:nvSpPr>
            <p:cNvPr id="10123" name="Google Shape;10123;p89"/>
            <p:cNvSpPr/>
            <p:nvPr/>
          </p:nvSpPr>
          <p:spPr>
            <a:xfrm>
              <a:off x="998276" y="1542725"/>
              <a:ext cx="1785800" cy="2843650"/>
            </a:xfrm>
            <a:custGeom>
              <a:rect b="b" l="l" r="r" t="t"/>
              <a:pathLst>
                <a:path extrusionOk="0" h="113746" w="71432">
                  <a:moveTo>
                    <a:pt x="70079" y="101052"/>
                  </a:moveTo>
                  <a:cubicBezTo>
                    <a:pt x="69821" y="95870"/>
                    <a:pt x="67719" y="85439"/>
                    <a:pt x="65955" y="80252"/>
                  </a:cubicBezTo>
                  <a:cubicBezTo>
                    <a:pt x="64682" y="75211"/>
                    <a:pt x="64375" y="68825"/>
                    <a:pt x="64190" y="64535"/>
                  </a:cubicBezTo>
                  <a:cubicBezTo>
                    <a:pt x="64012" y="60422"/>
                    <a:pt x="62137" y="53446"/>
                    <a:pt x="61252" y="45222"/>
                  </a:cubicBezTo>
                  <a:cubicBezTo>
                    <a:pt x="60226" y="39124"/>
                    <a:pt x="58240" y="37802"/>
                    <a:pt x="53176" y="36118"/>
                  </a:cubicBezTo>
                  <a:cubicBezTo>
                    <a:pt x="51264" y="35454"/>
                    <a:pt x="49574" y="34791"/>
                    <a:pt x="48326" y="34428"/>
                  </a:cubicBezTo>
                  <a:cubicBezTo>
                    <a:pt x="45246" y="33518"/>
                    <a:pt x="42671" y="32811"/>
                    <a:pt x="42671" y="32811"/>
                  </a:cubicBezTo>
                  <a:cubicBezTo>
                    <a:pt x="40175" y="32037"/>
                    <a:pt x="40833" y="28994"/>
                    <a:pt x="42302" y="26154"/>
                  </a:cubicBezTo>
                  <a:cubicBezTo>
                    <a:pt x="43433" y="23972"/>
                    <a:pt x="46377" y="21268"/>
                    <a:pt x="47527" y="16264"/>
                  </a:cubicBezTo>
                  <a:cubicBezTo>
                    <a:pt x="47729" y="17432"/>
                    <a:pt x="47822" y="18612"/>
                    <a:pt x="47797" y="19786"/>
                  </a:cubicBezTo>
                  <a:cubicBezTo>
                    <a:pt x="47773" y="21594"/>
                    <a:pt x="47570" y="23468"/>
                    <a:pt x="48221" y="25152"/>
                  </a:cubicBezTo>
                  <a:cubicBezTo>
                    <a:pt x="48768" y="26566"/>
                    <a:pt x="49881" y="27697"/>
                    <a:pt x="51092" y="28601"/>
                  </a:cubicBezTo>
                  <a:cubicBezTo>
                    <a:pt x="52438" y="29603"/>
                    <a:pt x="54141" y="30402"/>
                    <a:pt x="55751" y="29935"/>
                  </a:cubicBezTo>
                  <a:cubicBezTo>
                    <a:pt x="53618" y="28558"/>
                    <a:pt x="53514" y="25503"/>
                    <a:pt x="53944" y="23007"/>
                  </a:cubicBezTo>
                  <a:cubicBezTo>
                    <a:pt x="54429" y="20211"/>
                    <a:pt x="55302" y="17500"/>
                    <a:pt x="56525" y="14937"/>
                  </a:cubicBezTo>
                  <a:cubicBezTo>
                    <a:pt x="57460" y="12988"/>
                    <a:pt x="58622" y="11070"/>
                    <a:pt x="58861" y="8919"/>
                  </a:cubicBezTo>
                  <a:cubicBezTo>
                    <a:pt x="59292" y="5016"/>
                    <a:pt x="56286" y="1414"/>
                    <a:pt x="52438" y="639"/>
                  </a:cubicBezTo>
                  <a:cubicBezTo>
                    <a:pt x="49242" y="0"/>
                    <a:pt x="45793" y="1186"/>
                    <a:pt x="43587" y="3553"/>
                  </a:cubicBezTo>
                  <a:cubicBezTo>
                    <a:pt x="41491" y="2022"/>
                    <a:pt x="38651" y="1014"/>
                    <a:pt x="35073" y="744"/>
                  </a:cubicBezTo>
                  <a:cubicBezTo>
                    <a:pt x="30303" y="160"/>
                    <a:pt x="24821" y="1113"/>
                    <a:pt x="21944" y="4727"/>
                  </a:cubicBezTo>
                  <a:cubicBezTo>
                    <a:pt x="21434" y="5354"/>
                    <a:pt x="21028" y="6055"/>
                    <a:pt x="20733" y="6805"/>
                  </a:cubicBezTo>
                  <a:cubicBezTo>
                    <a:pt x="20137" y="8433"/>
                    <a:pt x="20297" y="10247"/>
                    <a:pt x="21169" y="11747"/>
                  </a:cubicBezTo>
                  <a:cubicBezTo>
                    <a:pt x="21335" y="11703"/>
                    <a:pt x="21501" y="11673"/>
                    <a:pt x="21667" y="11636"/>
                  </a:cubicBezTo>
                  <a:cubicBezTo>
                    <a:pt x="21839" y="12705"/>
                    <a:pt x="22159" y="13732"/>
                    <a:pt x="22141" y="15047"/>
                  </a:cubicBezTo>
                  <a:cubicBezTo>
                    <a:pt x="22104" y="17371"/>
                    <a:pt x="19762" y="18871"/>
                    <a:pt x="19928" y="19737"/>
                  </a:cubicBezTo>
                  <a:cubicBezTo>
                    <a:pt x="20069" y="20426"/>
                    <a:pt x="21200" y="20579"/>
                    <a:pt x="21852" y="20579"/>
                  </a:cubicBezTo>
                  <a:cubicBezTo>
                    <a:pt x="22036" y="20579"/>
                    <a:pt x="22159" y="20573"/>
                    <a:pt x="22159" y="20573"/>
                  </a:cubicBezTo>
                  <a:cubicBezTo>
                    <a:pt x="22546" y="21421"/>
                    <a:pt x="21489" y="22048"/>
                    <a:pt x="21471" y="22571"/>
                  </a:cubicBezTo>
                  <a:cubicBezTo>
                    <a:pt x="21452" y="23087"/>
                    <a:pt x="22122" y="23438"/>
                    <a:pt x="22122" y="23438"/>
                  </a:cubicBezTo>
                  <a:cubicBezTo>
                    <a:pt x="22122" y="23438"/>
                    <a:pt x="21471" y="23733"/>
                    <a:pt x="22122" y="24489"/>
                  </a:cubicBezTo>
                  <a:cubicBezTo>
                    <a:pt x="22768" y="25269"/>
                    <a:pt x="22159" y="25435"/>
                    <a:pt x="22122" y="26800"/>
                  </a:cubicBezTo>
                  <a:cubicBezTo>
                    <a:pt x="22091" y="27925"/>
                    <a:pt x="23493" y="28164"/>
                    <a:pt x="25023" y="28164"/>
                  </a:cubicBezTo>
                  <a:cubicBezTo>
                    <a:pt x="25380" y="28164"/>
                    <a:pt x="25743" y="28146"/>
                    <a:pt x="26093" y="28134"/>
                  </a:cubicBezTo>
                  <a:cubicBezTo>
                    <a:pt x="26191" y="28128"/>
                    <a:pt x="26296" y="28121"/>
                    <a:pt x="26388" y="28121"/>
                  </a:cubicBezTo>
                  <a:cubicBezTo>
                    <a:pt x="28078" y="28121"/>
                    <a:pt x="30426" y="28509"/>
                    <a:pt x="30844" y="30365"/>
                  </a:cubicBezTo>
                  <a:cubicBezTo>
                    <a:pt x="31305" y="32326"/>
                    <a:pt x="30801" y="32959"/>
                    <a:pt x="29179" y="33500"/>
                  </a:cubicBezTo>
                  <a:cubicBezTo>
                    <a:pt x="27556" y="34041"/>
                    <a:pt x="26585" y="34330"/>
                    <a:pt x="24753" y="34864"/>
                  </a:cubicBezTo>
                  <a:cubicBezTo>
                    <a:pt x="23505" y="35086"/>
                    <a:pt x="22694" y="35233"/>
                    <a:pt x="18950" y="36481"/>
                  </a:cubicBezTo>
                  <a:cubicBezTo>
                    <a:pt x="16406" y="37262"/>
                    <a:pt x="10861" y="38743"/>
                    <a:pt x="10136" y="48080"/>
                  </a:cubicBezTo>
                  <a:cubicBezTo>
                    <a:pt x="9109" y="55278"/>
                    <a:pt x="8569" y="60662"/>
                    <a:pt x="7640" y="66151"/>
                  </a:cubicBezTo>
                  <a:cubicBezTo>
                    <a:pt x="7198" y="70263"/>
                    <a:pt x="7044" y="76601"/>
                    <a:pt x="5139" y="81278"/>
                  </a:cubicBezTo>
                  <a:cubicBezTo>
                    <a:pt x="3497" y="86521"/>
                    <a:pt x="2987" y="95870"/>
                    <a:pt x="2496" y="100960"/>
                  </a:cubicBezTo>
                  <a:cubicBezTo>
                    <a:pt x="1912" y="106006"/>
                    <a:pt x="184" y="113192"/>
                    <a:pt x="0" y="113653"/>
                  </a:cubicBezTo>
                  <a:lnTo>
                    <a:pt x="6743" y="113653"/>
                  </a:lnTo>
                  <a:cubicBezTo>
                    <a:pt x="6743" y="113653"/>
                    <a:pt x="8716" y="106154"/>
                    <a:pt x="10480" y="102331"/>
                  </a:cubicBezTo>
                  <a:cubicBezTo>
                    <a:pt x="12435" y="98022"/>
                    <a:pt x="14058" y="88113"/>
                    <a:pt x="14002" y="86079"/>
                  </a:cubicBezTo>
                  <a:cubicBezTo>
                    <a:pt x="13929" y="84063"/>
                    <a:pt x="15096" y="78168"/>
                    <a:pt x="15668" y="75205"/>
                  </a:cubicBezTo>
                  <a:cubicBezTo>
                    <a:pt x="16682" y="69981"/>
                    <a:pt x="17186" y="59537"/>
                    <a:pt x="17186" y="59537"/>
                  </a:cubicBezTo>
                  <a:cubicBezTo>
                    <a:pt x="17186" y="59537"/>
                    <a:pt x="19940" y="72624"/>
                    <a:pt x="19977" y="77756"/>
                  </a:cubicBezTo>
                  <a:cubicBezTo>
                    <a:pt x="19995" y="82895"/>
                    <a:pt x="18827" y="85722"/>
                    <a:pt x="18606" y="88531"/>
                  </a:cubicBezTo>
                  <a:cubicBezTo>
                    <a:pt x="18121" y="91482"/>
                    <a:pt x="17137" y="94795"/>
                    <a:pt x="15963" y="98618"/>
                  </a:cubicBezTo>
                  <a:cubicBezTo>
                    <a:pt x="15084" y="101851"/>
                    <a:pt x="13517" y="106990"/>
                    <a:pt x="14543" y="113745"/>
                  </a:cubicBezTo>
                  <a:lnTo>
                    <a:pt x="56698" y="113598"/>
                  </a:lnTo>
                  <a:cubicBezTo>
                    <a:pt x="57730" y="105963"/>
                    <a:pt x="56212" y="101943"/>
                    <a:pt x="55524" y="98618"/>
                  </a:cubicBezTo>
                  <a:cubicBezTo>
                    <a:pt x="54940" y="95090"/>
                    <a:pt x="53932" y="92951"/>
                    <a:pt x="52979" y="89804"/>
                  </a:cubicBezTo>
                  <a:cubicBezTo>
                    <a:pt x="52192" y="87062"/>
                    <a:pt x="51079" y="83485"/>
                    <a:pt x="51116" y="78346"/>
                  </a:cubicBezTo>
                  <a:cubicBezTo>
                    <a:pt x="51135" y="73208"/>
                    <a:pt x="54497" y="58812"/>
                    <a:pt x="54497" y="58812"/>
                  </a:cubicBezTo>
                  <a:cubicBezTo>
                    <a:pt x="54497" y="58812"/>
                    <a:pt x="55880" y="72310"/>
                    <a:pt x="56261" y="75015"/>
                  </a:cubicBezTo>
                  <a:cubicBezTo>
                    <a:pt x="56864" y="79299"/>
                    <a:pt x="58886" y="84413"/>
                    <a:pt x="58757" y="86423"/>
                  </a:cubicBezTo>
                  <a:cubicBezTo>
                    <a:pt x="58548" y="89810"/>
                    <a:pt x="60625" y="99669"/>
                    <a:pt x="61842" y="101993"/>
                  </a:cubicBezTo>
                  <a:cubicBezTo>
                    <a:pt x="63059" y="104304"/>
                    <a:pt x="65955" y="113598"/>
                    <a:pt x="65955" y="113598"/>
                  </a:cubicBezTo>
                  <a:lnTo>
                    <a:pt x="71431" y="113659"/>
                  </a:lnTo>
                  <a:cubicBezTo>
                    <a:pt x="71229" y="113198"/>
                    <a:pt x="70313" y="106449"/>
                    <a:pt x="70079" y="101052"/>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4" name="Google Shape;10124;p89"/>
            <p:cNvGrpSpPr/>
            <p:nvPr/>
          </p:nvGrpSpPr>
          <p:grpSpPr>
            <a:xfrm>
              <a:off x="1459126" y="1614025"/>
              <a:ext cx="848725" cy="2691675"/>
              <a:chOff x="1459126" y="1614025"/>
              <a:chExt cx="848725" cy="2691675"/>
            </a:xfrm>
          </p:grpSpPr>
          <p:sp>
            <p:nvSpPr>
              <p:cNvPr id="10125" name="Google Shape;10125;p89"/>
              <p:cNvSpPr/>
              <p:nvPr/>
            </p:nvSpPr>
            <p:spPr>
              <a:xfrm>
                <a:off x="1577901" y="1614025"/>
                <a:ext cx="587050" cy="514500"/>
              </a:xfrm>
              <a:custGeom>
                <a:rect b="b" l="l" r="r" t="t"/>
                <a:pathLst>
                  <a:path extrusionOk="0" h="20580" w="23482">
                    <a:moveTo>
                      <a:pt x="11163" y="0"/>
                    </a:moveTo>
                    <a:cubicBezTo>
                      <a:pt x="4402" y="0"/>
                      <a:pt x="603" y="2680"/>
                      <a:pt x="308" y="6626"/>
                    </a:cubicBezTo>
                    <a:cubicBezTo>
                      <a:pt x="1" y="10640"/>
                      <a:pt x="1820" y="11931"/>
                      <a:pt x="4383" y="11931"/>
                    </a:cubicBezTo>
                    <a:cubicBezTo>
                      <a:pt x="4635" y="11931"/>
                      <a:pt x="4887" y="11919"/>
                      <a:pt x="5145" y="11894"/>
                    </a:cubicBezTo>
                    <a:cubicBezTo>
                      <a:pt x="5145" y="11894"/>
                      <a:pt x="5373" y="11876"/>
                      <a:pt x="5668" y="11876"/>
                    </a:cubicBezTo>
                    <a:cubicBezTo>
                      <a:pt x="6246" y="11876"/>
                      <a:pt x="7088" y="11943"/>
                      <a:pt x="7088" y="12318"/>
                    </a:cubicBezTo>
                    <a:cubicBezTo>
                      <a:pt x="7088" y="12878"/>
                      <a:pt x="6903" y="14390"/>
                      <a:pt x="8139" y="14427"/>
                    </a:cubicBezTo>
                    <a:cubicBezTo>
                      <a:pt x="8557" y="14445"/>
                      <a:pt x="8944" y="14451"/>
                      <a:pt x="9276" y="14451"/>
                    </a:cubicBezTo>
                    <a:cubicBezTo>
                      <a:pt x="9946" y="14451"/>
                      <a:pt x="10395" y="14427"/>
                      <a:pt x="10395" y="14427"/>
                    </a:cubicBezTo>
                    <a:cubicBezTo>
                      <a:pt x="10395" y="14427"/>
                      <a:pt x="10745" y="16129"/>
                      <a:pt x="11489" y="16480"/>
                    </a:cubicBezTo>
                    <a:cubicBezTo>
                      <a:pt x="12226" y="16848"/>
                      <a:pt x="11931" y="17512"/>
                      <a:pt x="12153" y="17899"/>
                    </a:cubicBezTo>
                    <a:cubicBezTo>
                      <a:pt x="12374" y="18268"/>
                      <a:pt x="13259" y="18699"/>
                      <a:pt x="13609" y="19270"/>
                    </a:cubicBezTo>
                    <a:cubicBezTo>
                      <a:pt x="13966" y="19823"/>
                      <a:pt x="14113" y="20561"/>
                      <a:pt x="14704" y="20579"/>
                    </a:cubicBezTo>
                    <a:lnTo>
                      <a:pt x="14734" y="20579"/>
                    </a:lnTo>
                    <a:cubicBezTo>
                      <a:pt x="15331" y="20579"/>
                      <a:pt x="15785" y="20088"/>
                      <a:pt x="15404" y="19307"/>
                    </a:cubicBezTo>
                    <a:cubicBezTo>
                      <a:pt x="14999" y="18490"/>
                      <a:pt x="14611" y="17770"/>
                      <a:pt x="14870" y="17697"/>
                    </a:cubicBezTo>
                    <a:cubicBezTo>
                      <a:pt x="14876" y="17697"/>
                      <a:pt x="14888" y="17697"/>
                      <a:pt x="14894" y="17697"/>
                    </a:cubicBezTo>
                    <a:cubicBezTo>
                      <a:pt x="15128" y="17697"/>
                      <a:pt x="16037" y="18004"/>
                      <a:pt x="17015" y="18004"/>
                    </a:cubicBezTo>
                    <a:cubicBezTo>
                      <a:pt x="17593" y="18004"/>
                      <a:pt x="18195" y="17893"/>
                      <a:pt x="18693" y="17549"/>
                    </a:cubicBezTo>
                    <a:cubicBezTo>
                      <a:pt x="20094" y="16590"/>
                      <a:pt x="22037" y="15385"/>
                      <a:pt x="21115" y="12595"/>
                    </a:cubicBezTo>
                    <a:lnTo>
                      <a:pt x="21115" y="12595"/>
                    </a:lnTo>
                    <a:lnTo>
                      <a:pt x="21164" y="12595"/>
                    </a:lnTo>
                    <a:cubicBezTo>
                      <a:pt x="21471" y="12595"/>
                      <a:pt x="23020" y="12478"/>
                      <a:pt x="23241" y="10062"/>
                    </a:cubicBezTo>
                    <a:cubicBezTo>
                      <a:pt x="23481" y="7382"/>
                      <a:pt x="21889" y="799"/>
                      <a:pt x="13597" y="99"/>
                    </a:cubicBezTo>
                    <a:cubicBezTo>
                      <a:pt x="12743" y="31"/>
                      <a:pt x="11938" y="0"/>
                      <a:pt x="111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6" name="Google Shape;10126;p89"/>
              <p:cNvGrpSpPr/>
              <p:nvPr/>
            </p:nvGrpSpPr>
            <p:grpSpPr>
              <a:xfrm>
                <a:off x="1459126" y="2549075"/>
                <a:ext cx="848725" cy="608875"/>
                <a:chOff x="1459126" y="2549075"/>
                <a:chExt cx="848725" cy="608875"/>
              </a:xfrm>
            </p:grpSpPr>
            <p:sp>
              <p:nvSpPr>
                <p:cNvPr id="10127" name="Google Shape;10127;p89"/>
                <p:cNvSpPr/>
                <p:nvPr/>
              </p:nvSpPr>
              <p:spPr>
                <a:xfrm>
                  <a:off x="1912751" y="2564925"/>
                  <a:ext cx="395100" cy="593025"/>
                </a:xfrm>
                <a:custGeom>
                  <a:rect b="b" l="l" r="r" t="t"/>
                  <a:pathLst>
                    <a:path extrusionOk="0" h="23721" w="15804">
                      <a:moveTo>
                        <a:pt x="4850" y="6"/>
                      </a:moveTo>
                      <a:cubicBezTo>
                        <a:pt x="4137" y="6"/>
                        <a:pt x="2736" y="234"/>
                        <a:pt x="2275" y="1973"/>
                      </a:cubicBezTo>
                      <a:cubicBezTo>
                        <a:pt x="1666" y="4321"/>
                        <a:pt x="129" y="7241"/>
                        <a:pt x="904" y="10603"/>
                      </a:cubicBezTo>
                      <a:cubicBezTo>
                        <a:pt x="1666" y="13965"/>
                        <a:pt x="0" y="16904"/>
                        <a:pt x="1740" y="18754"/>
                      </a:cubicBezTo>
                      <a:cubicBezTo>
                        <a:pt x="3418" y="20555"/>
                        <a:pt x="7419" y="23720"/>
                        <a:pt x="11335" y="23720"/>
                      </a:cubicBezTo>
                      <a:cubicBezTo>
                        <a:pt x="11476" y="23720"/>
                        <a:pt x="11618" y="23720"/>
                        <a:pt x="11753" y="23708"/>
                      </a:cubicBezTo>
                      <a:cubicBezTo>
                        <a:pt x="15804" y="23468"/>
                        <a:pt x="15711" y="19922"/>
                        <a:pt x="15029" y="18569"/>
                      </a:cubicBezTo>
                      <a:cubicBezTo>
                        <a:pt x="14365" y="17217"/>
                        <a:pt x="12829" y="14334"/>
                        <a:pt x="12699" y="12650"/>
                      </a:cubicBezTo>
                      <a:cubicBezTo>
                        <a:pt x="12570" y="10990"/>
                        <a:pt x="10610" y="1733"/>
                        <a:pt x="5268" y="31"/>
                      </a:cubicBezTo>
                      <a:cubicBezTo>
                        <a:pt x="5127" y="12"/>
                        <a:pt x="4991" y="0"/>
                        <a:pt x="4850"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9"/>
                <p:cNvSpPr/>
                <p:nvPr/>
              </p:nvSpPr>
              <p:spPr>
                <a:xfrm>
                  <a:off x="1459126" y="2549075"/>
                  <a:ext cx="395550" cy="593200"/>
                </a:xfrm>
                <a:custGeom>
                  <a:rect b="b" l="l" r="r" t="t"/>
                  <a:pathLst>
                    <a:path extrusionOk="0" h="23728" w="15822">
                      <a:moveTo>
                        <a:pt x="10997" y="1"/>
                      </a:moveTo>
                      <a:cubicBezTo>
                        <a:pt x="10843" y="1"/>
                        <a:pt x="10695" y="13"/>
                        <a:pt x="10554" y="38"/>
                      </a:cubicBezTo>
                      <a:cubicBezTo>
                        <a:pt x="5194" y="1734"/>
                        <a:pt x="3252" y="10979"/>
                        <a:pt x="3123" y="12657"/>
                      </a:cubicBezTo>
                      <a:cubicBezTo>
                        <a:pt x="2994" y="14323"/>
                        <a:pt x="1463" y="17224"/>
                        <a:pt x="775" y="18576"/>
                      </a:cubicBezTo>
                      <a:cubicBezTo>
                        <a:pt x="111" y="19904"/>
                        <a:pt x="0" y="23475"/>
                        <a:pt x="4045" y="23715"/>
                      </a:cubicBezTo>
                      <a:cubicBezTo>
                        <a:pt x="4186" y="23721"/>
                        <a:pt x="4327" y="23727"/>
                        <a:pt x="4469" y="23727"/>
                      </a:cubicBezTo>
                      <a:cubicBezTo>
                        <a:pt x="8384" y="23727"/>
                        <a:pt x="12404" y="20562"/>
                        <a:pt x="14082" y="18761"/>
                      </a:cubicBezTo>
                      <a:cubicBezTo>
                        <a:pt x="15822" y="16892"/>
                        <a:pt x="14138" y="13954"/>
                        <a:pt x="14912" y="10610"/>
                      </a:cubicBezTo>
                      <a:cubicBezTo>
                        <a:pt x="15687" y="7248"/>
                        <a:pt x="14156" y="4328"/>
                        <a:pt x="13529" y="1956"/>
                      </a:cubicBezTo>
                      <a:cubicBezTo>
                        <a:pt x="13068" y="235"/>
                        <a:pt x="11704" y="1"/>
                        <a:pt x="109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9" name="Google Shape;10129;p89"/>
              <p:cNvSpPr/>
              <p:nvPr/>
            </p:nvSpPr>
            <p:spPr>
              <a:xfrm>
                <a:off x="1834226" y="2227925"/>
                <a:ext cx="114650" cy="514800"/>
              </a:xfrm>
              <a:custGeom>
                <a:rect b="b" l="l" r="r" t="t"/>
                <a:pathLst>
                  <a:path extrusionOk="0" h="20592" w="4586">
                    <a:moveTo>
                      <a:pt x="3215" y="0"/>
                    </a:moveTo>
                    <a:cubicBezTo>
                      <a:pt x="3215" y="0"/>
                      <a:pt x="2109" y="609"/>
                      <a:pt x="775" y="683"/>
                    </a:cubicBezTo>
                    <a:cubicBezTo>
                      <a:pt x="775" y="683"/>
                      <a:pt x="1666" y="9724"/>
                      <a:pt x="1236" y="13253"/>
                    </a:cubicBezTo>
                    <a:cubicBezTo>
                      <a:pt x="793" y="16799"/>
                      <a:pt x="0" y="18090"/>
                      <a:pt x="0" y="18090"/>
                    </a:cubicBezTo>
                    <a:cubicBezTo>
                      <a:pt x="13" y="18422"/>
                      <a:pt x="142" y="18520"/>
                      <a:pt x="289" y="18520"/>
                    </a:cubicBezTo>
                    <a:cubicBezTo>
                      <a:pt x="510" y="18520"/>
                      <a:pt x="775" y="18293"/>
                      <a:pt x="775" y="18293"/>
                    </a:cubicBezTo>
                    <a:lnTo>
                      <a:pt x="1371" y="17174"/>
                    </a:lnTo>
                    <a:cubicBezTo>
                      <a:pt x="1414" y="17174"/>
                      <a:pt x="1463" y="17168"/>
                      <a:pt x="1506" y="17168"/>
                    </a:cubicBezTo>
                    <a:cubicBezTo>
                      <a:pt x="2348" y="17168"/>
                      <a:pt x="2385" y="17654"/>
                      <a:pt x="2385" y="17654"/>
                    </a:cubicBezTo>
                    <a:lnTo>
                      <a:pt x="2201" y="18133"/>
                    </a:lnTo>
                    <a:lnTo>
                      <a:pt x="3953" y="20592"/>
                    </a:lnTo>
                    <a:lnTo>
                      <a:pt x="4586" y="18096"/>
                    </a:lnTo>
                    <a:cubicBezTo>
                      <a:pt x="4586" y="18096"/>
                      <a:pt x="2975" y="16412"/>
                      <a:pt x="3252" y="11900"/>
                    </a:cubicBezTo>
                    <a:cubicBezTo>
                      <a:pt x="3547" y="7413"/>
                      <a:pt x="3215" y="0"/>
                      <a:pt x="3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9"/>
              <p:cNvSpPr/>
              <p:nvPr/>
            </p:nvSpPr>
            <p:spPr>
              <a:xfrm>
                <a:off x="1625226" y="3065100"/>
                <a:ext cx="639600" cy="411550"/>
              </a:xfrm>
              <a:custGeom>
                <a:rect b="b" l="l" r="r" t="t"/>
                <a:pathLst>
                  <a:path extrusionOk="0" h="16462" w="25584">
                    <a:moveTo>
                      <a:pt x="18373" y="1"/>
                    </a:moveTo>
                    <a:cubicBezTo>
                      <a:pt x="15589" y="1"/>
                      <a:pt x="12540" y="1003"/>
                      <a:pt x="11003" y="1500"/>
                    </a:cubicBezTo>
                    <a:cubicBezTo>
                      <a:pt x="9436" y="1998"/>
                      <a:pt x="6756" y="1832"/>
                      <a:pt x="3996" y="2072"/>
                    </a:cubicBezTo>
                    <a:cubicBezTo>
                      <a:pt x="1242" y="2312"/>
                      <a:pt x="1" y="4070"/>
                      <a:pt x="634" y="4826"/>
                    </a:cubicBezTo>
                    <a:cubicBezTo>
                      <a:pt x="1267" y="5563"/>
                      <a:pt x="4113" y="4660"/>
                      <a:pt x="5496" y="6319"/>
                    </a:cubicBezTo>
                    <a:cubicBezTo>
                      <a:pt x="6897" y="7985"/>
                      <a:pt x="8766" y="8889"/>
                      <a:pt x="9842" y="9411"/>
                    </a:cubicBezTo>
                    <a:cubicBezTo>
                      <a:pt x="10174" y="9559"/>
                      <a:pt x="10727" y="9792"/>
                      <a:pt x="11354" y="10112"/>
                    </a:cubicBezTo>
                    <a:cubicBezTo>
                      <a:pt x="11723" y="10278"/>
                      <a:pt x="12110" y="10462"/>
                      <a:pt x="12516" y="10665"/>
                    </a:cubicBezTo>
                    <a:cubicBezTo>
                      <a:pt x="13610" y="11255"/>
                      <a:pt x="14734" y="11938"/>
                      <a:pt x="15331" y="12626"/>
                    </a:cubicBezTo>
                    <a:cubicBezTo>
                      <a:pt x="16474" y="14009"/>
                      <a:pt x="20445" y="15712"/>
                      <a:pt x="21982" y="16283"/>
                    </a:cubicBezTo>
                    <a:cubicBezTo>
                      <a:pt x="22252" y="16394"/>
                      <a:pt x="22541" y="16455"/>
                      <a:pt x="22836" y="16462"/>
                    </a:cubicBezTo>
                    <a:cubicBezTo>
                      <a:pt x="23881" y="16462"/>
                      <a:pt x="24582" y="15552"/>
                      <a:pt x="24864" y="13972"/>
                    </a:cubicBezTo>
                    <a:cubicBezTo>
                      <a:pt x="25233" y="11993"/>
                      <a:pt x="25104" y="8409"/>
                      <a:pt x="25344" y="5121"/>
                    </a:cubicBezTo>
                    <a:cubicBezTo>
                      <a:pt x="25583" y="1814"/>
                      <a:pt x="22793" y="388"/>
                      <a:pt x="22793" y="388"/>
                    </a:cubicBezTo>
                    <a:cubicBezTo>
                      <a:pt x="22793" y="388"/>
                      <a:pt x="21281" y="38"/>
                      <a:pt x="184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9"/>
              <p:cNvSpPr/>
              <p:nvPr/>
            </p:nvSpPr>
            <p:spPr>
              <a:xfrm>
                <a:off x="1524726" y="3048050"/>
                <a:ext cx="355325" cy="574750"/>
              </a:xfrm>
              <a:custGeom>
                <a:rect b="b" l="l" r="r" t="t"/>
                <a:pathLst>
                  <a:path extrusionOk="0" h="22990" w="14213">
                    <a:moveTo>
                      <a:pt x="10180" y="0"/>
                    </a:moveTo>
                    <a:lnTo>
                      <a:pt x="8207" y="1500"/>
                    </a:lnTo>
                    <a:cubicBezTo>
                      <a:pt x="7315" y="1205"/>
                      <a:pt x="6541" y="1076"/>
                      <a:pt x="5852" y="1076"/>
                    </a:cubicBezTo>
                    <a:cubicBezTo>
                      <a:pt x="4021" y="1076"/>
                      <a:pt x="2791" y="1992"/>
                      <a:pt x="1623" y="3147"/>
                    </a:cubicBezTo>
                    <a:cubicBezTo>
                      <a:pt x="1" y="4733"/>
                      <a:pt x="56" y="9595"/>
                      <a:pt x="2054" y="12294"/>
                    </a:cubicBezTo>
                    <a:cubicBezTo>
                      <a:pt x="4045" y="14992"/>
                      <a:pt x="8373" y="15785"/>
                      <a:pt x="10327" y="16154"/>
                    </a:cubicBezTo>
                    <a:cubicBezTo>
                      <a:pt x="12307" y="16523"/>
                      <a:pt x="11827" y="17482"/>
                      <a:pt x="11790" y="18275"/>
                    </a:cubicBezTo>
                    <a:cubicBezTo>
                      <a:pt x="11735" y="19074"/>
                      <a:pt x="8741" y="21182"/>
                      <a:pt x="8852" y="22116"/>
                    </a:cubicBezTo>
                    <a:cubicBezTo>
                      <a:pt x="8926" y="22934"/>
                      <a:pt x="10020" y="22989"/>
                      <a:pt x="10309" y="22989"/>
                    </a:cubicBezTo>
                    <a:lnTo>
                      <a:pt x="10383" y="22989"/>
                    </a:lnTo>
                    <a:cubicBezTo>
                      <a:pt x="10383" y="22989"/>
                      <a:pt x="10788" y="21938"/>
                      <a:pt x="11882" y="20733"/>
                    </a:cubicBezTo>
                    <a:cubicBezTo>
                      <a:pt x="12970" y="19516"/>
                      <a:pt x="14132" y="18662"/>
                      <a:pt x="14040" y="16873"/>
                    </a:cubicBezTo>
                    <a:cubicBezTo>
                      <a:pt x="13954" y="15103"/>
                      <a:pt x="12491" y="14562"/>
                      <a:pt x="12491" y="14562"/>
                    </a:cubicBezTo>
                    <a:cubicBezTo>
                      <a:pt x="12491" y="14562"/>
                      <a:pt x="14212" y="13953"/>
                      <a:pt x="13413" y="11808"/>
                    </a:cubicBezTo>
                    <a:cubicBezTo>
                      <a:pt x="12614" y="9669"/>
                      <a:pt x="8698" y="10978"/>
                      <a:pt x="8735" y="8907"/>
                    </a:cubicBezTo>
                    <a:cubicBezTo>
                      <a:pt x="8791" y="6854"/>
                      <a:pt x="7942" y="5342"/>
                      <a:pt x="9178" y="3750"/>
                    </a:cubicBezTo>
                    <a:cubicBezTo>
                      <a:pt x="10401" y="2182"/>
                      <a:pt x="11305" y="203"/>
                      <a:pt x="11305" y="203"/>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2" name="Google Shape;10132;p89"/>
              <p:cNvGrpSpPr/>
              <p:nvPr/>
            </p:nvGrpSpPr>
            <p:grpSpPr>
              <a:xfrm>
                <a:off x="1674701" y="3317900"/>
                <a:ext cx="433525" cy="379725"/>
                <a:chOff x="1674701" y="3317900"/>
                <a:chExt cx="433525" cy="379725"/>
              </a:xfrm>
            </p:grpSpPr>
            <p:sp>
              <p:nvSpPr>
                <p:cNvPr id="10133" name="Google Shape;10133;p89"/>
                <p:cNvSpPr/>
                <p:nvPr/>
              </p:nvSpPr>
              <p:spPr>
                <a:xfrm>
                  <a:off x="1946101" y="3390425"/>
                  <a:ext cx="162125" cy="232050"/>
                </a:xfrm>
                <a:custGeom>
                  <a:rect b="b" l="l" r="r" t="t"/>
                  <a:pathLst>
                    <a:path extrusionOk="0" h="9282" w="6485">
                      <a:moveTo>
                        <a:pt x="3289" y="0"/>
                      </a:moveTo>
                      <a:cubicBezTo>
                        <a:pt x="2317" y="0"/>
                        <a:pt x="1051" y="277"/>
                        <a:pt x="590" y="1512"/>
                      </a:cubicBezTo>
                      <a:cubicBezTo>
                        <a:pt x="0" y="3104"/>
                        <a:pt x="1715" y="3953"/>
                        <a:pt x="1715" y="3953"/>
                      </a:cubicBezTo>
                      <a:cubicBezTo>
                        <a:pt x="1494" y="4506"/>
                        <a:pt x="1770" y="4856"/>
                        <a:pt x="1770" y="4856"/>
                      </a:cubicBezTo>
                      <a:cubicBezTo>
                        <a:pt x="1475" y="5416"/>
                        <a:pt x="1715" y="5692"/>
                        <a:pt x="1715" y="5692"/>
                      </a:cubicBezTo>
                      <a:cubicBezTo>
                        <a:pt x="1205" y="6129"/>
                        <a:pt x="910" y="6774"/>
                        <a:pt x="922" y="7444"/>
                      </a:cubicBezTo>
                      <a:cubicBezTo>
                        <a:pt x="922" y="8360"/>
                        <a:pt x="2047" y="9282"/>
                        <a:pt x="3436" y="9282"/>
                      </a:cubicBezTo>
                      <a:cubicBezTo>
                        <a:pt x="3842" y="9282"/>
                        <a:pt x="4241" y="9202"/>
                        <a:pt x="4616" y="9054"/>
                      </a:cubicBezTo>
                      <a:cubicBezTo>
                        <a:pt x="6485" y="8311"/>
                        <a:pt x="6190" y="6374"/>
                        <a:pt x="6153" y="3455"/>
                      </a:cubicBezTo>
                      <a:cubicBezTo>
                        <a:pt x="6116" y="517"/>
                        <a:pt x="4032" y="56"/>
                        <a:pt x="4032" y="56"/>
                      </a:cubicBezTo>
                      <a:cubicBezTo>
                        <a:pt x="3787" y="19"/>
                        <a:pt x="3535" y="0"/>
                        <a:pt x="3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9"/>
                <p:cNvSpPr/>
                <p:nvPr/>
              </p:nvSpPr>
              <p:spPr>
                <a:xfrm>
                  <a:off x="1674701" y="3385650"/>
                  <a:ext cx="162300" cy="232075"/>
                </a:xfrm>
                <a:custGeom>
                  <a:rect b="b" l="l" r="r" t="t"/>
                  <a:pathLst>
                    <a:path extrusionOk="0" h="9283" w="6492">
                      <a:moveTo>
                        <a:pt x="3154" y="1"/>
                      </a:moveTo>
                      <a:cubicBezTo>
                        <a:pt x="2921" y="1"/>
                        <a:pt x="2687" y="13"/>
                        <a:pt x="2460" y="44"/>
                      </a:cubicBezTo>
                      <a:cubicBezTo>
                        <a:pt x="2460" y="44"/>
                        <a:pt x="370" y="505"/>
                        <a:pt x="333" y="3443"/>
                      </a:cubicBezTo>
                      <a:cubicBezTo>
                        <a:pt x="296" y="6381"/>
                        <a:pt x="1" y="8323"/>
                        <a:pt x="1870" y="9061"/>
                      </a:cubicBezTo>
                      <a:cubicBezTo>
                        <a:pt x="2245" y="9208"/>
                        <a:pt x="2638" y="9282"/>
                        <a:pt x="3037" y="9282"/>
                      </a:cubicBezTo>
                      <a:cubicBezTo>
                        <a:pt x="4433" y="9282"/>
                        <a:pt x="5570" y="8354"/>
                        <a:pt x="5570" y="7438"/>
                      </a:cubicBezTo>
                      <a:cubicBezTo>
                        <a:pt x="5576" y="6762"/>
                        <a:pt x="5287" y="6117"/>
                        <a:pt x="4777" y="5680"/>
                      </a:cubicBezTo>
                      <a:cubicBezTo>
                        <a:pt x="4777" y="5680"/>
                        <a:pt x="5017" y="5422"/>
                        <a:pt x="4722" y="4869"/>
                      </a:cubicBezTo>
                      <a:cubicBezTo>
                        <a:pt x="4722" y="4869"/>
                        <a:pt x="4998" y="4519"/>
                        <a:pt x="4777" y="3947"/>
                      </a:cubicBezTo>
                      <a:cubicBezTo>
                        <a:pt x="4777" y="3947"/>
                        <a:pt x="6492" y="3117"/>
                        <a:pt x="5902" y="1525"/>
                      </a:cubicBezTo>
                      <a:cubicBezTo>
                        <a:pt x="5435" y="265"/>
                        <a:pt x="4132"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9"/>
                <p:cNvSpPr/>
                <p:nvPr/>
              </p:nvSpPr>
              <p:spPr>
                <a:xfrm>
                  <a:off x="1792726" y="3317900"/>
                  <a:ext cx="197650" cy="379725"/>
                </a:xfrm>
                <a:custGeom>
                  <a:rect b="b" l="l" r="r" t="t"/>
                  <a:pathLst>
                    <a:path extrusionOk="0" h="15189" w="7906">
                      <a:moveTo>
                        <a:pt x="4654" y="0"/>
                      </a:moveTo>
                      <a:lnTo>
                        <a:pt x="4654" y="4192"/>
                      </a:lnTo>
                      <a:cubicBezTo>
                        <a:pt x="4654" y="4192"/>
                        <a:pt x="1734" y="6817"/>
                        <a:pt x="130" y="6964"/>
                      </a:cubicBezTo>
                      <a:lnTo>
                        <a:pt x="1" y="7579"/>
                      </a:lnTo>
                      <a:cubicBezTo>
                        <a:pt x="1" y="7579"/>
                        <a:pt x="2840" y="6725"/>
                        <a:pt x="4248" y="5563"/>
                      </a:cubicBezTo>
                      <a:lnTo>
                        <a:pt x="4248" y="5563"/>
                      </a:lnTo>
                      <a:cubicBezTo>
                        <a:pt x="4064" y="5729"/>
                        <a:pt x="1144" y="8298"/>
                        <a:pt x="56" y="8390"/>
                      </a:cubicBezTo>
                      <a:lnTo>
                        <a:pt x="554" y="8980"/>
                      </a:lnTo>
                      <a:cubicBezTo>
                        <a:pt x="554" y="8980"/>
                        <a:pt x="4174" y="7075"/>
                        <a:pt x="4303" y="6300"/>
                      </a:cubicBezTo>
                      <a:lnTo>
                        <a:pt x="4303" y="15189"/>
                      </a:lnTo>
                      <a:lnTo>
                        <a:pt x="5766" y="15189"/>
                      </a:lnTo>
                      <a:lnTo>
                        <a:pt x="5766" y="8095"/>
                      </a:lnTo>
                      <a:cubicBezTo>
                        <a:pt x="6295" y="8943"/>
                        <a:pt x="7199" y="8999"/>
                        <a:pt x="7426" y="8999"/>
                      </a:cubicBezTo>
                      <a:cubicBezTo>
                        <a:pt x="7444" y="8999"/>
                        <a:pt x="7463" y="8999"/>
                        <a:pt x="7481" y="8999"/>
                      </a:cubicBezTo>
                      <a:lnTo>
                        <a:pt x="7850" y="8593"/>
                      </a:lnTo>
                      <a:cubicBezTo>
                        <a:pt x="6725" y="8482"/>
                        <a:pt x="6227" y="7358"/>
                        <a:pt x="6227" y="7358"/>
                      </a:cubicBezTo>
                      <a:lnTo>
                        <a:pt x="6227" y="7358"/>
                      </a:lnTo>
                      <a:cubicBezTo>
                        <a:pt x="6781" y="7720"/>
                        <a:pt x="7420" y="7769"/>
                        <a:pt x="7727" y="7769"/>
                      </a:cubicBezTo>
                      <a:cubicBezTo>
                        <a:pt x="7838" y="7769"/>
                        <a:pt x="7905" y="7763"/>
                        <a:pt x="7905" y="7763"/>
                      </a:cubicBezTo>
                      <a:lnTo>
                        <a:pt x="7776" y="7173"/>
                      </a:lnTo>
                      <a:cubicBezTo>
                        <a:pt x="7678" y="7186"/>
                        <a:pt x="7580" y="7186"/>
                        <a:pt x="7481" y="7186"/>
                      </a:cubicBezTo>
                      <a:cubicBezTo>
                        <a:pt x="6092" y="7186"/>
                        <a:pt x="5803" y="5987"/>
                        <a:pt x="5803" y="5987"/>
                      </a:cubicBezTo>
                      <a:lnTo>
                        <a:pt x="5803" y="553"/>
                      </a:lnTo>
                      <a:cubicBezTo>
                        <a:pt x="5410" y="350"/>
                        <a:pt x="5029" y="166"/>
                        <a:pt x="46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6" name="Google Shape;10136;p89"/>
              <p:cNvSpPr/>
              <p:nvPr/>
            </p:nvSpPr>
            <p:spPr>
              <a:xfrm>
                <a:off x="1513051" y="3450200"/>
                <a:ext cx="724875" cy="855500"/>
              </a:xfrm>
              <a:custGeom>
                <a:rect b="b" l="l" r="r" t="t"/>
                <a:pathLst>
                  <a:path extrusionOk="0" h="34220" w="28995">
                    <a:moveTo>
                      <a:pt x="2244" y="0"/>
                    </a:moveTo>
                    <a:cubicBezTo>
                      <a:pt x="1974" y="6"/>
                      <a:pt x="1703" y="43"/>
                      <a:pt x="1445" y="123"/>
                    </a:cubicBezTo>
                    <a:cubicBezTo>
                      <a:pt x="1" y="511"/>
                      <a:pt x="1021" y="2059"/>
                      <a:pt x="1095" y="2803"/>
                    </a:cubicBezTo>
                    <a:cubicBezTo>
                      <a:pt x="1150" y="3522"/>
                      <a:pt x="1593" y="4703"/>
                      <a:pt x="1593" y="4703"/>
                    </a:cubicBezTo>
                    <a:cubicBezTo>
                      <a:pt x="1371" y="5668"/>
                      <a:pt x="2312" y="6995"/>
                      <a:pt x="2312" y="6995"/>
                    </a:cubicBezTo>
                    <a:cubicBezTo>
                      <a:pt x="1851" y="8200"/>
                      <a:pt x="2404" y="8753"/>
                      <a:pt x="2404" y="8753"/>
                    </a:cubicBezTo>
                    <a:cubicBezTo>
                      <a:pt x="1925" y="9528"/>
                      <a:pt x="2422" y="10935"/>
                      <a:pt x="2422" y="10935"/>
                    </a:cubicBezTo>
                    <a:cubicBezTo>
                      <a:pt x="1519" y="12706"/>
                      <a:pt x="2293" y="13855"/>
                      <a:pt x="2293" y="13855"/>
                    </a:cubicBezTo>
                    <a:cubicBezTo>
                      <a:pt x="1648" y="14740"/>
                      <a:pt x="1980" y="16314"/>
                      <a:pt x="1980" y="16314"/>
                    </a:cubicBezTo>
                    <a:cubicBezTo>
                      <a:pt x="947" y="17955"/>
                      <a:pt x="1832" y="19823"/>
                      <a:pt x="1832" y="19823"/>
                    </a:cubicBezTo>
                    <a:cubicBezTo>
                      <a:pt x="1500" y="21114"/>
                      <a:pt x="1740" y="22430"/>
                      <a:pt x="1740" y="22430"/>
                    </a:cubicBezTo>
                    <a:cubicBezTo>
                      <a:pt x="1408" y="24347"/>
                      <a:pt x="2220" y="25017"/>
                      <a:pt x="2220" y="25017"/>
                    </a:cubicBezTo>
                    <a:cubicBezTo>
                      <a:pt x="2367" y="27642"/>
                      <a:pt x="4955" y="28011"/>
                      <a:pt x="4955" y="28011"/>
                    </a:cubicBezTo>
                    <a:cubicBezTo>
                      <a:pt x="5416" y="28939"/>
                      <a:pt x="6141" y="29222"/>
                      <a:pt x="6854" y="29222"/>
                    </a:cubicBezTo>
                    <a:cubicBezTo>
                      <a:pt x="7930" y="29222"/>
                      <a:pt x="8969" y="28589"/>
                      <a:pt x="8969" y="28589"/>
                    </a:cubicBezTo>
                    <a:cubicBezTo>
                      <a:pt x="9313" y="28705"/>
                      <a:pt x="9676" y="28767"/>
                      <a:pt x="10038" y="28779"/>
                    </a:cubicBezTo>
                    <a:cubicBezTo>
                      <a:pt x="10917" y="28779"/>
                      <a:pt x="11163" y="28238"/>
                      <a:pt x="11741" y="28011"/>
                    </a:cubicBezTo>
                    <a:cubicBezTo>
                      <a:pt x="11956" y="27919"/>
                      <a:pt x="12183" y="27870"/>
                      <a:pt x="12417" y="27863"/>
                    </a:cubicBezTo>
                    <a:cubicBezTo>
                      <a:pt x="12841" y="27863"/>
                      <a:pt x="13161" y="28091"/>
                      <a:pt x="13308" y="28638"/>
                    </a:cubicBezTo>
                    <a:cubicBezTo>
                      <a:pt x="13530" y="29455"/>
                      <a:pt x="13142" y="30709"/>
                      <a:pt x="12976" y="31969"/>
                    </a:cubicBezTo>
                    <a:cubicBezTo>
                      <a:pt x="12810" y="33205"/>
                      <a:pt x="13603" y="34219"/>
                      <a:pt x="13603" y="34219"/>
                    </a:cubicBezTo>
                    <a:lnTo>
                      <a:pt x="15490" y="34219"/>
                    </a:lnTo>
                    <a:cubicBezTo>
                      <a:pt x="15454" y="34219"/>
                      <a:pt x="15306" y="34182"/>
                      <a:pt x="15951" y="33076"/>
                    </a:cubicBezTo>
                    <a:cubicBezTo>
                      <a:pt x="16652" y="31889"/>
                      <a:pt x="15693" y="30746"/>
                      <a:pt x="16597" y="29302"/>
                    </a:cubicBezTo>
                    <a:cubicBezTo>
                      <a:pt x="17507" y="27863"/>
                      <a:pt x="17451" y="26032"/>
                      <a:pt x="17451" y="26032"/>
                    </a:cubicBezTo>
                    <a:cubicBezTo>
                      <a:pt x="17894" y="23591"/>
                      <a:pt x="16744" y="23518"/>
                      <a:pt x="15822" y="22485"/>
                    </a:cubicBezTo>
                    <a:cubicBezTo>
                      <a:pt x="15429" y="22061"/>
                      <a:pt x="14808" y="21932"/>
                      <a:pt x="14218" y="21932"/>
                    </a:cubicBezTo>
                    <a:cubicBezTo>
                      <a:pt x="13689" y="21944"/>
                      <a:pt x="13167" y="22024"/>
                      <a:pt x="12663" y="22172"/>
                    </a:cubicBezTo>
                    <a:cubicBezTo>
                      <a:pt x="12454" y="22092"/>
                      <a:pt x="12226" y="22049"/>
                      <a:pt x="12005" y="22042"/>
                    </a:cubicBezTo>
                    <a:cubicBezTo>
                      <a:pt x="11556" y="22030"/>
                      <a:pt x="11151" y="22301"/>
                      <a:pt x="10997" y="22725"/>
                    </a:cubicBezTo>
                    <a:cubicBezTo>
                      <a:pt x="10856" y="22676"/>
                      <a:pt x="10708" y="22651"/>
                      <a:pt x="10561" y="22651"/>
                    </a:cubicBezTo>
                    <a:cubicBezTo>
                      <a:pt x="9805" y="22651"/>
                      <a:pt x="9172" y="23266"/>
                      <a:pt x="9172" y="23266"/>
                    </a:cubicBezTo>
                    <a:cubicBezTo>
                      <a:pt x="9110" y="22885"/>
                      <a:pt x="8803" y="22780"/>
                      <a:pt x="8471" y="22780"/>
                    </a:cubicBezTo>
                    <a:cubicBezTo>
                      <a:pt x="8182" y="22792"/>
                      <a:pt x="7893" y="22848"/>
                      <a:pt x="7616" y="22946"/>
                    </a:cubicBezTo>
                    <a:cubicBezTo>
                      <a:pt x="7696" y="22079"/>
                      <a:pt x="6897" y="21766"/>
                      <a:pt x="6897" y="21766"/>
                    </a:cubicBezTo>
                    <a:cubicBezTo>
                      <a:pt x="7561" y="20512"/>
                      <a:pt x="6621" y="19676"/>
                      <a:pt x="6621" y="19676"/>
                    </a:cubicBezTo>
                    <a:cubicBezTo>
                      <a:pt x="7709" y="18109"/>
                      <a:pt x="7045" y="16295"/>
                      <a:pt x="7045" y="16295"/>
                    </a:cubicBezTo>
                    <a:cubicBezTo>
                      <a:pt x="7506" y="14433"/>
                      <a:pt x="6473" y="13394"/>
                      <a:pt x="6473" y="13394"/>
                    </a:cubicBezTo>
                    <a:cubicBezTo>
                      <a:pt x="7580" y="11919"/>
                      <a:pt x="6270" y="10554"/>
                      <a:pt x="6270" y="10554"/>
                    </a:cubicBezTo>
                    <a:cubicBezTo>
                      <a:pt x="6694" y="10149"/>
                      <a:pt x="6547" y="9257"/>
                      <a:pt x="6510" y="9036"/>
                    </a:cubicBezTo>
                    <a:lnTo>
                      <a:pt x="6510" y="9036"/>
                    </a:lnTo>
                    <a:cubicBezTo>
                      <a:pt x="6682" y="10007"/>
                      <a:pt x="7758" y="10075"/>
                      <a:pt x="8059" y="10075"/>
                    </a:cubicBezTo>
                    <a:lnTo>
                      <a:pt x="8133" y="10075"/>
                    </a:lnTo>
                    <a:cubicBezTo>
                      <a:pt x="8219" y="10917"/>
                      <a:pt x="9307" y="11028"/>
                      <a:pt x="9842" y="11028"/>
                    </a:cubicBezTo>
                    <a:cubicBezTo>
                      <a:pt x="10014" y="11028"/>
                      <a:pt x="10130" y="11015"/>
                      <a:pt x="10130" y="11015"/>
                    </a:cubicBezTo>
                    <a:cubicBezTo>
                      <a:pt x="10296" y="11765"/>
                      <a:pt x="10764" y="11962"/>
                      <a:pt x="11194" y="11962"/>
                    </a:cubicBezTo>
                    <a:cubicBezTo>
                      <a:pt x="11507" y="11950"/>
                      <a:pt x="11809" y="11876"/>
                      <a:pt x="12091" y="11741"/>
                    </a:cubicBezTo>
                    <a:cubicBezTo>
                      <a:pt x="12509" y="12146"/>
                      <a:pt x="13044" y="12275"/>
                      <a:pt x="13560" y="12275"/>
                    </a:cubicBezTo>
                    <a:cubicBezTo>
                      <a:pt x="14452" y="12275"/>
                      <a:pt x="15269" y="11894"/>
                      <a:pt x="15269" y="11894"/>
                    </a:cubicBezTo>
                    <a:cubicBezTo>
                      <a:pt x="15490" y="12109"/>
                      <a:pt x="15798" y="12226"/>
                      <a:pt x="16111" y="12214"/>
                    </a:cubicBezTo>
                    <a:cubicBezTo>
                      <a:pt x="17009" y="12214"/>
                      <a:pt x="18023" y="11501"/>
                      <a:pt x="18023" y="11501"/>
                    </a:cubicBezTo>
                    <a:cubicBezTo>
                      <a:pt x="18213" y="11568"/>
                      <a:pt x="18410" y="11599"/>
                      <a:pt x="18613" y="11599"/>
                    </a:cubicBezTo>
                    <a:cubicBezTo>
                      <a:pt x="19744" y="11599"/>
                      <a:pt x="20033" y="10413"/>
                      <a:pt x="20033" y="10413"/>
                    </a:cubicBezTo>
                    <a:lnTo>
                      <a:pt x="20076" y="10413"/>
                    </a:lnTo>
                    <a:cubicBezTo>
                      <a:pt x="21668" y="10394"/>
                      <a:pt x="21975" y="9313"/>
                      <a:pt x="21975" y="9313"/>
                    </a:cubicBezTo>
                    <a:cubicBezTo>
                      <a:pt x="22172" y="9380"/>
                      <a:pt x="22381" y="9417"/>
                      <a:pt x="22590" y="9423"/>
                    </a:cubicBezTo>
                    <a:cubicBezTo>
                      <a:pt x="23002" y="9423"/>
                      <a:pt x="23119" y="9202"/>
                      <a:pt x="23162" y="9067"/>
                    </a:cubicBezTo>
                    <a:lnTo>
                      <a:pt x="23162" y="9067"/>
                    </a:lnTo>
                    <a:cubicBezTo>
                      <a:pt x="22977" y="10382"/>
                      <a:pt x="23807" y="10603"/>
                      <a:pt x="23807" y="10603"/>
                    </a:cubicBezTo>
                    <a:cubicBezTo>
                      <a:pt x="23586" y="11396"/>
                      <a:pt x="23487" y="12220"/>
                      <a:pt x="23512" y="13044"/>
                    </a:cubicBezTo>
                    <a:cubicBezTo>
                      <a:pt x="22602" y="15336"/>
                      <a:pt x="24084" y="16240"/>
                      <a:pt x="24084" y="16240"/>
                    </a:cubicBezTo>
                    <a:cubicBezTo>
                      <a:pt x="22996" y="17611"/>
                      <a:pt x="23807" y="18938"/>
                      <a:pt x="23807" y="18938"/>
                    </a:cubicBezTo>
                    <a:cubicBezTo>
                      <a:pt x="23401" y="19553"/>
                      <a:pt x="23586" y="21415"/>
                      <a:pt x="23586" y="21415"/>
                    </a:cubicBezTo>
                    <a:cubicBezTo>
                      <a:pt x="23045" y="22024"/>
                      <a:pt x="22768" y="23303"/>
                      <a:pt x="22768" y="23303"/>
                    </a:cubicBezTo>
                    <a:cubicBezTo>
                      <a:pt x="20943" y="24077"/>
                      <a:pt x="21035" y="25706"/>
                      <a:pt x="21035" y="25706"/>
                    </a:cubicBezTo>
                    <a:cubicBezTo>
                      <a:pt x="21145" y="25755"/>
                      <a:pt x="21244" y="25841"/>
                      <a:pt x="21311" y="25946"/>
                    </a:cubicBezTo>
                    <a:cubicBezTo>
                      <a:pt x="21570" y="26327"/>
                      <a:pt x="22215" y="26757"/>
                      <a:pt x="22215" y="26757"/>
                    </a:cubicBezTo>
                    <a:cubicBezTo>
                      <a:pt x="21496" y="27089"/>
                      <a:pt x="20850" y="29455"/>
                      <a:pt x="20648" y="30027"/>
                    </a:cubicBezTo>
                    <a:cubicBezTo>
                      <a:pt x="20586" y="30193"/>
                      <a:pt x="20654" y="30267"/>
                      <a:pt x="20777" y="30267"/>
                    </a:cubicBezTo>
                    <a:cubicBezTo>
                      <a:pt x="21109" y="30267"/>
                      <a:pt x="21871" y="29750"/>
                      <a:pt x="22067" y="28921"/>
                    </a:cubicBezTo>
                    <a:cubicBezTo>
                      <a:pt x="22362" y="27796"/>
                      <a:pt x="23180" y="27384"/>
                      <a:pt x="23180" y="27384"/>
                    </a:cubicBezTo>
                    <a:cubicBezTo>
                      <a:pt x="23567" y="28251"/>
                      <a:pt x="24194" y="28521"/>
                      <a:pt x="24852" y="28521"/>
                    </a:cubicBezTo>
                    <a:cubicBezTo>
                      <a:pt x="25565" y="28521"/>
                      <a:pt x="26309" y="28195"/>
                      <a:pt x="26800" y="27974"/>
                    </a:cubicBezTo>
                    <a:cubicBezTo>
                      <a:pt x="27741" y="27550"/>
                      <a:pt x="27649" y="25405"/>
                      <a:pt x="27649" y="25405"/>
                    </a:cubicBezTo>
                    <a:cubicBezTo>
                      <a:pt x="27649" y="25405"/>
                      <a:pt x="27962" y="25276"/>
                      <a:pt x="28497" y="23782"/>
                    </a:cubicBezTo>
                    <a:cubicBezTo>
                      <a:pt x="28835" y="22928"/>
                      <a:pt x="28749" y="21975"/>
                      <a:pt x="28276" y="21194"/>
                    </a:cubicBezTo>
                    <a:cubicBezTo>
                      <a:pt x="28927" y="19197"/>
                      <a:pt x="27852" y="18035"/>
                      <a:pt x="27852" y="18035"/>
                    </a:cubicBezTo>
                    <a:cubicBezTo>
                      <a:pt x="28798" y="16461"/>
                      <a:pt x="27833" y="15078"/>
                      <a:pt x="27833" y="15078"/>
                    </a:cubicBezTo>
                    <a:cubicBezTo>
                      <a:pt x="28632" y="13726"/>
                      <a:pt x="27759" y="12435"/>
                      <a:pt x="27759" y="12435"/>
                    </a:cubicBezTo>
                    <a:cubicBezTo>
                      <a:pt x="28552" y="11286"/>
                      <a:pt x="27981" y="9792"/>
                      <a:pt x="27981" y="9792"/>
                    </a:cubicBezTo>
                    <a:cubicBezTo>
                      <a:pt x="28995" y="8311"/>
                      <a:pt x="28036" y="7352"/>
                      <a:pt x="28036" y="7352"/>
                    </a:cubicBezTo>
                    <a:cubicBezTo>
                      <a:pt x="28036" y="7352"/>
                      <a:pt x="28663" y="7167"/>
                      <a:pt x="28589" y="5151"/>
                    </a:cubicBezTo>
                    <a:cubicBezTo>
                      <a:pt x="28540" y="3424"/>
                      <a:pt x="26973" y="3301"/>
                      <a:pt x="26524" y="3301"/>
                    </a:cubicBezTo>
                    <a:lnTo>
                      <a:pt x="26407" y="3301"/>
                    </a:lnTo>
                    <a:cubicBezTo>
                      <a:pt x="26032" y="2895"/>
                      <a:pt x="25663" y="2754"/>
                      <a:pt x="25344" y="2754"/>
                    </a:cubicBezTo>
                    <a:cubicBezTo>
                      <a:pt x="24581" y="2754"/>
                      <a:pt x="24041" y="3541"/>
                      <a:pt x="24041" y="3541"/>
                    </a:cubicBezTo>
                    <a:cubicBezTo>
                      <a:pt x="23942" y="3510"/>
                      <a:pt x="23844" y="3498"/>
                      <a:pt x="23739" y="3498"/>
                    </a:cubicBezTo>
                    <a:cubicBezTo>
                      <a:pt x="22658" y="3498"/>
                      <a:pt x="21809" y="5016"/>
                      <a:pt x="21809" y="5016"/>
                    </a:cubicBezTo>
                    <a:lnTo>
                      <a:pt x="21729" y="5016"/>
                    </a:lnTo>
                    <a:cubicBezTo>
                      <a:pt x="20574" y="5016"/>
                      <a:pt x="20641" y="5834"/>
                      <a:pt x="20641" y="5834"/>
                    </a:cubicBezTo>
                    <a:cubicBezTo>
                      <a:pt x="20439" y="5784"/>
                      <a:pt x="20230" y="5754"/>
                      <a:pt x="20021" y="5754"/>
                    </a:cubicBezTo>
                    <a:cubicBezTo>
                      <a:pt x="19344" y="5748"/>
                      <a:pt x="18717" y="6104"/>
                      <a:pt x="18392" y="6700"/>
                    </a:cubicBezTo>
                    <a:cubicBezTo>
                      <a:pt x="18152" y="6571"/>
                      <a:pt x="17888" y="6510"/>
                      <a:pt x="17617" y="6504"/>
                    </a:cubicBezTo>
                    <a:cubicBezTo>
                      <a:pt x="16707" y="6510"/>
                      <a:pt x="16136" y="7315"/>
                      <a:pt x="16136" y="7315"/>
                    </a:cubicBezTo>
                    <a:cubicBezTo>
                      <a:pt x="15902" y="7247"/>
                      <a:pt x="15656" y="7217"/>
                      <a:pt x="15417" y="7217"/>
                    </a:cubicBezTo>
                    <a:cubicBezTo>
                      <a:pt x="14396" y="7217"/>
                      <a:pt x="13843" y="7831"/>
                      <a:pt x="13843" y="7831"/>
                    </a:cubicBezTo>
                    <a:cubicBezTo>
                      <a:pt x="13339" y="7167"/>
                      <a:pt x="12743" y="6977"/>
                      <a:pt x="12233" y="6977"/>
                    </a:cubicBezTo>
                    <a:cubicBezTo>
                      <a:pt x="11790" y="6983"/>
                      <a:pt x="11360" y="7106"/>
                      <a:pt x="10979" y="7333"/>
                    </a:cubicBezTo>
                    <a:cubicBezTo>
                      <a:pt x="10942" y="6393"/>
                      <a:pt x="10198" y="6245"/>
                      <a:pt x="9737" y="6245"/>
                    </a:cubicBezTo>
                    <a:cubicBezTo>
                      <a:pt x="9614" y="6245"/>
                      <a:pt x="9491" y="6258"/>
                      <a:pt x="9368" y="6276"/>
                    </a:cubicBezTo>
                    <a:cubicBezTo>
                      <a:pt x="9202" y="5225"/>
                      <a:pt x="7598" y="5041"/>
                      <a:pt x="7598" y="5041"/>
                    </a:cubicBezTo>
                    <a:cubicBezTo>
                      <a:pt x="8114" y="3762"/>
                      <a:pt x="6688" y="3320"/>
                      <a:pt x="6688" y="3320"/>
                    </a:cubicBezTo>
                    <a:cubicBezTo>
                      <a:pt x="6744" y="2176"/>
                      <a:pt x="5600" y="1807"/>
                      <a:pt x="5600" y="1807"/>
                    </a:cubicBezTo>
                    <a:cubicBezTo>
                      <a:pt x="5422" y="578"/>
                      <a:pt x="4777" y="302"/>
                      <a:pt x="4236" y="302"/>
                    </a:cubicBezTo>
                    <a:cubicBezTo>
                      <a:pt x="3959" y="308"/>
                      <a:pt x="3689" y="363"/>
                      <a:pt x="3443" y="474"/>
                    </a:cubicBezTo>
                    <a:cubicBezTo>
                      <a:pt x="3443" y="474"/>
                      <a:pt x="3092" y="0"/>
                      <a:pt x="22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9"/>
              <p:cNvSpPr/>
              <p:nvPr/>
            </p:nvSpPr>
            <p:spPr>
              <a:xfrm>
                <a:off x="1726651" y="2627300"/>
                <a:ext cx="281400" cy="432450"/>
              </a:xfrm>
              <a:custGeom>
                <a:rect b="b" l="l" r="r" t="t"/>
                <a:pathLst>
                  <a:path extrusionOk="0" h="17298" w="11256">
                    <a:moveTo>
                      <a:pt x="6147" y="1"/>
                    </a:moveTo>
                    <a:cubicBezTo>
                      <a:pt x="6141" y="1"/>
                      <a:pt x="6129" y="1"/>
                      <a:pt x="6117" y="1"/>
                    </a:cubicBezTo>
                    <a:cubicBezTo>
                      <a:pt x="6043" y="56"/>
                      <a:pt x="5570" y="873"/>
                      <a:pt x="5514" y="1175"/>
                    </a:cubicBezTo>
                    <a:cubicBezTo>
                      <a:pt x="5483" y="1359"/>
                      <a:pt x="5299" y="1414"/>
                      <a:pt x="5127" y="1414"/>
                    </a:cubicBezTo>
                    <a:cubicBezTo>
                      <a:pt x="5022" y="1414"/>
                      <a:pt x="4918" y="1396"/>
                      <a:pt x="4820" y="1359"/>
                    </a:cubicBezTo>
                    <a:cubicBezTo>
                      <a:pt x="4684" y="1322"/>
                      <a:pt x="4684" y="99"/>
                      <a:pt x="4684" y="99"/>
                    </a:cubicBezTo>
                    <a:cubicBezTo>
                      <a:pt x="4119" y="99"/>
                      <a:pt x="3553" y="548"/>
                      <a:pt x="3553" y="548"/>
                    </a:cubicBezTo>
                    <a:lnTo>
                      <a:pt x="3738" y="1605"/>
                    </a:lnTo>
                    <a:cubicBezTo>
                      <a:pt x="3215" y="2066"/>
                      <a:pt x="3418" y="2502"/>
                      <a:pt x="3418" y="2502"/>
                    </a:cubicBezTo>
                    <a:cubicBezTo>
                      <a:pt x="2681" y="3049"/>
                      <a:pt x="2797" y="4242"/>
                      <a:pt x="2361" y="4242"/>
                    </a:cubicBezTo>
                    <a:cubicBezTo>
                      <a:pt x="1974" y="4223"/>
                      <a:pt x="1974" y="4045"/>
                      <a:pt x="1851" y="4045"/>
                    </a:cubicBezTo>
                    <a:cubicBezTo>
                      <a:pt x="1826" y="4045"/>
                      <a:pt x="1808" y="4045"/>
                      <a:pt x="1795" y="4051"/>
                    </a:cubicBezTo>
                    <a:cubicBezTo>
                      <a:pt x="1623" y="4131"/>
                      <a:pt x="1377" y="4371"/>
                      <a:pt x="1586" y="4525"/>
                    </a:cubicBezTo>
                    <a:cubicBezTo>
                      <a:pt x="1777" y="4691"/>
                      <a:pt x="1605" y="4691"/>
                      <a:pt x="1377" y="4973"/>
                    </a:cubicBezTo>
                    <a:cubicBezTo>
                      <a:pt x="1132" y="5262"/>
                      <a:pt x="1642" y="5828"/>
                      <a:pt x="1832" y="5895"/>
                    </a:cubicBezTo>
                    <a:cubicBezTo>
                      <a:pt x="1845" y="5902"/>
                      <a:pt x="1857" y="5902"/>
                      <a:pt x="1869" y="5902"/>
                    </a:cubicBezTo>
                    <a:cubicBezTo>
                      <a:pt x="2121" y="5902"/>
                      <a:pt x="2963" y="5465"/>
                      <a:pt x="2963" y="5465"/>
                    </a:cubicBezTo>
                    <a:lnTo>
                      <a:pt x="2963" y="5465"/>
                    </a:lnTo>
                    <a:cubicBezTo>
                      <a:pt x="2736" y="5957"/>
                      <a:pt x="2773" y="6633"/>
                      <a:pt x="2773" y="6633"/>
                    </a:cubicBezTo>
                    <a:cubicBezTo>
                      <a:pt x="2773" y="6633"/>
                      <a:pt x="2631" y="6221"/>
                      <a:pt x="2269" y="6221"/>
                    </a:cubicBezTo>
                    <a:cubicBezTo>
                      <a:pt x="2189" y="6227"/>
                      <a:pt x="2115" y="6246"/>
                      <a:pt x="2041" y="6276"/>
                    </a:cubicBezTo>
                    <a:cubicBezTo>
                      <a:pt x="1513" y="6485"/>
                      <a:pt x="1494" y="6879"/>
                      <a:pt x="1494" y="6879"/>
                    </a:cubicBezTo>
                    <a:cubicBezTo>
                      <a:pt x="1869" y="6897"/>
                      <a:pt x="2023" y="7278"/>
                      <a:pt x="2023" y="7278"/>
                    </a:cubicBezTo>
                    <a:cubicBezTo>
                      <a:pt x="1" y="10659"/>
                      <a:pt x="1" y="15927"/>
                      <a:pt x="683" y="16683"/>
                    </a:cubicBezTo>
                    <a:cubicBezTo>
                      <a:pt x="1070" y="17089"/>
                      <a:pt x="1574" y="17298"/>
                      <a:pt x="2293" y="17298"/>
                    </a:cubicBezTo>
                    <a:cubicBezTo>
                      <a:pt x="2871" y="17298"/>
                      <a:pt x="3590" y="17168"/>
                      <a:pt x="4512" y="16904"/>
                    </a:cubicBezTo>
                    <a:cubicBezTo>
                      <a:pt x="6608" y="16302"/>
                      <a:pt x="10063" y="13868"/>
                      <a:pt x="10647" y="11354"/>
                    </a:cubicBezTo>
                    <a:cubicBezTo>
                      <a:pt x="11255" y="8846"/>
                      <a:pt x="9178" y="7407"/>
                      <a:pt x="9178" y="7407"/>
                    </a:cubicBezTo>
                    <a:cubicBezTo>
                      <a:pt x="9178" y="7407"/>
                      <a:pt x="9251" y="6670"/>
                      <a:pt x="9178" y="5182"/>
                    </a:cubicBezTo>
                    <a:cubicBezTo>
                      <a:pt x="9129" y="3855"/>
                      <a:pt x="8182" y="3781"/>
                      <a:pt x="7973" y="3781"/>
                    </a:cubicBezTo>
                    <a:lnTo>
                      <a:pt x="7930" y="3781"/>
                    </a:lnTo>
                    <a:cubicBezTo>
                      <a:pt x="8041" y="2349"/>
                      <a:pt x="6664" y="1931"/>
                      <a:pt x="6664" y="1740"/>
                    </a:cubicBezTo>
                    <a:cubicBezTo>
                      <a:pt x="6682" y="1531"/>
                      <a:pt x="7082" y="837"/>
                      <a:pt x="7155" y="511"/>
                    </a:cubicBezTo>
                    <a:cubicBezTo>
                      <a:pt x="7241" y="216"/>
                      <a:pt x="6344" y="1"/>
                      <a:pt x="61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8" name="Google Shape;10138;p89"/>
          <p:cNvGrpSpPr/>
          <p:nvPr/>
        </p:nvGrpSpPr>
        <p:grpSpPr>
          <a:xfrm>
            <a:off x="1234609" y="2417569"/>
            <a:ext cx="224507" cy="215983"/>
            <a:chOff x="2648935" y="1948120"/>
            <a:chExt cx="233594" cy="224748"/>
          </a:xfrm>
        </p:grpSpPr>
        <p:sp>
          <p:nvSpPr>
            <p:cNvPr id="10139" name="Google Shape;10139;p89"/>
            <p:cNvSpPr/>
            <p:nvPr/>
          </p:nvSpPr>
          <p:spPr>
            <a:xfrm>
              <a:off x="2648935" y="1948120"/>
              <a:ext cx="233594" cy="224748"/>
            </a:xfrm>
            <a:custGeom>
              <a:rect b="b" l="l" r="r" t="t"/>
              <a:pathLst>
                <a:path extrusionOk="0" h="8893" w="9243">
                  <a:moveTo>
                    <a:pt x="4802" y="1351"/>
                  </a:moveTo>
                  <a:cubicBezTo>
                    <a:pt x="5200" y="1351"/>
                    <a:pt x="5602" y="1428"/>
                    <a:pt x="5984" y="1586"/>
                  </a:cubicBezTo>
                  <a:cubicBezTo>
                    <a:pt x="7139" y="2066"/>
                    <a:pt x="7896" y="3194"/>
                    <a:pt x="7896" y="4447"/>
                  </a:cubicBezTo>
                  <a:cubicBezTo>
                    <a:pt x="7891" y="6158"/>
                    <a:pt x="6507" y="7542"/>
                    <a:pt x="4796" y="7542"/>
                  </a:cubicBezTo>
                  <a:cubicBezTo>
                    <a:pt x="3548" y="7542"/>
                    <a:pt x="2415" y="6790"/>
                    <a:pt x="1941" y="5630"/>
                  </a:cubicBezTo>
                  <a:cubicBezTo>
                    <a:pt x="1461" y="4474"/>
                    <a:pt x="1723" y="3145"/>
                    <a:pt x="2611" y="2257"/>
                  </a:cubicBezTo>
                  <a:cubicBezTo>
                    <a:pt x="3202" y="1666"/>
                    <a:pt x="3995" y="1351"/>
                    <a:pt x="4802" y="1351"/>
                  </a:cubicBezTo>
                  <a:close/>
                  <a:moveTo>
                    <a:pt x="4796" y="1"/>
                  </a:moveTo>
                  <a:cubicBezTo>
                    <a:pt x="2998" y="1"/>
                    <a:pt x="1380" y="1085"/>
                    <a:pt x="693" y="2747"/>
                  </a:cubicBezTo>
                  <a:cubicBezTo>
                    <a:pt x="1" y="4409"/>
                    <a:pt x="382" y="6322"/>
                    <a:pt x="1652" y="7591"/>
                  </a:cubicBezTo>
                  <a:cubicBezTo>
                    <a:pt x="2505" y="8441"/>
                    <a:pt x="3645" y="8893"/>
                    <a:pt x="4803" y="8893"/>
                  </a:cubicBezTo>
                  <a:cubicBezTo>
                    <a:pt x="5375" y="8893"/>
                    <a:pt x="5952" y="8783"/>
                    <a:pt x="6502" y="8556"/>
                  </a:cubicBezTo>
                  <a:cubicBezTo>
                    <a:pt x="8158" y="7864"/>
                    <a:pt x="9242" y="6245"/>
                    <a:pt x="9242" y="4447"/>
                  </a:cubicBezTo>
                  <a:cubicBezTo>
                    <a:pt x="9242" y="1995"/>
                    <a:pt x="7254" y="6"/>
                    <a:pt x="479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9"/>
            <p:cNvSpPr/>
            <p:nvPr/>
          </p:nvSpPr>
          <p:spPr>
            <a:xfrm>
              <a:off x="2733370" y="2023735"/>
              <a:ext cx="73695" cy="73568"/>
            </a:xfrm>
            <a:custGeom>
              <a:rect b="b" l="l" r="r" t="t"/>
              <a:pathLst>
                <a:path extrusionOk="0" h="2911" w="2916">
                  <a:moveTo>
                    <a:pt x="1455" y="0"/>
                  </a:moveTo>
                  <a:cubicBezTo>
                    <a:pt x="654" y="0"/>
                    <a:pt x="0" y="649"/>
                    <a:pt x="0" y="1455"/>
                  </a:cubicBezTo>
                  <a:cubicBezTo>
                    <a:pt x="0" y="2262"/>
                    <a:pt x="654" y="2910"/>
                    <a:pt x="1455" y="2910"/>
                  </a:cubicBezTo>
                  <a:cubicBezTo>
                    <a:pt x="2261" y="2910"/>
                    <a:pt x="2915" y="2262"/>
                    <a:pt x="2915" y="1455"/>
                  </a:cubicBezTo>
                  <a:cubicBezTo>
                    <a:pt x="2915" y="649"/>
                    <a:pt x="2261" y="0"/>
                    <a:pt x="1455"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89"/>
          <p:cNvGrpSpPr/>
          <p:nvPr/>
        </p:nvGrpSpPr>
        <p:grpSpPr>
          <a:xfrm>
            <a:off x="2463611" y="3301566"/>
            <a:ext cx="330071" cy="317580"/>
            <a:chOff x="3628558" y="2776198"/>
            <a:chExt cx="257045" cy="247375"/>
          </a:xfrm>
        </p:grpSpPr>
        <p:sp>
          <p:nvSpPr>
            <p:cNvPr id="10142" name="Google Shape;10142;p89"/>
            <p:cNvSpPr/>
            <p:nvPr/>
          </p:nvSpPr>
          <p:spPr>
            <a:xfrm>
              <a:off x="3686627" y="2843457"/>
              <a:ext cx="131842" cy="112806"/>
            </a:xfrm>
            <a:custGeom>
              <a:rect b="b" l="l" r="r" t="t"/>
              <a:pathLst>
                <a:path extrusionOk="0" h="4468" w="5222">
                  <a:moveTo>
                    <a:pt x="2969" y="0"/>
                  </a:moveTo>
                  <a:cubicBezTo>
                    <a:pt x="2421" y="0"/>
                    <a:pt x="1863" y="203"/>
                    <a:pt x="1409" y="655"/>
                  </a:cubicBezTo>
                  <a:cubicBezTo>
                    <a:pt x="1" y="2063"/>
                    <a:pt x="998" y="4468"/>
                    <a:pt x="2986" y="4468"/>
                  </a:cubicBezTo>
                  <a:cubicBezTo>
                    <a:pt x="4224" y="4468"/>
                    <a:pt x="5221" y="3470"/>
                    <a:pt x="5221" y="2239"/>
                  </a:cubicBezTo>
                  <a:cubicBezTo>
                    <a:pt x="5221" y="892"/>
                    <a:pt x="4118" y="0"/>
                    <a:pt x="2969" y="0"/>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9"/>
            <p:cNvSpPr/>
            <p:nvPr/>
          </p:nvSpPr>
          <p:spPr>
            <a:xfrm>
              <a:off x="3663097" y="2808237"/>
              <a:ext cx="190593" cy="183398"/>
            </a:xfrm>
            <a:custGeom>
              <a:rect b="b" l="l" r="r" t="t"/>
              <a:pathLst>
                <a:path extrusionOk="0" h="7264" w="7549">
                  <a:moveTo>
                    <a:pt x="3918" y="440"/>
                  </a:moveTo>
                  <a:cubicBezTo>
                    <a:pt x="5678" y="446"/>
                    <a:pt x="7105" y="1874"/>
                    <a:pt x="7105" y="3634"/>
                  </a:cubicBezTo>
                  <a:cubicBezTo>
                    <a:pt x="7105" y="4924"/>
                    <a:pt x="6329" y="6084"/>
                    <a:pt x="5137" y="6579"/>
                  </a:cubicBezTo>
                  <a:cubicBezTo>
                    <a:pt x="4742" y="6744"/>
                    <a:pt x="4327" y="6823"/>
                    <a:pt x="3916" y="6823"/>
                  </a:cubicBezTo>
                  <a:cubicBezTo>
                    <a:pt x="3087" y="6823"/>
                    <a:pt x="2273" y="6499"/>
                    <a:pt x="1663" y="5889"/>
                  </a:cubicBezTo>
                  <a:cubicBezTo>
                    <a:pt x="750" y="4976"/>
                    <a:pt x="477" y="3601"/>
                    <a:pt x="972" y="2415"/>
                  </a:cubicBezTo>
                  <a:cubicBezTo>
                    <a:pt x="1461" y="1222"/>
                    <a:pt x="2627" y="440"/>
                    <a:pt x="3918" y="440"/>
                  </a:cubicBezTo>
                  <a:close/>
                  <a:moveTo>
                    <a:pt x="3916" y="1"/>
                  </a:moveTo>
                  <a:cubicBezTo>
                    <a:pt x="2971" y="1"/>
                    <a:pt x="2043" y="369"/>
                    <a:pt x="1350" y="1066"/>
                  </a:cubicBezTo>
                  <a:cubicBezTo>
                    <a:pt x="307" y="2102"/>
                    <a:pt x="1" y="3666"/>
                    <a:pt x="561" y="5022"/>
                  </a:cubicBezTo>
                  <a:cubicBezTo>
                    <a:pt x="1122" y="6377"/>
                    <a:pt x="2445" y="7264"/>
                    <a:pt x="3918" y="7264"/>
                  </a:cubicBezTo>
                  <a:cubicBezTo>
                    <a:pt x="5919" y="7264"/>
                    <a:pt x="7548" y="5641"/>
                    <a:pt x="7548" y="3634"/>
                  </a:cubicBezTo>
                  <a:cubicBezTo>
                    <a:pt x="7548" y="2161"/>
                    <a:pt x="6662" y="838"/>
                    <a:pt x="5306" y="277"/>
                  </a:cubicBezTo>
                  <a:cubicBezTo>
                    <a:pt x="4857" y="91"/>
                    <a:pt x="4384" y="1"/>
                    <a:pt x="391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9"/>
            <p:cNvSpPr/>
            <p:nvPr/>
          </p:nvSpPr>
          <p:spPr>
            <a:xfrm>
              <a:off x="3628558" y="2776198"/>
              <a:ext cx="257045" cy="247375"/>
            </a:xfrm>
            <a:custGeom>
              <a:rect b="b" l="l" r="r" t="t"/>
              <a:pathLst>
                <a:path extrusionOk="0" h="9798" w="10181">
                  <a:moveTo>
                    <a:pt x="5286" y="223"/>
                  </a:moveTo>
                  <a:cubicBezTo>
                    <a:pt x="7867" y="229"/>
                    <a:pt x="9959" y="2322"/>
                    <a:pt x="9959" y="4903"/>
                  </a:cubicBezTo>
                  <a:cubicBezTo>
                    <a:pt x="9959" y="6793"/>
                    <a:pt x="8818" y="8500"/>
                    <a:pt x="7072" y="9224"/>
                  </a:cubicBezTo>
                  <a:cubicBezTo>
                    <a:pt x="6495" y="9463"/>
                    <a:pt x="5890" y="9579"/>
                    <a:pt x="5289" y="9579"/>
                  </a:cubicBezTo>
                  <a:cubicBezTo>
                    <a:pt x="4072" y="9579"/>
                    <a:pt x="2874" y="9102"/>
                    <a:pt x="1975" y="8207"/>
                  </a:cubicBezTo>
                  <a:cubicBezTo>
                    <a:pt x="639" y="6871"/>
                    <a:pt x="241" y="4857"/>
                    <a:pt x="965" y="3110"/>
                  </a:cubicBezTo>
                  <a:cubicBezTo>
                    <a:pt x="1688" y="1364"/>
                    <a:pt x="3396" y="223"/>
                    <a:pt x="5286" y="223"/>
                  </a:cubicBezTo>
                  <a:close/>
                  <a:moveTo>
                    <a:pt x="5286" y="1"/>
                  </a:moveTo>
                  <a:cubicBezTo>
                    <a:pt x="4011" y="1"/>
                    <a:pt x="2756" y="498"/>
                    <a:pt x="1819" y="1435"/>
                  </a:cubicBezTo>
                  <a:cubicBezTo>
                    <a:pt x="417" y="2836"/>
                    <a:pt x="0" y="4942"/>
                    <a:pt x="756" y="6773"/>
                  </a:cubicBezTo>
                  <a:cubicBezTo>
                    <a:pt x="1519" y="8605"/>
                    <a:pt x="3305" y="9797"/>
                    <a:pt x="5286" y="9797"/>
                  </a:cubicBezTo>
                  <a:cubicBezTo>
                    <a:pt x="7991" y="9797"/>
                    <a:pt x="10181" y="7607"/>
                    <a:pt x="10181" y="4903"/>
                  </a:cubicBezTo>
                  <a:cubicBezTo>
                    <a:pt x="10181" y="2921"/>
                    <a:pt x="8988" y="1135"/>
                    <a:pt x="7156" y="373"/>
                  </a:cubicBezTo>
                  <a:cubicBezTo>
                    <a:pt x="6552" y="123"/>
                    <a:pt x="5917" y="1"/>
                    <a:pt x="528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89"/>
          <p:cNvGrpSpPr/>
          <p:nvPr/>
        </p:nvGrpSpPr>
        <p:grpSpPr>
          <a:xfrm>
            <a:off x="5117800" y="1548900"/>
            <a:ext cx="389275" cy="1356725"/>
            <a:chOff x="5117800" y="1548900"/>
            <a:chExt cx="389275" cy="1356725"/>
          </a:xfrm>
        </p:grpSpPr>
        <p:sp>
          <p:nvSpPr>
            <p:cNvPr id="10146" name="Google Shape;10146;p89"/>
            <p:cNvSpPr/>
            <p:nvPr/>
          </p:nvSpPr>
          <p:spPr>
            <a:xfrm>
              <a:off x="5220000"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7" name="Google Shape;10147;p89"/>
            <p:cNvGrpSpPr/>
            <p:nvPr/>
          </p:nvGrpSpPr>
          <p:grpSpPr>
            <a:xfrm>
              <a:off x="5117800" y="1606500"/>
              <a:ext cx="389275" cy="1299125"/>
              <a:chOff x="5117800" y="1606500"/>
              <a:chExt cx="389275" cy="1299125"/>
            </a:xfrm>
          </p:grpSpPr>
          <p:grpSp>
            <p:nvGrpSpPr>
              <p:cNvPr id="10148" name="Google Shape;10148;p89"/>
              <p:cNvGrpSpPr/>
              <p:nvPr/>
            </p:nvGrpSpPr>
            <p:grpSpPr>
              <a:xfrm>
                <a:off x="5117800" y="1606500"/>
                <a:ext cx="389275" cy="1299125"/>
                <a:chOff x="5117800" y="1606500"/>
                <a:chExt cx="389275" cy="1299125"/>
              </a:xfrm>
            </p:grpSpPr>
            <p:sp>
              <p:nvSpPr>
                <p:cNvPr id="10149" name="Google Shape;10149;p89"/>
                <p:cNvSpPr/>
                <p:nvPr/>
              </p:nvSpPr>
              <p:spPr>
                <a:xfrm>
                  <a:off x="5117800" y="1721575"/>
                  <a:ext cx="389275" cy="1184050"/>
                </a:xfrm>
                <a:custGeom>
                  <a:rect b="b" l="l" r="r" t="t"/>
                  <a:pathLst>
                    <a:path extrusionOk="0" h="47362" w="15571">
                      <a:moveTo>
                        <a:pt x="9374" y="1"/>
                      </a:moveTo>
                      <a:lnTo>
                        <a:pt x="7788" y="38"/>
                      </a:lnTo>
                      <a:lnTo>
                        <a:pt x="6203" y="7"/>
                      </a:lnTo>
                      <a:lnTo>
                        <a:pt x="6203" y="7"/>
                      </a:lnTo>
                      <a:cubicBezTo>
                        <a:pt x="6203" y="7"/>
                        <a:pt x="6270" y="1525"/>
                        <a:pt x="6203"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1" y="22234"/>
                        <a:pt x="210" y="22658"/>
                      </a:cubicBezTo>
                      <a:cubicBezTo>
                        <a:pt x="682" y="23602"/>
                        <a:pt x="1024" y="23870"/>
                        <a:pt x="1191" y="23870"/>
                      </a:cubicBezTo>
                      <a:cubicBezTo>
                        <a:pt x="1277" y="23870"/>
                        <a:pt x="1316" y="23800"/>
                        <a:pt x="1304" y="23715"/>
                      </a:cubicBezTo>
                      <a:cubicBezTo>
                        <a:pt x="1267" y="23469"/>
                        <a:pt x="990" y="22977"/>
                        <a:pt x="923" y="22486"/>
                      </a:cubicBezTo>
                      <a:cubicBezTo>
                        <a:pt x="863" y="22089"/>
                        <a:pt x="943" y="21530"/>
                        <a:pt x="1031"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86" y="19142"/>
                      </a:cubicBezTo>
                      <a:cubicBezTo>
                        <a:pt x="1623" y="18576"/>
                        <a:pt x="2926" y="15226"/>
                        <a:pt x="3172" y="13819"/>
                      </a:cubicBezTo>
                      <a:cubicBezTo>
                        <a:pt x="3424" y="12411"/>
                        <a:pt x="3775" y="8569"/>
                        <a:pt x="3775" y="8569"/>
                      </a:cubicBezTo>
                      <a:cubicBezTo>
                        <a:pt x="3916" y="9448"/>
                        <a:pt x="4475" y="10579"/>
                        <a:pt x="4512" y="12233"/>
                      </a:cubicBezTo>
                      <a:cubicBezTo>
                        <a:pt x="4549" y="13886"/>
                        <a:pt x="3105" y="16603"/>
                        <a:pt x="2822" y="18890"/>
                      </a:cubicBezTo>
                      <a:cubicBezTo>
                        <a:pt x="2539" y="21182"/>
                        <a:pt x="3351" y="27981"/>
                        <a:pt x="3670" y="30556"/>
                      </a:cubicBezTo>
                      <a:cubicBezTo>
                        <a:pt x="3984" y="33126"/>
                        <a:pt x="3314" y="35806"/>
                        <a:pt x="3559" y="37355"/>
                      </a:cubicBezTo>
                      <a:cubicBezTo>
                        <a:pt x="3805" y="38903"/>
                        <a:pt x="4617" y="42671"/>
                        <a:pt x="4617" y="43200"/>
                      </a:cubicBezTo>
                      <a:cubicBezTo>
                        <a:pt x="4617" y="43729"/>
                        <a:pt x="4586" y="44190"/>
                        <a:pt x="4727" y="44540"/>
                      </a:cubicBezTo>
                      <a:cubicBezTo>
                        <a:pt x="4863" y="44890"/>
                        <a:pt x="4408" y="45456"/>
                        <a:pt x="4266" y="46058"/>
                      </a:cubicBezTo>
                      <a:cubicBezTo>
                        <a:pt x="4119" y="46654"/>
                        <a:pt x="4512" y="47361"/>
                        <a:pt x="5145" y="47361"/>
                      </a:cubicBezTo>
                      <a:cubicBezTo>
                        <a:pt x="5778" y="47361"/>
                        <a:pt x="6375" y="46833"/>
                        <a:pt x="6270" y="46378"/>
                      </a:cubicBezTo>
                      <a:cubicBezTo>
                        <a:pt x="6172" y="45917"/>
                        <a:pt x="6166" y="44792"/>
                        <a:pt x="6233" y="44190"/>
                      </a:cubicBezTo>
                      <a:cubicBezTo>
                        <a:pt x="6307" y="43593"/>
                        <a:pt x="5957" y="43274"/>
                        <a:pt x="5957" y="42714"/>
                      </a:cubicBezTo>
                      <a:cubicBezTo>
                        <a:pt x="5957" y="42149"/>
                        <a:pt x="6166" y="37988"/>
                        <a:pt x="6190" y="34668"/>
                      </a:cubicBezTo>
                      <a:cubicBezTo>
                        <a:pt x="6196" y="33261"/>
                        <a:pt x="6565" y="32179"/>
                        <a:pt x="6940" y="28983"/>
                      </a:cubicBezTo>
                      <a:cubicBezTo>
                        <a:pt x="7315" y="25786"/>
                        <a:pt x="7788" y="21182"/>
                        <a:pt x="7788" y="21182"/>
                      </a:cubicBezTo>
                      <a:cubicBezTo>
                        <a:pt x="7788" y="21182"/>
                        <a:pt x="8256" y="25786"/>
                        <a:pt x="8631" y="28983"/>
                      </a:cubicBezTo>
                      <a:cubicBezTo>
                        <a:pt x="9006" y="32173"/>
                        <a:pt x="9374" y="33255"/>
                        <a:pt x="9380" y="34668"/>
                      </a:cubicBezTo>
                      <a:cubicBezTo>
                        <a:pt x="9405" y="37988"/>
                        <a:pt x="9620" y="42149"/>
                        <a:pt x="9620" y="42714"/>
                      </a:cubicBezTo>
                      <a:cubicBezTo>
                        <a:pt x="9620" y="43274"/>
                        <a:pt x="9264" y="43593"/>
                        <a:pt x="9337" y="44190"/>
                      </a:cubicBezTo>
                      <a:cubicBezTo>
                        <a:pt x="9405" y="44792"/>
                        <a:pt x="9405" y="45917"/>
                        <a:pt x="9301" y="46378"/>
                      </a:cubicBezTo>
                      <a:cubicBezTo>
                        <a:pt x="9196" y="46833"/>
                        <a:pt x="9792" y="47361"/>
                        <a:pt x="10425" y="47361"/>
                      </a:cubicBezTo>
                      <a:cubicBezTo>
                        <a:pt x="11065" y="47361"/>
                        <a:pt x="11452" y="46654"/>
                        <a:pt x="11311" y="46058"/>
                      </a:cubicBezTo>
                      <a:cubicBezTo>
                        <a:pt x="11169" y="45456"/>
                        <a:pt x="10708" y="44890"/>
                        <a:pt x="10850" y="44540"/>
                      </a:cubicBezTo>
                      <a:cubicBezTo>
                        <a:pt x="10985" y="44190"/>
                        <a:pt x="10954" y="43729"/>
                        <a:pt x="10954" y="43200"/>
                      </a:cubicBezTo>
                      <a:cubicBezTo>
                        <a:pt x="10954" y="42671"/>
                        <a:pt x="11765" y="38897"/>
                        <a:pt x="12011" y="37355"/>
                      </a:cubicBezTo>
                      <a:cubicBezTo>
                        <a:pt x="12257" y="35806"/>
                        <a:pt x="11587" y="33126"/>
                        <a:pt x="11907" y="30556"/>
                      </a:cubicBezTo>
                      <a:cubicBezTo>
                        <a:pt x="12220" y="27981"/>
                        <a:pt x="13032" y="21182"/>
                        <a:pt x="12749" y="18890"/>
                      </a:cubicBezTo>
                      <a:cubicBezTo>
                        <a:pt x="12466" y="16603"/>
                        <a:pt x="11022" y="13886"/>
                        <a:pt x="11059" y="12233"/>
                      </a:cubicBezTo>
                      <a:cubicBezTo>
                        <a:pt x="11095" y="10579"/>
                        <a:pt x="11661" y="9448"/>
                        <a:pt x="11796" y="8569"/>
                      </a:cubicBezTo>
                      <a:cubicBezTo>
                        <a:pt x="11796" y="8569"/>
                        <a:pt x="12153" y="12411"/>
                        <a:pt x="12399" y="13819"/>
                      </a:cubicBezTo>
                      <a:cubicBezTo>
                        <a:pt x="12644" y="15226"/>
                        <a:pt x="13947" y="18576"/>
                        <a:pt x="13984" y="19142"/>
                      </a:cubicBezTo>
                      <a:cubicBezTo>
                        <a:pt x="14021" y="19701"/>
                        <a:pt x="13739" y="20267"/>
                        <a:pt x="13739" y="20832"/>
                      </a:cubicBezTo>
                      <a:cubicBezTo>
                        <a:pt x="13739" y="21391"/>
                        <a:pt x="13806" y="22522"/>
                        <a:pt x="14021" y="22799"/>
                      </a:cubicBezTo>
                      <a:cubicBezTo>
                        <a:pt x="14045" y="22832"/>
                        <a:pt x="14069" y="22847"/>
                        <a:pt x="14091" y="22847"/>
                      </a:cubicBezTo>
                      <a:cubicBezTo>
                        <a:pt x="14263" y="22847"/>
                        <a:pt x="14384" y="21980"/>
                        <a:pt x="14482" y="21637"/>
                      </a:cubicBezTo>
                      <a:cubicBezTo>
                        <a:pt x="14503" y="21562"/>
                        <a:pt x="14524" y="21530"/>
                        <a:pt x="14545" y="21530"/>
                      </a:cubicBezTo>
                      <a:cubicBezTo>
                        <a:pt x="14634" y="21530"/>
                        <a:pt x="14714" y="22089"/>
                        <a:pt x="14654" y="22486"/>
                      </a:cubicBezTo>
                      <a:cubicBezTo>
                        <a:pt x="14587" y="22977"/>
                        <a:pt x="14304" y="23469"/>
                        <a:pt x="14273" y="23715"/>
                      </a:cubicBezTo>
                      <a:cubicBezTo>
                        <a:pt x="14261" y="23800"/>
                        <a:pt x="14300" y="23870"/>
                        <a:pt x="14384" y="23870"/>
                      </a:cubicBezTo>
                      <a:cubicBezTo>
                        <a:pt x="14549" y="23870"/>
                        <a:pt x="14889" y="23602"/>
                        <a:pt x="15361" y="22658"/>
                      </a:cubicBezTo>
                      <a:cubicBezTo>
                        <a:pt x="15570" y="22234"/>
                        <a:pt x="15294" y="20230"/>
                        <a:pt x="15220" y="19701"/>
                      </a:cubicBezTo>
                      <a:cubicBezTo>
                        <a:pt x="15152" y="19173"/>
                        <a:pt x="14833" y="17937"/>
                        <a:pt x="14796" y="17058"/>
                      </a:cubicBezTo>
                      <a:cubicBezTo>
                        <a:pt x="14759" y="16173"/>
                        <a:pt x="14095" y="13216"/>
                        <a:pt x="13843" y="12122"/>
                      </a:cubicBezTo>
                      <a:cubicBezTo>
                        <a:pt x="13597" y="11034"/>
                        <a:pt x="13493" y="8213"/>
                        <a:pt x="13493" y="6947"/>
                      </a:cubicBezTo>
                      <a:cubicBezTo>
                        <a:pt x="13493" y="5674"/>
                        <a:pt x="13284" y="3701"/>
                        <a:pt x="12472" y="3209"/>
                      </a:cubicBezTo>
                      <a:cubicBezTo>
                        <a:pt x="11661" y="2718"/>
                        <a:pt x="10954" y="2785"/>
                        <a:pt x="10290" y="2576"/>
                      </a:cubicBezTo>
                      <a:cubicBezTo>
                        <a:pt x="9620" y="2367"/>
                        <a:pt x="9442" y="2011"/>
                        <a:pt x="9374" y="1765"/>
                      </a:cubicBezTo>
                      <a:cubicBezTo>
                        <a:pt x="9301"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9"/>
                <p:cNvSpPr/>
                <p:nvPr/>
              </p:nvSpPr>
              <p:spPr>
                <a:xfrm>
                  <a:off x="5247800" y="1606500"/>
                  <a:ext cx="129275" cy="165675"/>
                </a:xfrm>
                <a:custGeom>
                  <a:rect b="b" l="l" r="r" t="t"/>
                  <a:pathLst>
                    <a:path extrusionOk="0" h="6627" w="5171">
                      <a:moveTo>
                        <a:pt x="2588" y="0"/>
                      </a:moveTo>
                      <a:cubicBezTo>
                        <a:pt x="50" y="0"/>
                        <a:pt x="1" y="1082"/>
                        <a:pt x="191" y="3221"/>
                      </a:cubicBezTo>
                      <a:cubicBezTo>
                        <a:pt x="382" y="5360"/>
                        <a:pt x="1697" y="6626"/>
                        <a:pt x="2588" y="6626"/>
                      </a:cubicBezTo>
                      <a:cubicBezTo>
                        <a:pt x="3480" y="6626"/>
                        <a:pt x="4795" y="5360"/>
                        <a:pt x="4986"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89"/>
              <p:cNvGrpSpPr/>
              <p:nvPr/>
            </p:nvGrpSpPr>
            <p:grpSpPr>
              <a:xfrm>
                <a:off x="5125650" y="1613550"/>
                <a:ext cx="373725" cy="1286875"/>
                <a:chOff x="5125650" y="1613550"/>
                <a:chExt cx="373725" cy="1286875"/>
              </a:xfrm>
            </p:grpSpPr>
            <p:sp>
              <p:nvSpPr>
                <p:cNvPr id="10152" name="Google Shape;10152;p89"/>
                <p:cNvSpPr/>
                <p:nvPr/>
              </p:nvSpPr>
              <p:spPr>
                <a:xfrm>
                  <a:off x="5221075" y="2221050"/>
                  <a:ext cx="53950" cy="335175"/>
                </a:xfrm>
                <a:custGeom>
                  <a:rect b="b" l="l" r="r" t="t"/>
                  <a:pathLst>
                    <a:path extrusionOk="0" h="13407" w="2158">
                      <a:moveTo>
                        <a:pt x="485" y="0"/>
                      </a:moveTo>
                      <a:cubicBezTo>
                        <a:pt x="219" y="0"/>
                        <a:pt x="23" y="143"/>
                        <a:pt x="19" y="460"/>
                      </a:cubicBezTo>
                      <a:cubicBezTo>
                        <a:pt x="0" y="1996"/>
                        <a:pt x="301" y="7172"/>
                        <a:pt x="252" y="8549"/>
                      </a:cubicBezTo>
                      <a:cubicBezTo>
                        <a:pt x="203" y="9920"/>
                        <a:pt x="0" y="12034"/>
                        <a:pt x="117" y="12704"/>
                      </a:cubicBezTo>
                      <a:cubicBezTo>
                        <a:pt x="193" y="13121"/>
                        <a:pt x="667" y="13407"/>
                        <a:pt x="1105" y="13407"/>
                      </a:cubicBezTo>
                      <a:cubicBezTo>
                        <a:pt x="1372" y="13407"/>
                        <a:pt x="1626" y="13301"/>
                        <a:pt x="1770" y="13054"/>
                      </a:cubicBezTo>
                      <a:cubicBezTo>
                        <a:pt x="2158" y="12403"/>
                        <a:pt x="1438" y="8174"/>
                        <a:pt x="1309" y="6502"/>
                      </a:cubicBezTo>
                      <a:cubicBezTo>
                        <a:pt x="1186" y="4836"/>
                        <a:pt x="2022" y="1966"/>
                        <a:pt x="1899" y="1339"/>
                      </a:cubicBezTo>
                      <a:cubicBezTo>
                        <a:pt x="1739" y="514"/>
                        <a:pt x="988" y="0"/>
                        <a:pt x="4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9"/>
                <p:cNvSpPr/>
                <p:nvPr/>
              </p:nvSpPr>
              <p:spPr>
                <a:xfrm>
                  <a:off x="5216150" y="2586575"/>
                  <a:ext cx="49800" cy="223800"/>
                </a:xfrm>
                <a:custGeom>
                  <a:rect b="b" l="l" r="r" t="t"/>
                  <a:pathLst>
                    <a:path extrusionOk="0" h="8952" w="1992">
                      <a:moveTo>
                        <a:pt x="519" y="1683"/>
                      </a:moveTo>
                      <a:cubicBezTo>
                        <a:pt x="629" y="1683"/>
                        <a:pt x="1481" y="6700"/>
                        <a:pt x="1279" y="6861"/>
                      </a:cubicBezTo>
                      <a:cubicBezTo>
                        <a:pt x="1275" y="6863"/>
                        <a:pt x="1271" y="6865"/>
                        <a:pt x="1267" y="6865"/>
                      </a:cubicBezTo>
                      <a:cubicBezTo>
                        <a:pt x="1041" y="6865"/>
                        <a:pt x="390" y="2495"/>
                        <a:pt x="511" y="1703"/>
                      </a:cubicBezTo>
                      <a:cubicBezTo>
                        <a:pt x="513" y="1690"/>
                        <a:pt x="516" y="1683"/>
                        <a:pt x="519" y="1683"/>
                      </a:cubicBezTo>
                      <a:close/>
                      <a:moveTo>
                        <a:pt x="68" y="1"/>
                      </a:moveTo>
                      <a:cubicBezTo>
                        <a:pt x="0" y="241"/>
                        <a:pt x="93" y="1040"/>
                        <a:pt x="80" y="1919"/>
                      </a:cubicBezTo>
                      <a:cubicBezTo>
                        <a:pt x="68" y="2798"/>
                        <a:pt x="972" y="8594"/>
                        <a:pt x="1088" y="8834"/>
                      </a:cubicBezTo>
                      <a:cubicBezTo>
                        <a:pt x="1129" y="8915"/>
                        <a:pt x="1202" y="8951"/>
                        <a:pt x="1284" y="8951"/>
                      </a:cubicBezTo>
                      <a:cubicBezTo>
                        <a:pt x="1439" y="8951"/>
                        <a:pt x="1627" y="8821"/>
                        <a:pt x="1691" y="8612"/>
                      </a:cubicBezTo>
                      <a:cubicBezTo>
                        <a:pt x="1789" y="8287"/>
                        <a:pt x="1592" y="2877"/>
                        <a:pt x="1605" y="2078"/>
                      </a:cubicBezTo>
                      <a:cubicBezTo>
                        <a:pt x="1617" y="1279"/>
                        <a:pt x="1992" y="425"/>
                        <a:pt x="1844" y="234"/>
                      </a:cubicBezTo>
                      <a:cubicBezTo>
                        <a:pt x="1816" y="196"/>
                        <a:pt x="1787" y="181"/>
                        <a:pt x="1754" y="181"/>
                      </a:cubicBezTo>
                      <a:cubicBezTo>
                        <a:pt x="1617" y="181"/>
                        <a:pt x="1421" y="453"/>
                        <a:pt x="984" y="493"/>
                      </a:cubicBezTo>
                      <a:cubicBezTo>
                        <a:pt x="958" y="495"/>
                        <a:pt x="932" y="496"/>
                        <a:pt x="907" y="496"/>
                      </a:cubicBezTo>
                      <a:cubicBezTo>
                        <a:pt x="408" y="49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9"/>
                <p:cNvSpPr/>
                <p:nvPr/>
              </p:nvSpPr>
              <p:spPr>
                <a:xfrm>
                  <a:off x="5236950" y="2807700"/>
                  <a:ext cx="32400" cy="24975"/>
                </a:xfrm>
                <a:custGeom>
                  <a:rect b="b" l="l" r="r" t="t"/>
                  <a:pathLst>
                    <a:path extrusionOk="0" h="999" w="1296">
                      <a:moveTo>
                        <a:pt x="994" y="1"/>
                      </a:moveTo>
                      <a:cubicBezTo>
                        <a:pt x="891" y="1"/>
                        <a:pt x="634" y="271"/>
                        <a:pt x="421" y="271"/>
                      </a:cubicBezTo>
                      <a:cubicBezTo>
                        <a:pt x="396" y="271"/>
                        <a:pt x="372" y="267"/>
                        <a:pt x="349" y="259"/>
                      </a:cubicBezTo>
                      <a:cubicBezTo>
                        <a:pt x="286" y="237"/>
                        <a:pt x="241" y="227"/>
                        <a:pt x="208" y="227"/>
                      </a:cubicBezTo>
                      <a:cubicBezTo>
                        <a:pt x="122" y="227"/>
                        <a:pt x="110" y="290"/>
                        <a:pt x="66" y="370"/>
                      </a:cubicBezTo>
                      <a:cubicBezTo>
                        <a:pt x="0" y="477"/>
                        <a:pt x="4" y="998"/>
                        <a:pt x="183" y="998"/>
                      </a:cubicBezTo>
                      <a:cubicBezTo>
                        <a:pt x="189" y="998"/>
                        <a:pt x="195" y="998"/>
                        <a:pt x="201" y="997"/>
                      </a:cubicBezTo>
                      <a:cubicBezTo>
                        <a:pt x="374" y="969"/>
                        <a:pt x="568" y="763"/>
                        <a:pt x="782" y="763"/>
                      </a:cubicBezTo>
                      <a:cubicBezTo>
                        <a:pt x="803" y="763"/>
                        <a:pt x="825" y="765"/>
                        <a:pt x="847" y="769"/>
                      </a:cubicBezTo>
                      <a:cubicBezTo>
                        <a:pt x="911" y="783"/>
                        <a:pt x="964" y="790"/>
                        <a:pt x="1008" y="790"/>
                      </a:cubicBezTo>
                      <a:cubicBezTo>
                        <a:pt x="1126" y="790"/>
                        <a:pt x="1178" y="738"/>
                        <a:pt x="1228" y="622"/>
                      </a:cubicBezTo>
                      <a:cubicBezTo>
                        <a:pt x="1295" y="462"/>
                        <a:pt x="1148" y="19"/>
                        <a:pt x="1000" y="1"/>
                      </a:cubicBezTo>
                      <a:cubicBezTo>
                        <a:pt x="998" y="1"/>
                        <a:pt x="996" y="1"/>
                        <a:pt x="99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9"/>
                <p:cNvSpPr/>
                <p:nvPr/>
              </p:nvSpPr>
              <p:spPr>
                <a:xfrm>
                  <a:off x="5259175" y="2830450"/>
                  <a:ext cx="11700" cy="28625"/>
                </a:xfrm>
                <a:custGeom>
                  <a:rect b="b" l="l" r="r" t="t"/>
                  <a:pathLst>
                    <a:path extrusionOk="0" h="1145" w="468">
                      <a:moveTo>
                        <a:pt x="271" y="1"/>
                      </a:moveTo>
                      <a:cubicBezTo>
                        <a:pt x="203" y="1"/>
                        <a:pt x="120" y="19"/>
                        <a:pt x="74" y="44"/>
                      </a:cubicBezTo>
                      <a:cubicBezTo>
                        <a:pt x="1" y="87"/>
                        <a:pt x="99" y="345"/>
                        <a:pt x="111" y="406"/>
                      </a:cubicBezTo>
                      <a:cubicBezTo>
                        <a:pt x="123" y="468"/>
                        <a:pt x="148" y="1015"/>
                        <a:pt x="148" y="1095"/>
                      </a:cubicBezTo>
                      <a:cubicBezTo>
                        <a:pt x="148" y="1129"/>
                        <a:pt x="184" y="1144"/>
                        <a:pt x="229" y="1144"/>
                      </a:cubicBezTo>
                      <a:cubicBezTo>
                        <a:pt x="289" y="1144"/>
                        <a:pt x="365" y="1118"/>
                        <a:pt x="400" y="1076"/>
                      </a:cubicBezTo>
                      <a:cubicBezTo>
                        <a:pt x="468" y="1009"/>
                        <a:pt x="302" y="523"/>
                        <a:pt x="277" y="406"/>
                      </a:cubicBezTo>
                      <a:cubicBezTo>
                        <a:pt x="253" y="290"/>
                        <a:pt x="400" y="99"/>
                        <a:pt x="375" y="37"/>
                      </a:cubicBezTo>
                      <a:cubicBezTo>
                        <a:pt x="365" y="11"/>
                        <a:pt x="323" y="1"/>
                        <a:pt x="2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9"/>
                <p:cNvSpPr/>
                <p:nvPr/>
              </p:nvSpPr>
              <p:spPr>
                <a:xfrm>
                  <a:off x="5252725" y="2831550"/>
                  <a:ext cx="8775" cy="28775"/>
                </a:xfrm>
                <a:custGeom>
                  <a:rect b="b" l="l" r="r" t="t"/>
                  <a:pathLst>
                    <a:path extrusionOk="0" h="1151" w="351">
                      <a:moveTo>
                        <a:pt x="174" y="1"/>
                      </a:moveTo>
                      <a:cubicBezTo>
                        <a:pt x="130" y="1"/>
                        <a:pt x="59" y="37"/>
                        <a:pt x="37" y="86"/>
                      </a:cubicBezTo>
                      <a:cubicBezTo>
                        <a:pt x="13" y="147"/>
                        <a:pt x="99" y="461"/>
                        <a:pt x="86" y="639"/>
                      </a:cubicBezTo>
                      <a:cubicBezTo>
                        <a:pt x="68" y="823"/>
                        <a:pt x="0" y="1026"/>
                        <a:pt x="25" y="1094"/>
                      </a:cubicBezTo>
                      <a:cubicBezTo>
                        <a:pt x="41" y="1132"/>
                        <a:pt x="114" y="1151"/>
                        <a:pt x="184" y="1151"/>
                      </a:cubicBezTo>
                      <a:cubicBezTo>
                        <a:pt x="248" y="1151"/>
                        <a:pt x="308" y="1135"/>
                        <a:pt x="320" y="1106"/>
                      </a:cubicBezTo>
                      <a:cubicBezTo>
                        <a:pt x="351" y="1038"/>
                        <a:pt x="246" y="707"/>
                        <a:pt x="259" y="565"/>
                      </a:cubicBezTo>
                      <a:cubicBezTo>
                        <a:pt x="265" y="381"/>
                        <a:pt x="252" y="196"/>
                        <a:pt x="209" y="18"/>
                      </a:cubicBezTo>
                      <a:cubicBezTo>
                        <a:pt x="204" y="6"/>
                        <a:pt x="191"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9"/>
                <p:cNvSpPr/>
                <p:nvPr/>
              </p:nvSpPr>
              <p:spPr>
                <a:xfrm>
                  <a:off x="5244575" y="2833525"/>
                  <a:ext cx="7550" cy="27075"/>
                </a:xfrm>
                <a:custGeom>
                  <a:rect b="b" l="l" r="r" t="t"/>
                  <a:pathLst>
                    <a:path extrusionOk="0" h="1083" w="302">
                      <a:moveTo>
                        <a:pt x="212" y="0"/>
                      </a:moveTo>
                      <a:cubicBezTo>
                        <a:pt x="171" y="0"/>
                        <a:pt x="130" y="15"/>
                        <a:pt x="130" y="37"/>
                      </a:cubicBezTo>
                      <a:cubicBezTo>
                        <a:pt x="130" y="80"/>
                        <a:pt x="210" y="437"/>
                        <a:pt x="142" y="603"/>
                      </a:cubicBezTo>
                      <a:cubicBezTo>
                        <a:pt x="81" y="769"/>
                        <a:pt x="1" y="953"/>
                        <a:pt x="31" y="1021"/>
                      </a:cubicBezTo>
                      <a:cubicBezTo>
                        <a:pt x="48" y="1061"/>
                        <a:pt x="108" y="1083"/>
                        <a:pt x="163" y="1083"/>
                      </a:cubicBezTo>
                      <a:cubicBezTo>
                        <a:pt x="210" y="1083"/>
                        <a:pt x="254" y="1067"/>
                        <a:pt x="265" y="1033"/>
                      </a:cubicBezTo>
                      <a:cubicBezTo>
                        <a:pt x="296" y="953"/>
                        <a:pt x="240" y="603"/>
                        <a:pt x="265" y="523"/>
                      </a:cubicBezTo>
                      <a:cubicBezTo>
                        <a:pt x="296" y="363"/>
                        <a:pt x="302" y="197"/>
                        <a:pt x="289" y="37"/>
                      </a:cubicBezTo>
                      <a:cubicBezTo>
                        <a:pt x="284" y="11"/>
                        <a:pt x="248"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9"/>
                <p:cNvSpPr/>
                <p:nvPr/>
              </p:nvSpPr>
              <p:spPr>
                <a:xfrm>
                  <a:off x="5263475" y="2882075"/>
                  <a:ext cx="8150" cy="10475"/>
                </a:xfrm>
                <a:custGeom>
                  <a:rect b="b" l="l" r="r" t="t"/>
                  <a:pathLst>
                    <a:path extrusionOk="0" h="419" w="326">
                      <a:moveTo>
                        <a:pt x="258" y="0"/>
                      </a:moveTo>
                      <a:cubicBezTo>
                        <a:pt x="256" y="0"/>
                        <a:pt x="254" y="0"/>
                        <a:pt x="253" y="1"/>
                      </a:cubicBezTo>
                      <a:cubicBezTo>
                        <a:pt x="210" y="7"/>
                        <a:pt x="56" y="32"/>
                        <a:pt x="38" y="81"/>
                      </a:cubicBezTo>
                      <a:cubicBezTo>
                        <a:pt x="7" y="179"/>
                        <a:pt x="1" y="351"/>
                        <a:pt x="81" y="407"/>
                      </a:cubicBezTo>
                      <a:cubicBezTo>
                        <a:pt x="93" y="415"/>
                        <a:pt x="106" y="419"/>
                        <a:pt x="120" y="419"/>
                      </a:cubicBezTo>
                      <a:cubicBezTo>
                        <a:pt x="198" y="419"/>
                        <a:pt x="298" y="300"/>
                        <a:pt x="308" y="216"/>
                      </a:cubicBezTo>
                      <a:cubicBezTo>
                        <a:pt x="326" y="116"/>
                        <a:pt x="293" y="0"/>
                        <a:pt x="2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9"/>
                <p:cNvSpPr/>
                <p:nvPr/>
              </p:nvSpPr>
              <p:spPr>
                <a:xfrm>
                  <a:off x="5252725" y="2885275"/>
                  <a:ext cx="8475" cy="12900"/>
                </a:xfrm>
                <a:custGeom>
                  <a:rect b="b" l="l" r="r" t="t"/>
                  <a:pathLst>
                    <a:path extrusionOk="0" h="516" w="339">
                      <a:moveTo>
                        <a:pt x="188" y="0"/>
                      </a:moveTo>
                      <a:cubicBezTo>
                        <a:pt x="123" y="0"/>
                        <a:pt x="60" y="38"/>
                        <a:pt x="37" y="106"/>
                      </a:cubicBezTo>
                      <a:cubicBezTo>
                        <a:pt x="7" y="223"/>
                        <a:pt x="0" y="481"/>
                        <a:pt x="99" y="506"/>
                      </a:cubicBezTo>
                      <a:cubicBezTo>
                        <a:pt x="118" y="513"/>
                        <a:pt x="137" y="516"/>
                        <a:pt x="157" y="516"/>
                      </a:cubicBezTo>
                      <a:cubicBezTo>
                        <a:pt x="225" y="516"/>
                        <a:pt x="290" y="476"/>
                        <a:pt x="314" y="414"/>
                      </a:cubicBezTo>
                      <a:cubicBezTo>
                        <a:pt x="338" y="291"/>
                        <a:pt x="332" y="162"/>
                        <a:pt x="302" y="45"/>
                      </a:cubicBezTo>
                      <a:cubicBezTo>
                        <a:pt x="269" y="15"/>
                        <a:pt x="228"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9"/>
                <p:cNvSpPr/>
                <p:nvPr/>
              </p:nvSpPr>
              <p:spPr>
                <a:xfrm>
                  <a:off x="5242875" y="2886450"/>
                  <a:ext cx="7575" cy="13975"/>
                </a:xfrm>
                <a:custGeom>
                  <a:rect b="b" l="l" r="r" t="t"/>
                  <a:pathLst>
                    <a:path extrusionOk="0" h="559" w="303">
                      <a:moveTo>
                        <a:pt x="137" y="1"/>
                      </a:moveTo>
                      <a:cubicBezTo>
                        <a:pt x="87" y="1"/>
                        <a:pt x="40" y="33"/>
                        <a:pt x="26" y="90"/>
                      </a:cubicBezTo>
                      <a:cubicBezTo>
                        <a:pt x="1" y="176"/>
                        <a:pt x="1" y="514"/>
                        <a:pt x="87" y="539"/>
                      </a:cubicBezTo>
                      <a:cubicBezTo>
                        <a:pt x="127" y="547"/>
                        <a:pt x="165" y="558"/>
                        <a:pt x="199" y="558"/>
                      </a:cubicBezTo>
                      <a:cubicBezTo>
                        <a:pt x="242" y="558"/>
                        <a:pt x="276" y="539"/>
                        <a:pt x="290" y="465"/>
                      </a:cubicBezTo>
                      <a:cubicBezTo>
                        <a:pt x="302" y="324"/>
                        <a:pt x="284" y="182"/>
                        <a:pt x="235" y="53"/>
                      </a:cubicBezTo>
                      <a:cubicBezTo>
                        <a:pt x="209" y="17"/>
                        <a:pt x="172"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9"/>
                <p:cNvSpPr/>
                <p:nvPr/>
              </p:nvSpPr>
              <p:spPr>
                <a:xfrm>
                  <a:off x="5233350" y="2885150"/>
                  <a:ext cx="7400" cy="12900"/>
                </a:xfrm>
                <a:custGeom>
                  <a:rect b="b" l="l" r="r" t="t"/>
                  <a:pathLst>
                    <a:path extrusionOk="0" h="516" w="296">
                      <a:moveTo>
                        <a:pt x="150" y="1"/>
                      </a:moveTo>
                      <a:cubicBezTo>
                        <a:pt x="108" y="1"/>
                        <a:pt x="68" y="25"/>
                        <a:pt x="50" y="68"/>
                      </a:cubicBezTo>
                      <a:cubicBezTo>
                        <a:pt x="25" y="130"/>
                        <a:pt x="1" y="400"/>
                        <a:pt x="62" y="462"/>
                      </a:cubicBezTo>
                      <a:cubicBezTo>
                        <a:pt x="99" y="498"/>
                        <a:pt x="134" y="515"/>
                        <a:pt x="164" y="515"/>
                      </a:cubicBezTo>
                      <a:cubicBezTo>
                        <a:pt x="189" y="515"/>
                        <a:pt x="211" y="503"/>
                        <a:pt x="228" y="480"/>
                      </a:cubicBezTo>
                      <a:cubicBezTo>
                        <a:pt x="271" y="431"/>
                        <a:pt x="296" y="93"/>
                        <a:pt x="234" y="38"/>
                      </a:cubicBezTo>
                      <a:cubicBezTo>
                        <a:pt x="209" y="12"/>
                        <a:pt x="179"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9"/>
                <p:cNvSpPr/>
                <p:nvPr/>
              </p:nvSpPr>
              <p:spPr>
                <a:xfrm>
                  <a:off x="5227075" y="2881775"/>
                  <a:ext cx="6400" cy="9250"/>
                </a:xfrm>
                <a:custGeom>
                  <a:rect b="b" l="l" r="r" t="t"/>
                  <a:pathLst>
                    <a:path extrusionOk="0" h="370" w="256">
                      <a:moveTo>
                        <a:pt x="93" y="1"/>
                      </a:moveTo>
                      <a:cubicBezTo>
                        <a:pt x="51" y="1"/>
                        <a:pt x="1" y="91"/>
                        <a:pt x="6" y="173"/>
                      </a:cubicBezTo>
                      <a:cubicBezTo>
                        <a:pt x="12" y="265"/>
                        <a:pt x="31" y="363"/>
                        <a:pt x="92" y="369"/>
                      </a:cubicBezTo>
                      <a:cubicBezTo>
                        <a:pt x="93" y="370"/>
                        <a:pt x="94" y="370"/>
                        <a:pt x="95" y="370"/>
                      </a:cubicBezTo>
                      <a:cubicBezTo>
                        <a:pt x="157" y="370"/>
                        <a:pt x="256" y="170"/>
                        <a:pt x="117" y="13"/>
                      </a:cubicBezTo>
                      <a:cubicBezTo>
                        <a:pt x="109" y="5"/>
                        <a:pt x="101" y="1"/>
                        <a:pt x="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9"/>
                <p:cNvSpPr/>
                <p:nvPr/>
              </p:nvSpPr>
              <p:spPr>
                <a:xfrm>
                  <a:off x="5238425" y="2836575"/>
                  <a:ext cx="8475" cy="23350"/>
                </a:xfrm>
                <a:custGeom>
                  <a:rect b="b" l="l" r="r" t="t"/>
                  <a:pathLst>
                    <a:path extrusionOk="0" h="934" w="339">
                      <a:moveTo>
                        <a:pt x="290" y="1"/>
                      </a:moveTo>
                      <a:cubicBezTo>
                        <a:pt x="252" y="1"/>
                        <a:pt x="191" y="54"/>
                        <a:pt x="191" y="88"/>
                      </a:cubicBezTo>
                      <a:cubicBezTo>
                        <a:pt x="185" y="241"/>
                        <a:pt x="173" y="389"/>
                        <a:pt x="136" y="536"/>
                      </a:cubicBezTo>
                      <a:cubicBezTo>
                        <a:pt x="105" y="641"/>
                        <a:pt x="1" y="874"/>
                        <a:pt x="19" y="899"/>
                      </a:cubicBezTo>
                      <a:cubicBezTo>
                        <a:pt x="27" y="919"/>
                        <a:pt x="52" y="933"/>
                        <a:pt x="87" y="933"/>
                      </a:cubicBezTo>
                      <a:cubicBezTo>
                        <a:pt x="107" y="933"/>
                        <a:pt x="130" y="928"/>
                        <a:pt x="154" y="917"/>
                      </a:cubicBezTo>
                      <a:cubicBezTo>
                        <a:pt x="197" y="893"/>
                        <a:pt x="277" y="462"/>
                        <a:pt x="314" y="370"/>
                      </a:cubicBezTo>
                      <a:cubicBezTo>
                        <a:pt x="339" y="254"/>
                        <a:pt x="339" y="131"/>
                        <a:pt x="314" y="14"/>
                      </a:cubicBezTo>
                      <a:cubicBezTo>
                        <a:pt x="309" y="5"/>
                        <a:pt x="300" y="1"/>
                        <a:pt x="2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9"/>
                <p:cNvSpPr/>
                <p:nvPr/>
              </p:nvSpPr>
              <p:spPr>
                <a:xfrm>
                  <a:off x="5232050" y="2840700"/>
                  <a:ext cx="9625" cy="17500"/>
                </a:xfrm>
                <a:custGeom>
                  <a:rect b="b" l="l" r="r" t="t"/>
                  <a:pathLst>
                    <a:path extrusionOk="0" h="700" w="385">
                      <a:moveTo>
                        <a:pt x="343" y="0"/>
                      </a:moveTo>
                      <a:cubicBezTo>
                        <a:pt x="328" y="0"/>
                        <a:pt x="307" y="20"/>
                        <a:pt x="280" y="76"/>
                      </a:cubicBezTo>
                      <a:cubicBezTo>
                        <a:pt x="225" y="205"/>
                        <a:pt x="22" y="586"/>
                        <a:pt x="10" y="623"/>
                      </a:cubicBezTo>
                      <a:cubicBezTo>
                        <a:pt x="1" y="656"/>
                        <a:pt x="84" y="699"/>
                        <a:pt x="132" y="699"/>
                      </a:cubicBezTo>
                      <a:cubicBezTo>
                        <a:pt x="147" y="699"/>
                        <a:pt x="159" y="695"/>
                        <a:pt x="164" y="685"/>
                      </a:cubicBezTo>
                      <a:cubicBezTo>
                        <a:pt x="188" y="636"/>
                        <a:pt x="385" y="125"/>
                        <a:pt x="379" y="70"/>
                      </a:cubicBezTo>
                      <a:cubicBezTo>
                        <a:pt x="375" y="35"/>
                        <a:pt x="364" y="0"/>
                        <a:pt x="3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9"/>
                <p:cNvSpPr/>
                <p:nvPr/>
              </p:nvSpPr>
              <p:spPr>
                <a:xfrm>
                  <a:off x="5263025" y="2860375"/>
                  <a:ext cx="9400" cy="20600"/>
                </a:xfrm>
                <a:custGeom>
                  <a:rect b="b" l="l" r="r" t="t"/>
                  <a:pathLst>
                    <a:path extrusionOk="0" h="824" w="376">
                      <a:moveTo>
                        <a:pt x="156" y="0"/>
                      </a:moveTo>
                      <a:cubicBezTo>
                        <a:pt x="96" y="0"/>
                        <a:pt x="30" y="23"/>
                        <a:pt x="19" y="64"/>
                      </a:cubicBezTo>
                      <a:cubicBezTo>
                        <a:pt x="6" y="168"/>
                        <a:pt x="19" y="273"/>
                        <a:pt x="49" y="371"/>
                      </a:cubicBezTo>
                      <a:cubicBezTo>
                        <a:pt x="80" y="476"/>
                        <a:pt x="0" y="703"/>
                        <a:pt x="6" y="777"/>
                      </a:cubicBezTo>
                      <a:cubicBezTo>
                        <a:pt x="11" y="809"/>
                        <a:pt x="46" y="823"/>
                        <a:pt x="91" y="823"/>
                      </a:cubicBezTo>
                      <a:cubicBezTo>
                        <a:pt x="158" y="823"/>
                        <a:pt x="247" y="791"/>
                        <a:pt x="295" y="740"/>
                      </a:cubicBezTo>
                      <a:cubicBezTo>
                        <a:pt x="375" y="654"/>
                        <a:pt x="277" y="598"/>
                        <a:pt x="265" y="482"/>
                      </a:cubicBezTo>
                      <a:cubicBezTo>
                        <a:pt x="246" y="371"/>
                        <a:pt x="301" y="88"/>
                        <a:pt x="252" y="33"/>
                      </a:cubicBezTo>
                      <a:cubicBezTo>
                        <a:pt x="235" y="11"/>
                        <a:pt x="197" y="0"/>
                        <a:pt x="1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9"/>
                <p:cNvSpPr/>
                <p:nvPr/>
              </p:nvSpPr>
              <p:spPr>
                <a:xfrm>
                  <a:off x="5253025" y="2862075"/>
                  <a:ext cx="7550" cy="21350"/>
                </a:xfrm>
                <a:custGeom>
                  <a:rect b="b" l="l" r="r" t="t"/>
                  <a:pathLst>
                    <a:path extrusionOk="0" h="854" w="302">
                      <a:moveTo>
                        <a:pt x="182" y="0"/>
                      </a:moveTo>
                      <a:cubicBezTo>
                        <a:pt x="126" y="0"/>
                        <a:pt x="63" y="23"/>
                        <a:pt x="56" y="63"/>
                      </a:cubicBezTo>
                      <a:cubicBezTo>
                        <a:pt x="38" y="137"/>
                        <a:pt x="117" y="383"/>
                        <a:pt x="93" y="512"/>
                      </a:cubicBezTo>
                      <a:cubicBezTo>
                        <a:pt x="68" y="635"/>
                        <a:pt x="1" y="733"/>
                        <a:pt x="44" y="807"/>
                      </a:cubicBezTo>
                      <a:cubicBezTo>
                        <a:pt x="65" y="838"/>
                        <a:pt x="105" y="853"/>
                        <a:pt x="147" y="853"/>
                      </a:cubicBezTo>
                      <a:cubicBezTo>
                        <a:pt x="204" y="853"/>
                        <a:pt x="263" y="826"/>
                        <a:pt x="277" y="776"/>
                      </a:cubicBezTo>
                      <a:cubicBezTo>
                        <a:pt x="302" y="684"/>
                        <a:pt x="228" y="592"/>
                        <a:pt x="247" y="475"/>
                      </a:cubicBezTo>
                      <a:cubicBezTo>
                        <a:pt x="259" y="352"/>
                        <a:pt x="296" y="88"/>
                        <a:pt x="271" y="33"/>
                      </a:cubicBezTo>
                      <a:cubicBezTo>
                        <a:pt x="256" y="10"/>
                        <a:pt x="221"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9"/>
                <p:cNvSpPr/>
                <p:nvPr/>
              </p:nvSpPr>
              <p:spPr>
                <a:xfrm>
                  <a:off x="5244425" y="2863800"/>
                  <a:ext cx="6175" cy="19550"/>
                </a:xfrm>
                <a:custGeom>
                  <a:rect b="b" l="l" r="r" t="t"/>
                  <a:pathLst>
                    <a:path extrusionOk="0" h="782" w="247">
                      <a:moveTo>
                        <a:pt x="130" y="0"/>
                      </a:moveTo>
                      <a:cubicBezTo>
                        <a:pt x="93" y="7"/>
                        <a:pt x="62" y="25"/>
                        <a:pt x="43" y="62"/>
                      </a:cubicBezTo>
                      <a:cubicBezTo>
                        <a:pt x="31" y="99"/>
                        <a:pt x="25" y="136"/>
                        <a:pt x="31" y="173"/>
                      </a:cubicBezTo>
                      <a:cubicBezTo>
                        <a:pt x="37" y="283"/>
                        <a:pt x="80" y="400"/>
                        <a:pt x="56" y="504"/>
                      </a:cubicBezTo>
                      <a:cubicBezTo>
                        <a:pt x="43" y="554"/>
                        <a:pt x="19" y="603"/>
                        <a:pt x="13" y="652"/>
                      </a:cubicBezTo>
                      <a:cubicBezTo>
                        <a:pt x="0" y="701"/>
                        <a:pt x="19" y="750"/>
                        <a:pt x="68" y="775"/>
                      </a:cubicBezTo>
                      <a:cubicBezTo>
                        <a:pt x="79" y="779"/>
                        <a:pt x="90" y="781"/>
                        <a:pt x="101" y="781"/>
                      </a:cubicBezTo>
                      <a:cubicBezTo>
                        <a:pt x="138" y="781"/>
                        <a:pt x="172" y="758"/>
                        <a:pt x="191" y="720"/>
                      </a:cubicBezTo>
                      <a:cubicBezTo>
                        <a:pt x="209" y="670"/>
                        <a:pt x="209" y="621"/>
                        <a:pt x="197" y="572"/>
                      </a:cubicBezTo>
                      <a:cubicBezTo>
                        <a:pt x="185" y="523"/>
                        <a:pt x="173" y="474"/>
                        <a:pt x="173" y="425"/>
                      </a:cubicBezTo>
                      <a:cubicBezTo>
                        <a:pt x="173" y="314"/>
                        <a:pt x="246" y="209"/>
                        <a:pt x="228" y="105"/>
                      </a:cubicBezTo>
                      <a:cubicBezTo>
                        <a:pt x="228" y="50"/>
                        <a:pt x="185" y="7"/>
                        <a:pt x="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9"/>
                <p:cNvSpPr/>
                <p:nvPr/>
              </p:nvSpPr>
              <p:spPr>
                <a:xfrm>
                  <a:off x="5235675" y="2863500"/>
                  <a:ext cx="5850" cy="18775"/>
                </a:xfrm>
                <a:custGeom>
                  <a:rect b="b" l="l" r="r" t="t"/>
                  <a:pathLst>
                    <a:path extrusionOk="0" h="751" w="234">
                      <a:moveTo>
                        <a:pt x="116" y="1"/>
                      </a:moveTo>
                      <a:cubicBezTo>
                        <a:pt x="104" y="1"/>
                        <a:pt x="92" y="3"/>
                        <a:pt x="80" y="6"/>
                      </a:cubicBezTo>
                      <a:cubicBezTo>
                        <a:pt x="37" y="37"/>
                        <a:pt x="12" y="92"/>
                        <a:pt x="25" y="142"/>
                      </a:cubicBezTo>
                      <a:cubicBezTo>
                        <a:pt x="25" y="240"/>
                        <a:pt x="68" y="338"/>
                        <a:pt x="49" y="437"/>
                      </a:cubicBezTo>
                      <a:cubicBezTo>
                        <a:pt x="43" y="498"/>
                        <a:pt x="12" y="553"/>
                        <a:pt x="6" y="615"/>
                      </a:cubicBezTo>
                      <a:cubicBezTo>
                        <a:pt x="0" y="670"/>
                        <a:pt x="31" y="744"/>
                        <a:pt x="86" y="750"/>
                      </a:cubicBezTo>
                      <a:cubicBezTo>
                        <a:pt x="90" y="751"/>
                        <a:pt x="95" y="751"/>
                        <a:pt x="99" y="751"/>
                      </a:cubicBezTo>
                      <a:cubicBezTo>
                        <a:pt x="143" y="751"/>
                        <a:pt x="180" y="722"/>
                        <a:pt x="197" y="682"/>
                      </a:cubicBezTo>
                      <a:cubicBezTo>
                        <a:pt x="209" y="633"/>
                        <a:pt x="209" y="590"/>
                        <a:pt x="197" y="547"/>
                      </a:cubicBezTo>
                      <a:cubicBezTo>
                        <a:pt x="184" y="498"/>
                        <a:pt x="172" y="455"/>
                        <a:pt x="172" y="406"/>
                      </a:cubicBezTo>
                      <a:cubicBezTo>
                        <a:pt x="178" y="357"/>
                        <a:pt x="191" y="301"/>
                        <a:pt x="209" y="252"/>
                      </a:cubicBezTo>
                      <a:cubicBezTo>
                        <a:pt x="234" y="197"/>
                        <a:pt x="234" y="142"/>
                        <a:pt x="221" y="80"/>
                      </a:cubicBezTo>
                      <a:cubicBezTo>
                        <a:pt x="207" y="31"/>
                        <a:pt x="164" y="1"/>
                        <a:pt x="1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9"/>
                <p:cNvSpPr/>
                <p:nvPr/>
              </p:nvSpPr>
              <p:spPr>
                <a:xfrm>
                  <a:off x="5227825" y="2862850"/>
                  <a:ext cx="6800" cy="16400"/>
                </a:xfrm>
                <a:custGeom>
                  <a:rect b="b" l="l" r="r" t="t"/>
                  <a:pathLst>
                    <a:path extrusionOk="0" h="656" w="272">
                      <a:moveTo>
                        <a:pt x="184" y="1"/>
                      </a:moveTo>
                      <a:cubicBezTo>
                        <a:pt x="146" y="1"/>
                        <a:pt x="109" y="24"/>
                        <a:pt x="93" y="57"/>
                      </a:cubicBezTo>
                      <a:cubicBezTo>
                        <a:pt x="74" y="100"/>
                        <a:pt x="74" y="143"/>
                        <a:pt x="81" y="186"/>
                      </a:cubicBezTo>
                      <a:cubicBezTo>
                        <a:pt x="81" y="229"/>
                        <a:pt x="93" y="272"/>
                        <a:pt x="93" y="309"/>
                      </a:cubicBezTo>
                      <a:cubicBezTo>
                        <a:pt x="99" y="370"/>
                        <a:pt x="87" y="432"/>
                        <a:pt x="56" y="481"/>
                      </a:cubicBezTo>
                      <a:cubicBezTo>
                        <a:pt x="31" y="524"/>
                        <a:pt x="1" y="573"/>
                        <a:pt x="25" y="616"/>
                      </a:cubicBezTo>
                      <a:cubicBezTo>
                        <a:pt x="38" y="642"/>
                        <a:pt x="62" y="655"/>
                        <a:pt x="86" y="655"/>
                      </a:cubicBezTo>
                      <a:cubicBezTo>
                        <a:pt x="97" y="655"/>
                        <a:pt x="108" y="653"/>
                        <a:pt x="117" y="647"/>
                      </a:cubicBezTo>
                      <a:cubicBezTo>
                        <a:pt x="154" y="635"/>
                        <a:pt x="179" y="604"/>
                        <a:pt x="185" y="573"/>
                      </a:cubicBezTo>
                      <a:cubicBezTo>
                        <a:pt x="197" y="536"/>
                        <a:pt x="203" y="493"/>
                        <a:pt x="203" y="456"/>
                      </a:cubicBezTo>
                      <a:cubicBezTo>
                        <a:pt x="197" y="333"/>
                        <a:pt x="216" y="211"/>
                        <a:pt x="253" y="94"/>
                      </a:cubicBezTo>
                      <a:cubicBezTo>
                        <a:pt x="271" y="51"/>
                        <a:pt x="240" y="8"/>
                        <a:pt x="197" y="2"/>
                      </a:cubicBezTo>
                      <a:cubicBezTo>
                        <a:pt x="193" y="1"/>
                        <a:pt x="188" y="1"/>
                        <a:pt x="1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9"/>
                <p:cNvSpPr/>
                <p:nvPr/>
              </p:nvSpPr>
              <p:spPr>
                <a:xfrm>
                  <a:off x="5219375" y="2559325"/>
                  <a:ext cx="41050" cy="33625"/>
                </a:xfrm>
                <a:custGeom>
                  <a:rect b="b" l="l" r="r" t="t"/>
                  <a:pathLst>
                    <a:path extrusionOk="0" h="1345" w="1642">
                      <a:moveTo>
                        <a:pt x="526" y="0"/>
                      </a:moveTo>
                      <a:cubicBezTo>
                        <a:pt x="448" y="0"/>
                        <a:pt x="372" y="13"/>
                        <a:pt x="302" y="52"/>
                      </a:cubicBezTo>
                      <a:cubicBezTo>
                        <a:pt x="185" y="132"/>
                        <a:pt x="105" y="261"/>
                        <a:pt x="93" y="408"/>
                      </a:cubicBezTo>
                      <a:cubicBezTo>
                        <a:pt x="1" y="845"/>
                        <a:pt x="296" y="1275"/>
                        <a:pt x="744" y="1337"/>
                      </a:cubicBezTo>
                      <a:cubicBezTo>
                        <a:pt x="780" y="1342"/>
                        <a:pt x="816" y="1344"/>
                        <a:pt x="852" y="1344"/>
                      </a:cubicBezTo>
                      <a:cubicBezTo>
                        <a:pt x="1251" y="1344"/>
                        <a:pt x="1596" y="1036"/>
                        <a:pt x="1629" y="624"/>
                      </a:cubicBezTo>
                      <a:cubicBezTo>
                        <a:pt x="1642" y="519"/>
                        <a:pt x="1629" y="408"/>
                        <a:pt x="1580" y="316"/>
                      </a:cubicBezTo>
                      <a:cubicBezTo>
                        <a:pt x="1500" y="193"/>
                        <a:pt x="1377" y="107"/>
                        <a:pt x="1236" y="77"/>
                      </a:cubicBezTo>
                      <a:cubicBezTo>
                        <a:pt x="1095" y="52"/>
                        <a:pt x="947" y="34"/>
                        <a:pt x="806" y="27"/>
                      </a:cubicBezTo>
                      <a:cubicBezTo>
                        <a:pt x="713" y="17"/>
                        <a:pt x="618" y="0"/>
                        <a:pt x="5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9"/>
                <p:cNvSpPr/>
                <p:nvPr/>
              </p:nvSpPr>
              <p:spPr>
                <a:xfrm>
                  <a:off x="5208475" y="2128425"/>
                  <a:ext cx="208075" cy="116600"/>
                </a:xfrm>
                <a:custGeom>
                  <a:rect b="b" l="l" r="r" t="t"/>
                  <a:pathLst>
                    <a:path extrusionOk="0" h="4664" w="8323">
                      <a:moveTo>
                        <a:pt x="1584" y="1"/>
                      </a:moveTo>
                      <a:cubicBezTo>
                        <a:pt x="1329" y="1"/>
                        <a:pt x="1078" y="38"/>
                        <a:pt x="842" y="145"/>
                      </a:cubicBezTo>
                      <a:cubicBezTo>
                        <a:pt x="344" y="366"/>
                        <a:pt x="0" y="1024"/>
                        <a:pt x="283" y="1497"/>
                      </a:cubicBezTo>
                      <a:cubicBezTo>
                        <a:pt x="467" y="1792"/>
                        <a:pt x="824" y="1915"/>
                        <a:pt x="1094" y="2124"/>
                      </a:cubicBezTo>
                      <a:cubicBezTo>
                        <a:pt x="1531" y="2456"/>
                        <a:pt x="1758" y="2997"/>
                        <a:pt x="2004" y="3489"/>
                      </a:cubicBezTo>
                      <a:cubicBezTo>
                        <a:pt x="2256" y="3980"/>
                        <a:pt x="2600" y="4484"/>
                        <a:pt x="3123" y="4632"/>
                      </a:cubicBezTo>
                      <a:cubicBezTo>
                        <a:pt x="3196" y="4653"/>
                        <a:pt x="3274" y="4664"/>
                        <a:pt x="3352" y="4664"/>
                      </a:cubicBezTo>
                      <a:cubicBezTo>
                        <a:pt x="3680" y="4664"/>
                        <a:pt x="4015" y="4481"/>
                        <a:pt x="4069" y="4159"/>
                      </a:cubicBezTo>
                      <a:cubicBezTo>
                        <a:pt x="4137" y="3759"/>
                        <a:pt x="3774" y="3452"/>
                        <a:pt x="3498" y="3175"/>
                      </a:cubicBezTo>
                      <a:cubicBezTo>
                        <a:pt x="3153" y="2819"/>
                        <a:pt x="2889" y="2382"/>
                        <a:pt x="2735" y="1909"/>
                      </a:cubicBezTo>
                      <a:cubicBezTo>
                        <a:pt x="2705" y="1811"/>
                        <a:pt x="2680" y="1681"/>
                        <a:pt x="2760" y="1608"/>
                      </a:cubicBezTo>
                      <a:cubicBezTo>
                        <a:pt x="2790" y="1579"/>
                        <a:pt x="2823" y="1567"/>
                        <a:pt x="2858" y="1567"/>
                      </a:cubicBezTo>
                      <a:cubicBezTo>
                        <a:pt x="2967" y="1567"/>
                        <a:pt x="3090" y="1685"/>
                        <a:pt x="3160" y="1792"/>
                      </a:cubicBezTo>
                      <a:cubicBezTo>
                        <a:pt x="3460" y="2252"/>
                        <a:pt x="3803" y="3218"/>
                        <a:pt x="4164" y="3218"/>
                      </a:cubicBezTo>
                      <a:cubicBezTo>
                        <a:pt x="4165" y="3218"/>
                        <a:pt x="4166" y="3218"/>
                        <a:pt x="4168" y="3218"/>
                      </a:cubicBezTo>
                      <a:cubicBezTo>
                        <a:pt x="4536" y="3212"/>
                        <a:pt x="4862" y="2253"/>
                        <a:pt x="5157" y="1792"/>
                      </a:cubicBezTo>
                      <a:cubicBezTo>
                        <a:pt x="5227" y="1685"/>
                        <a:pt x="5350" y="1567"/>
                        <a:pt x="5459" y="1567"/>
                      </a:cubicBezTo>
                      <a:cubicBezTo>
                        <a:pt x="5494" y="1567"/>
                        <a:pt x="5527" y="1579"/>
                        <a:pt x="5557" y="1608"/>
                      </a:cubicBezTo>
                      <a:cubicBezTo>
                        <a:pt x="5637" y="1681"/>
                        <a:pt x="5612" y="1811"/>
                        <a:pt x="5581" y="1909"/>
                      </a:cubicBezTo>
                      <a:cubicBezTo>
                        <a:pt x="5428" y="2382"/>
                        <a:pt x="5170" y="2819"/>
                        <a:pt x="4819" y="3175"/>
                      </a:cubicBezTo>
                      <a:cubicBezTo>
                        <a:pt x="4543" y="3452"/>
                        <a:pt x="4186" y="3765"/>
                        <a:pt x="4248" y="4159"/>
                      </a:cubicBezTo>
                      <a:cubicBezTo>
                        <a:pt x="4297" y="4477"/>
                        <a:pt x="4638" y="4663"/>
                        <a:pt x="4968" y="4663"/>
                      </a:cubicBezTo>
                      <a:cubicBezTo>
                        <a:pt x="5045" y="4663"/>
                        <a:pt x="5122" y="4653"/>
                        <a:pt x="5194" y="4632"/>
                      </a:cubicBezTo>
                      <a:cubicBezTo>
                        <a:pt x="5717" y="4484"/>
                        <a:pt x="6061" y="3980"/>
                        <a:pt x="6313" y="3489"/>
                      </a:cubicBezTo>
                      <a:cubicBezTo>
                        <a:pt x="6565" y="2997"/>
                        <a:pt x="6786" y="2456"/>
                        <a:pt x="7223" y="2124"/>
                      </a:cubicBezTo>
                      <a:cubicBezTo>
                        <a:pt x="7493" y="1915"/>
                        <a:pt x="7850" y="1792"/>
                        <a:pt x="8034" y="1497"/>
                      </a:cubicBezTo>
                      <a:cubicBezTo>
                        <a:pt x="8323" y="1024"/>
                        <a:pt x="7972" y="366"/>
                        <a:pt x="7475" y="145"/>
                      </a:cubicBezTo>
                      <a:cubicBezTo>
                        <a:pt x="7242" y="38"/>
                        <a:pt x="6991" y="1"/>
                        <a:pt x="6735" y="1"/>
                      </a:cubicBezTo>
                      <a:cubicBezTo>
                        <a:pt x="6444" y="1"/>
                        <a:pt x="6146" y="49"/>
                        <a:pt x="5858" y="102"/>
                      </a:cubicBezTo>
                      <a:cubicBezTo>
                        <a:pt x="5292" y="200"/>
                        <a:pt x="4727" y="311"/>
                        <a:pt x="4161" y="434"/>
                      </a:cubicBezTo>
                      <a:cubicBezTo>
                        <a:pt x="3596" y="311"/>
                        <a:pt x="3030" y="200"/>
                        <a:pt x="2459" y="102"/>
                      </a:cubicBezTo>
                      <a:cubicBezTo>
                        <a:pt x="2171" y="49"/>
                        <a:pt x="1875"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9"/>
                <p:cNvSpPr/>
                <p:nvPr/>
              </p:nvSpPr>
              <p:spPr>
                <a:xfrm>
                  <a:off x="5166825" y="1818475"/>
                  <a:ext cx="53800" cy="203850"/>
                </a:xfrm>
                <a:custGeom>
                  <a:rect b="b" l="l" r="r" t="t"/>
                  <a:pathLst>
                    <a:path extrusionOk="0" h="8154" w="2152">
                      <a:moveTo>
                        <a:pt x="1589" y="0"/>
                      </a:moveTo>
                      <a:cubicBezTo>
                        <a:pt x="1274" y="0"/>
                        <a:pt x="885" y="222"/>
                        <a:pt x="873" y="544"/>
                      </a:cubicBezTo>
                      <a:cubicBezTo>
                        <a:pt x="849" y="1036"/>
                        <a:pt x="720" y="2739"/>
                        <a:pt x="701" y="3802"/>
                      </a:cubicBezTo>
                      <a:cubicBezTo>
                        <a:pt x="676" y="4866"/>
                        <a:pt x="443" y="6531"/>
                        <a:pt x="363" y="6974"/>
                      </a:cubicBezTo>
                      <a:cubicBezTo>
                        <a:pt x="277" y="7423"/>
                        <a:pt x="0" y="7552"/>
                        <a:pt x="43" y="7828"/>
                      </a:cubicBezTo>
                      <a:cubicBezTo>
                        <a:pt x="67" y="8003"/>
                        <a:pt x="451" y="8153"/>
                        <a:pt x="763" y="8153"/>
                      </a:cubicBezTo>
                      <a:cubicBezTo>
                        <a:pt x="945" y="8153"/>
                        <a:pt x="1102" y="8102"/>
                        <a:pt x="1150" y="7976"/>
                      </a:cubicBezTo>
                      <a:cubicBezTo>
                        <a:pt x="1273" y="7638"/>
                        <a:pt x="1033" y="6722"/>
                        <a:pt x="1027" y="6144"/>
                      </a:cubicBezTo>
                      <a:cubicBezTo>
                        <a:pt x="1021" y="5572"/>
                        <a:pt x="1512" y="1589"/>
                        <a:pt x="1678" y="1294"/>
                      </a:cubicBezTo>
                      <a:cubicBezTo>
                        <a:pt x="1807" y="1079"/>
                        <a:pt x="2152" y="569"/>
                        <a:pt x="1955" y="188"/>
                      </a:cubicBezTo>
                      <a:cubicBezTo>
                        <a:pt x="1891" y="58"/>
                        <a:pt x="1749" y="0"/>
                        <a:pt x="15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9"/>
                <p:cNvSpPr/>
                <p:nvPr/>
              </p:nvSpPr>
              <p:spPr>
                <a:xfrm>
                  <a:off x="5132400" y="2022800"/>
                  <a:ext cx="67125" cy="185725"/>
                </a:xfrm>
                <a:custGeom>
                  <a:rect b="b" l="l" r="r" t="t"/>
                  <a:pathLst>
                    <a:path extrusionOk="0" h="7429" w="2685">
                      <a:moveTo>
                        <a:pt x="1790" y="707"/>
                      </a:moveTo>
                      <a:cubicBezTo>
                        <a:pt x="1882" y="707"/>
                        <a:pt x="1966" y="777"/>
                        <a:pt x="1955" y="885"/>
                      </a:cubicBezTo>
                      <a:cubicBezTo>
                        <a:pt x="1931" y="1069"/>
                        <a:pt x="1045" y="3767"/>
                        <a:pt x="935" y="4634"/>
                      </a:cubicBezTo>
                      <a:cubicBezTo>
                        <a:pt x="935" y="4634"/>
                        <a:pt x="1291" y="1542"/>
                        <a:pt x="1599" y="848"/>
                      </a:cubicBezTo>
                      <a:cubicBezTo>
                        <a:pt x="1641" y="749"/>
                        <a:pt x="1718" y="707"/>
                        <a:pt x="1790" y="707"/>
                      </a:cubicBezTo>
                      <a:close/>
                      <a:moveTo>
                        <a:pt x="1474" y="1"/>
                      </a:moveTo>
                      <a:cubicBezTo>
                        <a:pt x="1446" y="1"/>
                        <a:pt x="1426" y="11"/>
                        <a:pt x="1414" y="36"/>
                      </a:cubicBezTo>
                      <a:cubicBezTo>
                        <a:pt x="1070" y="780"/>
                        <a:pt x="0" y="7074"/>
                        <a:pt x="62" y="7296"/>
                      </a:cubicBezTo>
                      <a:cubicBezTo>
                        <a:pt x="90" y="7388"/>
                        <a:pt x="196" y="7428"/>
                        <a:pt x="320" y="7428"/>
                      </a:cubicBezTo>
                      <a:cubicBezTo>
                        <a:pt x="490" y="7428"/>
                        <a:pt x="694" y="7352"/>
                        <a:pt x="769" y="7234"/>
                      </a:cubicBezTo>
                      <a:cubicBezTo>
                        <a:pt x="898" y="7037"/>
                        <a:pt x="1371" y="5046"/>
                        <a:pt x="1715" y="3583"/>
                      </a:cubicBezTo>
                      <a:cubicBezTo>
                        <a:pt x="2045" y="2156"/>
                        <a:pt x="2685" y="162"/>
                        <a:pt x="2528" y="162"/>
                      </a:cubicBezTo>
                      <a:cubicBezTo>
                        <a:pt x="2524" y="162"/>
                        <a:pt x="2519" y="163"/>
                        <a:pt x="2514" y="165"/>
                      </a:cubicBezTo>
                      <a:cubicBezTo>
                        <a:pt x="2421" y="213"/>
                        <a:pt x="2327" y="232"/>
                        <a:pt x="2234" y="232"/>
                      </a:cubicBezTo>
                      <a:cubicBezTo>
                        <a:pt x="1908" y="232"/>
                        <a:pt x="1606" y="1"/>
                        <a:pt x="14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9"/>
                <p:cNvSpPr/>
                <p:nvPr/>
              </p:nvSpPr>
              <p:spPr>
                <a:xfrm>
                  <a:off x="5144375" y="2212375"/>
                  <a:ext cx="15100" cy="37250"/>
                </a:xfrm>
                <a:custGeom>
                  <a:rect b="b" l="l" r="r" t="t"/>
                  <a:pathLst>
                    <a:path extrusionOk="0" h="1490" w="604">
                      <a:moveTo>
                        <a:pt x="229" y="0"/>
                      </a:moveTo>
                      <a:cubicBezTo>
                        <a:pt x="161" y="0"/>
                        <a:pt x="96" y="35"/>
                        <a:pt x="62" y="94"/>
                      </a:cubicBezTo>
                      <a:cubicBezTo>
                        <a:pt x="19" y="167"/>
                        <a:pt x="1" y="260"/>
                        <a:pt x="13" y="346"/>
                      </a:cubicBezTo>
                      <a:cubicBezTo>
                        <a:pt x="19" y="542"/>
                        <a:pt x="87" y="739"/>
                        <a:pt x="75" y="942"/>
                      </a:cubicBezTo>
                      <a:cubicBezTo>
                        <a:pt x="69" y="1022"/>
                        <a:pt x="44" y="1102"/>
                        <a:pt x="44" y="1188"/>
                      </a:cubicBezTo>
                      <a:cubicBezTo>
                        <a:pt x="32" y="1268"/>
                        <a:pt x="56" y="1354"/>
                        <a:pt x="112" y="1415"/>
                      </a:cubicBezTo>
                      <a:cubicBezTo>
                        <a:pt x="161" y="1465"/>
                        <a:pt x="224" y="1489"/>
                        <a:pt x="289" y="1489"/>
                      </a:cubicBezTo>
                      <a:cubicBezTo>
                        <a:pt x="345" y="1489"/>
                        <a:pt x="401" y="1471"/>
                        <a:pt x="450" y="1434"/>
                      </a:cubicBezTo>
                      <a:cubicBezTo>
                        <a:pt x="548" y="1354"/>
                        <a:pt x="603" y="1231"/>
                        <a:pt x="603" y="1108"/>
                      </a:cubicBezTo>
                      <a:cubicBezTo>
                        <a:pt x="603" y="985"/>
                        <a:pt x="585" y="856"/>
                        <a:pt x="554" y="739"/>
                      </a:cubicBezTo>
                      <a:lnTo>
                        <a:pt x="431" y="241"/>
                      </a:lnTo>
                      <a:cubicBezTo>
                        <a:pt x="407" y="149"/>
                        <a:pt x="376" y="38"/>
                        <a:pt x="284" y="8"/>
                      </a:cubicBezTo>
                      <a:cubicBezTo>
                        <a:pt x="266" y="3"/>
                        <a:pt x="247" y="0"/>
                        <a:pt x="2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9"/>
                <p:cNvSpPr/>
                <p:nvPr/>
              </p:nvSpPr>
              <p:spPr>
                <a:xfrm>
                  <a:off x="5149150" y="2254150"/>
                  <a:ext cx="10000" cy="15600"/>
                </a:xfrm>
                <a:custGeom>
                  <a:rect b="b" l="l" r="r" t="t"/>
                  <a:pathLst>
                    <a:path extrusionOk="0" h="624" w="400">
                      <a:moveTo>
                        <a:pt x="211" y="0"/>
                      </a:moveTo>
                      <a:cubicBezTo>
                        <a:pt x="195" y="0"/>
                        <a:pt x="177" y="3"/>
                        <a:pt x="160" y="9"/>
                      </a:cubicBezTo>
                      <a:cubicBezTo>
                        <a:pt x="111" y="21"/>
                        <a:pt x="62" y="45"/>
                        <a:pt x="19" y="76"/>
                      </a:cubicBezTo>
                      <a:cubicBezTo>
                        <a:pt x="0" y="254"/>
                        <a:pt x="87" y="568"/>
                        <a:pt x="259" y="623"/>
                      </a:cubicBezTo>
                      <a:cubicBezTo>
                        <a:pt x="357" y="488"/>
                        <a:pt x="400" y="316"/>
                        <a:pt x="369" y="150"/>
                      </a:cubicBezTo>
                      <a:cubicBezTo>
                        <a:pt x="363" y="107"/>
                        <a:pt x="345" y="70"/>
                        <a:pt x="314" y="39"/>
                      </a:cubicBezTo>
                      <a:cubicBezTo>
                        <a:pt x="284" y="14"/>
                        <a:pt x="249"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9"/>
                <p:cNvSpPr/>
                <p:nvPr/>
              </p:nvSpPr>
              <p:spPr>
                <a:xfrm>
                  <a:off x="5152825" y="2275925"/>
                  <a:ext cx="5875" cy="10425"/>
                </a:xfrm>
                <a:custGeom>
                  <a:rect b="b" l="l" r="r" t="t"/>
                  <a:pathLst>
                    <a:path extrusionOk="0" h="417" w="235">
                      <a:moveTo>
                        <a:pt x="91" y="0"/>
                      </a:moveTo>
                      <a:cubicBezTo>
                        <a:pt x="64" y="0"/>
                        <a:pt x="39" y="9"/>
                        <a:pt x="19" y="29"/>
                      </a:cubicBezTo>
                      <a:cubicBezTo>
                        <a:pt x="1" y="139"/>
                        <a:pt x="7" y="250"/>
                        <a:pt x="44" y="355"/>
                      </a:cubicBezTo>
                      <a:cubicBezTo>
                        <a:pt x="50" y="385"/>
                        <a:pt x="81" y="416"/>
                        <a:pt x="99" y="416"/>
                      </a:cubicBezTo>
                      <a:cubicBezTo>
                        <a:pt x="118" y="416"/>
                        <a:pt x="136" y="392"/>
                        <a:pt x="142" y="373"/>
                      </a:cubicBezTo>
                      <a:cubicBezTo>
                        <a:pt x="179" y="324"/>
                        <a:pt x="204" y="269"/>
                        <a:pt x="222" y="207"/>
                      </a:cubicBezTo>
                      <a:cubicBezTo>
                        <a:pt x="235" y="152"/>
                        <a:pt x="222" y="84"/>
                        <a:pt x="179" y="41"/>
                      </a:cubicBezTo>
                      <a:cubicBezTo>
                        <a:pt x="156" y="14"/>
                        <a:pt x="123" y="0"/>
                        <a:pt x="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9"/>
                <p:cNvSpPr/>
                <p:nvPr/>
              </p:nvSpPr>
              <p:spPr>
                <a:xfrm>
                  <a:off x="5128250" y="2216675"/>
                  <a:ext cx="13550" cy="37100"/>
                </a:xfrm>
                <a:custGeom>
                  <a:rect b="b" l="l" r="r" t="t"/>
                  <a:pathLst>
                    <a:path extrusionOk="0" h="1484" w="542">
                      <a:moveTo>
                        <a:pt x="293" y="1"/>
                      </a:moveTo>
                      <a:cubicBezTo>
                        <a:pt x="288" y="1"/>
                        <a:pt x="282" y="1"/>
                        <a:pt x="277" y="2"/>
                      </a:cubicBezTo>
                      <a:cubicBezTo>
                        <a:pt x="179" y="20"/>
                        <a:pt x="136" y="125"/>
                        <a:pt x="117" y="217"/>
                      </a:cubicBezTo>
                      <a:cubicBezTo>
                        <a:pt x="50" y="500"/>
                        <a:pt x="13" y="788"/>
                        <a:pt x="7" y="1077"/>
                      </a:cubicBezTo>
                      <a:cubicBezTo>
                        <a:pt x="1" y="1157"/>
                        <a:pt x="13" y="1243"/>
                        <a:pt x="37" y="1323"/>
                      </a:cubicBezTo>
                      <a:cubicBezTo>
                        <a:pt x="62" y="1403"/>
                        <a:pt x="130" y="1465"/>
                        <a:pt x="209" y="1483"/>
                      </a:cubicBezTo>
                      <a:cubicBezTo>
                        <a:pt x="214" y="1483"/>
                        <a:pt x="219" y="1483"/>
                        <a:pt x="224" y="1483"/>
                      </a:cubicBezTo>
                      <a:cubicBezTo>
                        <a:pt x="317" y="1483"/>
                        <a:pt x="402" y="1429"/>
                        <a:pt x="443" y="1348"/>
                      </a:cubicBezTo>
                      <a:cubicBezTo>
                        <a:pt x="480" y="1256"/>
                        <a:pt x="505" y="1163"/>
                        <a:pt x="505" y="1065"/>
                      </a:cubicBezTo>
                      <a:cubicBezTo>
                        <a:pt x="541" y="801"/>
                        <a:pt x="541" y="530"/>
                        <a:pt x="505" y="266"/>
                      </a:cubicBezTo>
                      <a:cubicBezTo>
                        <a:pt x="498" y="198"/>
                        <a:pt x="480" y="137"/>
                        <a:pt x="443" y="82"/>
                      </a:cubicBezTo>
                      <a:cubicBezTo>
                        <a:pt x="409" y="31"/>
                        <a:pt x="350" y="1"/>
                        <a:pt x="2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9"/>
                <p:cNvSpPr/>
                <p:nvPr/>
              </p:nvSpPr>
              <p:spPr>
                <a:xfrm>
                  <a:off x="5125650" y="2258950"/>
                  <a:ext cx="10000" cy="22800"/>
                </a:xfrm>
                <a:custGeom>
                  <a:rect b="b" l="l" r="r" t="t"/>
                  <a:pathLst>
                    <a:path extrusionOk="0" h="912" w="400">
                      <a:moveTo>
                        <a:pt x="215" y="1"/>
                      </a:moveTo>
                      <a:cubicBezTo>
                        <a:pt x="166" y="1"/>
                        <a:pt x="117" y="26"/>
                        <a:pt x="92" y="69"/>
                      </a:cubicBezTo>
                      <a:cubicBezTo>
                        <a:pt x="61" y="112"/>
                        <a:pt x="49" y="161"/>
                        <a:pt x="43" y="216"/>
                      </a:cubicBezTo>
                      <a:cubicBezTo>
                        <a:pt x="37" y="308"/>
                        <a:pt x="49" y="401"/>
                        <a:pt x="37" y="493"/>
                      </a:cubicBezTo>
                      <a:cubicBezTo>
                        <a:pt x="18" y="573"/>
                        <a:pt x="6" y="646"/>
                        <a:pt x="6" y="726"/>
                      </a:cubicBezTo>
                      <a:cubicBezTo>
                        <a:pt x="0" y="806"/>
                        <a:pt x="49" y="880"/>
                        <a:pt x="123" y="911"/>
                      </a:cubicBezTo>
                      <a:cubicBezTo>
                        <a:pt x="129" y="911"/>
                        <a:pt x="134" y="911"/>
                        <a:pt x="140" y="911"/>
                      </a:cubicBezTo>
                      <a:cubicBezTo>
                        <a:pt x="202" y="911"/>
                        <a:pt x="261" y="881"/>
                        <a:pt x="295" y="825"/>
                      </a:cubicBezTo>
                      <a:cubicBezTo>
                        <a:pt x="332" y="769"/>
                        <a:pt x="350" y="702"/>
                        <a:pt x="357" y="634"/>
                      </a:cubicBezTo>
                      <a:cubicBezTo>
                        <a:pt x="400" y="480"/>
                        <a:pt x="400" y="321"/>
                        <a:pt x="375" y="161"/>
                      </a:cubicBezTo>
                      <a:cubicBezTo>
                        <a:pt x="350" y="87"/>
                        <a:pt x="301" y="1"/>
                        <a:pt x="2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9"/>
                <p:cNvSpPr/>
                <p:nvPr/>
              </p:nvSpPr>
              <p:spPr>
                <a:xfrm>
                  <a:off x="5130875" y="2286450"/>
                  <a:ext cx="11225" cy="17200"/>
                </a:xfrm>
                <a:custGeom>
                  <a:rect b="b" l="l" r="r" t="t"/>
                  <a:pathLst>
                    <a:path extrusionOk="0" h="688" w="449">
                      <a:moveTo>
                        <a:pt x="118" y="1"/>
                      </a:moveTo>
                      <a:cubicBezTo>
                        <a:pt x="55" y="1"/>
                        <a:pt x="6" y="48"/>
                        <a:pt x="0" y="112"/>
                      </a:cubicBezTo>
                      <a:cubicBezTo>
                        <a:pt x="0" y="173"/>
                        <a:pt x="25" y="235"/>
                        <a:pt x="68" y="278"/>
                      </a:cubicBezTo>
                      <a:cubicBezTo>
                        <a:pt x="104" y="327"/>
                        <a:pt x="141" y="376"/>
                        <a:pt x="172" y="432"/>
                      </a:cubicBezTo>
                      <a:cubicBezTo>
                        <a:pt x="197" y="499"/>
                        <a:pt x="221" y="561"/>
                        <a:pt x="246" y="616"/>
                      </a:cubicBezTo>
                      <a:cubicBezTo>
                        <a:pt x="271" y="658"/>
                        <a:pt x="316" y="688"/>
                        <a:pt x="357" y="688"/>
                      </a:cubicBezTo>
                      <a:cubicBezTo>
                        <a:pt x="377" y="688"/>
                        <a:pt x="396" y="681"/>
                        <a:pt x="412" y="665"/>
                      </a:cubicBezTo>
                      <a:cubicBezTo>
                        <a:pt x="436" y="641"/>
                        <a:pt x="449" y="604"/>
                        <a:pt x="436" y="567"/>
                      </a:cubicBezTo>
                      <a:cubicBezTo>
                        <a:pt x="430" y="530"/>
                        <a:pt x="412" y="493"/>
                        <a:pt x="393" y="462"/>
                      </a:cubicBezTo>
                      <a:cubicBezTo>
                        <a:pt x="326" y="358"/>
                        <a:pt x="270" y="247"/>
                        <a:pt x="234" y="136"/>
                      </a:cubicBezTo>
                      <a:cubicBezTo>
                        <a:pt x="209" y="81"/>
                        <a:pt x="184" y="20"/>
                        <a:pt x="129" y="1"/>
                      </a:cubicBezTo>
                      <a:cubicBezTo>
                        <a:pt x="125" y="1"/>
                        <a:pt x="121"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9"/>
                <p:cNvSpPr/>
                <p:nvPr/>
              </p:nvSpPr>
              <p:spPr>
                <a:xfrm>
                  <a:off x="5141625" y="2306150"/>
                  <a:ext cx="5250" cy="8000"/>
                </a:xfrm>
                <a:custGeom>
                  <a:rect b="b" l="l" r="r" t="t"/>
                  <a:pathLst>
                    <a:path extrusionOk="0" h="320" w="210">
                      <a:moveTo>
                        <a:pt x="56" y="0"/>
                      </a:moveTo>
                      <a:lnTo>
                        <a:pt x="56" y="0"/>
                      </a:lnTo>
                      <a:cubicBezTo>
                        <a:pt x="0" y="123"/>
                        <a:pt x="62" y="270"/>
                        <a:pt x="191" y="320"/>
                      </a:cubicBezTo>
                      <a:cubicBezTo>
                        <a:pt x="209" y="252"/>
                        <a:pt x="209" y="184"/>
                        <a:pt x="197" y="117"/>
                      </a:cubicBezTo>
                      <a:cubicBezTo>
                        <a:pt x="185" y="55"/>
                        <a:pt x="123" y="6"/>
                        <a:pt x="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9"/>
                <p:cNvSpPr/>
                <p:nvPr/>
              </p:nvSpPr>
              <p:spPr>
                <a:xfrm>
                  <a:off x="5229575" y="1823150"/>
                  <a:ext cx="82950" cy="196300"/>
                </a:xfrm>
                <a:custGeom>
                  <a:rect b="b" l="l" r="r" t="t"/>
                  <a:pathLst>
                    <a:path extrusionOk="0" h="7852" w="3318">
                      <a:moveTo>
                        <a:pt x="2690" y="1"/>
                      </a:moveTo>
                      <a:cubicBezTo>
                        <a:pt x="2690" y="1"/>
                        <a:pt x="2770" y="4427"/>
                        <a:pt x="2690" y="4494"/>
                      </a:cubicBezTo>
                      <a:cubicBezTo>
                        <a:pt x="2617" y="4562"/>
                        <a:pt x="2211" y="4808"/>
                        <a:pt x="1701" y="5619"/>
                      </a:cubicBezTo>
                      <a:cubicBezTo>
                        <a:pt x="1209" y="6400"/>
                        <a:pt x="1068" y="7260"/>
                        <a:pt x="779" y="7315"/>
                      </a:cubicBezTo>
                      <a:cubicBezTo>
                        <a:pt x="771" y="7317"/>
                        <a:pt x="763" y="7318"/>
                        <a:pt x="755" y="7318"/>
                      </a:cubicBezTo>
                      <a:cubicBezTo>
                        <a:pt x="504" y="7318"/>
                        <a:pt x="249" y="6662"/>
                        <a:pt x="133" y="6662"/>
                      </a:cubicBezTo>
                      <a:cubicBezTo>
                        <a:pt x="121" y="6662"/>
                        <a:pt x="111" y="6668"/>
                        <a:pt x="103" y="6682"/>
                      </a:cubicBezTo>
                      <a:cubicBezTo>
                        <a:pt x="0" y="6839"/>
                        <a:pt x="223" y="7852"/>
                        <a:pt x="758" y="7852"/>
                      </a:cubicBezTo>
                      <a:cubicBezTo>
                        <a:pt x="769" y="7852"/>
                        <a:pt x="780" y="7851"/>
                        <a:pt x="791" y="7850"/>
                      </a:cubicBezTo>
                      <a:cubicBezTo>
                        <a:pt x="1350" y="7801"/>
                        <a:pt x="1695" y="6842"/>
                        <a:pt x="2002" y="6092"/>
                      </a:cubicBezTo>
                      <a:cubicBezTo>
                        <a:pt x="2309" y="5342"/>
                        <a:pt x="3317" y="4937"/>
                        <a:pt x="3317" y="4937"/>
                      </a:cubicBezTo>
                      <a:lnTo>
                        <a:pt x="3317" y="25"/>
                      </a:lnTo>
                      <a:cubicBezTo>
                        <a:pt x="2992" y="25"/>
                        <a:pt x="2691" y="1"/>
                        <a:pt x="26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9"/>
                <p:cNvSpPr/>
                <p:nvPr/>
              </p:nvSpPr>
              <p:spPr>
                <a:xfrm>
                  <a:off x="5231925" y="1823375"/>
                  <a:ext cx="68775" cy="13925"/>
                </a:xfrm>
                <a:custGeom>
                  <a:rect b="b" l="l" r="r" t="t"/>
                  <a:pathLst>
                    <a:path extrusionOk="0" h="557" w="2751">
                      <a:moveTo>
                        <a:pt x="516" y="0"/>
                      </a:moveTo>
                      <a:cubicBezTo>
                        <a:pt x="137" y="0"/>
                        <a:pt x="1" y="197"/>
                        <a:pt x="82" y="312"/>
                      </a:cubicBezTo>
                      <a:cubicBezTo>
                        <a:pt x="150" y="411"/>
                        <a:pt x="1135" y="556"/>
                        <a:pt x="1963" y="556"/>
                      </a:cubicBezTo>
                      <a:cubicBezTo>
                        <a:pt x="2263" y="556"/>
                        <a:pt x="2542" y="537"/>
                        <a:pt x="2750" y="490"/>
                      </a:cubicBezTo>
                      <a:lnTo>
                        <a:pt x="2670" y="53"/>
                      </a:lnTo>
                      <a:cubicBezTo>
                        <a:pt x="2670" y="53"/>
                        <a:pt x="2459" y="56"/>
                        <a:pt x="2169" y="56"/>
                      </a:cubicBezTo>
                      <a:cubicBezTo>
                        <a:pt x="1686" y="56"/>
                        <a:pt x="984" y="49"/>
                        <a:pt x="673" y="10"/>
                      </a:cubicBezTo>
                      <a:cubicBezTo>
                        <a:pt x="616" y="3"/>
                        <a:pt x="564" y="0"/>
                        <a:pt x="5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9"/>
                <p:cNvSpPr/>
                <p:nvPr/>
              </p:nvSpPr>
              <p:spPr>
                <a:xfrm>
                  <a:off x="5273175" y="1794500"/>
                  <a:ext cx="35050" cy="10050"/>
                </a:xfrm>
                <a:custGeom>
                  <a:rect b="b" l="l" r="r" t="t"/>
                  <a:pathLst>
                    <a:path extrusionOk="0" h="402" w="1402">
                      <a:moveTo>
                        <a:pt x="244" y="0"/>
                      </a:moveTo>
                      <a:cubicBezTo>
                        <a:pt x="59" y="0"/>
                        <a:pt x="0" y="126"/>
                        <a:pt x="43" y="206"/>
                      </a:cubicBezTo>
                      <a:cubicBezTo>
                        <a:pt x="81" y="278"/>
                        <a:pt x="641" y="401"/>
                        <a:pt x="1074" y="401"/>
                      </a:cubicBezTo>
                      <a:cubicBezTo>
                        <a:pt x="1199" y="401"/>
                        <a:pt x="1313" y="391"/>
                        <a:pt x="1401" y="366"/>
                      </a:cubicBezTo>
                      <a:lnTo>
                        <a:pt x="1358" y="71"/>
                      </a:lnTo>
                      <a:cubicBezTo>
                        <a:pt x="1358" y="71"/>
                        <a:pt x="590" y="59"/>
                        <a:pt x="338" y="10"/>
                      </a:cubicBezTo>
                      <a:cubicBezTo>
                        <a:pt x="304" y="3"/>
                        <a:pt x="272" y="0"/>
                        <a:pt x="2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9"/>
                <p:cNvSpPr/>
                <p:nvPr/>
              </p:nvSpPr>
              <p:spPr>
                <a:xfrm>
                  <a:off x="5284975" y="1779250"/>
                  <a:ext cx="27250" cy="9250"/>
                </a:xfrm>
                <a:custGeom>
                  <a:rect b="b" l="l" r="r" t="t"/>
                  <a:pathLst>
                    <a:path extrusionOk="0" h="370" w="1090">
                      <a:moveTo>
                        <a:pt x="181" y="1"/>
                      </a:moveTo>
                      <a:cubicBezTo>
                        <a:pt x="45" y="1"/>
                        <a:pt x="0" y="110"/>
                        <a:pt x="32" y="183"/>
                      </a:cubicBezTo>
                      <a:cubicBezTo>
                        <a:pt x="66" y="247"/>
                        <a:pt x="523" y="370"/>
                        <a:pt x="863" y="370"/>
                      </a:cubicBezTo>
                      <a:cubicBezTo>
                        <a:pt x="949" y="370"/>
                        <a:pt x="1027" y="362"/>
                        <a:pt x="1089" y="343"/>
                      </a:cubicBezTo>
                      <a:lnTo>
                        <a:pt x="1052" y="79"/>
                      </a:lnTo>
                      <a:cubicBezTo>
                        <a:pt x="1052" y="79"/>
                        <a:pt x="456" y="54"/>
                        <a:pt x="259" y="11"/>
                      </a:cubicBezTo>
                      <a:cubicBezTo>
                        <a:pt x="230" y="4"/>
                        <a:pt x="204" y="1"/>
                        <a:pt x="1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9"/>
                <p:cNvSpPr/>
                <p:nvPr/>
              </p:nvSpPr>
              <p:spPr>
                <a:xfrm>
                  <a:off x="5284950" y="1973650"/>
                  <a:ext cx="25275" cy="8500"/>
                </a:xfrm>
                <a:custGeom>
                  <a:rect b="b" l="l" r="r" t="t"/>
                  <a:pathLst>
                    <a:path extrusionOk="0" h="340" w="1011">
                      <a:moveTo>
                        <a:pt x="176" y="1"/>
                      </a:moveTo>
                      <a:cubicBezTo>
                        <a:pt x="32" y="1"/>
                        <a:pt x="1" y="129"/>
                        <a:pt x="45" y="208"/>
                      </a:cubicBezTo>
                      <a:cubicBezTo>
                        <a:pt x="79" y="263"/>
                        <a:pt x="408" y="339"/>
                        <a:pt x="692" y="339"/>
                      </a:cubicBezTo>
                      <a:cubicBezTo>
                        <a:pt x="816" y="339"/>
                        <a:pt x="932" y="325"/>
                        <a:pt x="1010" y="287"/>
                      </a:cubicBezTo>
                      <a:lnTo>
                        <a:pt x="943" y="11"/>
                      </a:lnTo>
                      <a:cubicBezTo>
                        <a:pt x="943" y="11"/>
                        <a:pt x="740" y="20"/>
                        <a:pt x="541" y="20"/>
                      </a:cubicBezTo>
                      <a:cubicBezTo>
                        <a:pt x="417" y="20"/>
                        <a:pt x="294" y="16"/>
                        <a:pt x="223" y="5"/>
                      </a:cubicBezTo>
                      <a:cubicBezTo>
                        <a:pt x="207" y="2"/>
                        <a:pt x="191" y="1"/>
                        <a:pt x="1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9"/>
                <p:cNvSpPr/>
                <p:nvPr/>
              </p:nvSpPr>
              <p:spPr>
                <a:xfrm>
                  <a:off x="5284925" y="1991775"/>
                  <a:ext cx="25300" cy="8500"/>
                </a:xfrm>
                <a:custGeom>
                  <a:rect b="b" l="l" r="r" t="t"/>
                  <a:pathLst>
                    <a:path extrusionOk="0" h="340" w="1012">
                      <a:moveTo>
                        <a:pt x="179" y="1"/>
                      </a:moveTo>
                      <a:cubicBezTo>
                        <a:pt x="38" y="1"/>
                        <a:pt x="1" y="130"/>
                        <a:pt x="40" y="208"/>
                      </a:cubicBezTo>
                      <a:cubicBezTo>
                        <a:pt x="74" y="263"/>
                        <a:pt x="406" y="340"/>
                        <a:pt x="691" y="340"/>
                      </a:cubicBezTo>
                      <a:cubicBezTo>
                        <a:pt x="816" y="340"/>
                        <a:pt x="933" y="325"/>
                        <a:pt x="1011" y="288"/>
                      </a:cubicBezTo>
                      <a:lnTo>
                        <a:pt x="944" y="11"/>
                      </a:lnTo>
                      <a:cubicBezTo>
                        <a:pt x="944" y="11"/>
                        <a:pt x="739" y="20"/>
                        <a:pt x="540" y="20"/>
                      </a:cubicBezTo>
                      <a:cubicBezTo>
                        <a:pt x="415" y="20"/>
                        <a:pt x="293" y="17"/>
                        <a:pt x="224" y="5"/>
                      </a:cubicBezTo>
                      <a:cubicBezTo>
                        <a:pt x="208" y="2"/>
                        <a:pt x="193" y="1"/>
                        <a:pt x="1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9"/>
                <p:cNvSpPr/>
                <p:nvPr/>
              </p:nvSpPr>
              <p:spPr>
                <a:xfrm>
                  <a:off x="5284800" y="2009925"/>
                  <a:ext cx="25425" cy="8525"/>
                </a:xfrm>
                <a:custGeom>
                  <a:rect b="b" l="l" r="r" t="t"/>
                  <a:pathLst>
                    <a:path extrusionOk="0" h="341" w="1017">
                      <a:moveTo>
                        <a:pt x="183" y="0"/>
                      </a:moveTo>
                      <a:cubicBezTo>
                        <a:pt x="42" y="0"/>
                        <a:pt x="1" y="129"/>
                        <a:pt x="51" y="207"/>
                      </a:cubicBezTo>
                      <a:cubicBezTo>
                        <a:pt x="85" y="266"/>
                        <a:pt x="408" y="340"/>
                        <a:pt x="690" y="340"/>
                      </a:cubicBezTo>
                      <a:cubicBezTo>
                        <a:pt x="817" y="340"/>
                        <a:pt x="936" y="325"/>
                        <a:pt x="1016" y="287"/>
                      </a:cubicBezTo>
                      <a:lnTo>
                        <a:pt x="949" y="10"/>
                      </a:lnTo>
                      <a:cubicBezTo>
                        <a:pt x="949" y="10"/>
                        <a:pt x="737" y="22"/>
                        <a:pt x="535" y="22"/>
                      </a:cubicBezTo>
                      <a:cubicBezTo>
                        <a:pt x="414" y="22"/>
                        <a:pt x="296" y="18"/>
                        <a:pt x="229" y="4"/>
                      </a:cubicBezTo>
                      <a:cubicBezTo>
                        <a:pt x="213" y="1"/>
                        <a:pt x="198" y="0"/>
                        <a:pt x="1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9"/>
                <p:cNvSpPr/>
                <p:nvPr/>
              </p:nvSpPr>
              <p:spPr>
                <a:xfrm>
                  <a:off x="5284800" y="2028050"/>
                  <a:ext cx="25425" cy="8650"/>
                </a:xfrm>
                <a:custGeom>
                  <a:rect b="b" l="l" r="r" t="t"/>
                  <a:pathLst>
                    <a:path extrusionOk="0" h="346" w="1017">
                      <a:moveTo>
                        <a:pt x="182" y="0"/>
                      </a:moveTo>
                      <a:cubicBezTo>
                        <a:pt x="37" y="0"/>
                        <a:pt x="0" y="129"/>
                        <a:pt x="45" y="207"/>
                      </a:cubicBezTo>
                      <a:cubicBezTo>
                        <a:pt x="79" y="267"/>
                        <a:pt x="410" y="345"/>
                        <a:pt x="696" y="345"/>
                      </a:cubicBezTo>
                      <a:cubicBezTo>
                        <a:pt x="820" y="345"/>
                        <a:pt x="936" y="331"/>
                        <a:pt x="1016" y="294"/>
                      </a:cubicBezTo>
                      <a:lnTo>
                        <a:pt x="949" y="11"/>
                      </a:lnTo>
                      <a:cubicBezTo>
                        <a:pt x="949" y="11"/>
                        <a:pt x="740" y="23"/>
                        <a:pt x="538" y="23"/>
                      </a:cubicBezTo>
                      <a:cubicBezTo>
                        <a:pt x="417" y="23"/>
                        <a:pt x="299" y="18"/>
                        <a:pt x="229" y="5"/>
                      </a:cubicBezTo>
                      <a:cubicBezTo>
                        <a:pt x="213" y="2"/>
                        <a:pt x="197"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9"/>
                <p:cNvSpPr/>
                <p:nvPr/>
              </p:nvSpPr>
              <p:spPr>
                <a:xfrm>
                  <a:off x="5284800" y="2046175"/>
                  <a:ext cx="25425" cy="8650"/>
                </a:xfrm>
                <a:custGeom>
                  <a:rect b="b" l="l" r="r" t="t"/>
                  <a:pathLst>
                    <a:path extrusionOk="0" h="346" w="1017">
                      <a:moveTo>
                        <a:pt x="182" y="1"/>
                      </a:moveTo>
                      <a:cubicBezTo>
                        <a:pt x="37" y="1"/>
                        <a:pt x="0" y="130"/>
                        <a:pt x="45" y="208"/>
                      </a:cubicBezTo>
                      <a:cubicBezTo>
                        <a:pt x="79" y="268"/>
                        <a:pt x="410" y="346"/>
                        <a:pt x="696" y="346"/>
                      </a:cubicBezTo>
                      <a:cubicBezTo>
                        <a:pt x="820" y="346"/>
                        <a:pt x="936" y="331"/>
                        <a:pt x="1016" y="294"/>
                      </a:cubicBezTo>
                      <a:lnTo>
                        <a:pt x="949" y="11"/>
                      </a:lnTo>
                      <a:cubicBezTo>
                        <a:pt x="949" y="11"/>
                        <a:pt x="737" y="23"/>
                        <a:pt x="535" y="23"/>
                      </a:cubicBezTo>
                      <a:cubicBezTo>
                        <a:pt x="414" y="23"/>
                        <a:pt x="296" y="19"/>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9"/>
                <p:cNvSpPr/>
                <p:nvPr/>
              </p:nvSpPr>
              <p:spPr>
                <a:xfrm>
                  <a:off x="5284825" y="2064425"/>
                  <a:ext cx="25400" cy="8550"/>
                </a:xfrm>
                <a:custGeom>
                  <a:rect b="b" l="l" r="r" t="t"/>
                  <a:pathLst>
                    <a:path extrusionOk="0" h="342" w="1016">
                      <a:moveTo>
                        <a:pt x="174" y="1"/>
                      </a:moveTo>
                      <a:cubicBezTo>
                        <a:pt x="35" y="1"/>
                        <a:pt x="0" y="126"/>
                        <a:pt x="44" y="203"/>
                      </a:cubicBezTo>
                      <a:cubicBezTo>
                        <a:pt x="78" y="263"/>
                        <a:pt x="409" y="341"/>
                        <a:pt x="695" y="341"/>
                      </a:cubicBezTo>
                      <a:cubicBezTo>
                        <a:pt x="819" y="341"/>
                        <a:pt x="935" y="326"/>
                        <a:pt x="1015" y="289"/>
                      </a:cubicBezTo>
                      <a:lnTo>
                        <a:pt x="948" y="13"/>
                      </a:lnTo>
                      <a:cubicBezTo>
                        <a:pt x="948" y="13"/>
                        <a:pt x="743" y="22"/>
                        <a:pt x="544" y="22"/>
                      </a:cubicBezTo>
                      <a:cubicBezTo>
                        <a:pt x="419" y="22"/>
                        <a:pt x="297" y="18"/>
                        <a:pt x="228" y="6"/>
                      </a:cubicBezTo>
                      <a:cubicBezTo>
                        <a:pt x="209" y="2"/>
                        <a:pt x="190"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9"/>
                <p:cNvSpPr/>
                <p:nvPr/>
              </p:nvSpPr>
              <p:spPr>
                <a:xfrm>
                  <a:off x="5284800" y="2082600"/>
                  <a:ext cx="25425" cy="8500"/>
                </a:xfrm>
                <a:custGeom>
                  <a:rect b="b" l="l" r="r" t="t"/>
                  <a:pathLst>
                    <a:path extrusionOk="0" h="340" w="1017">
                      <a:moveTo>
                        <a:pt x="182" y="1"/>
                      </a:moveTo>
                      <a:cubicBezTo>
                        <a:pt x="37" y="1"/>
                        <a:pt x="0" y="129"/>
                        <a:pt x="45" y="208"/>
                      </a:cubicBezTo>
                      <a:cubicBezTo>
                        <a:pt x="79" y="263"/>
                        <a:pt x="408" y="340"/>
                        <a:pt x="694" y="340"/>
                      </a:cubicBezTo>
                      <a:cubicBezTo>
                        <a:pt x="819" y="340"/>
                        <a:pt x="936" y="325"/>
                        <a:pt x="1016" y="287"/>
                      </a:cubicBezTo>
                      <a:lnTo>
                        <a:pt x="942" y="11"/>
                      </a:lnTo>
                      <a:cubicBezTo>
                        <a:pt x="942" y="11"/>
                        <a:pt x="742" y="20"/>
                        <a:pt x="545" y="20"/>
                      </a:cubicBezTo>
                      <a:cubicBezTo>
                        <a:pt x="422" y="20"/>
                        <a:pt x="300" y="17"/>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9"/>
                <p:cNvSpPr/>
                <p:nvPr/>
              </p:nvSpPr>
              <p:spPr>
                <a:xfrm>
                  <a:off x="5284825" y="2100700"/>
                  <a:ext cx="25400" cy="8525"/>
                </a:xfrm>
                <a:custGeom>
                  <a:rect b="b" l="l" r="r" t="t"/>
                  <a:pathLst>
                    <a:path extrusionOk="0" h="341" w="1016">
                      <a:moveTo>
                        <a:pt x="175" y="0"/>
                      </a:moveTo>
                      <a:cubicBezTo>
                        <a:pt x="35" y="0"/>
                        <a:pt x="0" y="131"/>
                        <a:pt x="44" y="203"/>
                      </a:cubicBezTo>
                      <a:cubicBezTo>
                        <a:pt x="78" y="263"/>
                        <a:pt x="409" y="341"/>
                        <a:pt x="695" y="341"/>
                      </a:cubicBezTo>
                      <a:cubicBezTo>
                        <a:pt x="819" y="341"/>
                        <a:pt x="935" y="326"/>
                        <a:pt x="1015" y="289"/>
                      </a:cubicBezTo>
                      <a:lnTo>
                        <a:pt x="941" y="12"/>
                      </a:lnTo>
                      <a:cubicBezTo>
                        <a:pt x="941" y="12"/>
                        <a:pt x="739" y="21"/>
                        <a:pt x="542" y="21"/>
                      </a:cubicBezTo>
                      <a:cubicBezTo>
                        <a:pt x="418" y="21"/>
                        <a:pt x="297" y="18"/>
                        <a:pt x="228" y="6"/>
                      </a:cubicBezTo>
                      <a:cubicBezTo>
                        <a:pt x="209" y="2"/>
                        <a:pt x="191" y="0"/>
                        <a:pt x="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9"/>
                <p:cNvSpPr/>
                <p:nvPr/>
              </p:nvSpPr>
              <p:spPr>
                <a:xfrm>
                  <a:off x="5284800" y="2118875"/>
                  <a:ext cx="25425" cy="8500"/>
                </a:xfrm>
                <a:custGeom>
                  <a:rect b="b" l="l" r="r" t="t"/>
                  <a:pathLst>
                    <a:path extrusionOk="0" h="340" w="1017">
                      <a:moveTo>
                        <a:pt x="177" y="0"/>
                      </a:moveTo>
                      <a:cubicBezTo>
                        <a:pt x="37" y="0"/>
                        <a:pt x="0" y="129"/>
                        <a:pt x="45" y="207"/>
                      </a:cubicBezTo>
                      <a:cubicBezTo>
                        <a:pt x="79" y="263"/>
                        <a:pt x="408" y="339"/>
                        <a:pt x="694" y="339"/>
                      </a:cubicBezTo>
                      <a:cubicBezTo>
                        <a:pt x="819" y="339"/>
                        <a:pt x="936" y="324"/>
                        <a:pt x="1016" y="287"/>
                      </a:cubicBezTo>
                      <a:lnTo>
                        <a:pt x="942" y="10"/>
                      </a:lnTo>
                      <a:cubicBezTo>
                        <a:pt x="942" y="10"/>
                        <a:pt x="740" y="20"/>
                        <a:pt x="541" y="20"/>
                      </a:cubicBezTo>
                      <a:cubicBezTo>
                        <a:pt x="417" y="20"/>
                        <a:pt x="294" y="16"/>
                        <a:pt x="223" y="4"/>
                      </a:cubicBezTo>
                      <a:cubicBezTo>
                        <a:pt x="207" y="1"/>
                        <a:pt x="192" y="0"/>
                        <a:pt x="17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9"/>
                <p:cNvSpPr/>
                <p:nvPr/>
              </p:nvSpPr>
              <p:spPr>
                <a:xfrm>
                  <a:off x="5218350" y="1840700"/>
                  <a:ext cx="83100" cy="17425"/>
                </a:xfrm>
                <a:custGeom>
                  <a:rect b="b" l="l" r="r" t="t"/>
                  <a:pathLst>
                    <a:path extrusionOk="0" h="697" w="3324">
                      <a:moveTo>
                        <a:pt x="305" y="1"/>
                      </a:moveTo>
                      <a:cubicBezTo>
                        <a:pt x="0" y="1"/>
                        <a:pt x="45" y="325"/>
                        <a:pt x="306" y="461"/>
                      </a:cubicBezTo>
                      <a:cubicBezTo>
                        <a:pt x="539" y="585"/>
                        <a:pt x="2067" y="696"/>
                        <a:pt x="2885" y="696"/>
                      </a:cubicBezTo>
                      <a:cubicBezTo>
                        <a:pt x="3082" y="696"/>
                        <a:pt x="3237" y="690"/>
                        <a:pt x="3324" y="676"/>
                      </a:cubicBezTo>
                      <a:lnTo>
                        <a:pt x="3275" y="295"/>
                      </a:lnTo>
                      <a:cubicBezTo>
                        <a:pt x="3275" y="295"/>
                        <a:pt x="1277" y="215"/>
                        <a:pt x="441" y="18"/>
                      </a:cubicBezTo>
                      <a:cubicBezTo>
                        <a:pt x="390" y="6"/>
                        <a:pt x="344" y="1"/>
                        <a:pt x="3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9"/>
                <p:cNvSpPr/>
                <p:nvPr/>
              </p:nvSpPr>
              <p:spPr>
                <a:xfrm>
                  <a:off x="5208600" y="1889900"/>
                  <a:ext cx="93475" cy="14250"/>
                </a:xfrm>
                <a:custGeom>
                  <a:rect b="b" l="l" r="r" t="t"/>
                  <a:pathLst>
                    <a:path extrusionOk="0" h="570" w="3739">
                      <a:moveTo>
                        <a:pt x="381" y="1"/>
                      </a:moveTo>
                      <a:cubicBezTo>
                        <a:pt x="0" y="1"/>
                        <a:pt x="73" y="367"/>
                        <a:pt x="382" y="490"/>
                      </a:cubicBezTo>
                      <a:cubicBezTo>
                        <a:pt x="522" y="546"/>
                        <a:pt x="1034" y="569"/>
                        <a:pt x="1621" y="569"/>
                      </a:cubicBezTo>
                      <a:cubicBezTo>
                        <a:pt x="2458" y="569"/>
                        <a:pt x="3450" y="522"/>
                        <a:pt x="3738" y="453"/>
                      </a:cubicBezTo>
                      <a:lnTo>
                        <a:pt x="3646" y="54"/>
                      </a:lnTo>
                      <a:cubicBezTo>
                        <a:pt x="3646" y="54"/>
                        <a:pt x="2912" y="85"/>
                        <a:pt x="2110" y="85"/>
                      </a:cubicBezTo>
                      <a:cubicBezTo>
                        <a:pt x="1522" y="85"/>
                        <a:pt x="897" y="68"/>
                        <a:pt x="499" y="11"/>
                      </a:cubicBezTo>
                      <a:cubicBezTo>
                        <a:pt x="456" y="4"/>
                        <a:pt x="417" y="1"/>
                        <a:pt x="3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9"/>
                <p:cNvSpPr/>
                <p:nvPr/>
              </p:nvSpPr>
              <p:spPr>
                <a:xfrm>
                  <a:off x="5210350" y="1863550"/>
                  <a:ext cx="94025" cy="19475"/>
                </a:xfrm>
                <a:custGeom>
                  <a:rect b="b" l="l" r="r" t="t"/>
                  <a:pathLst>
                    <a:path extrusionOk="0" h="779" w="3761">
                      <a:moveTo>
                        <a:pt x="381" y="0"/>
                      </a:moveTo>
                      <a:cubicBezTo>
                        <a:pt x="84" y="0"/>
                        <a:pt x="0" y="322"/>
                        <a:pt x="368" y="506"/>
                      </a:cubicBezTo>
                      <a:cubicBezTo>
                        <a:pt x="688" y="666"/>
                        <a:pt x="2231" y="779"/>
                        <a:pt x="3148" y="779"/>
                      </a:cubicBezTo>
                      <a:cubicBezTo>
                        <a:pt x="3428" y="779"/>
                        <a:pt x="3650" y="768"/>
                        <a:pt x="3761" y="745"/>
                      </a:cubicBezTo>
                      <a:lnTo>
                        <a:pt x="3687" y="278"/>
                      </a:lnTo>
                      <a:cubicBezTo>
                        <a:pt x="3687" y="278"/>
                        <a:pt x="3529" y="283"/>
                        <a:pt x="3276" y="283"/>
                      </a:cubicBezTo>
                      <a:cubicBezTo>
                        <a:pt x="2618" y="283"/>
                        <a:pt x="1323" y="251"/>
                        <a:pt x="515" y="20"/>
                      </a:cubicBezTo>
                      <a:cubicBezTo>
                        <a:pt x="467" y="7"/>
                        <a:pt x="422"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9"/>
                <p:cNvSpPr/>
                <p:nvPr/>
              </p:nvSpPr>
              <p:spPr>
                <a:xfrm>
                  <a:off x="5213750" y="1912125"/>
                  <a:ext cx="91550" cy="14400"/>
                </a:xfrm>
                <a:custGeom>
                  <a:rect b="b" l="l" r="r" t="t"/>
                  <a:pathLst>
                    <a:path extrusionOk="0" h="576" w="3662">
                      <a:moveTo>
                        <a:pt x="3551" y="1"/>
                      </a:moveTo>
                      <a:cubicBezTo>
                        <a:pt x="3551" y="1"/>
                        <a:pt x="2511" y="131"/>
                        <a:pt x="1520" y="131"/>
                      </a:cubicBezTo>
                      <a:cubicBezTo>
                        <a:pt x="1148" y="131"/>
                        <a:pt x="784" y="113"/>
                        <a:pt x="484" y="62"/>
                      </a:cubicBezTo>
                      <a:cubicBezTo>
                        <a:pt x="453" y="58"/>
                        <a:pt x="424" y="55"/>
                        <a:pt x="397" y="55"/>
                      </a:cubicBezTo>
                      <a:cubicBezTo>
                        <a:pt x="74" y="55"/>
                        <a:pt x="0" y="369"/>
                        <a:pt x="385" y="505"/>
                      </a:cubicBezTo>
                      <a:cubicBezTo>
                        <a:pt x="527" y="555"/>
                        <a:pt x="899" y="575"/>
                        <a:pt x="1345" y="575"/>
                      </a:cubicBezTo>
                      <a:cubicBezTo>
                        <a:pt x="2215" y="575"/>
                        <a:pt x="3369" y="498"/>
                        <a:pt x="3662" y="413"/>
                      </a:cubicBezTo>
                      <a:lnTo>
                        <a:pt x="355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9"/>
                <p:cNvSpPr/>
                <p:nvPr/>
              </p:nvSpPr>
              <p:spPr>
                <a:xfrm>
                  <a:off x="5219325" y="1931650"/>
                  <a:ext cx="89675" cy="15550"/>
                </a:xfrm>
                <a:custGeom>
                  <a:rect b="b" l="l" r="r" t="t"/>
                  <a:pathLst>
                    <a:path extrusionOk="0" h="622" w="3587">
                      <a:moveTo>
                        <a:pt x="3469" y="0"/>
                      </a:moveTo>
                      <a:cubicBezTo>
                        <a:pt x="3469" y="0"/>
                        <a:pt x="2096" y="221"/>
                        <a:pt x="1019" y="221"/>
                      </a:cubicBezTo>
                      <a:cubicBezTo>
                        <a:pt x="825" y="221"/>
                        <a:pt x="641" y="214"/>
                        <a:pt x="476" y="197"/>
                      </a:cubicBezTo>
                      <a:cubicBezTo>
                        <a:pt x="455" y="195"/>
                        <a:pt x="435" y="194"/>
                        <a:pt x="416" y="194"/>
                      </a:cubicBezTo>
                      <a:cubicBezTo>
                        <a:pt x="84" y="194"/>
                        <a:pt x="0" y="486"/>
                        <a:pt x="390" y="591"/>
                      </a:cubicBezTo>
                      <a:cubicBezTo>
                        <a:pt x="469" y="612"/>
                        <a:pt x="621" y="621"/>
                        <a:pt x="818" y="621"/>
                      </a:cubicBezTo>
                      <a:cubicBezTo>
                        <a:pt x="1639" y="621"/>
                        <a:pt x="3239" y="460"/>
                        <a:pt x="3586" y="351"/>
                      </a:cubicBezTo>
                      <a:lnTo>
                        <a:pt x="34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9"/>
                <p:cNvSpPr/>
                <p:nvPr/>
              </p:nvSpPr>
              <p:spPr>
                <a:xfrm>
                  <a:off x="5221775" y="1955325"/>
                  <a:ext cx="63850" cy="12850"/>
                </a:xfrm>
                <a:custGeom>
                  <a:rect b="b" l="l" r="r" t="t"/>
                  <a:pathLst>
                    <a:path extrusionOk="0" h="514" w="2554">
                      <a:moveTo>
                        <a:pt x="2455" y="0"/>
                      </a:moveTo>
                      <a:cubicBezTo>
                        <a:pt x="2455" y="0"/>
                        <a:pt x="1638" y="141"/>
                        <a:pt x="910" y="141"/>
                      </a:cubicBezTo>
                      <a:cubicBezTo>
                        <a:pt x="700" y="141"/>
                        <a:pt x="496" y="129"/>
                        <a:pt x="323" y="98"/>
                      </a:cubicBezTo>
                      <a:cubicBezTo>
                        <a:pt x="302" y="95"/>
                        <a:pt x="283" y="93"/>
                        <a:pt x="264" y="93"/>
                      </a:cubicBezTo>
                      <a:cubicBezTo>
                        <a:pt x="38" y="93"/>
                        <a:pt x="0" y="359"/>
                        <a:pt x="273" y="467"/>
                      </a:cubicBezTo>
                      <a:cubicBezTo>
                        <a:pt x="357" y="500"/>
                        <a:pt x="547" y="513"/>
                        <a:pt x="784" y="513"/>
                      </a:cubicBezTo>
                      <a:cubicBezTo>
                        <a:pt x="1399" y="513"/>
                        <a:pt x="2332" y="422"/>
                        <a:pt x="2554" y="338"/>
                      </a:cubicBezTo>
                      <a:lnTo>
                        <a:pt x="24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9"/>
                <p:cNvSpPr/>
                <p:nvPr/>
              </p:nvSpPr>
              <p:spPr>
                <a:xfrm>
                  <a:off x="5229500" y="1975750"/>
                  <a:ext cx="42925" cy="10700"/>
                </a:xfrm>
                <a:custGeom>
                  <a:rect b="b" l="l" r="r" t="t"/>
                  <a:pathLst>
                    <a:path extrusionOk="0" h="428" w="1717">
                      <a:moveTo>
                        <a:pt x="1642" y="1"/>
                      </a:moveTo>
                      <a:cubicBezTo>
                        <a:pt x="1642" y="1"/>
                        <a:pt x="1217" y="78"/>
                        <a:pt x="781" y="78"/>
                      </a:cubicBezTo>
                      <a:cubicBezTo>
                        <a:pt x="580" y="78"/>
                        <a:pt x="376" y="62"/>
                        <a:pt x="210" y="13"/>
                      </a:cubicBezTo>
                      <a:cubicBezTo>
                        <a:pt x="194" y="8"/>
                        <a:pt x="178" y="6"/>
                        <a:pt x="164" y="6"/>
                      </a:cubicBezTo>
                      <a:cubicBezTo>
                        <a:pt x="15" y="6"/>
                        <a:pt x="1" y="251"/>
                        <a:pt x="186" y="357"/>
                      </a:cubicBezTo>
                      <a:cubicBezTo>
                        <a:pt x="271" y="407"/>
                        <a:pt x="509" y="428"/>
                        <a:pt x="773" y="428"/>
                      </a:cubicBezTo>
                      <a:cubicBezTo>
                        <a:pt x="1158" y="428"/>
                        <a:pt x="1600" y="385"/>
                        <a:pt x="1716" y="326"/>
                      </a:cubicBezTo>
                      <a:lnTo>
                        <a:pt x="16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9"/>
                <p:cNvSpPr/>
                <p:nvPr/>
              </p:nvSpPr>
              <p:spPr>
                <a:xfrm>
                  <a:off x="5296675" y="1774600"/>
                  <a:ext cx="15850" cy="49825"/>
                </a:xfrm>
                <a:custGeom>
                  <a:rect b="b" l="l" r="r" t="t"/>
                  <a:pathLst>
                    <a:path extrusionOk="0" h="1993" w="634">
                      <a:moveTo>
                        <a:pt x="228" y="1"/>
                      </a:moveTo>
                      <a:cubicBezTo>
                        <a:pt x="228" y="1"/>
                        <a:pt x="0" y="1162"/>
                        <a:pt x="0" y="1943"/>
                      </a:cubicBezTo>
                      <a:cubicBezTo>
                        <a:pt x="0" y="1943"/>
                        <a:pt x="280" y="1992"/>
                        <a:pt x="474" y="1992"/>
                      </a:cubicBezTo>
                      <a:cubicBezTo>
                        <a:pt x="544" y="1992"/>
                        <a:pt x="604" y="1986"/>
                        <a:pt x="633" y="1967"/>
                      </a:cubicBezTo>
                      <a:lnTo>
                        <a:pt x="633" y="93"/>
                      </a:lnTo>
                      <a:cubicBezTo>
                        <a:pt x="633" y="93"/>
                        <a:pt x="326" y="62"/>
                        <a:pt x="2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9"/>
                <p:cNvSpPr/>
                <p:nvPr/>
              </p:nvSpPr>
              <p:spPr>
                <a:xfrm>
                  <a:off x="5194025" y="1804725"/>
                  <a:ext cx="29825" cy="15700"/>
                </a:xfrm>
                <a:custGeom>
                  <a:rect b="b" l="l" r="r" t="t"/>
                  <a:pathLst>
                    <a:path extrusionOk="0" h="628" w="1193">
                      <a:moveTo>
                        <a:pt x="640" y="1"/>
                      </a:moveTo>
                      <a:cubicBezTo>
                        <a:pt x="454" y="1"/>
                        <a:pt x="270" y="75"/>
                        <a:pt x="136" y="209"/>
                      </a:cubicBezTo>
                      <a:cubicBezTo>
                        <a:pt x="62" y="277"/>
                        <a:pt x="13" y="369"/>
                        <a:pt x="0" y="474"/>
                      </a:cubicBezTo>
                      <a:cubicBezTo>
                        <a:pt x="136" y="393"/>
                        <a:pt x="287" y="353"/>
                        <a:pt x="437" y="353"/>
                      </a:cubicBezTo>
                      <a:cubicBezTo>
                        <a:pt x="641" y="353"/>
                        <a:pt x="843" y="427"/>
                        <a:pt x="1002" y="572"/>
                      </a:cubicBezTo>
                      <a:cubicBezTo>
                        <a:pt x="1031" y="595"/>
                        <a:pt x="1064" y="628"/>
                        <a:pt x="1098" y="628"/>
                      </a:cubicBezTo>
                      <a:cubicBezTo>
                        <a:pt x="1101" y="628"/>
                        <a:pt x="1104" y="628"/>
                        <a:pt x="1107" y="627"/>
                      </a:cubicBezTo>
                      <a:cubicBezTo>
                        <a:pt x="1168" y="621"/>
                        <a:pt x="1193" y="547"/>
                        <a:pt x="1193" y="486"/>
                      </a:cubicBezTo>
                      <a:cubicBezTo>
                        <a:pt x="1174" y="252"/>
                        <a:pt x="1002" y="56"/>
                        <a:pt x="769" y="13"/>
                      </a:cubicBezTo>
                      <a:cubicBezTo>
                        <a:pt x="726" y="4"/>
                        <a:pt x="683" y="1"/>
                        <a:pt x="6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9"/>
                <p:cNvSpPr/>
                <p:nvPr/>
              </p:nvSpPr>
              <p:spPr>
                <a:xfrm>
                  <a:off x="5219825" y="1800025"/>
                  <a:ext cx="83475" cy="18850"/>
                </a:xfrm>
                <a:custGeom>
                  <a:rect b="b" l="l" r="r" t="t"/>
                  <a:pathLst>
                    <a:path extrusionOk="0" h="754" w="3339">
                      <a:moveTo>
                        <a:pt x="373" y="0"/>
                      </a:moveTo>
                      <a:cubicBezTo>
                        <a:pt x="292" y="0"/>
                        <a:pt x="223" y="10"/>
                        <a:pt x="167" y="35"/>
                      </a:cubicBezTo>
                      <a:cubicBezTo>
                        <a:pt x="1" y="108"/>
                        <a:pt x="130" y="403"/>
                        <a:pt x="671" y="502"/>
                      </a:cubicBezTo>
                      <a:cubicBezTo>
                        <a:pt x="1047" y="567"/>
                        <a:pt x="1807" y="753"/>
                        <a:pt x="2511" y="753"/>
                      </a:cubicBezTo>
                      <a:cubicBezTo>
                        <a:pt x="2808" y="753"/>
                        <a:pt x="3095" y="720"/>
                        <a:pt x="3339" y="631"/>
                      </a:cubicBezTo>
                      <a:lnTo>
                        <a:pt x="3246" y="287"/>
                      </a:lnTo>
                      <a:cubicBezTo>
                        <a:pt x="3246" y="287"/>
                        <a:pt x="3050" y="370"/>
                        <a:pt x="2629" y="370"/>
                      </a:cubicBezTo>
                      <a:cubicBezTo>
                        <a:pt x="2477" y="370"/>
                        <a:pt x="2296" y="359"/>
                        <a:pt x="2085" y="330"/>
                      </a:cubicBezTo>
                      <a:cubicBezTo>
                        <a:pt x="1422" y="243"/>
                        <a:pt x="764" y="0"/>
                        <a:pt x="3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9"/>
                <p:cNvSpPr/>
                <p:nvPr/>
              </p:nvSpPr>
              <p:spPr>
                <a:xfrm>
                  <a:off x="5299425" y="1955325"/>
                  <a:ext cx="13100" cy="176425"/>
                </a:xfrm>
                <a:custGeom>
                  <a:rect b="b" l="l" r="r" t="t"/>
                  <a:pathLst>
                    <a:path extrusionOk="0" h="7057" w="524">
                      <a:moveTo>
                        <a:pt x="523" y="0"/>
                      </a:moveTo>
                      <a:cubicBezTo>
                        <a:pt x="204" y="0"/>
                        <a:pt x="1" y="338"/>
                        <a:pt x="1" y="338"/>
                      </a:cubicBezTo>
                      <a:cubicBezTo>
                        <a:pt x="50" y="959"/>
                        <a:pt x="1" y="6921"/>
                        <a:pt x="1" y="6921"/>
                      </a:cubicBezTo>
                      <a:cubicBezTo>
                        <a:pt x="5" y="6921"/>
                        <a:pt x="8" y="6921"/>
                        <a:pt x="12" y="6921"/>
                      </a:cubicBezTo>
                      <a:cubicBezTo>
                        <a:pt x="182" y="6921"/>
                        <a:pt x="523" y="7056"/>
                        <a:pt x="523" y="7056"/>
                      </a:cubicBezTo>
                      <a:lnTo>
                        <a:pt x="5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9"/>
                <p:cNvSpPr/>
                <p:nvPr/>
              </p:nvSpPr>
              <p:spPr>
                <a:xfrm>
                  <a:off x="5350000" y="2221050"/>
                  <a:ext cx="53950" cy="335175"/>
                </a:xfrm>
                <a:custGeom>
                  <a:rect b="b" l="l" r="r" t="t"/>
                  <a:pathLst>
                    <a:path extrusionOk="0" h="13407" w="2158">
                      <a:moveTo>
                        <a:pt x="1671" y="0"/>
                      </a:moveTo>
                      <a:cubicBezTo>
                        <a:pt x="1167" y="0"/>
                        <a:pt x="413" y="514"/>
                        <a:pt x="252" y="1339"/>
                      </a:cubicBezTo>
                      <a:cubicBezTo>
                        <a:pt x="129" y="1966"/>
                        <a:pt x="959" y="4836"/>
                        <a:pt x="842" y="6502"/>
                      </a:cubicBezTo>
                      <a:cubicBezTo>
                        <a:pt x="719" y="8174"/>
                        <a:pt x="0" y="12403"/>
                        <a:pt x="381" y="13054"/>
                      </a:cubicBezTo>
                      <a:cubicBezTo>
                        <a:pt x="528" y="13301"/>
                        <a:pt x="782" y="13407"/>
                        <a:pt x="1049" y="13407"/>
                      </a:cubicBezTo>
                      <a:cubicBezTo>
                        <a:pt x="1487" y="13407"/>
                        <a:pt x="1958" y="13121"/>
                        <a:pt x="2035" y="12704"/>
                      </a:cubicBezTo>
                      <a:cubicBezTo>
                        <a:pt x="2158" y="12034"/>
                        <a:pt x="1949" y="9920"/>
                        <a:pt x="1900" y="8549"/>
                      </a:cubicBezTo>
                      <a:cubicBezTo>
                        <a:pt x="1857" y="7172"/>
                        <a:pt x="2158" y="1996"/>
                        <a:pt x="2139" y="460"/>
                      </a:cubicBezTo>
                      <a:cubicBezTo>
                        <a:pt x="2135" y="143"/>
                        <a:pt x="1938" y="0"/>
                        <a:pt x="16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9"/>
                <p:cNvSpPr/>
                <p:nvPr/>
              </p:nvSpPr>
              <p:spPr>
                <a:xfrm>
                  <a:off x="5358900" y="2586575"/>
                  <a:ext cx="49825" cy="223850"/>
                </a:xfrm>
                <a:custGeom>
                  <a:rect b="b" l="l" r="r" t="t"/>
                  <a:pathLst>
                    <a:path extrusionOk="0" h="8954" w="1993">
                      <a:moveTo>
                        <a:pt x="1479" y="1683"/>
                      </a:moveTo>
                      <a:cubicBezTo>
                        <a:pt x="1483" y="1683"/>
                        <a:pt x="1486" y="1690"/>
                        <a:pt x="1488" y="1703"/>
                      </a:cubicBezTo>
                      <a:cubicBezTo>
                        <a:pt x="1609" y="2494"/>
                        <a:pt x="959" y="6859"/>
                        <a:pt x="732" y="6859"/>
                      </a:cubicBezTo>
                      <a:cubicBezTo>
                        <a:pt x="728" y="6859"/>
                        <a:pt x="724" y="6857"/>
                        <a:pt x="720" y="6854"/>
                      </a:cubicBezTo>
                      <a:cubicBezTo>
                        <a:pt x="512" y="6700"/>
                        <a:pt x="1364" y="1683"/>
                        <a:pt x="1479" y="1683"/>
                      </a:cubicBezTo>
                      <a:close/>
                      <a:moveTo>
                        <a:pt x="1931" y="1"/>
                      </a:moveTo>
                      <a:cubicBezTo>
                        <a:pt x="1931" y="1"/>
                        <a:pt x="1591" y="496"/>
                        <a:pt x="1092" y="496"/>
                      </a:cubicBezTo>
                      <a:cubicBezTo>
                        <a:pt x="1067" y="496"/>
                        <a:pt x="1041" y="495"/>
                        <a:pt x="1015" y="493"/>
                      </a:cubicBezTo>
                      <a:cubicBezTo>
                        <a:pt x="575" y="453"/>
                        <a:pt x="381" y="179"/>
                        <a:pt x="243" y="179"/>
                      </a:cubicBezTo>
                      <a:cubicBezTo>
                        <a:pt x="209" y="179"/>
                        <a:pt x="178" y="195"/>
                        <a:pt x="148" y="234"/>
                      </a:cubicBezTo>
                      <a:cubicBezTo>
                        <a:pt x="1" y="431"/>
                        <a:pt x="376" y="1279"/>
                        <a:pt x="394" y="2078"/>
                      </a:cubicBezTo>
                      <a:cubicBezTo>
                        <a:pt x="406" y="2877"/>
                        <a:pt x="204" y="8287"/>
                        <a:pt x="302" y="8612"/>
                      </a:cubicBezTo>
                      <a:cubicBezTo>
                        <a:pt x="370" y="8821"/>
                        <a:pt x="559" y="8954"/>
                        <a:pt x="715" y="8954"/>
                      </a:cubicBezTo>
                      <a:cubicBezTo>
                        <a:pt x="797" y="8954"/>
                        <a:pt x="870" y="8917"/>
                        <a:pt x="910" y="8834"/>
                      </a:cubicBezTo>
                      <a:cubicBezTo>
                        <a:pt x="1021" y="8594"/>
                        <a:pt x="1931" y="2798"/>
                        <a:pt x="1912" y="1919"/>
                      </a:cubicBezTo>
                      <a:cubicBezTo>
                        <a:pt x="1900" y="1040"/>
                        <a:pt x="1992" y="24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9"/>
                <p:cNvSpPr/>
                <p:nvPr/>
              </p:nvSpPr>
              <p:spPr>
                <a:xfrm>
                  <a:off x="5355675" y="2807700"/>
                  <a:ext cx="32250" cy="24975"/>
                </a:xfrm>
                <a:custGeom>
                  <a:rect b="b" l="l" r="r" t="t"/>
                  <a:pathLst>
                    <a:path extrusionOk="0" h="999" w="1290">
                      <a:moveTo>
                        <a:pt x="296" y="1"/>
                      </a:moveTo>
                      <a:cubicBezTo>
                        <a:pt x="294" y="1"/>
                        <a:pt x="292" y="1"/>
                        <a:pt x="290" y="1"/>
                      </a:cubicBezTo>
                      <a:cubicBezTo>
                        <a:pt x="148" y="19"/>
                        <a:pt x="1" y="462"/>
                        <a:pt x="62" y="622"/>
                      </a:cubicBezTo>
                      <a:cubicBezTo>
                        <a:pt x="112" y="738"/>
                        <a:pt x="167" y="790"/>
                        <a:pt x="287" y="790"/>
                      </a:cubicBezTo>
                      <a:cubicBezTo>
                        <a:pt x="332" y="790"/>
                        <a:pt x="385" y="783"/>
                        <a:pt x="449" y="769"/>
                      </a:cubicBezTo>
                      <a:cubicBezTo>
                        <a:pt x="471" y="765"/>
                        <a:pt x="493" y="763"/>
                        <a:pt x="514" y="763"/>
                      </a:cubicBezTo>
                      <a:cubicBezTo>
                        <a:pt x="728" y="763"/>
                        <a:pt x="921" y="969"/>
                        <a:pt x="1095" y="997"/>
                      </a:cubicBezTo>
                      <a:cubicBezTo>
                        <a:pt x="1101" y="998"/>
                        <a:pt x="1107" y="998"/>
                        <a:pt x="1113" y="998"/>
                      </a:cubicBezTo>
                      <a:cubicBezTo>
                        <a:pt x="1286" y="998"/>
                        <a:pt x="1290" y="477"/>
                        <a:pt x="1230" y="370"/>
                      </a:cubicBezTo>
                      <a:cubicBezTo>
                        <a:pt x="1186" y="290"/>
                        <a:pt x="1173" y="227"/>
                        <a:pt x="1086" y="227"/>
                      </a:cubicBezTo>
                      <a:cubicBezTo>
                        <a:pt x="1051" y="227"/>
                        <a:pt x="1005" y="237"/>
                        <a:pt x="941" y="259"/>
                      </a:cubicBezTo>
                      <a:cubicBezTo>
                        <a:pt x="918" y="267"/>
                        <a:pt x="895" y="271"/>
                        <a:pt x="870" y="271"/>
                      </a:cubicBezTo>
                      <a:cubicBezTo>
                        <a:pt x="662" y="271"/>
                        <a:pt x="405" y="1"/>
                        <a:pt x="2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9"/>
                <p:cNvSpPr/>
                <p:nvPr/>
              </p:nvSpPr>
              <p:spPr>
                <a:xfrm>
                  <a:off x="5354150" y="2830450"/>
                  <a:ext cx="11550" cy="28625"/>
                </a:xfrm>
                <a:custGeom>
                  <a:rect b="b" l="l" r="r" t="t"/>
                  <a:pathLst>
                    <a:path extrusionOk="0" h="1145" w="462">
                      <a:moveTo>
                        <a:pt x="196" y="1"/>
                      </a:moveTo>
                      <a:cubicBezTo>
                        <a:pt x="145" y="1"/>
                        <a:pt x="103" y="11"/>
                        <a:pt x="92" y="37"/>
                      </a:cubicBezTo>
                      <a:cubicBezTo>
                        <a:pt x="68" y="99"/>
                        <a:pt x="215" y="290"/>
                        <a:pt x="191" y="406"/>
                      </a:cubicBezTo>
                      <a:cubicBezTo>
                        <a:pt x="166" y="523"/>
                        <a:pt x="0" y="1009"/>
                        <a:pt x="62" y="1076"/>
                      </a:cubicBezTo>
                      <a:cubicBezTo>
                        <a:pt x="97" y="1118"/>
                        <a:pt x="173" y="1144"/>
                        <a:pt x="233" y="1144"/>
                      </a:cubicBezTo>
                      <a:cubicBezTo>
                        <a:pt x="278" y="1144"/>
                        <a:pt x="314" y="1129"/>
                        <a:pt x="314" y="1095"/>
                      </a:cubicBezTo>
                      <a:cubicBezTo>
                        <a:pt x="314" y="1015"/>
                        <a:pt x="338" y="468"/>
                        <a:pt x="351" y="406"/>
                      </a:cubicBezTo>
                      <a:cubicBezTo>
                        <a:pt x="369" y="345"/>
                        <a:pt x="461" y="87"/>
                        <a:pt x="387" y="44"/>
                      </a:cubicBezTo>
                      <a:cubicBezTo>
                        <a:pt x="345" y="19"/>
                        <a:pt x="263" y="1"/>
                        <a:pt x="1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9"/>
                <p:cNvSpPr/>
                <p:nvPr/>
              </p:nvSpPr>
              <p:spPr>
                <a:xfrm>
                  <a:off x="5363375" y="2831550"/>
                  <a:ext cx="8925" cy="28775"/>
                </a:xfrm>
                <a:custGeom>
                  <a:rect b="b" l="l" r="r" t="t"/>
                  <a:pathLst>
                    <a:path extrusionOk="0" h="1151" w="357">
                      <a:moveTo>
                        <a:pt x="180" y="1"/>
                      </a:moveTo>
                      <a:cubicBezTo>
                        <a:pt x="163" y="1"/>
                        <a:pt x="148" y="6"/>
                        <a:pt x="141" y="18"/>
                      </a:cubicBezTo>
                      <a:cubicBezTo>
                        <a:pt x="105" y="196"/>
                        <a:pt x="86" y="381"/>
                        <a:pt x="98" y="565"/>
                      </a:cubicBezTo>
                      <a:cubicBezTo>
                        <a:pt x="111" y="707"/>
                        <a:pt x="0" y="1038"/>
                        <a:pt x="31" y="1106"/>
                      </a:cubicBezTo>
                      <a:cubicBezTo>
                        <a:pt x="45" y="1135"/>
                        <a:pt x="108" y="1151"/>
                        <a:pt x="171" y="1151"/>
                      </a:cubicBezTo>
                      <a:cubicBezTo>
                        <a:pt x="241" y="1151"/>
                        <a:pt x="313" y="1132"/>
                        <a:pt x="326" y="1094"/>
                      </a:cubicBezTo>
                      <a:cubicBezTo>
                        <a:pt x="357" y="1026"/>
                        <a:pt x="283" y="823"/>
                        <a:pt x="270" y="639"/>
                      </a:cubicBezTo>
                      <a:cubicBezTo>
                        <a:pt x="252" y="461"/>
                        <a:pt x="344" y="147"/>
                        <a:pt x="314" y="86"/>
                      </a:cubicBezTo>
                      <a:cubicBezTo>
                        <a:pt x="296" y="37"/>
                        <a:pt x="227" y="1"/>
                        <a:pt x="1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9"/>
                <p:cNvSpPr/>
                <p:nvPr/>
              </p:nvSpPr>
              <p:spPr>
                <a:xfrm>
                  <a:off x="5372725" y="2833525"/>
                  <a:ext cx="7725" cy="27075"/>
                </a:xfrm>
                <a:custGeom>
                  <a:rect b="b" l="l" r="r" t="t"/>
                  <a:pathLst>
                    <a:path extrusionOk="0" h="1083" w="309">
                      <a:moveTo>
                        <a:pt x="94" y="0"/>
                      </a:moveTo>
                      <a:cubicBezTo>
                        <a:pt x="59" y="0"/>
                        <a:pt x="25" y="11"/>
                        <a:pt x="19" y="37"/>
                      </a:cubicBezTo>
                      <a:cubicBezTo>
                        <a:pt x="1" y="197"/>
                        <a:pt x="13" y="363"/>
                        <a:pt x="38" y="523"/>
                      </a:cubicBezTo>
                      <a:cubicBezTo>
                        <a:pt x="69" y="603"/>
                        <a:pt x="7" y="953"/>
                        <a:pt x="38" y="1033"/>
                      </a:cubicBezTo>
                      <a:cubicBezTo>
                        <a:pt x="52" y="1067"/>
                        <a:pt x="97" y="1083"/>
                        <a:pt x="145" y="1083"/>
                      </a:cubicBezTo>
                      <a:cubicBezTo>
                        <a:pt x="201" y="1083"/>
                        <a:pt x="261" y="1061"/>
                        <a:pt x="278" y="1021"/>
                      </a:cubicBezTo>
                      <a:cubicBezTo>
                        <a:pt x="308" y="953"/>
                        <a:pt x="222" y="769"/>
                        <a:pt x="161" y="603"/>
                      </a:cubicBezTo>
                      <a:cubicBezTo>
                        <a:pt x="99" y="437"/>
                        <a:pt x="173" y="80"/>
                        <a:pt x="173" y="37"/>
                      </a:cubicBezTo>
                      <a:cubicBezTo>
                        <a:pt x="173" y="15"/>
                        <a:pt x="133" y="0"/>
                        <a:pt x="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9"/>
                <p:cNvSpPr/>
                <p:nvPr/>
              </p:nvSpPr>
              <p:spPr>
                <a:xfrm>
                  <a:off x="5353400" y="2882075"/>
                  <a:ext cx="8150" cy="10475"/>
                </a:xfrm>
                <a:custGeom>
                  <a:rect b="b" l="l" r="r" t="t"/>
                  <a:pathLst>
                    <a:path extrusionOk="0" h="419" w="326">
                      <a:moveTo>
                        <a:pt x="67" y="0"/>
                      </a:moveTo>
                      <a:cubicBezTo>
                        <a:pt x="27" y="0"/>
                        <a:pt x="0" y="116"/>
                        <a:pt x="18" y="216"/>
                      </a:cubicBezTo>
                      <a:cubicBezTo>
                        <a:pt x="28" y="300"/>
                        <a:pt x="128" y="419"/>
                        <a:pt x="206" y="419"/>
                      </a:cubicBezTo>
                      <a:cubicBezTo>
                        <a:pt x="220" y="419"/>
                        <a:pt x="233" y="415"/>
                        <a:pt x="245" y="407"/>
                      </a:cubicBezTo>
                      <a:cubicBezTo>
                        <a:pt x="325" y="351"/>
                        <a:pt x="319" y="179"/>
                        <a:pt x="288" y="81"/>
                      </a:cubicBezTo>
                      <a:cubicBezTo>
                        <a:pt x="270" y="32"/>
                        <a:pt x="110" y="7"/>
                        <a:pt x="73" y="1"/>
                      </a:cubicBezTo>
                      <a:cubicBezTo>
                        <a:pt x="71" y="0"/>
                        <a:pt x="69" y="0"/>
                        <a:pt x="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9"/>
                <p:cNvSpPr/>
                <p:nvPr/>
              </p:nvSpPr>
              <p:spPr>
                <a:xfrm>
                  <a:off x="5363675" y="2885275"/>
                  <a:ext cx="8625" cy="12900"/>
                </a:xfrm>
                <a:custGeom>
                  <a:rect b="b" l="l" r="r" t="t"/>
                  <a:pathLst>
                    <a:path extrusionOk="0" h="516" w="345">
                      <a:moveTo>
                        <a:pt x="152" y="0"/>
                      </a:moveTo>
                      <a:cubicBezTo>
                        <a:pt x="113" y="0"/>
                        <a:pt x="74" y="15"/>
                        <a:pt x="43" y="45"/>
                      </a:cubicBezTo>
                      <a:cubicBezTo>
                        <a:pt x="6" y="162"/>
                        <a:pt x="0" y="291"/>
                        <a:pt x="25" y="414"/>
                      </a:cubicBezTo>
                      <a:cubicBezTo>
                        <a:pt x="54" y="476"/>
                        <a:pt x="116" y="516"/>
                        <a:pt x="183" y="516"/>
                      </a:cubicBezTo>
                      <a:cubicBezTo>
                        <a:pt x="202" y="516"/>
                        <a:pt x="221" y="513"/>
                        <a:pt x="240" y="506"/>
                      </a:cubicBezTo>
                      <a:cubicBezTo>
                        <a:pt x="345" y="481"/>
                        <a:pt x="338" y="223"/>
                        <a:pt x="302" y="106"/>
                      </a:cubicBezTo>
                      <a:cubicBezTo>
                        <a:pt x="279" y="38"/>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9"/>
                <p:cNvSpPr/>
                <p:nvPr/>
              </p:nvSpPr>
              <p:spPr>
                <a:xfrm>
                  <a:off x="5374575" y="2886525"/>
                  <a:ext cx="7400" cy="13900"/>
                </a:xfrm>
                <a:custGeom>
                  <a:rect b="b" l="l" r="r" t="t"/>
                  <a:pathLst>
                    <a:path extrusionOk="0" h="556" w="296">
                      <a:moveTo>
                        <a:pt x="164" y="0"/>
                      </a:moveTo>
                      <a:cubicBezTo>
                        <a:pt x="128" y="0"/>
                        <a:pt x="92" y="17"/>
                        <a:pt x="68" y="50"/>
                      </a:cubicBezTo>
                      <a:cubicBezTo>
                        <a:pt x="19" y="179"/>
                        <a:pt x="1" y="321"/>
                        <a:pt x="13" y="462"/>
                      </a:cubicBezTo>
                      <a:cubicBezTo>
                        <a:pt x="27" y="536"/>
                        <a:pt x="61" y="555"/>
                        <a:pt x="103" y="555"/>
                      </a:cubicBezTo>
                      <a:cubicBezTo>
                        <a:pt x="135" y="555"/>
                        <a:pt x="173" y="544"/>
                        <a:pt x="210" y="536"/>
                      </a:cubicBezTo>
                      <a:cubicBezTo>
                        <a:pt x="296" y="511"/>
                        <a:pt x="296" y="173"/>
                        <a:pt x="271" y="87"/>
                      </a:cubicBezTo>
                      <a:cubicBezTo>
                        <a:pt x="261" y="30"/>
                        <a:pt x="213"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9"/>
                <p:cNvSpPr/>
                <p:nvPr/>
              </p:nvSpPr>
              <p:spPr>
                <a:xfrm>
                  <a:off x="5384250" y="2885150"/>
                  <a:ext cx="7425" cy="12900"/>
                </a:xfrm>
                <a:custGeom>
                  <a:rect b="b" l="l" r="r" t="t"/>
                  <a:pathLst>
                    <a:path extrusionOk="0" h="516" w="297">
                      <a:moveTo>
                        <a:pt x="143" y="1"/>
                      </a:moveTo>
                      <a:cubicBezTo>
                        <a:pt x="114" y="1"/>
                        <a:pt x="85" y="12"/>
                        <a:pt x="62" y="38"/>
                      </a:cubicBezTo>
                      <a:cubicBezTo>
                        <a:pt x="1" y="93"/>
                        <a:pt x="26" y="431"/>
                        <a:pt x="62" y="480"/>
                      </a:cubicBezTo>
                      <a:cubicBezTo>
                        <a:pt x="82" y="503"/>
                        <a:pt x="106" y="515"/>
                        <a:pt x="132" y="515"/>
                      </a:cubicBezTo>
                      <a:cubicBezTo>
                        <a:pt x="162" y="515"/>
                        <a:pt x="195" y="498"/>
                        <a:pt x="228" y="462"/>
                      </a:cubicBezTo>
                      <a:cubicBezTo>
                        <a:pt x="296" y="400"/>
                        <a:pt x="271" y="130"/>
                        <a:pt x="247" y="68"/>
                      </a:cubicBezTo>
                      <a:cubicBezTo>
                        <a:pt x="225" y="25"/>
                        <a:pt x="184" y="1"/>
                        <a:pt x="1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9"/>
                <p:cNvSpPr/>
                <p:nvPr/>
              </p:nvSpPr>
              <p:spPr>
                <a:xfrm>
                  <a:off x="5391375" y="2881775"/>
                  <a:ext cx="6550" cy="9250"/>
                </a:xfrm>
                <a:custGeom>
                  <a:rect b="b" l="l" r="r" t="t"/>
                  <a:pathLst>
                    <a:path extrusionOk="0" h="370" w="262">
                      <a:moveTo>
                        <a:pt x="170" y="1"/>
                      </a:moveTo>
                      <a:cubicBezTo>
                        <a:pt x="162" y="1"/>
                        <a:pt x="154" y="5"/>
                        <a:pt x="146" y="13"/>
                      </a:cubicBezTo>
                      <a:cubicBezTo>
                        <a:pt x="1" y="170"/>
                        <a:pt x="100" y="370"/>
                        <a:pt x="162" y="370"/>
                      </a:cubicBezTo>
                      <a:cubicBezTo>
                        <a:pt x="163" y="370"/>
                        <a:pt x="164" y="370"/>
                        <a:pt x="165" y="369"/>
                      </a:cubicBezTo>
                      <a:cubicBezTo>
                        <a:pt x="232" y="363"/>
                        <a:pt x="245" y="265"/>
                        <a:pt x="257" y="173"/>
                      </a:cubicBezTo>
                      <a:cubicBezTo>
                        <a:pt x="262" y="91"/>
                        <a:pt x="212"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9"/>
                <p:cNvSpPr/>
                <p:nvPr/>
              </p:nvSpPr>
              <p:spPr>
                <a:xfrm>
                  <a:off x="5377950" y="2836575"/>
                  <a:ext cx="8500" cy="23350"/>
                </a:xfrm>
                <a:custGeom>
                  <a:rect b="b" l="l" r="r" t="t"/>
                  <a:pathLst>
                    <a:path extrusionOk="0" h="934" w="340">
                      <a:moveTo>
                        <a:pt x="53" y="1"/>
                      </a:moveTo>
                      <a:cubicBezTo>
                        <a:pt x="43" y="1"/>
                        <a:pt x="36" y="5"/>
                        <a:pt x="32" y="14"/>
                      </a:cubicBezTo>
                      <a:cubicBezTo>
                        <a:pt x="1" y="131"/>
                        <a:pt x="1" y="254"/>
                        <a:pt x="32" y="370"/>
                      </a:cubicBezTo>
                      <a:cubicBezTo>
                        <a:pt x="69" y="462"/>
                        <a:pt x="142" y="893"/>
                        <a:pt x="192" y="917"/>
                      </a:cubicBezTo>
                      <a:cubicBezTo>
                        <a:pt x="214" y="928"/>
                        <a:pt x="235" y="933"/>
                        <a:pt x="254" y="933"/>
                      </a:cubicBezTo>
                      <a:cubicBezTo>
                        <a:pt x="288" y="933"/>
                        <a:pt x="315" y="919"/>
                        <a:pt x="327" y="899"/>
                      </a:cubicBezTo>
                      <a:cubicBezTo>
                        <a:pt x="339" y="874"/>
                        <a:pt x="241" y="641"/>
                        <a:pt x="204" y="536"/>
                      </a:cubicBezTo>
                      <a:cubicBezTo>
                        <a:pt x="173" y="389"/>
                        <a:pt x="155" y="241"/>
                        <a:pt x="155" y="88"/>
                      </a:cubicBezTo>
                      <a:cubicBezTo>
                        <a:pt x="155" y="54"/>
                        <a:pt x="90"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9"/>
                <p:cNvSpPr/>
                <p:nvPr/>
              </p:nvSpPr>
              <p:spPr>
                <a:xfrm>
                  <a:off x="5383350" y="2840700"/>
                  <a:ext cx="9475" cy="17500"/>
                </a:xfrm>
                <a:custGeom>
                  <a:rect b="b" l="l" r="r" t="t"/>
                  <a:pathLst>
                    <a:path extrusionOk="0" h="700" w="379">
                      <a:moveTo>
                        <a:pt x="41" y="0"/>
                      </a:moveTo>
                      <a:cubicBezTo>
                        <a:pt x="21" y="0"/>
                        <a:pt x="10" y="35"/>
                        <a:pt x="6" y="70"/>
                      </a:cubicBezTo>
                      <a:cubicBezTo>
                        <a:pt x="0" y="125"/>
                        <a:pt x="197" y="636"/>
                        <a:pt x="215" y="685"/>
                      </a:cubicBezTo>
                      <a:cubicBezTo>
                        <a:pt x="220" y="695"/>
                        <a:pt x="231" y="699"/>
                        <a:pt x="247" y="699"/>
                      </a:cubicBezTo>
                      <a:cubicBezTo>
                        <a:pt x="295" y="699"/>
                        <a:pt x="378" y="656"/>
                        <a:pt x="369" y="623"/>
                      </a:cubicBezTo>
                      <a:cubicBezTo>
                        <a:pt x="363" y="586"/>
                        <a:pt x="160" y="205"/>
                        <a:pt x="98" y="76"/>
                      </a:cubicBezTo>
                      <a:cubicBezTo>
                        <a:pt x="75" y="20"/>
                        <a:pt x="55" y="0"/>
                        <a:pt x="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9"/>
                <p:cNvSpPr/>
                <p:nvPr/>
              </p:nvSpPr>
              <p:spPr>
                <a:xfrm>
                  <a:off x="5352600" y="2860375"/>
                  <a:ext cx="9400" cy="20600"/>
                </a:xfrm>
                <a:custGeom>
                  <a:rect b="b" l="l" r="r" t="t"/>
                  <a:pathLst>
                    <a:path extrusionOk="0" h="824" w="376">
                      <a:moveTo>
                        <a:pt x="217" y="0"/>
                      </a:moveTo>
                      <a:cubicBezTo>
                        <a:pt x="176" y="0"/>
                        <a:pt x="137" y="11"/>
                        <a:pt x="118" y="33"/>
                      </a:cubicBezTo>
                      <a:cubicBezTo>
                        <a:pt x="75" y="88"/>
                        <a:pt x="130" y="371"/>
                        <a:pt x="111" y="482"/>
                      </a:cubicBezTo>
                      <a:cubicBezTo>
                        <a:pt x="93" y="598"/>
                        <a:pt x="1" y="654"/>
                        <a:pt x="81" y="740"/>
                      </a:cubicBezTo>
                      <a:cubicBezTo>
                        <a:pt x="129" y="791"/>
                        <a:pt x="218" y="823"/>
                        <a:pt x="284" y="823"/>
                      </a:cubicBezTo>
                      <a:cubicBezTo>
                        <a:pt x="328" y="823"/>
                        <a:pt x="361" y="809"/>
                        <a:pt x="363" y="777"/>
                      </a:cubicBezTo>
                      <a:cubicBezTo>
                        <a:pt x="376" y="703"/>
                        <a:pt x="296" y="476"/>
                        <a:pt x="327" y="371"/>
                      </a:cubicBezTo>
                      <a:cubicBezTo>
                        <a:pt x="357" y="273"/>
                        <a:pt x="370" y="168"/>
                        <a:pt x="357" y="64"/>
                      </a:cubicBezTo>
                      <a:cubicBezTo>
                        <a:pt x="343" y="23"/>
                        <a:pt x="277"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9"/>
                <p:cNvSpPr/>
                <p:nvPr/>
              </p:nvSpPr>
              <p:spPr>
                <a:xfrm>
                  <a:off x="5364450" y="2862075"/>
                  <a:ext cx="7700" cy="21350"/>
                </a:xfrm>
                <a:custGeom>
                  <a:rect b="b" l="l" r="r" t="t"/>
                  <a:pathLst>
                    <a:path extrusionOk="0" h="854" w="308">
                      <a:moveTo>
                        <a:pt x="124" y="0"/>
                      </a:moveTo>
                      <a:cubicBezTo>
                        <a:pt x="86" y="0"/>
                        <a:pt x="52" y="10"/>
                        <a:pt x="37" y="33"/>
                      </a:cubicBezTo>
                      <a:cubicBezTo>
                        <a:pt x="0" y="88"/>
                        <a:pt x="49" y="352"/>
                        <a:pt x="62" y="475"/>
                      </a:cubicBezTo>
                      <a:cubicBezTo>
                        <a:pt x="80" y="592"/>
                        <a:pt x="6" y="684"/>
                        <a:pt x="31" y="776"/>
                      </a:cubicBezTo>
                      <a:cubicBezTo>
                        <a:pt x="45" y="826"/>
                        <a:pt x="104" y="853"/>
                        <a:pt x="160" y="853"/>
                      </a:cubicBezTo>
                      <a:cubicBezTo>
                        <a:pt x="201" y="853"/>
                        <a:pt x="240" y="838"/>
                        <a:pt x="258" y="807"/>
                      </a:cubicBezTo>
                      <a:cubicBezTo>
                        <a:pt x="307" y="733"/>
                        <a:pt x="234" y="635"/>
                        <a:pt x="215" y="512"/>
                      </a:cubicBezTo>
                      <a:cubicBezTo>
                        <a:pt x="191" y="383"/>
                        <a:pt x="271" y="137"/>
                        <a:pt x="252" y="63"/>
                      </a:cubicBezTo>
                      <a:cubicBezTo>
                        <a:pt x="241" y="23"/>
                        <a:pt x="179" y="0"/>
                        <a:pt x="1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9"/>
                <p:cNvSpPr/>
                <p:nvPr/>
              </p:nvSpPr>
              <p:spPr>
                <a:xfrm>
                  <a:off x="5374275" y="2863800"/>
                  <a:ext cx="6325" cy="19550"/>
                </a:xfrm>
                <a:custGeom>
                  <a:rect b="b" l="l" r="r" t="t"/>
                  <a:pathLst>
                    <a:path extrusionOk="0" h="782" w="253">
                      <a:moveTo>
                        <a:pt x="117" y="0"/>
                      </a:moveTo>
                      <a:cubicBezTo>
                        <a:pt x="68" y="7"/>
                        <a:pt x="25" y="50"/>
                        <a:pt x="19" y="105"/>
                      </a:cubicBezTo>
                      <a:cubicBezTo>
                        <a:pt x="0" y="209"/>
                        <a:pt x="80" y="314"/>
                        <a:pt x="80" y="425"/>
                      </a:cubicBezTo>
                      <a:cubicBezTo>
                        <a:pt x="74" y="474"/>
                        <a:pt x="68" y="523"/>
                        <a:pt x="56" y="572"/>
                      </a:cubicBezTo>
                      <a:cubicBezTo>
                        <a:pt x="37" y="621"/>
                        <a:pt x="43" y="670"/>
                        <a:pt x="62" y="720"/>
                      </a:cubicBezTo>
                      <a:cubicBezTo>
                        <a:pt x="76" y="758"/>
                        <a:pt x="113" y="781"/>
                        <a:pt x="151" y="781"/>
                      </a:cubicBezTo>
                      <a:cubicBezTo>
                        <a:pt x="162" y="781"/>
                        <a:pt x="174" y="779"/>
                        <a:pt x="185" y="775"/>
                      </a:cubicBezTo>
                      <a:cubicBezTo>
                        <a:pt x="228" y="750"/>
                        <a:pt x="252" y="701"/>
                        <a:pt x="240" y="652"/>
                      </a:cubicBezTo>
                      <a:cubicBezTo>
                        <a:pt x="234" y="603"/>
                        <a:pt x="209" y="554"/>
                        <a:pt x="197" y="504"/>
                      </a:cubicBezTo>
                      <a:cubicBezTo>
                        <a:pt x="173" y="400"/>
                        <a:pt x="209" y="283"/>
                        <a:pt x="222" y="173"/>
                      </a:cubicBezTo>
                      <a:cubicBezTo>
                        <a:pt x="222" y="136"/>
                        <a:pt x="222" y="99"/>
                        <a:pt x="203" y="62"/>
                      </a:cubicBezTo>
                      <a:cubicBezTo>
                        <a:pt x="191" y="25"/>
                        <a:pt x="154" y="7"/>
                        <a:pt x="1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9"/>
                <p:cNvSpPr/>
                <p:nvPr/>
              </p:nvSpPr>
              <p:spPr>
                <a:xfrm>
                  <a:off x="5383350" y="2863500"/>
                  <a:ext cx="6000" cy="18775"/>
                </a:xfrm>
                <a:custGeom>
                  <a:rect b="b" l="l" r="r" t="t"/>
                  <a:pathLst>
                    <a:path extrusionOk="0" h="751" w="240">
                      <a:moveTo>
                        <a:pt x="118" y="1"/>
                      </a:moveTo>
                      <a:cubicBezTo>
                        <a:pt x="70" y="1"/>
                        <a:pt x="28" y="31"/>
                        <a:pt x="19" y="80"/>
                      </a:cubicBezTo>
                      <a:cubicBezTo>
                        <a:pt x="0" y="142"/>
                        <a:pt x="6" y="197"/>
                        <a:pt x="31" y="252"/>
                      </a:cubicBezTo>
                      <a:cubicBezTo>
                        <a:pt x="49" y="301"/>
                        <a:pt x="62" y="357"/>
                        <a:pt x="62" y="406"/>
                      </a:cubicBezTo>
                      <a:cubicBezTo>
                        <a:pt x="62" y="455"/>
                        <a:pt x="55" y="498"/>
                        <a:pt x="43" y="547"/>
                      </a:cubicBezTo>
                      <a:cubicBezTo>
                        <a:pt x="31" y="590"/>
                        <a:pt x="31" y="633"/>
                        <a:pt x="43" y="682"/>
                      </a:cubicBezTo>
                      <a:cubicBezTo>
                        <a:pt x="54" y="722"/>
                        <a:pt x="91" y="751"/>
                        <a:pt x="135" y="751"/>
                      </a:cubicBezTo>
                      <a:cubicBezTo>
                        <a:pt x="139" y="751"/>
                        <a:pt x="143" y="751"/>
                        <a:pt x="148" y="750"/>
                      </a:cubicBezTo>
                      <a:cubicBezTo>
                        <a:pt x="209" y="744"/>
                        <a:pt x="240" y="670"/>
                        <a:pt x="234" y="615"/>
                      </a:cubicBezTo>
                      <a:cubicBezTo>
                        <a:pt x="228" y="553"/>
                        <a:pt x="197" y="498"/>
                        <a:pt x="185" y="437"/>
                      </a:cubicBezTo>
                      <a:cubicBezTo>
                        <a:pt x="172" y="338"/>
                        <a:pt x="209" y="240"/>
                        <a:pt x="209" y="142"/>
                      </a:cubicBezTo>
                      <a:cubicBezTo>
                        <a:pt x="221" y="92"/>
                        <a:pt x="197" y="37"/>
                        <a:pt x="154" y="6"/>
                      </a:cubicBezTo>
                      <a:cubicBezTo>
                        <a:pt x="142" y="3"/>
                        <a:pt x="130"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9"/>
                <p:cNvSpPr/>
                <p:nvPr/>
              </p:nvSpPr>
              <p:spPr>
                <a:xfrm>
                  <a:off x="5390400" y="2862850"/>
                  <a:ext cx="6650" cy="16400"/>
                </a:xfrm>
                <a:custGeom>
                  <a:rect b="b" l="l" r="r" t="t"/>
                  <a:pathLst>
                    <a:path extrusionOk="0" h="656" w="266">
                      <a:moveTo>
                        <a:pt x="82" y="1"/>
                      </a:moveTo>
                      <a:cubicBezTo>
                        <a:pt x="77" y="1"/>
                        <a:pt x="73" y="1"/>
                        <a:pt x="68" y="2"/>
                      </a:cubicBezTo>
                      <a:cubicBezTo>
                        <a:pt x="25" y="8"/>
                        <a:pt x="1" y="51"/>
                        <a:pt x="13" y="94"/>
                      </a:cubicBezTo>
                      <a:cubicBezTo>
                        <a:pt x="50" y="211"/>
                        <a:pt x="68" y="340"/>
                        <a:pt x="68" y="463"/>
                      </a:cubicBezTo>
                      <a:cubicBezTo>
                        <a:pt x="68" y="499"/>
                        <a:pt x="75" y="536"/>
                        <a:pt x="81" y="573"/>
                      </a:cubicBezTo>
                      <a:cubicBezTo>
                        <a:pt x="93" y="604"/>
                        <a:pt x="118" y="635"/>
                        <a:pt x="148" y="647"/>
                      </a:cubicBezTo>
                      <a:cubicBezTo>
                        <a:pt x="160" y="653"/>
                        <a:pt x="171" y="655"/>
                        <a:pt x="182" y="655"/>
                      </a:cubicBezTo>
                      <a:cubicBezTo>
                        <a:pt x="207" y="655"/>
                        <a:pt x="230" y="642"/>
                        <a:pt x="247" y="616"/>
                      </a:cubicBezTo>
                      <a:cubicBezTo>
                        <a:pt x="265" y="573"/>
                        <a:pt x="234" y="524"/>
                        <a:pt x="210" y="481"/>
                      </a:cubicBezTo>
                      <a:cubicBezTo>
                        <a:pt x="185" y="432"/>
                        <a:pt x="173" y="370"/>
                        <a:pt x="173" y="309"/>
                      </a:cubicBezTo>
                      <a:cubicBezTo>
                        <a:pt x="173" y="272"/>
                        <a:pt x="185" y="229"/>
                        <a:pt x="191" y="186"/>
                      </a:cubicBezTo>
                      <a:cubicBezTo>
                        <a:pt x="198" y="143"/>
                        <a:pt x="191" y="100"/>
                        <a:pt x="173" y="57"/>
                      </a:cubicBezTo>
                      <a:cubicBezTo>
                        <a:pt x="156" y="24"/>
                        <a:pt x="120" y="1"/>
                        <a:pt x="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9"/>
                <p:cNvSpPr/>
                <p:nvPr/>
              </p:nvSpPr>
              <p:spPr>
                <a:xfrm>
                  <a:off x="5364275" y="2559325"/>
                  <a:ext cx="40600" cy="32375"/>
                </a:xfrm>
                <a:custGeom>
                  <a:rect b="b" l="l" r="r" t="t"/>
                  <a:pathLst>
                    <a:path extrusionOk="0" h="1295" w="1624">
                      <a:moveTo>
                        <a:pt x="1120" y="0"/>
                      </a:moveTo>
                      <a:cubicBezTo>
                        <a:pt x="1028" y="0"/>
                        <a:pt x="933" y="17"/>
                        <a:pt x="843" y="27"/>
                      </a:cubicBezTo>
                      <a:cubicBezTo>
                        <a:pt x="702" y="34"/>
                        <a:pt x="554" y="52"/>
                        <a:pt x="413" y="77"/>
                      </a:cubicBezTo>
                      <a:cubicBezTo>
                        <a:pt x="271" y="107"/>
                        <a:pt x="148" y="193"/>
                        <a:pt x="69" y="316"/>
                      </a:cubicBezTo>
                      <a:cubicBezTo>
                        <a:pt x="19" y="408"/>
                        <a:pt x="1" y="519"/>
                        <a:pt x="19" y="624"/>
                      </a:cubicBezTo>
                      <a:cubicBezTo>
                        <a:pt x="76" y="1013"/>
                        <a:pt x="413" y="1294"/>
                        <a:pt x="796" y="1294"/>
                      </a:cubicBezTo>
                      <a:cubicBezTo>
                        <a:pt x="830" y="1294"/>
                        <a:pt x="864" y="1292"/>
                        <a:pt x="898" y="1287"/>
                      </a:cubicBezTo>
                      <a:cubicBezTo>
                        <a:pt x="1322" y="1226"/>
                        <a:pt x="1624" y="833"/>
                        <a:pt x="1562" y="408"/>
                      </a:cubicBezTo>
                      <a:cubicBezTo>
                        <a:pt x="1550" y="261"/>
                        <a:pt x="1470" y="132"/>
                        <a:pt x="1341" y="52"/>
                      </a:cubicBezTo>
                      <a:cubicBezTo>
                        <a:pt x="1273" y="13"/>
                        <a:pt x="1198" y="0"/>
                        <a:pt x="1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9"/>
                <p:cNvSpPr/>
                <p:nvPr/>
              </p:nvSpPr>
              <p:spPr>
                <a:xfrm>
                  <a:off x="5404400" y="1818475"/>
                  <a:ext cx="53800" cy="203850"/>
                </a:xfrm>
                <a:custGeom>
                  <a:rect b="b" l="l" r="r" t="t"/>
                  <a:pathLst>
                    <a:path extrusionOk="0" h="8154" w="2152">
                      <a:moveTo>
                        <a:pt x="560" y="0"/>
                      </a:moveTo>
                      <a:cubicBezTo>
                        <a:pt x="399" y="0"/>
                        <a:pt x="257" y="58"/>
                        <a:pt x="191" y="188"/>
                      </a:cubicBezTo>
                      <a:cubicBezTo>
                        <a:pt x="0" y="569"/>
                        <a:pt x="344" y="1079"/>
                        <a:pt x="467" y="1294"/>
                      </a:cubicBezTo>
                      <a:cubicBezTo>
                        <a:pt x="639" y="1589"/>
                        <a:pt x="1131" y="5572"/>
                        <a:pt x="1125" y="6144"/>
                      </a:cubicBezTo>
                      <a:cubicBezTo>
                        <a:pt x="1119" y="6722"/>
                        <a:pt x="873" y="7638"/>
                        <a:pt x="1002" y="7976"/>
                      </a:cubicBezTo>
                      <a:cubicBezTo>
                        <a:pt x="1050" y="8102"/>
                        <a:pt x="1206" y="8153"/>
                        <a:pt x="1387" y="8153"/>
                      </a:cubicBezTo>
                      <a:cubicBezTo>
                        <a:pt x="1698" y="8153"/>
                        <a:pt x="2081" y="8003"/>
                        <a:pt x="2109" y="7828"/>
                      </a:cubicBezTo>
                      <a:cubicBezTo>
                        <a:pt x="2152" y="7552"/>
                        <a:pt x="1875" y="7423"/>
                        <a:pt x="1789" y="6974"/>
                      </a:cubicBezTo>
                      <a:cubicBezTo>
                        <a:pt x="1703" y="6531"/>
                        <a:pt x="1469" y="4866"/>
                        <a:pt x="1451" y="3802"/>
                      </a:cubicBezTo>
                      <a:cubicBezTo>
                        <a:pt x="1426" y="2739"/>
                        <a:pt x="1297" y="1036"/>
                        <a:pt x="1279" y="544"/>
                      </a:cubicBezTo>
                      <a:cubicBezTo>
                        <a:pt x="1262" y="222"/>
                        <a:pt x="876" y="0"/>
                        <a:pt x="5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9"/>
                <p:cNvSpPr/>
                <p:nvPr/>
              </p:nvSpPr>
              <p:spPr>
                <a:xfrm>
                  <a:off x="5425475" y="2022800"/>
                  <a:ext cx="67000" cy="185725"/>
                </a:xfrm>
                <a:custGeom>
                  <a:rect b="b" l="l" r="r" t="t"/>
                  <a:pathLst>
                    <a:path extrusionOk="0" h="7429" w="2680">
                      <a:moveTo>
                        <a:pt x="896" y="707"/>
                      </a:moveTo>
                      <a:cubicBezTo>
                        <a:pt x="968" y="707"/>
                        <a:pt x="1044" y="749"/>
                        <a:pt x="1087" y="848"/>
                      </a:cubicBezTo>
                      <a:cubicBezTo>
                        <a:pt x="1395" y="1542"/>
                        <a:pt x="1745" y="4634"/>
                        <a:pt x="1745" y="4634"/>
                      </a:cubicBezTo>
                      <a:cubicBezTo>
                        <a:pt x="1640" y="3767"/>
                        <a:pt x="749" y="1075"/>
                        <a:pt x="731" y="885"/>
                      </a:cubicBezTo>
                      <a:cubicBezTo>
                        <a:pt x="720" y="777"/>
                        <a:pt x="804" y="707"/>
                        <a:pt x="896" y="707"/>
                      </a:cubicBezTo>
                      <a:close/>
                      <a:moveTo>
                        <a:pt x="1210" y="1"/>
                      </a:moveTo>
                      <a:cubicBezTo>
                        <a:pt x="1075" y="1"/>
                        <a:pt x="773" y="232"/>
                        <a:pt x="449" y="232"/>
                      </a:cubicBezTo>
                      <a:cubicBezTo>
                        <a:pt x="357" y="232"/>
                        <a:pt x="264" y="213"/>
                        <a:pt x="171" y="165"/>
                      </a:cubicBezTo>
                      <a:cubicBezTo>
                        <a:pt x="166" y="163"/>
                        <a:pt x="162" y="162"/>
                        <a:pt x="158" y="162"/>
                      </a:cubicBezTo>
                      <a:cubicBezTo>
                        <a:pt x="1" y="162"/>
                        <a:pt x="635" y="2156"/>
                        <a:pt x="971" y="3583"/>
                      </a:cubicBezTo>
                      <a:cubicBezTo>
                        <a:pt x="1309" y="5046"/>
                        <a:pt x="1788" y="7037"/>
                        <a:pt x="1911" y="7234"/>
                      </a:cubicBezTo>
                      <a:cubicBezTo>
                        <a:pt x="1986" y="7352"/>
                        <a:pt x="2191" y="7428"/>
                        <a:pt x="2363" y="7428"/>
                      </a:cubicBezTo>
                      <a:cubicBezTo>
                        <a:pt x="2486" y="7428"/>
                        <a:pt x="2592" y="7388"/>
                        <a:pt x="2618" y="7296"/>
                      </a:cubicBezTo>
                      <a:cubicBezTo>
                        <a:pt x="2679" y="7074"/>
                        <a:pt x="1616" y="780"/>
                        <a:pt x="1272" y="36"/>
                      </a:cubicBezTo>
                      <a:cubicBezTo>
                        <a:pt x="1259" y="11"/>
                        <a:pt x="1238" y="1"/>
                        <a:pt x="12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9"/>
                <p:cNvSpPr/>
                <p:nvPr/>
              </p:nvSpPr>
              <p:spPr>
                <a:xfrm>
                  <a:off x="5465400" y="2212350"/>
                  <a:ext cx="15075" cy="37150"/>
                </a:xfrm>
                <a:custGeom>
                  <a:rect b="b" l="l" r="r" t="t"/>
                  <a:pathLst>
                    <a:path extrusionOk="0" h="1486" w="603">
                      <a:moveTo>
                        <a:pt x="381" y="0"/>
                      </a:moveTo>
                      <a:cubicBezTo>
                        <a:pt x="363" y="0"/>
                        <a:pt x="344" y="3"/>
                        <a:pt x="326" y="9"/>
                      </a:cubicBezTo>
                      <a:cubicBezTo>
                        <a:pt x="234" y="39"/>
                        <a:pt x="197" y="150"/>
                        <a:pt x="179" y="242"/>
                      </a:cubicBezTo>
                      <a:lnTo>
                        <a:pt x="56" y="740"/>
                      </a:lnTo>
                      <a:cubicBezTo>
                        <a:pt x="19" y="857"/>
                        <a:pt x="0" y="980"/>
                        <a:pt x="7" y="1103"/>
                      </a:cubicBezTo>
                      <a:cubicBezTo>
                        <a:pt x="7" y="1232"/>
                        <a:pt x="62" y="1349"/>
                        <a:pt x="160" y="1435"/>
                      </a:cubicBezTo>
                      <a:cubicBezTo>
                        <a:pt x="206" y="1469"/>
                        <a:pt x="262" y="1486"/>
                        <a:pt x="318" y="1486"/>
                      </a:cubicBezTo>
                      <a:cubicBezTo>
                        <a:pt x="383" y="1486"/>
                        <a:pt x="449" y="1463"/>
                        <a:pt x="498" y="1416"/>
                      </a:cubicBezTo>
                      <a:cubicBezTo>
                        <a:pt x="548" y="1349"/>
                        <a:pt x="572" y="1269"/>
                        <a:pt x="566" y="1183"/>
                      </a:cubicBezTo>
                      <a:cubicBezTo>
                        <a:pt x="566" y="1103"/>
                        <a:pt x="541" y="1023"/>
                        <a:pt x="535" y="937"/>
                      </a:cubicBezTo>
                      <a:cubicBezTo>
                        <a:pt x="517" y="740"/>
                        <a:pt x="591" y="543"/>
                        <a:pt x="597" y="341"/>
                      </a:cubicBezTo>
                      <a:cubicBezTo>
                        <a:pt x="603" y="255"/>
                        <a:pt x="584" y="168"/>
                        <a:pt x="548" y="95"/>
                      </a:cubicBezTo>
                      <a:cubicBezTo>
                        <a:pt x="509" y="33"/>
                        <a:pt x="445"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9"/>
                <p:cNvSpPr/>
                <p:nvPr/>
              </p:nvSpPr>
              <p:spPr>
                <a:xfrm>
                  <a:off x="5465850" y="2254150"/>
                  <a:ext cx="10025" cy="15600"/>
                </a:xfrm>
                <a:custGeom>
                  <a:rect b="b" l="l" r="r" t="t"/>
                  <a:pathLst>
                    <a:path extrusionOk="0" h="624" w="401">
                      <a:moveTo>
                        <a:pt x="188" y="0"/>
                      </a:moveTo>
                      <a:cubicBezTo>
                        <a:pt x="152" y="0"/>
                        <a:pt x="117" y="14"/>
                        <a:pt x="87" y="39"/>
                      </a:cubicBezTo>
                      <a:cubicBezTo>
                        <a:pt x="56" y="70"/>
                        <a:pt x="38" y="107"/>
                        <a:pt x="32" y="150"/>
                      </a:cubicBezTo>
                      <a:cubicBezTo>
                        <a:pt x="1" y="316"/>
                        <a:pt x="38" y="488"/>
                        <a:pt x="142" y="623"/>
                      </a:cubicBezTo>
                      <a:cubicBezTo>
                        <a:pt x="314" y="568"/>
                        <a:pt x="400" y="254"/>
                        <a:pt x="376" y="76"/>
                      </a:cubicBezTo>
                      <a:cubicBezTo>
                        <a:pt x="333" y="45"/>
                        <a:pt x="284" y="21"/>
                        <a:pt x="234" y="9"/>
                      </a:cubicBezTo>
                      <a:cubicBezTo>
                        <a:pt x="219" y="3"/>
                        <a:pt x="203"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9"/>
                <p:cNvSpPr/>
                <p:nvPr/>
              </p:nvSpPr>
              <p:spPr>
                <a:xfrm>
                  <a:off x="5466175" y="2275925"/>
                  <a:ext cx="5850" cy="10425"/>
                </a:xfrm>
                <a:custGeom>
                  <a:rect b="b" l="l" r="r" t="t"/>
                  <a:pathLst>
                    <a:path extrusionOk="0" h="417" w="234">
                      <a:moveTo>
                        <a:pt x="145" y="0"/>
                      </a:moveTo>
                      <a:cubicBezTo>
                        <a:pt x="112" y="0"/>
                        <a:pt x="79" y="14"/>
                        <a:pt x="56" y="41"/>
                      </a:cubicBezTo>
                      <a:cubicBezTo>
                        <a:pt x="19" y="84"/>
                        <a:pt x="0" y="152"/>
                        <a:pt x="19" y="207"/>
                      </a:cubicBezTo>
                      <a:cubicBezTo>
                        <a:pt x="37" y="269"/>
                        <a:pt x="62" y="324"/>
                        <a:pt x="92" y="373"/>
                      </a:cubicBezTo>
                      <a:cubicBezTo>
                        <a:pt x="105" y="392"/>
                        <a:pt x="117" y="416"/>
                        <a:pt x="142" y="416"/>
                      </a:cubicBezTo>
                      <a:cubicBezTo>
                        <a:pt x="160" y="416"/>
                        <a:pt x="185" y="385"/>
                        <a:pt x="197" y="355"/>
                      </a:cubicBezTo>
                      <a:cubicBezTo>
                        <a:pt x="228" y="250"/>
                        <a:pt x="234" y="139"/>
                        <a:pt x="221" y="29"/>
                      </a:cubicBezTo>
                      <a:cubicBezTo>
                        <a:pt x="199" y="9"/>
                        <a:pt x="172" y="0"/>
                        <a:pt x="1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9"/>
                <p:cNvSpPr/>
                <p:nvPr/>
              </p:nvSpPr>
              <p:spPr>
                <a:xfrm>
                  <a:off x="5483225" y="2216675"/>
                  <a:ext cx="13400" cy="37100"/>
                </a:xfrm>
                <a:custGeom>
                  <a:rect b="b" l="l" r="r" t="t"/>
                  <a:pathLst>
                    <a:path extrusionOk="0" h="1484" w="536">
                      <a:moveTo>
                        <a:pt x="248" y="1"/>
                      </a:moveTo>
                      <a:cubicBezTo>
                        <a:pt x="187" y="1"/>
                        <a:pt x="133" y="31"/>
                        <a:pt x="99" y="82"/>
                      </a:cubicBezTo>
                      <a:cubicBezTo>
                        <a:pt x="62" y="137"/>
                        <a:pt x="37" y="198"/>
                        <a:pt x="31" y="266"/>
                      </a:cubicBezTo>
                      <a:cubicBezTo>
                        <a:pt x="0" y="530"/>
                        <a:pt x="0" y="801"/>
                        <a:pt x="31" y="1065"/>
                      </a:cubicBezTo>
                      <a:cubicBezTo>
                        <a:pt x="37" y="1163"/>
                        <a:pt x="56" y="1256"/>
                        <a:pt x="99" y="1348"/>
                      </a:cubicBezTo>
                      <a:cubicBezTo>
                        <a:pt x="140" y="1429"/>
                        <a:pt x="219" y="1483"/>
                        <a:pt x="311" y="1483"/>
                      </a:cubicBezTo>
                      <a:cubicBezTo>
                        <a:pt x="316" y="1483"/>
                        <a:pt x="321" y="1483"/>
                        <a:pt x="326" y="1483"/>
                      </a:cubicBezTo>
                      <a:cubicBezTo>
                        <a:pt x="412" y="1465"/>
                        <a:pt x="480" y="1403"/>
                        <a:pt x="505" y="1323"/>
                      </a:cubicBezTo>
                      <a:cubicBezTo>
                        <a:pt x="529" y="1243"/>
                        <a:pt x="535" y="1157"/>
                        <a:pt x="529" y="1077"/>
                      </a:cubicBezTo>
                      <a:cubicBezTo>
                        <a:pt x="529" y="788"/>
                        <a:pt x="492" y="500"/>
                        <a:pt x="425" y="217"/>
                      </a:cubicBezTo>
                      <a:cubicBezTo>
                        <a:pt x="400" y="125"/>
                        <a:pt x="357" y="20"/>
                        <a:pt x="265" y="2"/>
                      </a:cubicBezTo>
                      <a:cubicBezTo>
                        <a:pt x="259" y="1"/>
                        <a:pt x="253" y="1"/>
                        <a:pt x="2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9"/>
                <p:cNvSpPr/>
                <p:nvPr/>
              </p:nvSpPr>
              <p:spPr>
                <a:xfrm>
                  <a:off x="5489075" y="2258950"/>
                  <a:ext cx="10300" cy="22800"/>
                </a:xfrm>
                <a:custGeom>
                  <a:rect b="b" l="l" r="r" t="t"/>
                  <a:pathLst>
                    <a:path extrusionOk="0" h="912" w="412">
                      <a:moveTo>
                        <a:pt x="191" y="1"/>
                      </a:moveTo>
                      <a:cubicBezTo>
                        <a:pt x="111" y="1"/>
                        <a:pt x="55" y="87"/>
                        <a:pt x="31" y="173"/>
                      </a:cubicBezTo>
                      <a:cubicBezTo>
                        <a:pt x="0" y="327"/>
                        <a:pt x="6" y="487"/>
                        <a:pt x="49" y="640"/>
                      </a:cubicBezTo>
                      <a:cubicBezTo>
                        <a:pt x="55" y="708"/>
                        <a:pt x="80" y="769"/>
                        <a:pt x="111" y="825"/>
                      </a:cubicBezTo>
                      <a:cubicBezTo>
                        <a:pt x="144" y="881"/>
                        <a:pt x="204" y="911"/>
                        <a:pt x="266" y="911"/>
                      </a:cubicBezTo>
                      <a:cubicBezTo>
                        <a:pt x="271" y="911"/>
                        <a:pt x="277" y="911"/>
                        <a:pt x="283" y="911"/>
                      </a:cubicBezTo>
                      <a:cubicBezTo>
                        <a:pt x="363" y="880"/>
                        <a:pt x="412" y="806"/>
                        <a:pt x="406" y="726"/>
                      </a:cubicBezTo>
                      <a:cubicBezTo>
                        <a:pt x="400" y="646"/>
                        <a:pt x="387" y="573"/>
                        <a:pt x="369" y="493"/>
                      </a:cubicBezTo>
                      <a:cubicBezTo>
                        <a:pt x="363" y="401"/>
                        <a:pt x="369" y="308"/>
                        <a:pt x="363" y="216"/>
                      </a:cubicBezTo>
                      <a:cubicBezTo>
                        <a:pt x="357" y="161"/>
                        <a:pt x="344" y="112"/>
                        <a:pt x="320" y="69"/>
                      </a:cubicBezTo>
                      <a:cubicBezTo>
                        <a:pt x="289" y="26"/>
                        <a:pt x="240" y="1"/>
                        <a:pt x="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9"/>
                <p:cNvSpPr/>
                <p:nvPr/>
              </p:nvSpPr>
              <p:spPr>
                <a:xfrm>
                  <a:off x="5483075" y="2286450"/>
                  <a:ext cx="11075" cy="17200"/>
                </a:xfrm>
                <a:custGeom>
                  <a:rect b="b" l="l" r="r" t="t"/>
                  <a:pathLst>
                    <a:path extrusionOk="0" h="688" w="443">
                      <a:moveTo>
                        <a:pt x="330" y="1"/>
                      </a:moveTo>
                      <a:cubicBezTo>
                        <a:pt x="327" y="1"/>
                        <a:pt x="323" y="1"/>
                        <a:pt x="320" y="1"/>
                      </a:cubicBezTo>
                      <a:cubicBezTo>
                        <a:pt x="259" y="20"/>
                        <a:pt x="234" y="81"/>
                        <a:pt x="215" y="136"/>
                      </a:cubicBezTo>
                      <a:cubicBezTo>
                        <a:pt x="172" y="247"/>
                        <a:pt x="117" y="358"/>
                        <a:pt x="56" y="462"/>
                      </a:cubicBezTo>
                      <a:cubicBezTo>
                        <a:pt x="37" y="493"/>
                        <a:pt x="19" y="530"/>
                        <a:pt x="6" y="567"/>
                      </a:cubicBezTo>
                      <a:cubicBezTo>
                        <a:pt x="0" y="604"/>
                        <a:pt x="6" y="641"/>
                        <a:pt x="31" y="665"/>
                      </a:cubicBezTo>
                      <a:cubicBezTo>
                        <a:pt x="47" y="681"/>
                        <a:pt x="67" y="688"/>
                        <a:pt x="87" y="688"/>
                      </a:cubicBezTo>
                      <a:cubicBezTo>
                        <a:pt x="130" y="688"/>
                        <a:pt x="176" y="658"/>
                        <a:pt x="197" y="616"/>
                      </a:cubicBezTo>
                      <a:cubicBezTo>
                        <a:pt x="228" y="561"/>
                        <a:pt x="252" y="499"/>
                        <a:pt x="271" y="432"/>
                      </a:cubicBezTo>
                      <a:cubicBezTo>
                        <a:pt x="302" y="376"/>
                        <a:pt x="338" y="327"/>
                        <a:pt x="381" y="278"/>
                      </a:cubicBezTo>
                      <a:cubicBezTo>
                        <a:pt x="424" y="235"/>
                        <a:pt x="443" y="173"/>
                        <a:pt x="443" y="112"/>
                      </a:cubicBezTo>
                      <a:cubicBezTo>
                        <a:pt x="437" y="48"/>
                        <a:pt x="388" y="1"/>
                        <a:pt x="3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9"/>
                <p:cNvSpPr/>
                <p:nvPr/>
              </p:nvSpPr>
              <p:spPr>
                <a:xfrm>
                  <a:off x="5478150" y="2306150"/>
                  <a:ext cx="5250" cy="8000"/>
                </a:xfrm>
                <a:custGeom>
                  <a:rect b="b" l="l" r="r" t="t"/>
                  <a:pathLst>
                    <a:path extrusionOk="0" h="320" w="210">
                      <a:moveTo>
                        <a:pt x="154" y="0"/>
                      </a:moveTo>
                      <a:cubicBezTo>
                        <a:pt x="87" y="6"/>
                        <a:pt x="25" y="55"/>
                        <a:pt x="13" y="117"/>
                      </a:cubicBezTo>
                      <a:cubicBezTo>
                        <a:pt x="1" y="184"/>
                        <a:pt x="1" y="252"/>
                        <a:pt x="19" y="320"/>
                      </a:cubicBezTo>
                      <a:cubicBezTo>
                        <a:pt x="148" y="270"/>
                        <a:pt x="210" y="123"/>
                        <a:pt x="1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9"/>
                <p:cNvSpPr/>
                <p:nvPr/>
              </p:nvSpPr>
              <p:spPr>
                <a:xfrm>
                  <a:off x="5312500" y="1823150"/>
                  <a:ext cx="82800" cy="196300"/>
                </a:xfrm>
                <a:custGeom>
                  <a:rect b="b" l="l" r="r" t="t"/>
                  <a:pathLst>
                    <a:path extrusionOk="0" h="7852" w="3312">
                      <a:moveTo>
                        <a:pt x="621" y="1"/>
                      </a:moveTo>
                      <a:cubicBezTo>
                        <a:pt x="621" y="1"/>
                        <a:pt x="326" y="25"/>
                        <a:pt x="0" y="25"/>
                      </a:cubicBezTo>
                      <a:lnTo>
                        <a:pt x="0" y="4937"/>
                      </a:lnTo>
                      <a:cubicBezTo>
                        <a:pt x="0" y="4937"/>
                        <a:pt x="1009" y="5342"/>
                        <a:pt x="1316" y="6092"/>
                      </a:cubicBezTo>
                      <a:cubicBezTo>
                        <a:pt x="1617" y="6842"/>
                        <a:pt x="1961" y="7801"/>
                        <a:pt x="2527" y="7850"/>
                      </a:cubicBezTo>
                      <a:cubicBezTo>
                        <a:pt x="2538" y="7851"/>
                        <a:pt x="2549" y="7852"/>
                        <a:pt x="2560" y="7852"/>
                      </a:cubicBezTo>
                      <a:cubicBezTo>
                        <a:pt x="3095" y="7852"/>
                        <a:pt x="3312" y="6839"/>
                        <a:pt x="3215" y="6682"/>
                      </a:cubicBezTo>
                      <a:cubicBezTo>
                        <a:pt x="3207" y="6668"/>
                        <a:pt x="3197" y="6662"/>
                        <a:pt x="3185" y="6662"/>
                      </a:cubicBezTo>
                      <a:cubicBezTo>
                        <a:pt x="3069" y="6662"/>
                        <a:pt x="2813" y="7318"/>
                        <a:pt x="2558" y="7318"/>
                      </a:cubicBezTo>
                      <a:cubicBezTo>
                        <a:pt x="2549" y="7318"/>
                        <a:pt x="2541" y="7317"/>
                        <a:pt x="2533" y="7315"/>
                      </a:cubicBezTo>
                      <a:cubicBezTo>
                        <a:pt x="2250" y="7260"/>
                        <a:pt x="2109" y="6400"/>
                        <a:pt x="1611" y="5619"/>
                      </a:cubicBezTo>
                      <a:cubicBezTo>
                        <a:pt x="1101" y="4808"/>
                        <a:pt x="701" y="4562"/>
                        <a:pt x="621" y="4494"/>
                      </a:cubicBezTo>
                      <a:cubicBezTo>
                        <a:pt x="548" y="4427"/>
                        <a:pt x="621"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9"/>
                <p:cNvSpPr/>
                <p:nvPr/>
              </p:nvSpPr>
              <p:spPr>
                <a:xfrm>
                  <a:off x="5324175" y="1823375"/>
                  <a:ext cx="68925" cy="13925"/>
                </a:xfrm>
                <a:custGeom>
                  <a:rect b="b" l="l" r="r" t="t"/>
                  <a:pathLst>
                    <a:path extrusionOk="0" h="557" w="2757">
                      <a:moveTo>
                        <a:pt x="2241" y="0"/>
                      </a:moveTo>
                      <a:cubicBezTo>
                        <a:pt x="2193" y="0"/>
                        <a:pt x="2141" y="3"/>
                        <a:pt x="2084" y="10"/>
                      </a:cubicBezTo>
                      <a:cubicBezTo>
                        <a:pt x="1773" y="49"/>
                        <a:pt x="1071" y="56"/>
                        <a:pt x="587" y="56"/>
                      </a:cubicBezTo>
                      <a:cubicBezTo>
                        <a:pt x="298" y="56"/>
                        <a:pt x="87" y="53"/>
                        <a:pt x="87" y="53"/>
                      </a:cubicBezTo>
                      <a:lnTo>
                        <a:pt x="1" y="490"/>
                      </a:lnTo>
                      <a:cubicBezTo>
                        <a:pt x="210" y="537"/>
                        <a:pt x="490" y="556"/>
                        <a:pt x="791" y="556"/>
                      </a:cubicBezTo>
                      <a:cubicBezTo>
                        <a:pt x="1620" y="556"/>
                        <a:pt x="2602" y="411"/>
                        <a:pt x="2674" y="312"/>
                      </a:cubicBezTo>
                      <a:cubicBezTo>
                        <a:pt x="2756" y="197"/>
                        <a:pt x="2620" y="0"/>
                        <a:pt x="22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9"/>
                <p:cNvSpPr/>
                <p:nvPr/>
              </p:nvSpPr>
              <p:spPr>
                <a:xfrm>
                  <a:off x="5316650" y="1794500"/>
                  <a:ext cx="35200" cy="10050"/>
                </a:xfrm>
                <a:custGeom>
                  <a:rect b="b" l="l" r="r" t="t"/>
                  <a:pathLst>
                    <a:path extrusionOk="0" h="402" w="1408">
                      <a:moveTo>
                        <a:pt x="1162" y="0"/>
                      </a:moveTo>
                      <a:cubicBezTo>
                        <a:pt x="1134" y="0"/>
                        <a:pt x="1103" y="3"/>
                        <a:pt x="1070" y="10"/>
                      </a:cubicBezTo>
                      <a:cubicBezTo>
                        <a:pt x="812" y="59"/>
                        <a:pt x="50" y="71"/>
                        <a:pt x="50" y="71"/>
                      </a:cubicBezTo>
                      <a:lnTo>
                        <a:pt x="0" y="366"/>
                      </a:lnTo>
                      <a:cubicBezTo>
                        <a:pt x="90" y="391"/>
                        <a:pt x="205" y="401"/>
                        <a:pt x="330" y="401"/>
                      </a:cubicBezTo>
                      <a:cubicBezTo>
                        <a:pt x="765" y="401"/>
                        <a:pt x="1322" y="278"/>
                        <a:pt x="1365" y="206"/>
                      </a:cubicBezTo>
                      <a:cubicBezTo>
                        <a:pt x="1408" y="126"/>
                        <a:pt x="1344" y="0"/>
                        <a:pt x="116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9"/>
                <p:cNvSpPr/>
                <p:nvPr/>
              </p:nvSpPr>
              <p:spPr>
                <a:xfrm>
                  <a:off x="5312650" y="1779250"/>
                  <a:ext cx="27375" cy="9250"/>
                </a:xfrm>
                <a:custGeom>
                  <a:rect b="b" l="l" r="r" t="t"/>
                  <a:pathLst>
                    <a:path extrusionOk="0" h="370" w="1095">
                      <a:moveTo>
                        <a:pt x="915" y="1"/>
                      </a:moveTo>
                      <a:cubicBezTo>
                        <a:pt x="892" y="1"/>
                        <a:pt x="865" y="4"/>
                        <a:pt x="837" y="11"/>
                      </a:cubicBezTo>
                      <a:cubicBezTo>
                        <a:pt x="634" y="54"/>
                        <a:pt x="44" y="79"/>
                        <a:pt x="44" y="79"/>
                      </a:cubicBezTo>
                      <a:lnTo>
                        <a:pt x="1" y="343"/>
                      </a:lnTo>
                      <a:cubicBezTo>
                        <a:pt x="63" y="362"/>
                        <a:pt x="141" y="370"/>
                        <a:pt x="227" y="370"/>
                      </a:cubicBezTo>
                      <a:cubicBezTo>
                        <a:pt x="568" y="370"/>
                        <a:pt x="1028" y="247"/>
                        <a:pt x="1058" y="183"/>
                      </a:cubicBezTo>
                      <a:cubicBezTo>
                        <a:pt x="1095" y="110"/>
                        <a:pt x="1051" y="1"/>
                        <a:pt x="9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9"/>
                <p:cNvSpPr/>
                <p:nvPr/>
              </p:nvSpPr>
              <p:spPr>
                <a:xfrm>
                  <a:off x="5314650" y="1973650"/>
                  <a:ext cx="25425" cy="8500"/>
                </a:xfrm>
                <a:custGeom>
                  <a:rect b="b" l="l" r="r" t="t"/>
                  <a:pathLst>
                    <a:path extrusionOk="0" h="340" w="1017">
                      <a:moveTo>
                        <a:pt x="835" y="1"/>
                      </a:moveTo>
                      <a:cubicBezTo>
                        <a:pt x="820" y="1"/>
                        <a:pt x="804" y="2"/>
                        <a:pt x="787" y="5"/>
                      </a:cubicBezTo>
                      <a:cubicBezTo>
                        <a:pt x="719" y="16"/>
                        <a:pt x="597" y="20"/>
                        <a:pt x="474" y="20"/>
                      </a:cubicBezTo>
                      <a:cubicBezTo>
                        <a:pt x="277" y="20"/>
                        <a:pt x="74" y="11"/>
                        <a:pt x="74" y="11"/>
                      </a:cubicBezTo>
                      <a:lnTo>
                        <a:pt x="1" y="287"/>
                      </a:lnTo>
                      <a:cubicBezTo>
                        <a:pt x="81" y="325"/>
                        <a:pt x="198" y="339"/>
                        <a:pt x="323" y="339"/>
                      </a:cubicBezTo>
                      <a:cubicBezTo>
                        <a:pt x="609" y="339"/>
                        <a:pt x="937" y="263"/>
                        <a:pt x="972" y="208"/>
                      </a:cubicBezTo>
                      <a:cubicBezTo>
                        <a:pt x="1016" y="129"/>
                        <a:pt x="980"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9"/>
                <p:cNvSpPr/>
                <p:nvPr/>
              </p:nvSpPr>
              <p:spPr>
                <a:xfrm>
                  <a:off x="5314650" y="1991775"/>
                  <a:ext cx="25425" cy="8500"/>
                </a:xfrm>
                <a:custGeom>
                  <a:rect b="b" l="l" r="r" t="t"/>
                  <a:pathLst>
                    <a:path extrusionOk="0" h="340" w="1017">
                      <a:moveTo>
                        <a:pt x="841" y="1"/>
                      </a:moveTo>
                      <a:cubicBezTo>
                        <a:pt x="826" y="1"/>
                        <a:pt x="810" y="2"/>
                        <a:pt x="793" y="5"/>
                      </a:cubicBezTo>
                      <a:cubicBezTo>
                        <a:pt x="723" y="17"/>
                        <a:pt x="600" y="20"/>
                        <a:pt x="476" y="20"/>
                      </a:cubicBezTo>
                      <a:cubicBezTo>
                        <a:pt x="277" y="20"/>
                        <a:pt x="74" y="11"/>
                        <a:pt x="74" y="11"/>
                      </a:cubicBezTo>
                      <a:lnTo>
                        <a:pt x="1" y="288"/>
                      </a:lnTo>
                      <a:cubicBezTo>
                        <a:pt x="81" y="325"/>
                        <a:pt x="198" y="340"/>
                        <a:pt x="323" y="340"/>
                      </a:cubicBezTo>
                      <a:cubicBezTo>
                        <a:pt x="609" y="340"/>
                        <a:pt x="937" y="263"/>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9"/>
                <p:cNvSpPr/>
                <p:nvPr/>
              </p:nvSpPr>
              <p:spPr>
                <a:xfrm>
                  <a:off x="5314650" y="2009925"/>
                  <a:ext cx="25425" cy="8525"/>
                </a:xfrm>
                <a:custGeom>
                  <a:rect b="b" l="l" r="r" t="t"/>
                  <a:pathLst>
                    <a:path extrusionOk="0" h="341" w="1017">
                      <a:moveTo>
                        <a:pt x="841" y="0"/>
                      </a:moveTo>
                      <a:cubicBezTo>
                        <a:pt x="826" y="0"/>
                        <a:pt x="810" y="1"/>
                        <a:pt x="793" y="4"/>
                      </a:cubicBezTo>
                      <a:cubicBezTo>
                        <a:pt x="724" y="18"/>
                        <a:pt x="606" y="22"/>
                        <a:pt x="485" y="22"/>
                      </a:cubicBezTo>
                      <a:cubicBezTo>
                        <a:pt x="283" y="22"/>
                        <a:pt x="74" y="10"/>
                        <a:pt x="74" y="10"/>
                      </a:cubicBezTo>
                      <a:lnTo>
                        <a:pt x="1" y="287"/>
                      </a:lnTo>
                      <a:cubicBezTo>
                        <a:pt x="83" y="325"/>
                        <a:pt x="203" y="340"/>
                        <a:pt x="331" y="340"/>
                      </a:cubicBezTo>
                      <a:cubicBezTo>
                        <a:pt x="615" y="340"/>
                        <a:pt x="938" y="266"/>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9"/>
                <p:cNvSpPr/>
                <p:nvPr/>
              </p:nvSpPr>
              <p:spPr>
                <a:xfrm>
                  <a:off x="5314650" y="2028050"/>
                  <a:ext cx="25425" cy="8650"/>
                </a:xfrm>
                <a:custGeom>
                  <a:rect b="b" l="l" r="r" t="t"/>
                  <a:pathLst>
                    <a:path extrusionOk="0" h="346" w="1017">
                      <a:moveTo>
                        <a:pt x="841" y="0"/>
                      </a:moveTo>
                      <a:cubicBezTo>
                        <a:pt x="826" y="0"/>
                        <a:pt x="810" y="2"/>
                        <a:pt x="793" y="5"/>
                      </a:cubicBezTo>
                      <a:cubicBezTo>
                        <a:pt x="724" y="18"/>
                        <a:pt x="606" y="23"/>
                        <a:pt x="485" y="23"/>
                      </a:cubicBezTo>
                      <a:cubicBezTo>
                        <a:pt x="283" y="23"/>
                        <a:pt x="74" y="11"/>
                        <a:pt x="74" y="11"/>
                      </a:cubicBezTo>
                      <a:lnTo>
                        <a:pt x="1" y="294"/>
                      </a:lnTo>
                      <a:cubicBezTo>
                        <a:pt x="81" y="331"/>
                        <a:pt x="197" y="345"/>
                        <a:pt x="321" y="345"/>
                      </a:cubicBezTo>
                      <a:cubicBezTo>
                        <a:pt x="607" y="345"/>
                        <a:pt x="937" y="267"/>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9"/>
                <p:cNvSpPr/>
                <p:nvPr/>
              </p:nvSpPr>
              <p:spPr>
                <a:xfrm>
                  <a:off x="5314650" y="2046175"/>
                  <a:ext cx="25425" cy="8650"/>
                </a:xfrm>
                <a:custGeom>
                  <a:rect b="b" l="l" r="r" t="t"/>
                  <a:pathLst>
                    <a:path extrusionOk="0" h="346" w="1017">
                      <a:moveTo>
                        <a:pt x="841" y="1"/>
                      </a:moveTo>
                      <a:cubicBezTo>
                        <a:pt x="826" y="1"/>
                        <a:pt x="810" y="2"/>
                        <a:pt x="793" y="5"/>
                      </a:cubicBezTo>
                      <a:cubicBezTo>
                        <a:pt x="724" y="19"/>
                        <a:pt x="606" y="23"/>
                        <a:pt x="485" y="23"/>
                      </a:cubicBezTo>
                      <a:cubicBezTo>
                        <a:pt x="283" y="23"/>
                        <a:pt x="74" y="11"/>
                        <a:pt x="74" y="11"/>
                      </a:cubicBezTo>
                      <a:lnTo>
                        <a:pt x="1" y="294"/>
                      </a:lnTo>
                      <a:cubicBezTo>
                        <a:pt x="81" y="331"/>
                        <a:pt x="197" y="346"/>
                        <a:pt x="321" y="346"/>
                      </a:cubicBezTo>
                      <a:cubicBezTo>
                        <a:pt x="607" y="346"/>
                        <a:pt x="937" y="268"/>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9"/>
                <p:cNvSpPr/>
                <p:nvPr/>
              </p:nvSpPr>
              <p:spPr>
                <a:xfrm>
                  <a:off x="5314650" y="2064425"/>
                  <a:ext cx="25400" cy="8550"/>
                </a:xfrm>
                <a:custGeom>
                  <a:rect b="b" l="l" r="r" t="t"/>
                  <a:pathLst>
                    <a:path extrusionOk="0" h="342" w="1016">
                      <a:moveTo>
                        <a:pt x="847" y="1"/>
                      </a:moveTo>
                      <a:cubicBezTo>
                        <a:pt x="830" y="1"/>
                        <a:pt x="813" y="2"/>
                        <a:pt x="793" y="6"/>
                      </a:cubicBezTo>
                      <a:cubicBezTo>
                        <a:pt x="725" y="18"/>
                        <a:pt x="603" y="22"/>
                        <a:pt x="478" y="22"/>
                      </a:cubicBezTo>
                      <a:cubicBezTo>
                        <a:pt x="279" y="22"/>
                        <a:pt x="74" y="13"/>
                        <a:pt x="74" y="13"/>
                      </a:cubicBezTo>
                      <a:lnTo>
                        <a:pt x="1" y="289"/>
                      </a:lnTo>
                      <a:cubicBezTo>
                        <a:pt x="81" y="326"/>
                        <a:pt x="197" y="341"/>
                        <a:pt x="321" y="341"/>
                      </a:cubicBezTo>
                      <a:cubicBezTo>
                        <a:pt x="607" y="341"/>
                        <a:pt x="937" y="263"/>
                        <a:pt x="972" y="203"/>
                      </a:cubicBezTo>
                      <a:cubicBezTo>
                        <a:pt x="1016" y="126"/>
                        <a:pt x="981" y="1"/>
                        <a:pt x="8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9"/>
                <p:cNvSpPr/>
                <p:nvPr/>
              </p:nvSpPr>
              <p:spPr>
                <a:xfrm>
                  <a:off x="5314800" y="2082600"/>
                  <a:ext cx="25275" cy="8500"/>
                </a:xfrm>
                <a:custGeom>
                  <a:rect b="b" l="l" r="r" t="t"/>
                  <a:pathLst>
                    <a:path extrusionOk="0" h="340" w="1011">
                      <a:moveTo>
                        <a:pt x="835" y="1"/>
                      </a:moveTo>
                      <a:cubicBezTo>
                        <a:pt x="820" y="1"/>
                        <a:pt x="804" y="2"/>
                        <a:pt x="787" y="5"/>
                      </a:cubicBezTo>
                      <a:cubicBezTo>
                        <a:pt x="717" y="17"/>
                        <a:pt x="594" y="20"/>
                        <a:pt x="470" y="20"/>
                      </a:cubicBezTo>
                      <a:cubicBezTo>
                        <a:pt x="271" y="20"/>
                        <a:pt x="68" y="11"/>
                        <a:pt x="68" y="11"/>
                      </a:cubicBezTo>
                      <a:lnTo>
                        <a:pt x="1" y="287"/>
                      </a:lnTo>
                      <a:cubicBezTo>
                        <a:pt x="79" y="325"/>
                        <a:pt x="195" y="340"/>
                        <a:pt x="319" y="340"/>
                      </a:cubicBezTo>
                      <a:cubicBezTo>
                        <a:pt x="603" y="340"/>
                        <a:pt x="931" y="263"/>
                        <a:pt x="966" y="208"/>
                      </a:cubicBezTo>
                      <a:cubicBezTo>
                        <a:pt x="1010" y="129"/>
                        <a:pt x="979"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9"/>
                <p:cNvSpPr/>
                <p:nvPr/>
              </p:nvSpPr>
              <p:spPr>
                <a:xfrm>
                  <a:off x="5314800" y="2100700"/>
                  <a:ext cx="25400" cy="8525"/>
                </a:xfrm>
                <a:custGeom>
                  <a:rect b="b" l="l" r="r" t="t"/>
                  <a:pathLst>
                    <a:path extrusionOk="0" h="341" w="1016">
                      <a:moveTo>
                        <a:pt x="841" y="0"/>
                      </a:moveTo>
                      <a:cubicBezTo>
                        <a:pt x="824" y="0"/>
                        <a:pt x="807" y="2"/>
                        <a:pt x="787" y="6"/>
                      </a:cubicBezTo>
                      <a:cubicBezTo>
                        <a:pt x="717" y="18"/>
                        <a:pt x="594" y="21"/>
                        <a:pt x="470" y="21"/>
                      </a:cubicBezTo>
                      <a:cubicBezTo>
                        <a:pt x="271" y="21"/>
                        <a:pt x="68" y="12"/>
                        <a:pt x="68" y="12"/>
                      </a:cubicBezTo>
                      <a:lnTo>
                        <a:pt x="1" y="289"/>
                      </a:lnTo>
                      <a:cubicBezTo>
                        <a:pt x="79" y="326"/>
                        <a:pt x="194" y="341"/>
                        <a:pt x="318" y="341"/>
                      </a:cubicBezTo>
                      <a:cubicBezTo>
                        <a:pt x="604" y="341"/>
                        <a:pt x="938" y="263"/>
                        <a:pt x="972" y="203"/>
                      </a:cubicBezTo>
                      <a:cubicBezTo>
                        <a:pt x="1016" y="131"/>
                        <a:pt x="981"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9"/>
                <p:cNvSpPr/>
                <p:nvPr/>
              </p:nvSpPr>
              <p:spPr>
                <a:xfrm>
                  <a:off x="5314800" y="2118875"/>
                  <a:ext cx="25400" cy="8500"/>
                </a:xfrm>
                <a:custGeom>
                  <a:rect b="b" l="l" r="r" t="t"/>
                  <a:pathLst>
                    <a:path extrusionOk="0" h="340" w="1016">
                      <a:moveTo>
                        <a:pt x="833" y="0"/>
                      </a:moveTo>
                      <a:cubicBezTo>
                        <a:pt x="819" y="0"/>
                        <a:pt x="804" y="1"/>
                        <a:pt x="787" y="4"/>
                      </a:cubicBezTo>
                      <a:cubicBezTo>
                        <a:pt x="719" y="16"/>
                        <a:pt x="597" y="20"/>
                        <a:pt x="472" y="20"/>
                      </a:cubicBezTo>
                      <a:cubicBezTo>
                        <a:pt x="273" y="20"/>
                        <a:pt x="68" y="10"/>
                        <a:pt x="68" y="10"/>
                      </a:cubicBezTo>
                      <a:lnTo>
                        <a:pt x="1" y="287"/>
                      </a:lnTo>
                      <a:cubicBezTo>
                        <a:pt x="81" y="324"/>
                        <a:pt x="197" y="339"/>
                        <a:pt x="322" y="339"/>
                      </a:cubicBezTo>
                      <a:cubicBezTo>
                        <a:pt x="606" y="339"/>
                        <a:pt x="931" y="263"/>
                        <a:pt x="966" y="207"/>
                      </a:cubicBezTo>
                      <a:cubicBezTo>
                        <a:pt x="1016" y="129"/>
                        <a:pt x="975"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9"/>
                <p:cNvSpPr/>
                <p:nvPr/>
              </p:nvSpPr>
              <p:spPr>
                <a:xfrm>
                  <a:off x="5323400" y="1840700"/>
                  <a:ext cx="83125" cy="17425"/>
                </a:xfrm>
                <a:custGeom>
                  <a:rect b="b" l="l" r="r" t="t"/>
                  <a:pathLst>
                    <a:path extrusionOk="0" h="697" w="3325">
                      <a:moveTo>
                        <a:pt x="3020" y="1"/>
                      </a:moveTo>
                      <a:cubicBezTo>
                        <a:pt x="2980" y="1"/>
                        <a:pt x="2935" y="6"/>
                        <a:pt x="2884" y="18"/>
                      </a:cubicBezTo>
                      <a:cubicBezTo>
                        <a:pt x="2054" y="215"/>
                        <a:pt x="56" y="295"/>
                        <a:pt x="56" y="295"/>
                      </a:cubicBezTo>
                      <a:lnTo>
                        <a:pt x="1" y="676"/>
                      </a:lnTo>
                      <a:cubicBezTo>
                        <a:pt x="88" y="690"/>
                        <a:pt x="243" y="696"/>
                        <a:pt x="440" y="696"/>
                      </a:cubicBezTo>
                      <a:cubicBezTo>
                        <a:pt x="1258" y="696"/>
                        <a:pt x="2787" y="585"/>
                        <a:pt x="3025" y="461"/>
                      </a:cubicBezTo>
                      <a:cubicBezTo>
                        <a:pt x="3281" y="325"/>
                        <a:pt x="3325" y="1"/>
                        <a:pt x="302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9"/>
                <p:cNvSpPr/>
                <p:nvPr/>
              </p:nvSpPr>
              <p:spPr>
                <a:xfrm>
                  <a:off x="5322950" y="1889900"/>
                  <a:ext cx="93325" cy="14250"/>
                </a:xfrm>
                <a:custGeom>
                  <a:rect b="b" l="l" r="r" t="t"/>
                  <a:pathLst>
                    <a:path extrusionOk="0" h="570" w="3733">
                      <a:moveTo>
                        <a:pt x="3356" y="1"/>
                      </a:moveTo>
                      <a:cubicBezTo>
                        <a:pt x="3321" y="1"/>
                        <a:pt x="3283" y="4"/>
                        <a:pt x="3240" y="11"/>
                      </a:cubicBezTo>
                      <a:cubicBezTo>
                        <a:pt x="2842" y="68"/>
                        <a:pt x="2216" y="85"/>
                        <a:pt x="1627" y="85"/>
                      </a:cubicBezTo>
                      <a:cubicBezTo>
                        <a:pt x="823" y="85"/>
                        <a:pt x="86" y="54"/>
                        <a:pt x="86" y="54"/>
                      </a:cubicBezTo>
                      <a:lnTo>
                        <a:pt x="0" y="453"/>
                      </a:lnTo>
                      <a:cubicBezTo>
                        <a:pt x="289" y="522"/>
                        <a:pt x="1281" y="569"/>
                        <a:pt x="2118" y="569"/>
                      </a:cubicBezTo>
                      <a:cubicBezTo>
                        <a:pt x="2705" y="569"/>
                        <a:pt x="3217" y="546"/>
                        <a:pt x="3357" y="490"/>
                      </a:cubicBezTo>
                      <a:cubicBezTo>
                        <a:pt x="3660" y="367"/>
                        <a:pt x="3732" y="1"/>
                        <a:pt x="33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9"/>
                <p:cNvSpPr/>
                <p:nvPr/>
              </p:nvSpPr>
              <p:spPr>
                <a:xfrm>
                  <a:off x="5320500" y="1863550"/>
                  <a:ext cx="94175" cy="19475"/>
                </a:xfrm>
                <a:custGeom>
                  <a:rect b="b" l="l" r="r" t="t"/>
                  <a:pathLst>
                    <a:path extrusionOk="0" h="779" w="3767">
                      <a:moveTo>
                        <a:pt x="3386" y="0"/>
                      </a:moveTo>
                      <a:cubicBezTo>
                        <a:pt x="3345" y="0"/>
                        <a:pt x="3300" y="7"/>
                        <a:pt x="3252" y="20"/>
                      </a:cubicBezTo>
                      <a:cubicBezTo>
                        <a:pt x="2439" y="251"/>
                        <a:pt x="1143" y="283"/>
                        <a:pt x="485" y="283"/>
                      </a:cubicBezTo>
                      <a:cubicBezTo>
                        <a:pt x="232" y="283"/>
                        <a:pt x="74" y="278"/>
                        <a:pt x="74" y="278"/>
                      </a:cubicBezTo>
                      <a:lnTo>
                        <a:pt x="0" y="745"/>
                      </a:lnTo>
                      <a:cubicBezTo>
                        <a:pt x="112" y="768"/>
                        <a:pt x="335" y="779"/>
                        <a:pt x="616" y="779"/>
                      </a:cubicBezTo>
                      <a:cubicBezTo>
                        <a:pt x="1536" y="779"/>
                        <a:pt x="3079" y="666"/>
                        <a:pt x="3399" y="506"/>
                      </a:cubicBezTo>
                      <a:cubicBezTo>
                        <a:pt x="3767" y="322"/>
                        <a:pt x="3683" y="0"/>
                        <a:pt x="3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9"/>
                <p:cNvSpPr/>
                <p:nvPr/>
              </p:nvSpPr>
              <p:spPr>
                <a:xfrm>
                  <a:off x="5319725" y="1912125"/>
                  <a:ext cx="91400" cy="14400"/>
                </a:xfrm>
                <a:custGeom>
                  <a:rect b="b" l="l" r="r" t="t"/>
                  <a:pathLst>
                    <a:path extrusionOk="0" h="576" w="3656">
                      <a:moveTo>
                        <a:pt x="105" y="1"/>
                      </a:moveTo>
                      <a:lnTo>
                        <a:pt x="0" y="413"/>
                      </a:lnTo>
                      <a:cubicBezTo>
                        <a:pt x="293" y="498"/>
                        <a:pt x="1444" y="575"/>
                        <a:pt x="2313" y="575"/>
                      </a:cubicBezTo>
                      <a:cubicBezTo>
                        <a:pt x="2758" y="575"/>
                        <a:pt x="3129" y="555"/>
                        <a:pt x="3270" y="505"/>
                      </a:cubicBezTo>
                      <a:cubicBezTo>
                        <a:pt x="3656" y="369"/>
                        <a:pt x="3581" y="55"/>
                        <a:pt x="3259" y="55"/>
                      </a:cubicBezTo>
                      <a:cubicBezTo>
                        <a:pt x="3232" y="55"/>
                        <a:pt x="3203" y="58"/>
                        <a:pt x="3172" y="62"/>
                      </a:cubicBezTo>
                      <a:cubicBezTo>
                        <a:pt x="2872" y="113"/>
                        <a:pt x="2507" y="131"/>
                        <a:pt x="2136" y="131"/>
                      </a:cubicBezTo>
                      <a:cubicBezTo>
                        <a:pt x="1145" y="131"/>
                        <a:pt x="105"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9"/>
                <p:cNvSpPr/>
                <p:nvPr/>
              </p:nvSpPr>
              <p:spPr>
                <a:xfrm>
                  <a:off x="5316025" y="1931650"/>
                  <a:ext cx="89525" cy="15550"/>
                </a:xfrm>
                <a:custGeom>
                  <a:rect b="b" l="l" r="r" t="t"/>
                  <a:pathLst>
                    <a:path extrusionOk="0" h="622" w="3581">
                      <a:moveTo>
                        <a:pt x="118" y="0"/>
                      </a:moveTo>
                      <a:lnTo>
                        <a:pt x="1" y="351"/>
                      </a:lnTo>
                      <a:cubicBezTo>
                        <a:pt x="343" y="460"/>
                        <a:pt x="1942" y="621"/>
                        <a:pt x="2763" y="621"/>
                      </a:cubicBezTo>
                      <a:cubicBezTo>
                        <a:pt x="2960" y="621"/>
                        <a:pt x="3112" y="612"/>
                        <a:pt x="3191" y="591"/>
                      </a:cubicBezTo>
                      <a:cubicBezTo>
                        <a:pt x="3581" y="486"/>
                        <a:pt x="3503" y="194"/>
                        <a:pt x="3165" y="194"/>
                      </a:cubicBezTo>
                      <a:cubicBezTo>
                        <a:pt x="3146" y="194"/>
                        <a:pt x="3126" y="195"/>
                        <a:pt x="3105" y="197"/>
                      </a:cubicBezTo>
                      <a:cubicBezTo>
                        <a:pt x="2941" y="214"/>
                        <a:pt x="2757" y="221"/>
                        <a:pt x="2564" y="221"/>
                      </a:cubicBezTo>
                      <a:cubicBezTo>
                        <a:pt x="1491" y="221"/>
                        <a:pt x="118" y="0"/>
                        <a:pt x="1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9"/>
                <p:cNvSpPr/>
                <p:nvPr/>
              </p:nvSpPr>
              <p:spPr>
                <a:xfrm>
                  <a:off x="5339400" y="1955325"/>
                  <a:ext cx="63850" cy="12850"/>
                </a:xfrm>
                <a:custGeom>
                  <a:rect b="b" l="l" r="r" t="t"/>
                  <a:pathLst>
                    <a:path extrusionOk="0" h="514" w="2554">
                      <a:moveTo>
                        <a:pt x="92" y="0"/>
                      </a:moveTo>
                      <a:lnTo>
                        <a:pt x="0" y="338"/>
                      </a:lnTo>
                      <a:cubicBezTo>
                        <a:pt x="218" y="422"/>
                        <a:pt x="1153" y="513"/>
                        <a:pt x="1767" y="513"/>
                      </a:cubicBezTo>
                      <a:cubicBezTo>
                        <a:pt x="2003" y="513"/>
                        <a:pt x="2192" y="500"/>
                        <a:pt x="2274" y="467"/>
                      </a:cubicBezTo>
                      <a:cubicBezTo>
                        <a:pt x="2553" y="359"/>
                        <a:pt x="2516" y="93"/>
                        <a:pt x="2290" y="93"/>
                      </a:cubicBezTo>
                      <a:cubicBezTo>
                        <a:pt x="2271" y="93"/>
                        <a:pt x="2252" y="95"/>
                        <a:pt x="2231" y="98"/>
                      </a:cubicBezTo>
                      <a:cubicBezTo>
                        <a:pt x="2056" y="129"/>
                        <a:pt x="1852" y="141"/>
                        <a:pt x="1640" y="141"/>
                      </a:cubicBezTo>
                      <a:cubicBezTo>
                        <a:pt x="909" y="141"/>
                        <a:pt x="92" y="0"/>
                        <a:pt x="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9"/>
                <p:cNvSpPr/>
                <p:nvPr/>
              </p:nvSpPr>
              <p:spPr>
                <a:xfrm>
                  <a:off x="5352450" y="1975750"/>
                  <a:ext cx="42925" cy="10700"/>
                </a:xfrm>
                <a:custGeom>
                  <a:rect b="b" l="l" r="r" t="t"/>
                  <a:pathLst>
                    <a:path extrusionOk="0" h="428" w="1717">
                      <a:moveTo>
                        <a:pt x="81" y="1"/>
                      </a:moveTo>
                      <a:lnTo>
                        <a:pt x="1" y="326"/>
                      </a:lnTo>
                      <a:cubicBezTo>
                        <a:pt x="121" y="385"/>
                        <a:pt x="564" y="428"/>
                        <a:pt x="948" y="428"/>
                      </a:cubicBezTo>
                      <a:cubicBezTo>
                        <a:pt x="1212" y="428"/>
                        <a:pt x="1448" y="407"/>
                        <a:pt x="1531" y="357"/>
                      </a:cubicBezTo>
                      <a:cubicBezTo>
                        <a:pt x="1716" y="251"/>
                        <a:pt x="1707" y="6"/>
                        <a:pt x="1559" y="6"/>
                      </a:cubicBezTo>
                      <a:cubicBezTo>
                        <a:pt x="1545" y="6"/>
                        <a:pt x="1529" y="8"/>
                        <a:pt x="1513" y="13"/>
                      </a:cubicBezTo>
                      <a:cubicBezTo>
                        <a:pt x="1345" y="62"/>
                        <a:pt x="1141" y="78"/>
                        <a:pt x="939" y="78"/>
                      </a:cubicBezTo>
                      <a:cubicBezTo>
                        <a:pt x="503" y="7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9"/>
                <p:cNvSpPr/>
                <p:nvPr/>
              </p:nvSpPr>
              <p:spPr>
                <a:xfrm>
                  <a:off x="5312500" y="1774600"/>
                  <a:ext cx="15850" cy="49825"/>
                </a:xfrm>
                <a:custGeom>
                  <a:rect b="b" l="l" r="r" t="t"/>
                  <a:pathLst>
                    <a:path extrusionOk="0" h="1993" w="634">
                      <a:moveTo>
                        <a:pt x="406" y="1"/>
                      </a:moveTo>
                      <a:cubicBezTo>
                        <a:pt x="302" y="62"/>
                        <a:pt x="0" y="93"/>
                        <a:pt x="0" y="93"/>
                      </a:cubicBezTo>
                      <a:lnTo>
                        <a:pt x="0" y="1967"/>
                      </a:lnTo>
                      <a:cubicBezTo>
                        <a:pt x="32" y="1986"/>
                        <a:pt x="91" y="1992"/>
                        <a:pt x="162" y="1992"/>
                      </a:cubicBezTo>
                      <a:cubicBezTo>
                        <a:pt x="355" y="1992"/>
                        <a:pt x="629" y="1943"/>
                        <a:pt x="634" y="1943"/>
                      </a:cubicBezTo>
                      <a:cubicBezTo>
                        <a:pt x="634" y="1162"/>
                        <a:pt x="406" y="1"/>
                        <a:pt x="4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9"/>
                <p:cNvSpPr/>
                <p:nvPr/>
              </p:nvSpPr>
              <p:spPr>
                <a:xfrm>
                  <a:off x="5401000" y="1804725"/>
                  <a:ext cx="29850" cy="15700"/>
                </a:xfrm>
                <a:custGeom>
                  <a:rect b="b" l="l" r="r" t="t"/>
                  <a:pathLst>
                    <a:path extrusionOk="0" h="628" w="1194">
                      <a:moveTo>
                        <a:pt x="560" y="1"/>
                      </a:moveTo>
                      <a:cubicBezTo>
                        <a:pt x="517" y="1"/>
                        <a:pt x="474" y="4"/>
                        <a:pt x="431" y="13"/>
                      </a:cubicBezTo>
                      <a:cubicBezTo>
                        <a:pt x="198" y="56"/>
                        <a:pt x="26" y="252"/>
                        <a:pt x="7" y="486"/>
                      </a:cubicBezTo>
                      <a:cubicBezTo>
                        <a:pt x="1" y="547"/>
                        <a:pt x="26" y="621"/>
                        <a:pt x="87" y="627"/>
                      </a:cubicBezTo>
                      <a:cubicBezTo>
                        <a:pt x="90" y="628"/>
                        <a:pt x="93" y="628"/>
                        <a:pt x="97" y="628"/>
                      </a:cubicBezTo>
                      <a:cubicBezTo>
                        <a:pt x="136" y="628"/>
                        <a:pt x="169" y="595"/>
                        <a:pt x="198" y="572"/>
                      </a:cubicBezTo>
                      <a:cubicBezTo>
                        <a:pt x="357" y="427"/>
                        <a:pt x="559" y="353"/>
                        <a:pt x="762" y="353"/>
                      </a:cubicBezTo>
                      <a:cubicBezTo>
                        <a:pt x="911" y="353"/>
                        <a:pt x="1061" y="393"/>
                        <a:pt x="1193" y="474"/>
                      </a:cubicBezTo>
                      <a:cubicBezTo>
                        <a:pt x="1187" y="369"/>
                        <a:pt x="1138" y="277"/>
                        <a:pt x="1058" y="209"/>
                      </a:cubicBezTo>
                      <a:cubicBezTo>
                        <a:pt x="923" y="75"/>
                        <a:pt x="744" y="1"/>
                        <a:pt x="5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9"/>
                <p:cNvSpPr/>
                <p:nvPr/>
              </p:nvSpPr>
              <p:spPr>
                <a:xfrm>
                  <a:off x="5321725" y="1800025"/>
                  <a:ext cx="83450" cy="18850"/>
                </a:xfrm>
                <a:custGeom>
                  <a:rect b="b" l="l" r="r" t="t"/>
                  <a:pathLst>
                    <a:path extrusionOk="0" h="754" w="3338">
                      <a:moveTo>
                        <a:pt x="2966" y="0"/>
                      </a:moveTo>
                      <a:cubicBezTo>
                        <a:pt x="2573" y="0"/>
                        <a:pt x="1910" y="243"/>
                        <a:pt x="1248" y="330"/>
                      </a:cubicBezTo>
                      <a:cubicBezTo>
                        <a:pt x="1037" y="359"/>
                        <a:pt x="856" y="370"/>
                        <a:pt x="704" y="370"/>
                      </a:cubicBezTo>
                      <a:cubicBezTo>
                        <a:pt x="282" y="370"/>
                        <a:pt x="86" y="287"/>
                        <a:pt x="86" y="287"/>
                      </a:cubicBezTo>
                      <a:lnTo>
                        <a:pt x="0" y="631"/>
                      </a:lnTo>
                      <a:cubicBezTo>
                        <a:pt x="244" y="720"/>
                        <a:pt x="531" y="753"/>
                        <a:pt x="828" y="753"/>
                      </a:cubicBezTo>
                      <a:cubicBezTo>
                        <a:pt x="1532" y="753"/>
                        <a:pt x="2292" y="567"/>
                        <a:pt x="2668" y="502"/>
                      </a:cubicBezTo>
                      <a:cubicBezTo>
                        <a:pt x="3203" y="403"/>
                        <a:pt x="3338" y="108"/>
                        <a:pt x="3172" y="35"/>
                      </a:cubicBezTo>
                      <a:cubicBezTo>
                        <a:pt x="3116" y="10"/>
                        <a:pt x="3047" y="0"/>
                        <a:pt x="29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9"/>
                <p:cNvSpPr/>
                <p:nvPr/>
              </p:nvSpPr>
              <p:spPr>
                <a:xfrm>
                  <a:off x="5312500" y="1955325"/>
                  <a:ext cx="13075" cy="176425"/>
                </a:xfrm>
                <a:custGeom>
                  <a:rect b="b" l="l" r="r" t="t"/>
                  <a:pathLst>
                    <a:path extrusionOk="0" h="7057" w="523">
                      <a:moveTo>
                        <a:pt x="0" y="0"/>
                      </a:moveTo>
                      <a:lnTo>
                        <a:pt x="0" y="7056"/>
                      </a:lnTo>
                      <a:cubicBezTo>
                        <a:pt x="0" y="7056"/>
                        <a:pt x="336" y="6921"/>
                        <a:pt x="512" y="6921"/>
                      </a:cubicBezTo>
                      <a:cubicBezTo>
                        <a:pt x="516" y="6921"/>
                        <a:pt x="519" y="6921"/>
                        <a:pt x="523" y="6921"/>
                      </a:cubicBezTo>
                      <a:cubicBezTo>
                        <a:pt x="523" y="6921"/>
                        <a:pt x="474" y="959"/>
                        <a:pt x="523" y="338"/>
                      </a:cubicBezTo>
                      <a:cubicBezTo>
                        <a:pt x="517" y="338"/>
                        <a:pt x="314" y="0"/>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9"/>
                <p:cNvSpPr/>
                <p:nvPr/>
              </p:nvSpPr>
              <p:spPr>
                <a:xfrm>
                  <a:off x="5253500" y="1613550"/>
                  <a:ext cx="118025" cy="151400"/>
                </a:xfrm>
                <a:custGeom>
                  <a:rect b="b" l="l" r="r" t="t"/>
                  <a:pathLst>
                    <a:path extrusionOk="0" h="6056" w="4721">
                      <a:moveTo>
                        <a:pt x="1334" y="2097"/>
                      </a:moveTo>
                      <a:cubicBezTo>
                        <a:pt x="1422" y="2097"/>
                        <a:pt x="1511" y="2111"/>
                        <a:pt x="1592" y="2140"/>
                      </a:cubicBezTo>
                      <a:cubicBezTo>
                        <a:pt x="1826" y="2232"/>
                        <a:pt x="2016" y="2416"/>
                        <a:pt x="2127" y="2644"/>
                      </a:cubicBezTo>
                      <a:cubicBezTo>
                        <a:pt x="2194" y="2779"/>
                        <a:pt x="2238" y="2933"/>
                        <a:pt x="2182" y="3074"/>
                      </a:cubicBezTo>
                      <a:cubicBezTo>
                        <a:pt x="2121" y="3234"/>
                        <a:pt x="1949" y="3332"/>
                        <a:pt x="1783" y="3412"/>
                      </a:cubicBezTo>
                      <a:cubicBezTo>
                        <a:pt x="1635" y="3480"/>
                        <a:pt x="1481" y="3529"/>
                        <a:pt x="1322" y="3547"/>
                      </a:cubicBezTo>
                      <a:cubicBezTo>
                        <a:pt x="1299" y="3550"/>
                        <a:pt x="1276" y="3551"/>
                        <a:pt x="1253" y="3551"/>
                      </a:cubicBezTo>
                      <a:cubicBezTo>
                        <a:pt x="1112" y="3551"/>
                        <a:pt x="978" y="3503"/>
                        <a:pt x="867" y="3418"/>
                      </a:cubicBezTo>
                      <a:cubicBezTo>
                        <a:pt x="719" y="3283"/>
                        <a:pt x="695" y="3068"/>
                        <a:pt x="695" y="2877"/>
                      </a:cubicBezTo>
                      <a:cubicBezTo>
                        <a:pt x="695" y="2668"/>
                        <a:pt x="713" y="2435"/>
                        <a:pt x="861" y="2275"/>
                      </a:cubicBezTo>
                      <a:cubicBezTo>
                        <a:pt x="976" y="2156"/>
                        <a:pt x="1154" y="2097"/>
                        <a:pt x="1334" y="2097"/>
                      </a:cubicBezTo>
                      <a:close/>
                      <a:moveTo>
                        <a:pt x="3423" y="2097"/>
                      </a:moveTo>
                      <a:cubicBezTo>
                        <a:pt x="3600" y="2097"/>
                        <a:pt x="3776" y="2156"/>
                        <a:pt x="3891" y="2275"/>
                      </a:cubicBezTo>
                      <a:cubicBezTo>
                        <a:pt x="4045" y="2435"/>
                        <a:pt x="4063" y="2668"/>
                        <a:pt x="4057" y="2877"/>
                      </a:cubicBezTo>
                      <a:cubicBezTo>
                        <a:pt x="4057" y="3068"/>
                        <a:pt x="4032" y="3283"/>
                        <a:pt x="3885" y="3418"/>
                      </a:cubicBezTo>
                      <a:cubicBezTo>
                        <a:pt x="3774" y="3503"/>
                        <a:pt x="3640" y="3551"/>
                        <a:pt x="3499" y="3551"/>
                      </a:cubicBezTo>
                      <a:cubicBezTo>
                        <a:pt x="3476" y="3551"/>
                        <a:pt x="3453" y="3550"/>
                        <a:pt x="3430" y="3547"/>
                      </a:cubicBezTo>
                      <a:cubicBezTo>
                        <a:pt x="3270" y="3529"/>
                        <a:pt x="3117" y="3480"/>
                        <a:pt x="2969" y="3412"/>
                      </a:cubicBezTo>
                      <a:cubicBezTo>
                        <a:pt x="2803" y="3332"/>
                        <a:pt x="2631" y="3234"/>
                        <a:pt x="2569" y="3074"/>
                      </a:cubicBezTo>
                      <a:cubicBezTo>
                        <a:pt x="2514" y="2933"/>
                        <a:pt x="2557" y="2779"/>
                        <a:pt x="2625" y="2644"/>
                      </a:cubicBezTo>
                      <a:cubicBezTo>
                        <a:pt x="2735" y="2416"/>
                        <a:pt x="2926" y="2232"/>
                        <a:pt x="3166" y="2140"/>
                      </a:cubicBezTo>
                      <a:cubicBezTo>
                        <a:pt x="3247" y="2111"/>
                        <a:pt x="3335" y="2097"/>
                        <a:pt x="3423" y="2097"/>
                      </a:cubicBezTo>
                      <a:close/>
                      <a:moveTo>
                        <a:pt x="2360" y="3431"/>
                      </a:moveTo>
                      <a:cubicBezTo>
                        <a:pt x="2496" y="3431"/>
                        <a:pt x="2729" y="3806"/>
                        <a:pt x="2760" y="4008"/>
                      </a:cubicBezTo>
                      <a:cubicBezTo>
                        <a:pt x="2791" y="4181"/>
                        <a:pt x="2756" y="4282"/>
                        <a:pt x="2650" y="4282"/>
                      </a:cubicBezTo>
                      <a:cubicBezTo>
                        <a:pt x="2632" y="4282"/>
                        <a:pt x="2611" y="4279"/>
                        <a:pt x="2588" y="4273"/>
                      </a:cubicBezTo>
                      <a:cubicBezTo>
                        <a:pt x="2434" y="4224"/>
                        <a:pt x="2447" y="4015"/>
                        <a:pt x="2354" y="4015"/>
                      </a:cubicBezTo>
                      <a:cubicBezTo>
                        <a:pt x="2268" y="4015"/>
                        <a:pt x="2281" y="4224"/>
                        <a:pt x="2127" y="4273"/>
                      </a:cubicBezTo>
                      <a:cubicBezTo>
                        <a:pt x="2104" y="4279"/>
                        <a:pt x="2083" y="4282"/>
                        <a:pt x="2064" y="4282"/>
                      </a:cubicBezTo>
                      <a:cubicBezTo>
                        <a:pt x="1959" y="4282"/>
                        <a:pt x="1922" y="4181"/>
                        <a:pt x="1949" y="4008"/>
                      </a:cubicBezTo>
                      <a:cubicBezTo>
                        <a:pt x="1986" y="3806"/>
                        <a:pt x="2219" y="3431"/>
                        <a:pt x="2360" y="3431"/>
                      </a:cubicBezTo>
                      <a:close/>
                      <a:moveTo>
                        <a:pt x="3700" y="4338"/>
                      </a:moveTo>
                      <a:cubicBezTo>
                        <a:pt x="3794" y="4338"/>
                        <a:pt x="3820" y="4791"/>
                        <a:pt x="3670" y="4986"/>
                      </a:cubicBezTo>
                      <a:cubicBezTo>
                        <a:pt x="3504" y="5201"/>
                        <a:pt x="2864" y="5674"/>
                        <a:pt x="2360" y="5674"/>
                      </a:cubicBezTo>
                      <a:cubicBezTo>
                        <a:pt x="1856" y="5674"/>
                        <a:pt x="1217" y="5201"/>
                        <a:pt x="1057" y="4986"/>
                      </a:cubicBezTo>
                      <a:cubicBezTo>
                        <a:pt x="907" y="4791"/>
                        <a:pt x="928" y="4338"/>
                        <a:pt x="1025" y="4338"/>
                      </a:cubicBezTo>
                      <a:cubicBezTo>
                        <a:pt x="1035" y="4338"/>
                        <a:pt x="1046" y="4342"/>
                        <a:pt x="1057" y="4353"/>
                      </a:cubicBezTo>
                      <a:cubicBezTo>
                        <a:pt x="1174" y="4457"/>
                        <a:pt x="1715" y="4721"/>
                        <a:pt x="2360" y="4721"/>
                      </a:cubicBezTo>
                      <a:cubicBezTo>
                        <a:pt x="3012" y="4721"/>
                        <a:pt x="3553" y="4457"/>
                        <a:pt x="3670" y="4353"/>
                      </a:cubicBezTo>
                      <a:cubicBezTo>
                        <a:pt x="3681" y="4342"/>
                        <a:pt x="3691" y="4338"/>
                        <a:pt x="3700" y="4338"/>
                      </a:cubicBezTo>
                      <a:close/>
                      <a:moveTo>
                        <a:pt x="2360" y="1"/>
                      </a:moveTo>
                      <a:cubicBezTo>
                        <a:pt x="43" y="1"/>
                        <a:pt x="0" y="990"/>
                        <a:pt x="172" y="2945"/>
                      </a:cubicBezTo>
                      <a:cubicBezTo>
                        <a:pt x="344" y="4900"/>
                        <a:pt x="1543" y="6055"/>
                        <a:pt x="2360" y="6055"/>
                      </a:cubicBezTo>
                      <a:cubicBezTo>
                        <a:pt x="3172" y="6055"/>
                        <a:pt x="4377" y="4900"/>
                        <a:pt x="4549" y="2945"/>
                      </a:cubicBezTo>
                      <a:cubicBezTo>
                        <a:pt x="4721" y="990"/>
                        <a:pt x="4678" y="1"/>
                        <a:pt x="23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9"/>
                <p:cNvSpPr/>
                <p:nvPr/>
              </p:nvSpPr>
              <p:spPr>
                <a:xfrm>
                  <a:off x="5303575" y="1732350"/>
                  <a:ext cx="8500" cy="10800"/>
                </a:xfrm>
                <a:custGeom>
                  <a:rect b="b" l="l" r="r" t="t"/>
                  <a:pathLst>
                    <a:path extrusionOk="0" h="432" w="340">
                      <a:moveTo>
                        <a:pt x="192" y="0"/>
                      </a:moveTo>
                      <a:cubicBezTo>
                        <a:pt x="150" y="0"/>
                        <a:pt x="109" y="11"/>
                        <a:pt x="93" y="37"/>
                      </a:cubicBezTo>
                      <a:cubicBezTo>
                        <a:pt x="50" y="99"/>
                        <a:pt x="1" y="283"/>
                        <a:pt x="50" y="351"/>
                      </a:cubicBezTo>
                      <a:cubicBezTo>
                        <a:pt x="84" y="401"/>
                        <a:pt x="164" y="432"/>
                        <a:pt x="227" y="432"/>
                      </a:cubicBezTo>
                      <a:cubicBezTo>
                        <a:pt x="256" y="432"/>
                        <a:pt x="281" y="425"/>
                        <a:pt x="296" y="412"/>
                      </a:cubicBezTo>
                      <a:cubicBezTo>
                        <a:pt x="339" y="375"/>
                        <a:pt x="321" y="86"/>
                        <a:pt x="308" y="43"/>
                      </a:cubicBezTo>
                      <a:cubicBezTo>
                        <a:pt x="305" y="19"/>
                        <a:pt x="247" y="0"/>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9"/>
                <p:cNvSpPr/>
                <p:nvPr/>
              </p:nvSpPr>
              <p:spPr>
                <a:xfrm>
                  <a:off x="5302675" y="1743875"/>
                  <a:ext cx="8775" cy="10600"/>
                </a:xfrm>
                <a:custGeom>
                  <a:rect b="b" l="l" r="r" t="t"/>
                  <a:pathLst>
                    <a:path extrusionOk="0" h="424" w="351">
                      <a:moveTo>
                        <a:pt x="125" y="0"/>
                      </a:moveTo>
                      <a:cubicBezTo>
                        <a:pt x="99" y="0"/>
                        <a:pt x="78" y="5"/>
                        <a:pt x="68" y="19"/>
                      </a:cubicBezTo>
                      <a:cubicBezTo>
                        <a:pt x="25" y="68"/>
                        <a:pt x="0" y="338"/>
                        <a:pt x="37" y="363"/>
                      </a:cubicBezTo>
                      <a:cubicBezTo>
                        <a:pt x="64" y="381"/>
                        <a:pt x="181" y="423"/>
                        <a:pt x="256" y="423"/>
                      </a:cubicBezTo>
                      <a:cubicBezTo>
                        <a:pt x="282" y="423"/>
                        <a:pt x="303" y="418"/>
                        <a:pt x="314" y="406"/>
                      </a:cubicBezTo>
                      <a:cubicBezTo>
                        <a:pt x="350" y="351"/>
                        <a:pt x="332" y="86"/>
                        <a:pt x="314" y="56"/>
                      </a:cubicBezTo>
                      <a:cubicBezTo>
                        <a:pt x="300" y="38"/>
                        <a:pt x="195" y="0"/>
                        <a:pt x="1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9"/>
                <p:cNvSpPr/>
                <p:nvPr/>
              </p:nvSpPr>
              <p:spPr>
                <a:xfrm>
                  <a:off x="5298200" y="1731850"/>
                  <a:ext cx="5725" cy="9000"/>
                </a:xfrm>
                <a:custGeom>
                  <a:rect b="b" l="l" r="r" t="t"/>
                  <a:pathLst>
                    <a:path extrusionOk="0" h="360" w="229">
                      <a:moveTo>
                        <a:pt x="117" y="0"/>
                      </a:moveTo>
                      <a:cubicBezTo>
                        <a:pt x="88" y="0"/>
                        <a:pt x="59" y="10"/>
                        <a:pt x="44" y="32"/>
                      </a:cubicBezTo>
                      <a:cubicBezTo>
                        <a:pt x="7" y="119"/>
                        <a:pt x="1" y="211"/>
                        <a:pt x="25" y="297"/>
                      </a:cubicBezTo>
                      <a:cubicBezTo>
                        <a:pt x="53" y="335"/>
                        <a:pt x="100" y="359"/>
                        <a:pt x="154" y="359"/>
                      </a:cubicBezTo>
                      <a:cubicBezTo>
                        <a:pt x="160" y="359"/>
                        <a:pt x="167" y="359"/>
                        <a:pt x="173" y="358"/>
                      </a:cubicBezTo>
                      <a:cubicBezTo>
                        <a:pt x="216" y="352"/>
                        <a:pt x="228" y="94"/>
                        <a:pt x="210" y="45"/>
                      </a:cubicBezTo>
                      <a:cubicBezTo>
                        <a:pt x="203" y="19"/>
                        <a:pt x="159"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9"/>
                <p:cNvSpPr/>
                <p:nvPr/>
              </p:nvSpPr>
              <p:spPr>
                <a:xfrm>
                  <a:off x="5296975" y="1741950"/>
                  <a:ext cx="5725" cy="8625"/>
                </a:xfrm>
                <a:custGeom>
                  <a:rect b="b" l="l" r="r" t="t"/>
                  <a:pathLst>
                    <a:path extrusionOk="0" h="345" w="229">
                      <a:moveTo>
                        <a:pt x="98" y="1"/>
                      </a:moveTo>
                      <a:cubicBezTo>
                        <a:pt x="76" y="1"/>
                        <a:pt x="53" y="8"/>
                        <a:pt x="31" y="22"/>
                      </a:cubicBezTo>
                      <a:cubicBezTo>
                        <a:pt x="7" y="102"/>
                        <a:pt x="1" y="188"/>
                        <a:pt x="13" y="268"/>
                      </a:cubicBezTo>
                      <a:cubicBezTo>
                        <a:pt x="44" y="315"/>
                        <a:pt x="94" y="344"/>
                        <a:pt x="146" y="344"/>
                      </a:cubicBezTo>
                      <a:cubicBezTo>
                        <a:pt x="155" y="344"/>
                        <a:pt x="164" y="343"/>
                        <a:pt x="173" y="341"/>
                      </a:cubicBezTo>
                      <a:cubicBezTo>
                        <a:pt x="222" y="329"/>
                        <a:pt x="228" y="108"/>
                        <a:pt x="197" y="53"/>
                      </a:cubicBezTo>
                      <a:cubicBezTo>
                        <a:pt x="171" y="19"/>
                        <a:pt x="135"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9"/>
                <p:cNvSpPr/>
                <p:nvPr/>
              </p:nvSpPr>
              <p:spPr>
                <a:xfrm>
                  <a:off x="5292400" y="1730950"/>
                  <a:ext cx="7375" cy="9250"/>
                </a:xfrm>
                <a:custGeom>
                  <a:rect b="b" l="l" r="r" t="t"/>
                  <a:pathLst>
                    <a:path extrusionOk="0" h="370" w="295">
                      <a:moveTo>
                        <a:pt x="77" y="1"/>
                      </a:moveTo>
                      <a:cubicBezTo>
                        <a:pt x="23" y="1"/>
                        <a:pt x="1" y="272"/>
                        <a:pt x="122" y="370"/>
                      </a:cubicBezTo>
                      <a:cubicBezTo>
                        <a:pt x="159" y="320"/>
                        <a:pt x="184" y="259"/>
                        <a:pt x="190" y="204"/>
                      </a:cubicBezTo>
                      <a:cubicBezTo>
                        <a:pt x="202" y="112"/>
                        <a:pt x="294" y="19"/>
                        <a:pt x="79" y="1"/>
                      </a:cubicBezTo>
                      <a:cubicBezTo>
                        <a:pt x="79" y="1"/>
                        <a:pt x="78"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9"/>
                <p:cNvSpPr/>
                <p:nvPr/>
              </p:nvSpPr>
              <p:spPr>
                <a:xfrm>
                  <a:off x="5290975" y="1739575"/>
                  <a:ext cx="4950" cy="7975"/>
                </a:xfrm>
                <a:custGeom>
                  <a:rect b="b" l="l" r="r" t="t"/>
                  <a:pathLst>
                    <a:path extrusionOk="0" h="319" w="198">
                      <a:moveTo>
                        <a:pt x="105" y="0"/>
                      </a:moveTo>
                      <a:cubicBezTo>
                        <a:pt x="7" y="49"/>
                        <a:pt x="1" y="154"/>
                        <a:pt x="7" y="228"/>
                      </a:cubicBezTo>
                      <a:cubicBezTo>
                        <a:pt x="7" y="281"/>
                        <a:pt x="72" y="318"/>
                        <a:pt x="114" y="318"/>
                      </a:cubicBezTo>
                      <a:cubicBezTo>
                        <a:pt x="130" y="318"/>
                        <a:pt x="143" y="313"/>
                        <a:pt x="148" y="301"/>
                      </a:cubicBezTo>
                      <a:cubicBezTo>
                        <a:pt x="198" y="191"/>
                        <a:pt x="105"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9"/>
                <p:cNvSpPr/>
                <p:nvPr/>
              </p:nvSpPr>
              <p:spPr>
                <a:xfrm>
                  <a:off x="5287300" y="1728425"/>
                  <a:ext cx="5550" cy="8700"/>
                </a:xfrm>
                <a:custGeom>
                  <a:rect b="b" l="l" r="r" t="t"/>
                  <a:pathLst>
                    <a:path extrusionOk="0" h="348" w="222">
                      <a:moveTo>
                        <a:pt x="59" y="1"/>
                      </a:moveTo>
                      <a:cubicBezTo>
                        <a:pt x="48" y="1"/>
                        <a:pt x="39" y="3"/>
                        <a:pt x="31" y="10"/>
                      </a:cubicBezTo>
                      <a:cubicBezTo>
                        <a:pt x="0" y="40"/>
                        <a:pt x="0" y="206"/>
                        <a:pt x="7" y="262"/>
                      </a:cubicBezTo>
                      <a:cubicBezTo>
                        <a:pt x="13" y="311"/>
                        <a:pt x="111" y="348"/>
                        <a:pt x="154" y="348"/>
                      </a:cubicBezTo>
                      <a:cubicBezTo>
                        <a:pt x="197" y="348"/>
                        <a:pt x="222" y="90"/>
                        <a:pt x="185" y="65"/>
                      </a:cubicBezTo>
                      <a:cubicBezTo>
                        <a:pt x="160" y="41"/>
                        <a:pt x="101" y="1"/>
                        <a:pt x="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9"/>
                <p:cNvSpPr/>
                <p:nvPr/>
              </p:nvSpPr>
              <p:spPr>
                <a:xfrm>
                  <a:off x="5286075" y="1737300"/>
                  <a:ext cx="4925" cy="6950"/>
                </a:xfrm>
                <a:custGeom>
                  <a:rect b="b" l="l" r="r" t="t"/>
                  <a:pathLst>
                    <a:path extrusionOk="0" h="278" w="197">
                      <a:moveTo>
                        <a:pt x="62" y="1"/>
                      </a:moveTo>
                      <a:cubicBezTo>
                        <a:pt x="54" y="1"/>
                        <a:pt x="48" y="2"/>
                        <a:pt x="43" y="5"/>
                      </a:cubicBezTo>
                      <a:cubicBezTo>
                        <a:pt x="13" y="60"/>
                        <a:pt x="0" y="128"/>
                        <a:pt x="13" y="196"/>
                      </a:cubicBezTo>
                      <a:cubicBezTo>
                        <a:pt x="24" y="229"/>
                        <a:pt x="85" y="277"/>
                        <a:pt x="124" y="277"/>
                      </a:cubicBezTo>
                      <a:cubicBezTo>
                        <a:pt x="128" y="277"/>
                        <a:pt x="132" y="277"/>
                        <a:pt x="135" y="275"/>
                      </a:cubicBezTo>
                      <a:cubicBezTo>
                        <a:pt x="166" y="269"/>
                        <a:pt x="197" y="91"/>
                        <a:pt x="191" y="60"/>
                      </a:cubicBezTo>
                      <a:cubicBezTo>
                        <a:pt x="186" y="39"/>
                        <a:pt x="105" y="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9"/>
                <p:cNvSpPr/>
                <p:nvPr/>
              </p:nvSpPr>
              <p:spPr>
                <a:xfrm>
                  <a:off x="5281300" y="1734425"/>
                  <a:ext cx="4800" cy="6275"/>
                </a:xfrm>
                <a:custGeom>
                  <a:rect b="b" l="l" r="r" t="t"/>
                  <a:pathLst>
                    <a:path extrusionOk="0" h="251" w="192">
                      <a:moveTo>
                        <a:pt x="42" y="0"/>
                      </a:moveTo>
                      <a:cubicBezTo>
                        <a:pt x="37" y="0"/>
                        <a:pt x="34" y="1"/>
                        <a:pt x="31" y="3"/>
                      </a:cubicBezTo>
                      <a:cubicBezTo>
                        <a:pt x="7" y="59"/>
                        <a:pt x="1" y="120"/>
                        <a:pt x="19" y="181"/>
                      </a:cubicBezTo>
                      <a:cubicBezTo>
                        <a:pt x="41" y="204"/>
                        <a:pt x="98" y="251"/>
                        <a:pt x="132" y="251"/>
                      </a:cubicBezTo>
                      <a:cubicBezTo>
                        <a:pt x="136" y="251"/>
                        <a:pt x="139" y="250"/>
                        <a:pt x="142" y="249"/>
                      </a:cubicBezTo>
                      <a:cubicBezTo>
                        <a:pt x="167" y="237"/>
                        <a:pt x="191" y="95"/>
                        <a:pt x="179" y="71"/>
                      </a:cubicBezTo>
                      <a:cubicBezTo>
                        <a:pt x="168" y="55"/>
                        <a:pt x="76"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9"/>
                <p:cNvSpPr/>
                <p:nvPr/>
              </p:nvSpPr>
              <p:spPr>
                <a:xfrm>
                  <a:off x="5278550" y="1731675"/>
                  <a:ext cx="2450" cy="5175"/>
                </a:xfrm>
                <a:custGeom>
                  <a:rect b="b" l="l" r="r" t="t"/>
                  <a:pathLst>
                    <a:path extrusionOk="0" h="207" w="98">
                      <a:moveTo>
                        <a:pt x="26" y="1"/>
                      </a:moveTo>
                      <a:cubicBezTo>
                        <a:pt x="23" y="1"/>
                        <a:pt x="20" y="1"/>
                        <a:pt x="18" y="3"/>
                      </a:cubicBezTo>
                      <a:cubicBezTo>
                        <a:pt x="6" y="9"/>
                        <a:pt x="0" y="169"/>
                        <a:pt x="74" y="205"/>
                      </a:cubicBezTo>
                      <a:cubicBezTo>
                        <a:pt x="75" y="206"/>
                        <a:pt x="76" y="206"/>
                        <a:pt x="77" y="206"/>
                      </a:cubicBezTo>
                      <a:cubicBezTo>
                        <a:pt x="98" y="206"/>
                        <a:pt x="92" y="81"/>
                        <a:pt x="92" y="58"/>
                      </a:cubicBezTo>
                      <a:cubicBezTo>
                        <a:pt x="92" y="41"/>
                        <a:pt x="48" y="1"/>
                        <a:pt x="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9"/>
                <p:cNvSpPr/>
                <p:nvPr/>
              </p:nvSpPr>
              <p:spPr>
                <a:xfrm>
                  <a:off x="5312950" y="1732425"/>
                  <a:ext cx="8325" cy="10775"/>
                </a:xfrm>
                <a:custGeom>
                  <a:rect b="b" l="l" r="r" t="t"/>
                  <a:pathLst>
                    <a:path extrusionOk="0" h="431" w="333">
                      <a:moveTo>
                        <a:pt x="156" y="1"/>
                      </a:moveTo>
                      <a:cubicBezTo>
                        <a:pt x="96" y="1"/>
                        <a:pt x="29" y="22"/>
                        <a:pt x="25" y="40"/>
                      </a:cubicBezTo>
                      <a:cubicBezTo>
                        <a:pt x="19" y="77"/>
                        <a:pt x="1" y="378"/>
                        <a:pt x="44" y="415"/>
                      </a:cubicBezTo>
                      <a:cubicBezTo>
                        <a:pt x="56" y="426"/>
                        <a:pt x="79" y="431"/>
                        <a:pt x="104" y="431"/>
                      </a:cubicBezTo>
                      <a:cubicBezTo>
                        <a:pt x="167" y="431"/>
                        <a:pt x="253" y="402"/>
                        <a:pt x="284" y="354"/>
                      </a:cubicBezTo>
                      <a:cubicBezTo>
                        <a:pt x="333" y="280"/>
                        <a:pt x="284" y="96"/>
                        <a:pt x="247" y="34"/>
                      </a:cubicBezTo>
                      <a:cubicBezTo>
                        <a:pt x="232" y="10"/>
                        <a:pt x="195"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9"/>
                <p:cNvSpPr/>
                <p:nvPr/>
              </p:nvSpPr>
              <p:spPr>
                <a:xfrm>
                  <a:off x="5313425" y="1743775"/>
                  <a:ext cx="8775" cy="10700"/>
                </a:xfrm>
                <a:custGeom>
                  <a:rect b="b" l="l" r="r" t="t"/>
                  <a:pathLst>
                    <a:path extrusionOk="0" h="428" w="351">
                      <a:moveTo>
                        <a:pt x="224" y="0"/>
                      </a:moveTo>
                      <a:cubicBezTo>
                        <a:pt x="153" y="0"/>
                        <a:pt x="56" y="38"/>
                        <a:pt x="43" y="60"/>
                      </a:cubicBezTo>
                      <a:cubicBezTo>
                        <a:pt x="19" y="90"/>
                        <a:pt x="0" y="355"/>
                        <a:pt x="43" y="410"/>
                      </a:cubicBezTo>
                      <a:cubicBezTo>
                        <a:pt x="53" y="422"/>
                        <a:pt x="73" y="427"/>
                        <a:pt x="97" y="427"/>
                      </a:cubicBezTo>
                      <a:cubicBezTo>
                        <a:pt x="170" y="427"/>
                        <a:pt x="286" y="385"/>
                        <a:pt x="314" y="367"/>
                      </a:cubicBezTo>
                      <a:cubicBezTo>
                        <a:pt x="351" y="342"/>
                        <a:pt x="326" y="72"/>
                        <a:pt x="289" y="23"/>
                      </a:cubicBezTo>
                      <a:cubicBezTo>
                        <a:pt x="277" y="7"/>
                        <a:pt x="252"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9"/>
                <p:cNvSpPr/>
                <p:nvPr/>
              </p:nvSpPr>
              <p:spPr>
                <a:xfrm>
                  <a:off x="5320950" y="1731850"/>
                  <a:ext cx="5700" cy="9000"/>
                </a:xfrm>
                <a:custGeom>
                  <a:rect b="b" l="l" r="r" t="t"/>
                  <a:pathLst>
                    <a:path extrusionOk="0" h="360" w="228">
                      <a:moveTo>
                        <a:pt x="117" y="0"/>
                      </a:moveTo>
                      <a:cubicBezTo>
                        <a:pt x="76" y="0"/>
                        <a:pt x="32" y="19"/>
                        <a:pt x="25" y="45"/>
                      </a:cubicBezTo>
                      <a:cubicBezTo>
                        <a:pt x="1" y="94"/>
                        <a:pt x="25" y="352"/>
                        <a:pt x="62" y="358"/>
                      </a:cubicBezTo>
                      <a:cubicBezTo>
                        <a:pt x="68" y="359"/>
                        <a:pt x="73" y="359"/>
                        <a:pt x="79" y="359"/>
                      </a:cubicBezTo>
                      <a:cubicBezTo>
                        <a:pt x="128" y="359"/>
                        <a:pt x="176" y="335"/>
                        <a:pt x="210" y="297"/>
                      </a:cubicBezTo>
                      <a:cubicBezTo>
                        <a:pt x="228" y="211"/>
                        <a:pt x="222" y="119"/>
                        <a:pt x="185" y="32"/>
                      </a:cubicBezTo>
                      <a:cubicBezTo>
                        <a:pt x="172" y="10"/>
                        <a:pt x="145"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9"/>
                <p:cNvSpPr/>
                <p:nvPr/>
              </p:nvSpPr>
              <p:spPr>
                <a:xfrm>
                  <a:off x="5322325" y="1742100"/>
                  <a:ext cx="5725" cy="8575"/>
                </a:xfrm>
                <a:custGeom>
                  <a:rect b="b" l="l" r="r" t="t"/>
                  <a:pathLst>
                    <a:path extrusionOk="0" h="343" w="229">
                      <a:moveTo>
                        <a:pt x="127" y="1"/>
                      </a:moveTo>
                      <a:cubicBezTo>
                        <a:pt x="90" y="1"/>
                        <a:pt x="54" y="17"/>
                        <a:pt x="32" y="47"/>
                      </a:cubicBezTo>
                      <a:cubicBezTo>
                        <a:pt x="1" y="108"/>
                        <a:pt x="7" y="323"/>
                        <a:pt x="50" y="342"/>
                      </a:cubicBezTo>
                      <a:cubicBezTo>
                        <a:pt x="56" y="342"/>
                        <a:pt x="61" y="342"/>
                        <a:pt x="67" y="342"/>
                      </a:cubicBezTo>
                      <a:cubicBezTo>
                        <a:pt x="128" y="342"/>
                        <a:pt x="182" y="312"/>
                        <a:pt x="216" y="262"/>
                      </a:cubicBezTo>
                      <a:cubicBezTo>
                        <a:pt x="228" y="182"/>
                        <a:pt x="222" y="96"/>
                        <a:pt x="198" y="22"/>
                      </a:cubicBezTo>
                      <a:cubicBezTo>
                        <a:pt x="176" y="7"/>
                        <a:pt x="151" y="1"/>
                        <a:pt x="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9"/>
                <p:cNvSpPr/>
                <p:nvPr/>
              </p:nvSpPr>
              <p:spPr>
                <a:xfrm>
                  <a:off x="5325250" y="1730950"/>
                  <a:ext cx="7525" cy="9250"/>
                </a:xfrm>
                <a:custGeom>
                  <a:rect b="b" l="l" r="r" t="t"/>
                  <a:pathLst>
                    <a:path extrusionOk="0" h="370" w="301">
                      <a:moveTo>
                        <a:pt x="217" y="1"/>
                      </a:moveTo>
                      <a:cubicBezTo>
                        <a:pt x="217" y="1"/>
                        <a:pt x="216" y="1"/>
                        <a:pt x="216" y="1"/>
                      </a:cubicBezTo>
                      <a:cubicBezTo>
                        <a:pt x="1" y="13"/>
                        <a:pt x="93" y="112"/>
                        <a:pt x="99" y="204"/>
                      </a:cubicBezTo>
                      <a:cubicBezTo>
                        <a:pt x="111" y="259"/>
                        <a:pt x="136" y="320"/>
                        <a:pt x="167" y="370"/>
                      </a:cubicBezTo>
                      <a:cubicBezTo>
                        <a:pt x="300" y="272"/>
                        <a:pt x="266"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9"/>
                <p:cNvSpPr/>
                <p:nvPr/>
              </p:nvSpPr>
              <p:spPr>
                <a:xfrm>
                  <a:off x="5328950" y="1739725"/>
                  <a:ext cx="5075" cy="7875"/>
                </a:xfrm>
                <a:custGeom>
                  <a:rect b="b" l="l" r="r" t="t"/>
                  <a:pathLst>
                    <a:path extrusionOk="0" h="315" w="203">
                      <a:moveTo>
                        <a:pt x="99" y="0"/>
                      </a:moveTo>
                      <a:cubicBezTo>
                        <a:pt x="99" y="0"/>
                        <a:pt x="0" y="185"/>
                        <a:pt x="49" y="301"/>
                      </a:cubicBezTo>
                      <a:cubicBezTo>
                        <a:pt x="54" y="311"/>
                        <a:pt x="65" y="315"/>
                        <a:pt x="79" y="315"/>
                      </a:cubicBezTo>
                      <a:cubicBezTo>
                        <a:pt x="122" y="315"/>
                        <a:pt x="192" y="277"/>
                        <a:pt x="197" y="222"/>
                      </a:cubicBezTo>
                      <a:cubicBezTo>
                        <a:pt x="203" y="154"/>
                        <a:pt x="197" y="43"/>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9"/>
                <p:cNvSpPr/>
                <p:nvPr/>
              </p:nvSpPr>
              <p:spPr>
                <a:xfrm>
                  <a:off x="5332175" y="1728450"/>
                  <a:ext cx="5400" cy="8675"/>
                </a:xfrm>
                <a:custGeom>
                  <a:rect b="b" l="l" r="r" t="t"/>
                  <a:pathLst>
                    <a:path extrusionOk="0" h="347" w="216">
                      <a:moveTo>
                        <a:pt x="158" y="0"/>
                      </a:moveTo>
                      <a:cubicBezTo>
                        <a:pt x="115" y="0"/>
                        <a:pt x="51" y="44"/>
                        <a:pt x="31" y="64"/>
                      </a:cubicBezTo>
                      <a:cubicBezTo>
                        <a:pt x="0" y="82"/>
                        <a:pt x="25" y="341"/>
                        <a:pt x="68" y="347"/>
                      </a:cubicBezTo>
                      <a:cubicBezTo>
                        <a:pt x="111" y="347"/>
                        <a:pt x="209" y="310"/>
                        <a:pt x="209" y="261"/>
                      </a:cubicBezTo>
                      <a:cubicBezTo>
                        <a:pt x="215" y="205"/>
                        <a:pt x="215" y="39"/>
                        <a:pt x="185" y="9"/>
                      </a:cubicBezTo>
                      <a:cubicBezTo>
                        <a:pt x="178" y="3"/>
                        <a:pt x="168" y="0"/>
                        <a:pt x="1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9"/>
                <p:cNvSpPr/>
                <p:nvPr/>
              </p:nvSpPr>
              <p:spPr>
                <a:xfrm>
                  <a:off x="5334025" y="1737300"/>
                  <a:ext cx="4925" cy="6950"/>
                </a:xfrm>
                <a:custGeom>
                  <a:rect b="b" l="l" r="r" t="t"/>
                  <a:pathLst>
                    <a:path extrusionOk="0" h="278" w="197">
                      <a:moveTo>
                        <a:pt x="129" y="1"/>
                      </a:moveTo>
                      <a:cubicBezTo>
                        <a:pt x="87" y="1"/>
                        <a:pt x="11" y="39"/>
                        <a:pt x="6" y="60"/>
                      </a:cubicBezTo>
                      <a:cubicBezTo>
                        <a:pt x="0" y="91"/>
                        <a:pt x="25" y="263"/>
                        <a:pt x="61" y="275"/>
                      </a:cubicBezTo>
                      <a:cubicBezTo>
                        <a:pt x="65" y="277"/>
                        <a:pt x="69" y="277"/>
                        <a:pt x="73" y="277"/>
                      </a:cubicBezTo>
                      <a:cubicBezTo>
                        <a:pt x="111" y="277"/>
                        <a:pt x="168" y="229"/>
                        <a:pt x="184" y="196"/>
                      </a:cubicBezTo>
                      <a:cubicBezTo>
                        <a:pt x="197" y="128"/>
                        <a:pt x="184" y="60"/>
                        <a:pt x="148" y="5"/>
                      </a:cubicBezTo>
                      <a:cubicBezTo>
                        <a:pt x="143" y="2"/>
                        <a:pt x="136" y="1"/>
                        <a:pt x="1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9"/>
                <p:cNvSpPr/>
                <p:nvPr/>
              </p:nvSpPr>
              <p:spPr>
                <a:xfrm>
                  <a:off x="5338925" y="1734425"/>
                  <a:ext cx="4650" cy="6275"/>
                </a:xfrm>
                <a:custGeom>
                  <a:rect b="b" l="l" r="r" t="t"/>
                  <a:pathLst>
                    <a:path extrusionOk="0" h="251" w="186">
                      <a:moveTo>
                        <a:pt x="150" y="0"/>
                      </a:moveTo>
                      <a:cubicBezTo>
                        <a:pt x="116" y="0"/>
                        <a:pt x="24" y="55"/>
                        <a:pt x="13" y="77"/>
                      </a:cubicBezTo>
                      <a:cubicBezTo>
                        <a:pt x="1" y="95"/>
                        <a:pt x="19" y="237"/>
                        <a:pt x="50" y="249"/>
                      </a:cubicBezTo>
                      <a:cubicBezTo>
                        <a:pt x="52" y="250"/>
                        <a:pt x="55" y="251"/>
                        <a:pt x="58" y="251"/>
                      </a:cubicBezTo>
                      <a:cubicBezTo>
                        <a:pt x="88" y="251"/>
                        <a:pt x="150" y="204"/>
                        <a:pt x="167" y="181"/>
                      </a:cubicBezTo>
                      <a:cubicBezTo>
                        <a:pt x="185" y="120"/>
                        <a:pt x="185" y="59"/>
                        <a:pt x="161" y="3"/>
                      </a:cubicBezTo>
                      <a:cubicBezTo>
                        <a:pt x="158" y="1"/>
                        <a:pt x="155"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9"/>
                <p:cNvSpPr/>
                <p:nvPr/>
              </p:nvSpPr>
              <p:spPr>
                <a:xfrm>
                  <a:off x="5343875" y="1731700"/>
                  <a:ext cx="2600" cy="5300"/>
                </a:xfrm>
                <a:custGeom>
                  <a:rect b="b" l="l" r="r" t="t"/>
                  <a:pathLst>
                    <a:path extrusionOk="0" h="212" w="104">
                      <a:moveTo>
                        <a:pt x="76" y="1"/>
                      </a:moveTo>
                      <a:cubicBezTo>
                        <a:pt x="59" y="1"/>
                        <a:pt x="12" y="35"/>
                        <a:pt x="12" y="63"/>
                      </a:cubicBezTo>
                      <a:cubicBezTo>
                        <a:pt x="12" y="87"/>
                        <a:pt x="0" y="211"/>
                        <a:pt x="21" y="211"/>
                      </a:cubicBezTo>
                      <a:cubicBezTo>
                        <a:pt x="22" y="211"/>
                        <a:pt x="23" y="211"/>
                        <a:pt x="24" y="211"/>
                      </a:cubicBezTo>
                      <a:cubicBezTo>
                        <a:pt x="104" y="174"/>
                        <a:pt x="98" y="14"/>
                        <a:pt x="79" y="2"/>
                      </a:cubicBezTo>
                      <a:cubicBezTo>
                        <a:pt x="78" y="1"/>
                        <a:pt x="77" y="1"/>
                        <a:pt x="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9"/>
                <p:cNvSpPr/>
                <p:nvPr/>
              </p:nvSpPr>
              <p:spPr>
                <a:xfrm>
                  <a:off x="5339292" y="1726059"/>
                  <a:ext cx="3700" cy="6950"/>
                </a:xfrm>
                <a:custGeom>
                  <a:rect b="b" l="l" r="r" t="t"/>
                  <a:pathLst>
                    <a:path extrusionOk="0" h="278" w="148">
                      <a:moveTo>
                        <a:pt x="77" y="1"/>
                      </a:moveTo>
                      <a:cubicBezTo>
                        <a:pt x="43" y="1"/>
                        <a:pt x="6" y="13"/>
                        <a:pt x="6" y="32"/>
                      </a:cubicBezTo>
                      <a:cubicBezTo>
                        <a:pt x="6" y="57"/>
                        <a:pt x="0" y="266"/>
                        <a:pt x="19" y="272"/>
                      </a:cubicBezTo>
                      <a:cubicBezTo>
                        <a:pt x="24" y="275"/>
                        <a:pt x="33" y="277"/>
                        <a:pt x="45" y="277"/>
                      </a:cubicBezTo>
                      <a:cubicBezTo>
                        <a:pt x="74" y="277"/>
                        <a:pt x="114" y="264"/>
                        <a:pt x="123" y="229"/>
                      </a:cubicBezTo>
                      <a:cubicBezTo>
                        <a:pt x="135" y="180"/>
                        <a:pt x="148" y="38"/>
                        <a:pt x="123" y="14"/>
                      </a:cubicBezTo>
                      <a:cubicBezTo>
                        <a:pt x="114" y="5"/>
                        <a:pt x="96"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9"/>
                <p:cNvSpPr/>
                <p:nvPr/>
              </p:nvSpPr>
              <p:spPr>
                <a:xfrm>
                  <a:off x="5343592" y="1723309"/>
                  <a:ext cx="3550" cy="7125"/>
                </a:xfrm>
                <a:custGeom>
                  <a:rect b="b" l="l" r="r" t="t"/>
                  <a:pathLst>
                    <a:path extrusionOk="0" h="285" w="142">
                      <a:moveTo>
                        <a:pt x="93" y="0"/>
                      </a:moveTo>
                      <a:cubicBezTo>
                        <a:pt x="57" y="0"/>
                        <a:pt x="7" y="58"/>
                        <a:pt x="7" y="93"/>
                      </a:cubicBezTo>
                      <a:cubicBezTo>
                        <a:pt x="1" y="123"/>
                        <a:pt x="0" y="284"/>
                        <a:pt x="28" y="284"/>
                      </a:cubicBezTo>
                      <a:cubicBezTo>
                        <a:pt x="29" y="284"/>
                        <a:pt x="30" y="284"/>
                        <a:pt x="31" y="283"/>
                      </a:cubicBezTo>
                      <a:cubicBezTo>
                        <a:pt x="74" y="271"/>
                        <a:pt x="111" y="240"/>
                        <a:pt x="123" y="197"/>
                      </a:cubicBezTo>
                      <a:cubicBezTo>
                        <a:pt x="136" y="161"/>
                        <a:pt x="142" y="13"/>
                        <a:pt x="99" y="1"/>
                      </a:cubicBezTo>
                      <a:cubicBezTo>
                        <a:pt x="97" y="0"/>
                        <a:pt x="95" y="0"/>
                        <a:pt x="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9"/>
                <p:cNvSpPr/>
                <p:nvPr/>
              </p:nvSpPr>
              <p:spPr>
                <a:xfrm>
                  <a:off x="5282477" y="1726059"/>
                  <a:ext cx="3700" cy="6950"/>
                </a:xfrm>
                <a:custGeom>
                  <a:rect b="b" l="l" r="r" t="t"/>
                  <a:pathLst>
                    <a:path extrusionOk="0" h="278" w="148">
                      <a:moveTo>
                        <a:pt x="71" y="1"/>
                      </a:moveTo>
                      <a:cubicBezTo>
                        <a:pt x="52" y="1"/>
                        <a:pt x="34" y="5"/>
                        <a:pt x="25" y="14"/>
                      </a:cubicBezTo>
                      <a:cubicBezTo>
                        <a:pt x="0" y="38"/>
                        <a:pt x="12" y="180"/>
                        <a:pt x="25" y="229"/>
                      </a:cubicBezTo>
                      <a:cubicBezTo>
                        <a:pt x="34" y="264"/>
                        <a:pt x="71" y="277"/>
                        <a:pt x="101" y="277"/>
                      </a:cubicBezTo>
                      <a:cubicBezTo>
                        <a:pt x="112" y="277"/>
                        <a:pt x="122" y="275"/>
                        <a:pt x="129" y="272"/>
                      </a:cubicBezTo>
                      <a:cubicBezTo>
                        <a:pt x="148" y="266"/>
                        <a:pt x="142" y="57"/>
                        <a:pt x="142" y="32"/>
                      </a:cubicBezTo>
                      <a:cubicBezTo>
                        <a:pt x="142" y="13"/>
                        <a:pt x="105" y="1"/>
                        <a:pt x="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9"/>
                <p:cNvSpPr/>
                <p:nvPr/>
              </p:nvSpPr>
              <p:spPr>
                <a:xfrm>
                  <a:off x="5278327" y="1723434"/>
                  <a:ext cx="3550" cy="7125"/>
                </a:xfrm>
                <a:custGeom>
                  <a:rect b="b" l="l" r="r" t="t"/>
                  <a:pathLst>
                    <a:path extrusionOk="0" h="285" w="142">
                      <a:moveTo>
                        <a:pt x="45" y="0"/>
                      </a:moveTo>
                      <a:cubicBezTo>
                        <a:pt x="42" y="0"/>
                        <a:pt x="40" y="1"/>
                        <a:pt x="37" y="2"/>
                      </a:cubicBezTo>
                      <a:cubicBezTo>
                        <a:pt x="6" y="8"/>
                        <a:pt x="0" y="156"/>
                        <a:pt x="12" y="199"/>
                      </a:cubicBezTo>
                      <a:cubicBezTo>
                        <a:pt x="31" y="235"/>
                        <a:pt x="62" y="266"/>
                        <a:pt x="105" y="285"/>
                      </a:cubicBezTo>
                      <a:cubicBezTo>
                        <a:pt x="105" y="285"/>
                        <a:pt x="106" y="285"/>
                        <a:pt x="107" y="285"/>
                      </a:cubicBezTo>
                      <a:cubicBezTo>
                        <a:pt x="141" y="285"/>
                        <a:pt x="135" y="118"/>
                        <a:pt x="135" y="88"/>
                      </a:cubicBezTo>
                      <a:cubicBezTo>
                        <a:pt x="135" y="60"/>
                        <a:pt x="78" y="0"/>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282" name="Google Shape;10282;p89"/>
            <p:cNvSpPr/>
            <p:nvPr/>
          </p:nvSpPr>
          <p:spPr>
            <a:xfrm>
              <a:off x="5206775" y="1548900"/>
              <a:ext cx="193800" cy="222950"/>
            </a:xfrm>
            <a:custGeom>
              <a:rect b="b" l="l" r="r" t="t"/>
              <a:pathLst>
                <a:path extrusionOk="0" h="8918" w="7752">
                  <a:moveTo>
                    <a:pt x="3748" y="1"/>
                  </a:moveTo>
                  <a:cubicBezTo>
                    <a:pt x="3379" y="1"/>
                    <a:pt x="2960" y="60"/>
                    <a:pt x="2502" y="220"/>
                  </a:cubicBezTo>
                  <a:cubicBezTo>
                    <a:pt x="670" y="853"/>
                    <a:pt x="0" y="3460"/>
                    <a:pt x="738" y="5888"/>
                  </a:cubicBezTo>
                  <a:cubicBezTo>
                    <a:pt x="1482" y="8322"/>
                    <a:pt x="2889" y="8918"/>
                    <a:pt x="2889" y="8918"/>
                  </a:cubicBezTo>
                  <a:cubicBezTo>
                    <a:pt x="1869" y="7615"/>
                    <a:pt x="1832" y="5525"/>
                    <a:pt x="1832" y="5525"/>
                  </a:cubicBezTo>
                  <a:lnTo>
                    <a:pt x="1832" y="5525"/>
                  </a:lnTo>
                  <a:cubicBezTo>
                    <a:pt x="2041" y="6459"/>
                    <a:pt x="2644" y="6914"/>
                    <a:pt x="2644" y="6914"/>
                  </a:cubicBezTo>
                  <a:cubicBezTo>
                    <a:pt x="2183" y="6422"/>
                    <a:pt x="2115" y="4941"/>
                    <a:pt x="2644" y="4695"/>
                  </a:cubicBezTo>
                  <a:cubicBezTo>
                    <a:pt x="3172" y="4449"/>
                    <a:pt x="4229" y="3779"/>
                    <a:pt x="4229" y="3779"/>
                  </a:cubicBezTo>
                  <a:lnTo>
                    <a:pt x="4229" y="3779"/>
                  </a:lnTo>
                  <a:cubicBezTo>
                    <a:pt x="3947" y="4308"/>
                    <a:pt x="3277" y="4621"/>
                    <a:pt x="3277" y="4621"/>
                  </a:cubicBezTo>
                  <a:cubicBezTo>
                    <a:pt x="4826" y="4375"/>
                    <a:pt x="5287" y="3460"/>
                    <a:pt x="5287" y="3460"/>
                  </a:cubicBezTo>
                  <a:cubicBezTo>
                    <a:pt x="5287" y="3460"/>
                    <a:pt x="6375" y="4375"/>
                    <a:pt x="5987" y="6490"/>
                  </a:cubicBezTo>
                  <a:cubicBezTo>
                    <a:pt x="6264" y="6109"/>
                    <a:pt x="6436" y="5654"/>
                    <a:pt x="6479" y="5187"/>
                  </a:cubicBezTo>
                  <a:cubicBezTo>
                    <a:pt x="6479" y="5138"/>
                    <a:pt x="6479" y="5088"/>
                    <a:pt x="6485" y="5045"/>
                  </a:cubicBezTo>
                  <a:cubicBezTo>
                    <a:pt x="6485" y="4961"/>
                    <a:pt x="6489" y="4922"/>
                    <a:pt x="6493" y="4922"/>
                  </a:cubicBezTo>
                  <a:lnTo>
                    <a:pt x="6493" y="4922"/>
                  </a:lnTo>
                  <a:cubicBezTo>
                    <a:pt x="6534" y="4922"/>
                    <a:pt x="6671" y="7783"/>
                    <a:pt x="5569" y="8918"/>
                  </a:cubicBezTo>
                  <a:cubicBezTo>
                    <a:pt x="5569" y="8918"/>
                    <a:pt x="7610" y="7725"/>
                    <a:pt x="7678" y="5045"/>
                  </a:cubicBezTo>
                  <a:cubicBezTo>
                    <a:pt x="7752" y="2365"/>
                    <a:pt x="7192" y="608"/>
                    <a:pt x="5533" y="540"/>
                  </a:cubicBezTo>
                  <a:cubicBezTo>
                    <a:pt x="5533" y="540"/>
                    <a:pt x="4858" y="1"/>
                    <a:pt x="3748"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89"/>
          <p:cNvGrpSpPr/>
          <p:nvPr/>
        </p:nvGrpSpPr>
        <p:grpSpPr>
          <a:xfrm>
            <a:off x="6644350" y="1548975"/>
            <a:ext cx="389275" cy="1356650"/>
            <a:chOff x="6644350" y="1548975"/>
            <a:chExt cx="389275" cy="1356650"/>
          </a:xfrm>
        </p:grpSpPr>
        <p:sp>
          <p:nvSpPr>
            <p:cNvPr id="10284" name="Google Shape;10284;p89"/>
            <p:cNvSpPr/>
            <p:nvPr/>
          </p:nvSpPr>
          <p:spPr>
            <a:xfrm>
              <a:off x="6746525" y="1620325"/>
              <a:ext cx="178750" cy="170600"/>
            </a:xfrm>
            <a:custGeom>
              <a:rect b="b" l="l" r="r" t="t"/>
              <a:pathLst>
                <a:path extrusionOk="0" h="6824" w="7150">
                  <a:moveTo>
                    <a:pt x="3572" y="0"/>
                  </a:moveTo>
                  <a:lnTo>
                    <a:pt x="1" y="2109"/>
                  </a:lnTo>
                  <a:cubicBezTo>
                    <a:pt x="1" y="2109"/>
                    <a:pt x="794" y="5114"/>
                    <a:pt x="247" y="6823"/>
                  </a:cubicBezTo>
                  <a:lnTo>
                    <a:pt x="7150" y="6823"/>
                  </a:lnTo>
                  <a:cubicBezTo>
                    <a:pt x="7150" y="6823"/>
                    <a:pt x="6867" y="5077"/>
                    <a:pt x="7150" y="2188"/>
                  </a:cubicBezTo>
                  <a:lnTo>
                    <a:pt x="357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5" name="Google Shape;10285;p89"/>
            <p:cNvGrpSpPr/>
            <p:nvPr/>
          </p:nvGrpSpPr>
          <p:grpSpPr>
            <a:xfrm>
              <a:off x="6644350" y="1606500"/>
              <a:ext cx="389275" cy="1299125"/>
              <a:chOff x="6644350" y="1606500"/>
              <a:chExt cx="389275" cy="1299125"/>
            </a:xfrm>
          </p:grpSpPr>
          <p:sp>
            <p:nvSpPr>
              <p:cNvPr id="10286" name="Google Shape;10286;p89"/>
              <p:cNvSpPr/>
              <p:nvPr/>
            </p:nvSpPr>
            <p:spPr>
              <a:xfrm>
                <a:off x="6774350" y="1606500"/>
                <a:ext cx="129250" cy="165675"/>
              </a:xfrm>
              <a:custGeom>
                <a:rect b="b" l="l" r="r" t="t"/>
                <a:pathLst>
                  <a:path extrusionOk="0" h="6627" w="5170">
                    <a:moveTo>
                      <a:pt x="2588" y="0"/>
                    </a:moveTo>
                    <a:cubicBezTo>
                      <a:pt x="50" y="0"/>
                      <a:pt x="0"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9"/>
              <p:cNvSpPr/>
              <p:nvPr/>
            </p:nvSpPr>
            <p:spPr>
              <a:xfrm>
                <a:off x="6644350"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87" y="3707"/>
                      <a:pt x="2078" y="5680"/>
                      <a:pt x="2078" y="6947"/>
                    </a:cubicBezTo>
                    <a:cubicBezTo>
                      <a:pt x="2078" y="8213"/>
                      <a:pt x="1973" y="11034"/>
                      <a:pt x="1728" y="12128"/>
                    </a:cubicBezTo>
                    <a:cubicBezTo>
                      <a:pt x="1482" y="13216"/>
                      <a:pt x="812" y="16179"/>
                      <a:pt x="775" y="17058"/>
                    </a:cubicBezTo>
                    <a:cubicBezTo>
                      <a:pt x="738" y="17937"/>
                      <a:pt x="424" y="19173"/>
                      <a:pt x="351" y="19701"/>
                    </a:cubicBezTo>
                    <a:cubicBezTo>
                      <a:pt x="283" y="20230"/>
                      <a:pt x="0" y="22234"/>
                      <a:pt x="209" y="22658"/>
                    </a:cubicBezTo>
                    <a:cubicBezTo>
                      <a:pt x="681" y="23602"/>
                      <a:pt x="1024" y="23870"/>
                      <a:pt x="1191" y="23870"/>
                    </a:cubicBezTo>
                    <a:cubicBezTo>
                      <a:pt x="1276" y="23870"/>
                      <a:pt x="1316" y="23800"/>
                      <a:pt x="1303" y="23715"/>
                    </a:cubicBezTo>
                    <a:cubicBezTo>
                      <a:pt x="1267" y="23469"/>
                      <a:pt x="984" y="22977"/>
                      <a:pt x="916" y="22486"/>
                    </a:cubicBezTo>
                    <a:cubicBezTo>
                      <a:pt x="862" y="22089"/>
                      <a:pt x="943" y="21530"/>
                      <a:pt x="1031" y="21530"/>
                    </a:cubicBezTo>
                    <a:cubicBezTo>
                      <a:pt x="1052" y="21530"/>
                      <a:pt x="1074" y="21562"/>
                      <a:pt x="1094" y="21637"/>
                    </a:cubicBezTo>
                    <a:cubicBezTo>
                      <a:pt x="1187" y="21980"/>
                      <a:pt x="1308" y="22847"/>
                      <a:pt x="1484" y="22847"/>
                    </a:cubicBezTo>
                    <a:cubicBezTo>
                      <a:pt x="1507" y="22847"/>
                      <a:pt x="1531" y="22832"/>
                      <a:pt x="1555" y="22799"/>
                    </a:cubicBezTo>
                    <a:cubicBezTo>
                      <a:pt x="1771" y="22522"/>
                      <a:pt x="1838" y="21391"/>
                      <a:pt x="1838" y="20832"/>
                    </a:cubicBezTo>
                    <a:cubicBezTo>
                      <a:pt x="1838" y="20267"/>
                      <a:pt x="1555" y="19701"/>
                      <a:pt x="1592" y="19142"/>
                    </a:cubicBezTo>
                    <a:cubicBezTo>
                      <a:pt x="1629" y="18576"/>
                      <a:pt x="2932" y="15226"/>
                      <a:pt x="3178" y="13819"/>
                    </a:cubicBezTo>
                    <a:cubicBezTo>
                      <a:pt x="3424" y="12411"/>
                      <a:pt x="3774" y="8569"/>
                      <a:pt x="3774" y="8569"/>
                    </a:cubicBezTo>
                    <a:cubicBezTo>
                      <a:pt x="3916" y="9448"/>
                      <a:pt x="4481" y="10579"/>
                      <a:pt x="4518" y="12233"/>
                    </a:cubicBezTo>
                    <a:cubicBezTo>
                      <a:pt x="4549" y="13886"/>
                      <a:pt x="3104" y="16603"/>
                      <a:pt x="2828" y="18890"/>
                    </a:cubicBezTo>
                    <a:cubicBezTo>
                      <a:pt x="2545" y="21182"/>
                      <a:pt x="3356" y="27981"/>
                      <a:pt x="3670" y="30556"/>
                    </a:cubicBezTo>
                    <a:cubicBezTo>
                      <a:pt x="3990" y="33126"/>
                      <a:pt x="3320" y="35806"/>
                      <a:pt x="3565" y="37355"/>
                    </a:cubicBezTo>
                    <a:cubicBezTo>
                      <a:pt x="3811" y="38903"/>
                      <a:pt x="4623" y="42671"/>
                      <a:pt x="4623" y="43200"/>
                    </a:cubicBezTo>
                    <a:cubicBezTo>
                      <a:pt x="4623" y="43729"/>
                      <a:pt x="4586" y="44190"/>
                      <a:pt x="4727" y="44540"/>
                    </a:cubicBezTo>
                    <a:cubicBezTo>
                      <a:pt x="4869" y="44890"/>
                      <a:pt x="4408" y="45456"/>
                      <a:pt x="4266" y="46058"/>
                    </a:cubicBezTo>
                    <a:cubicBezTo>
                      <a:pt x="4119" y="46654"/>
                      <a:pt x="4512" y="47361"/>
                      <a:pt x="5145" y="47361"/>
                    </a:cubicBezTo>
                    <a:cubicBezTo>
                      <a:pt x="5778" y="47361"/>
                      <a:pt x="6374" y="46833"/>
                      <a:pt x="6276" y="46378"/>
                    </a:cubicBezTo>
                    <a:cubicBezTo>
                      <a:pt x="6172" y="45917"/>
                      <a:pt x="6166" y="44792"/>
                      <a:pt x="6239" y="44190"/>
                    </a:cubicBezTo>
                    <a:cubicBezTo>
                      <a:pt x="6307" y="43593"/>
                      <a:pt x="5957" y="43274"/>
                      <a:pt x="5957" y="42714"/>
                    </a:cubicBezTo>
                    <a:cubicBezTo>
                      <a:pt x="5957" y="42149"/>
                      <a:pt x="6166" y="37988"/>
                      <a:pt x="6190" y="34668"/>
                    </a:cubicBezTo>
                    <a:cubicBezTo>
                      <a:pt x="6202" y="33261"/>
                      <a:pt x="6565" y="32179"/>
                      <a:pt x="6946" y="28983"/>
                    </a:cubicBezTo>
                    <a:cubicBezTo>
                      <a:pt x="7321" y="25786"/>
                      <a:pt x="7788" y="21182"/>
                      <a:pt x="7788" y="21182"/>
                    </a:cubicBezTo>
                    <a:cubicBezTo>
                      <a:pt x="7788" y="21182"/>
                      <a:pt x="8255" y="25786"/>
                      <a:pt x="8636" y="28983"/>
                    </a:cubicBezTo>
                    <a:cubicBezTo>
                      <a:pt x="9011" y="32173"/>
                      <a:pt x="9374" y="33255"/>
                      <a:pt x="9386" y="34668"/>
                    </a:cubicBezTo>
                    <a:cubicBezTo>
                      <a:pt x="9411" y="37988"/>
                      <a:pt x="9620" y="42149"/>
                      <a:pt x="9620" y="42714"/>
                    </a:cubicBezTo>
                    <a:cubicBezTo>
                      <a:pt x="9620" y="43274"/>
                      <a:pt x="9270" y="43593"/>
                      <a:pt x="9337" y="44190"/>
                    </a:cubicBezTo>
                    <a:cubicBezTo>
                      <a:pt x="9411" y="44792"/>
                      <a:pt x="9411" y="45917"/>
                      <a:pt x="9300" y="46378"/>
                    </a:cubicBezTo>
                    <a:cubicBezTo>
                      <a:pt x="9196" y="46833"/>
                      <a:pt x="9798" y="47361"/>
                      <a:pt x="10431" y="47361"/>
                    </a:cubicBezTo>
                    <a:cubicBezTo>
                      <a:pt x="11064" y="47361"/>
                      <a:pt x="11452" y="46661"/>
                      <a:pt x="11310" y="46058"/>
                    </a:cubicBezTo>
                    <a:cubicBezTo>
                      <a:pt x="11169" y="45456"/>
                      <a:pt x="10714" y="44897"/>
                      <a:pt x="10849" y="44540"/>
                    </a:cubicBezTo>
                    <a:cubicBezTo>
                      <a:pt x="10991" y="44190"/>
                      <a:pt x="10954" y="43729"/>
                      <a:pt x="10954" y="43200"/>
                    </a:cubicBezTo>
                    <a:cubicBezTo>
                      <a:pt x="10954" y="42671"/>
                      <a:pt x="11765" y="38897"/>
                      <a:pt x="12011" y="37355"/>
                    </a:cubicBezTo>
                    <a:cubicBezTo>
                      <a:pt x="12257" y="35806"/>
                      <a:pt x="11593" y="33126"/>
                      <a:pt x="11907" y="30556"/>
                    </a:cubicBezTo>
                    <a:cubicBezTo>
                      <a:pt x="12220" y="27981"/>
                      <a:pt x="13031" y="21182"/>
                      <a:pt x="12755" y="18890"/>
                    </a:cubicBezTo>
                    <a:cubicBezTo>
                      <a:pt x="12472" y="16603"/>
                      <a:pt x="11028" y="13886"/>
                      <a:pt x="11064" y="12233"/>
                    </a:cubicBezTo>
                    <a:cubicBezTo>
                      <a:pt x="11095" y="10579"/>
                      <a:pt x="11661" y="9448"/>
                      <a:pt x="11802" y="8569"/>
                    </a:cubicBezTo>
                    <a:cubicBezTo>
                      <a:pt x="11802" y="8569"/>
                      <a:pt x="12152" y="12411"/>
                      <a:pt x="12398" y="13819"/>
                    </a:cubicBezTo>
                    <a:cubicBezTo>
                      <a:pt x="12644" y="15226"/>
                      <a:pt x="13947" y="18576"/>
                      <a:pt x="13984" y="19142"/>
                    </a:cubicBezTo>
                    <a:cubicBezTo>
                      <a:pt x="14021" y="19701"/>
                      <a:pt x="13738" y="20267"/>
                      <a:pt x="13738" y="20832"/>
                    </a:cubicBezTo>
                    <a:cubicBezTo>
                      <a:pt x="13738" y="21391"/>
                      <a:pt x="13812" y="22522"/>
                      <a:pt x="14021" y="22799"/>
                    </a:cubicBezTo>
                    <a:cubicBezTo>
                      <a:pt x="14045" y="22832"/>
                      <a:pt x="14069" y="22847"/>
                      <a:pt x="14091" y="22847"/>
                    </a:cubicBezTo>
                    <a:cubicBezTo>
                      <a:pt x="14262" y="22847"/>
                      <a:pt x="14384" y="21985"/>
                      <a:pt x="14482" y="21637"/>
                    </a:cubicBezTo>
                    <a:cubicBezTo>
                      <a:pt x="14504" y="21562"/>
                      <a:pt x="14526" y="21530"/>
                      <a:pt x="14548" y="21530"/>
                    </a:cubicBezTo>
                    <a:cubicBezTo>
                      <a:pt x="14638" y="21530"/>
                      <a:pt x="14715" y="22089"/>
                      <a:pt x="14660" y="22486"/>
                    </a:cubicBezTo>
                    <a:cubicBezTo>
                      <a:pt x="14587" y="22977"/>
                      <a:pt x="14304" y="23469"/>
                      <a:pt x="14273" y="23721"/>
                    </a:cubicBezTo>
                    <a:cubicBezTo>
                      <a:pt x="14263" y="23804"/>
                      <a:pt x="14302" y="23872"/>
                      <a:pt x="14387" y="23872"/>
                    </a:cubicBezTo>
                    <a:cubicBezTo>
                      <a:pt x="14553" y="23872"/>
                      <a:pt x="14894" y="23606"/>
                      <a:pt x="15367" y="22664"/>
                    </a:cubicBezTo>
                    <a:cubicBezTo>
                      <a:pt x="15570" y="22234"/>
                      <a:pt x="15287" y="20230"/>
                      <a:pt x="15220" y="19701"/>
                    </a:cubicBezTo>
                    <a:cubicBezTo>
                      <a:pt x="15152" y="19173"/>
                      <a:pt x="14832" y="17937"/>
                      <a:pt x="14796" y="17058"/>
                    </a:cubicBezTo>
                    <a:cubicBezTo>
                      <a:pt x="14759" y="16173"/>
                      <a:pt x="14095" y="13216"/>
                      <a:pt x="13843" y="12122"/>
                    </a:cubicBezTo>
                    <a:cubicBezTo>
                      <a:pt x="13597" y="11034"/>
                      <a:pt x="13492" y="8213"/>
                      <a:pt x="13492" y="6947"/>
                    </a:cubicBezTo>
                    <a:cubicBezTo>
                      <a:pt x="13492" y="5674"/>
                      <a:pt x="13283" y="3701"/>
                      <a:pt x="12472" y="3209"/>
                    </a:cubicBezTo>
                    <a:cubicBezTo>
                      <a:pt x="11661" y="2718"/>
                      <a:pt x="10954"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89"/>
            <p:cNvGrpSpPr/>
            <p:nvPr/>
          </p:nvGrpSpPr>
          <p:grpSpPr>
            <a:xfrm>
              <a:off x="6644800" y="1661800"/>
              <a:ext cx="381750" cy="1218925"/>
              <a:chOff x="6644800" y="1661800"/>
              <a:chExt cx="381750" cy="1218925"/>
            </a:xfrm>
          </p:grpSpPr>
          <p:grpSp>
            <p:nvGrpSpPr>
              <p:cNvPr id="10289" name="Google Shape;10289;p89"/>
              <p:cNvGrpSpPr/>
              <p:nvPr/>
            </p:nvGrpSpPr>
            <p:grpSpPr>
              <a:xfrm>
                <a:off x="6739925" y="1838600"/>
                <a:ext cx="198100" cy="161275"/>
                <a:chOff x="6739925" y="1838600"/>
                <a:chExt cx="198100" cy="161275"/>
              </a:xfrm>
            </p:grpSpPr>
            <p:sp>
              <p:nvSpPr>
                <p:cNvPr id="10290" name="Google Shape;10290;p89"/>
                <p:cNvSpPr/>
                <p:nvPr/>
              </p:nvSpPr>
              <p:spPr>
                <a:xfrm>
                  <a:off x="6739925" y="1838600"/>
                  <a:ext cx="99000" cy="161275"/>
                </a:xfrm>
                <a:custGeom>
                  <a:rect b="b" l="l" r="r" t="t"/>
                  <a:pathLst>
                    <a:path extrusionOk="0" h="6451" w="3960">
                      <a:moveTo>
                        <a:pt x="2257" y="1"/>
                      </a:moveTo>
                      <a:cubicBezTo>
                        <a:pt x="1805" y="1"/>
                        <a:pt x="1347" y="144"/>
                        <a:pt x="1003" y="514"/>
                      </a:cubicBezTo>
                      <a:cubicBezTo>
                        <a:pt x="1" y="1583"/>
                        <a:pt x="406" y="4817"/>
                        <a:pt x="1003" y="5880"/>
                      </a:cubicBezTo>
                      <a:cubicBezTo>
                        <a:pt x="1224" y="6270"/>
                        <a:pt x="1638" y="6451"/>
                        <a:pt x="2090" y="6451"/>
                      </a:cubicBezTo>
                      <a:cubicBezTo>
                        <a:pt x="2870" y="6451"/>
                        <a:pt x="3761" y="5913"/>
                        <a:pt x="3959" y="4983"/>
                      </a:cubicBezTo>
                      <a:lnTo>
                        <a:pt x="3959" y="975"/>
                      </a:lnTo>
                      <a:cubicBezTo>
                        <a:pt x="3959" y="519"/>
                        <a:pt x="3119" y="1"/>
                        <a:pt x="2257"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9"/>
                <p:cNvSpPr/>
                <p:nvPr/>
              </p:nvSpPr>
              <p:spPr>
                <a:xfrm>
                  <a:off x="6766200" y="1853800"/>
                  <a:ext cx="72725" cy="127000"/>
                </a:xfrm>
                <a:custGeom>
                  <a:rect b="b" l="l" r="r" t="t"/>
                  <a:pathLst>
                    <a:path extrusionOk="0" h="5080" w="2909">
                      <a:moveTo>
                        <a:pt x="1060" y="0"/>
                      </a:moveTo>
                      <a:cubicBezTo>
                        <a:pt x="994" y="0"/>
                        <a:pt x="932" y="5"/>
                        <a:pt x="874" y="17"/>
                      </a:cubicBezTo>
                      <a:cubicBezTo>
                        <a:pt x="831" y="29"/>
                        <a:pt x="812" y="84"/>
                        <a:pt x="849" y="115"/>
                      </a:cubicBezTo>
                      <a:cubicBezTo>
                        <a:pt x="1027" y="262"/>
                        <a:pt x="1218" y="299"/>
                        <a:pt x="1439" y="355"/>
                      </a:cubicBezTo>
                      <a:cubicBezTo>
                        <a:pt x="1783" y="447"/>
                        <a:pt x="1882" y="742"/>
                        <a:pt x="2103" y="963"/>
                      </a:cubicBezTo>
                      <a:cubicBezTo>
                        <a:pt x="2201" y="1068"/>
                        <a:pt x="2318" y="1148"/>
                        <a:pt x="2447" y="1215"/>
                      </a:cubicBezTo>
                      <a:cubicBezTo>
                        <a:pt x="2312" y="1234"/>
                        <a:pt x="2183" y="1270"/>
                        <a:pt x="2060" y="1338"/>
                      </a:cubicBezTo>
                      <a:cubicBezTo>
                        <a:pt x="1753" y="1498"/>
                        <a:pt x="1500" y="1713"/>
                        <a:pt x="1218" y="1910"/>
                      </a:cubicBezTo>
                      <a:cubicBezTo>
                        <a:pt x="855" y="2156"/>
                        <a:pt x="480" y="2199"/>
                        <a:pt x="74" y="2322"/>
                      </a:cubicBezTo>
                      <a:cubicBezTo>
                        <a:pt x="1" y="2346"/>
                        <a:pt x="13" y="2457"/>
                        <a:pt x="93" y="2457"/>
                      </a:cubicBezTo>
                      <a:cubicBezTo>
                        <a:pt x="116" y="2458"/>
                        <a:pt x="139" y="2458"/>
                        <a:pt x="163" y="2458"/>
                      </a:cubicBezTo>
                      <a:cubicBezTo>
                        <a:pt x="579" y="2458"/>
                        <a:pt x="967" y="2304"/>
                        <a:pt x="1322" y="2094"/>
                      </a:cubicBezTo>
                      <a:cubicBezTo>
                        <a:pt x="1568" y="1947"/>
                        <a:pt x="1814" y="1768"/>
                        <a:pt x="2072" y="1639"/>
                      </a:cubicBezTo>
                      <a:lnTo>
                        <a:pt x="2072" y="1639"/>
                      </a:lnTo>
                      <a:cubicBezTo>
                        <a:pt x="2029" y="1713"/>
                        <a:pt x="1986" y="1793"/>
                        <a:pt x="1955" y="1879"/>
                      </a:cubicBezTo>
                      <a:cubicBezTo>
                        <a:pt x="1906" y="2014"/>
                        <a:pt x="1882" y="2156"/>
                        <a:pt x="1875" y="2303"/>
                      </a:cubicBezTo>
                      <a:cubicBezTo>
                        <a:pt x="1839" y="2703"/>
                        <a:pt x="1642" y="2875"/>
                        <a:pt x="1365" y="3127"/>
                      </a:cubicBezTo>
                      <a:cubicBezTo>
                        <a:pt x="1021" y="3440"/>
                        <a:pt x="548" y="3729"/>
                        <a:pt x="308" y="4129"/>
                      </a:cubicBezTo>
                      <a:cubicBezTo>
                        <a:pt x="275" y="4190"/>
                        <a:pt x="322" y="4266"/>
                        <a:pt x="391" y="4266"/>
                      </a:cubicBezTo>
                      <a:cubicBezTo>
                        <a:pt x="398" y="4266"/>
                        <a:pt x="405" y="4266"/>
                        <a:pt x="413" y="4264"/>
                      </a:cubicBezTo>
                      <a:cubicBezTo>
                        <a:pt x="720" y="4159"/>
                        <a:pt x="935" y="3920"/>
                        <a:pt x="1181" y="3705"/>
                      </a:cubicBezTo>
                      <a:cubicBezTo>
                        <a:pt x="1445" y="3465"/>
                        <a:pt x="1796" y="3176"/>
                        <a:pt x="1974" y="2856"/>
                      </a:cubicBezTo>
                      <a:cubicBezTo>
                        <a:pt x="2152" y="2543"/>
                        <a:pt x="2084" y="2180"/>
                        <a:pt x="2244" y="1854"/>
                      </a:cubicBezTo>
                      <a:cubicBezTo>
                        <a:pt x="2293" y="1756"/>
                        <a:pt x="2361" y="1664"/>
                        <a:pt x="2441" y="1590"/>
                      </a:cubicBezTo>
                      <a:lnTo>
                        <a:pt x="2441" y="1590"/>
                      </a:lnTo>
                      <a:cubicBezTo>
                        <a:pt x="2318" y="1842"/>
                        <a:pt x="2281" y="2149"/>
                        <a:pt x="2293" y="2463"/>
                      </a:cubicBezTo>
                      <a:cubicBezTo>
                        <a:pt x="2306" y="3022"/>
                        <a:pt x="2355" y="3483"/>
                        <a:pt x="2103" y="4000"/>
                      </a:cubicBezTo>
                      <a:cubicBezTo>
                        <a:pt x="1931" y="4362"/>
                        <a:pt x="1611" y="4627"/>
                        <a:pt x="1414" y="4971"/>
                      </a:cubicBezTo>
                      <a:cubicBezTo>
                        <a:pt x="1388" y="5014"/>
                        <a:pt x="1422" y="5080"/>
                        <a:pt x="1467" y="5080"/>
                      </a:cubicBezTo>
                      <a:cubicBezTo>
                        <a:pt x="1474" y="5080"/>
                        <a:pt x="1481" y="5078"/>
                        <a:pt x="1488" y="5075"/>
                      </a:cubicBezTo>
                      <a:cubicBezTo>
                        <a:pt x="2035" y="4848"/>
                        <a:pt x="2367" y="4239"/>
                        <a:pt x="2539" y="3698"/>
                      </a:cubicBezTo>
                      <a:cubicBezTo>
                        <a:pt x="2742" y="3078"/>
                        <a:pt x="2324" y="2039"/>
                        <a:pt x="2711" y="1473"/>
                      </a:cubicBezTo>
                      <a:cubicBezTo>
                        <a:pt x="2779" y="1473"/>
                        <a:pt x="2840" y="1486"/>
                        <a:pt x="2908" y="1498"/>
                      </a:cubicBezTo>
                      <a:lnTo>
                        <a:pt x="2908" y="1006"/>
                      </a:lnTo>
                      <a:cubicBezTo>
                        <a:pt x="2877" y="1006"/>
                        <a:pt x="2853" y="1012"/>
                        <a:pt x="2828" y="1018"/>
                      </a:cubicBezTo>
                      <a:cubicBezTo>
                        <a:pt x="2545" y="809"/>
                        <a:pt x="2250" y="619"/>
                        <a:pt x="1998" y="355"/>
                      </a:cubicBezTo>
                      <a:cubicBezTo>
                        <a:pt x="1788" y="139"/>
                        <a:pt x="1392" y="0"/>
                        <a:pt x="1060"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9"/>
                <p:cNvSpPr/>
                <p:nvPr/>
              </p:nvSpPr>
              <p:spPr>
                <a:xfrm>
                  <a:off x="6839200" y="1838600"/>
                  <a:ext cx="98825" cy="161275"/>
                </a:xfrm>
                <a:custGeom>
                  <a:rect b="b" l="l" r="r" t="t"/>
                  <a:pathLst>
                    <a:path extrusionOk="0" h="6451" w="3953">
                      <a:moveTo>
                        <a:pt x="1698" y="1"/>
                      </a:moveTo>
                      <a:cubicBezTo>
                        <a:pt x="838" y="1"/>
                        <a:pt x="0" y="519"/>
                        <a:pt x="0" y="975"/>
                      </a:cubicBezTo>
                      <a:lnTo>
                        <a:pt x="0" y="4983"/>
                      </a:lnTo>
                      <a:cubicBezTo>
                        <a:pt x="195" y="5913"/>
                        <a:pt x="1084" y="6451"/>
                        <a:pt x="1864" y="6451"/>
                      </a:cubicBezTo>
                      <a:cubicBezTo>
                        <a:pt x="2315" y="6451"/>
                        <a:pt x="2730" y="6270"/>
                        <a:pt x="2951" y="5880"/>
                      </a:cubicBezTo>
                      <a:cubicBezTo>
                        <a:pt x="3553" y="4817"/>
                        <a:pt x="3953" y="1583"/>
                        <a:pt x="2951" y="514"/>
                      </a:cubicBezTo>
                      <a:cubicBezTo>
                        <a:pt x="2606" y="144"/>
                        <a:pt x="2149" y="1"/>
                        <a:pt x="16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9"/>
                <p:cNvSpPr/>
                <p:nvPr/>
              </p:nvSpPr>
              <p:spPr>
                <a:xfrm>
                  <a:off x="6839200" y="1853800"/>
                  <a:ext cx="72700" cy="127000"/>
                </a:xfrm>
                <a:custGeom>
                  <a:rect b="b" l="l" r="r" t="t"/>
                  <a:pathLst>
                    <a:path extrusionOk="0" h="5080" w="2908">
                      <a:moveTo>
                        <a:pt x="1845" y="0"/>
                      </a:moveTo>
                      <a:cubicBezTo>
                        <a:pt x="1517" y="0"/>
                        <a:pt x="1121" y="139"/>
                        <a:pt x="910" y="355"/>
                      </a:cubicBezTo>
                      <a:cubicBezTo>
                        <a:pt x="652" y="619"/>
                        <a:pt x="363" y="809"/>
                        <a:pt x="74" y="1018"/>
                      </a:cubicBezTo>
                      <a:cubicBezTo>
                        <a:pt x="50" y="1012"/>
                        <a:pt x="25" y="1006"/>
                        <a:pt x="0" y="1006"/>
                      </a:cubicBezTo>
                      <a:lnTo>
                        <a:pt x="0" y="1498"/>
                      </a:lnTo>
                      <a:cubicBezTo>
                        <a:pt x="62" y="1486"/>
                        <a:pt x="129" y="1479"/>
                        <a:pt x="191" y="1479"/>
                      </a:cubicBezTo>
                      <a:cubicBezTo>
                        <a:pt x="578" y="2045"/>
                        <a:pt x="166" y="3084"/>
                        <a:pt x="363" y="3711"/>
                      </a:cubicBezTo>
                      <a:cubicBezTo>
                        <a:pt x="541" y="4245"/>
                        <a:pt x="867" y="4848"/>
                        <a:pt x="1420" y="5075"/>
                      </a:cubicBezTo>
                      <a:cubicBezTo>
                        <a:pt x="1427" y="5078"/>
                        <a:pt x="1434" y="5080"/>
                        <a:pt x="1441" y="5080"/>
                      </a:cubicBezTo>
                      <a:cubicBezTo>
                        <a:pt x="1487" y="5080"/>
                        <a:pt x="1521" y="5014"/>
                        <a:pt x="1494" y="4971"/>
                      </a:cubicBezTo>
                      <a:cubicBezTo>
                        <a:pt x="1291" y="4627"/>
                        <a:pt x="978" y="4362"/>
                        <a:pt x="806" y="4000"/>
                      </a:cubicBezTo>
                      <a:cubicBezTo>
                        <a:pt x="554" y="3483"/>
                        <a:pt x="603" y="3022"/>
                        <a:pt x="615" y="2463"/>
                      </a:cubicBezTo>
                      <a:cubicBezTo>
                        <a:pt x="627" y="2149"/>
                        <a:pt x="590" y="1842"/>
                        <a:pt x="468" y="1590"/>
                      </a:cubicBezTo>
                      <a:lnTo>
                        <a:pt x="468" y="1590"/>
                      </a:lnTo>
                      <a:cubicBezTo>
                        <a:pt x="547" y="1664"/>
                        <a:pt x="615" y="1756"/>
                        <a:pt x="664" y="1854"/>
                      </a:cubicBezTo>
                      <a:cubicBezTo>
                        <a:pt x="824" y="2180"/>
                        <a:pt x="756" y="2543"/>
                        <a:pt x="935" y="2856"/>
                      </a:cubicBezTo>
                      <a:cubicBezTo>
                        <a:pt x="1113" y="3176"/>
                        <a:pt x="1463" y="3465"/>
                        <a:pt x="1728" y="3705"/>
                      </a:cubicBezTo>
                      <a:cubicBezTo>
                        <a:pt x="1974" y="3920"/>
                        <a:pt x="2189" y="4159"/>
                        <a:pt x="2496" y="4264"/>
                      </a:cubicBezTo>
                      <a:cubicBezTo>
                        <a:pt x="2503" y="4266"/>
                        <a:pt x="2511" y="4266"/>
                        <a:pt x="2518" y="4266"/>
                      </a:cubicBezTo>
                      <a:cubicBezTo>
                        <a:pt x="2587" y="4266"/>
                        <a:pt x="2634" y="4190"/>
                        <a:pt x="2600" y="4129"/>
                      </a:cubicBezTo>
                      <a:cubicBezTo>
                        <a:pt x="2361" y="3729"/>
                        <a:pt x="1887" y="3440"/>
                        <a:pt x="1543" y="3127"/>
                      </a:cubicBezTo>
                      <a:cubicBezTo>
                        <a:pt x="1267" y="2875"/>
                        <a:pt x="1070" y="2703"/>
                        <a:pt x="1033" y="2303"/>
                      </a:cubicBezTo>
                      <a:cubicBezTo>
                        <a:pt x="1027" y="2156"/>
                        <a:pt x="1002" y="2014"/>
                        <a:pt x="953" y="1879"/>
                      </a:cubicBezTo>
                      <a:cubicBezTo>
                        <a:pt x="922" y="1793"/>
                        <a:pt x="879" y="1719"/>
                        <a:pt x="830" y="1639"/>
                      </a:cubicBezTo>
                      <a:lnTo>
                        <a:pt x="830" y="1639"/>
                      </a:lnTo>
                      <a:cubicBezTo>
                        <a:pt x="1088" y="1768"/>
                        <a:pt x="1340" y="1947"/>
                        <a:pt x="1586" y="2094"/>
                      </a:cubicBezTo>
                      <a:cubicBezTo>
                        <a:pt x="1941" y="2304"/>
                        <a:pt x="2324" y="2458"/>
                        <a:pt x="2745" y="2458"/>
                      </a:cubicBezTo>
                      <a:cubicBezTo>
                        <a:pt x="2768" y="2458"/>
                        <a:pt x="2792" y="2458"/>
                        <a:pt x="2816" y="2457"/>
                      </a:cubicBezTo>
                      <a:cubicBezTo>
                        <a:pt x="2889" y="2457"/>
                        <a:pt x="2908" y="2346"/>
                        <a:pt x="2828" y="2322"/>
                      </a:cubicBezTo>
                      <a:cubicBezTo>
                        <a:pt x="2428" y="2199"/>
                        <a:pt x="2047" y="2156"/>
                        <a:pt x="1691" y="1910"/>
                      </a:cubicBezTo>
                      <a:cubicBezTo>
                        <a:pt x="1408" y="1713"/>
                        <a:pt x="1150" y="1498"/>
                        <a:pt x="842" y="1338"/>
                      </a:cubicBezTo>
                      <a:cubicBezTo>
                        <a:pt x="726" y="1270"/>
                        <a:pt x="597" y="1234"/>
                        <a:pt x="461" y="1215"/>
                      </a:cubicBezTo>
                      <a:lnTo>
                        <a:pt x="455" y="1215"/>
                      </a:lnTo>
                      <a:cubicBezTo>
                        <a:pt x="584" y="1148"/>
                        <a:pt x="701" y="1068"/>
                        <a:pt x="799" y="963"/>
                      </a:cubicBezTo>
                      <a:cubicBezTo>
                        <a:pt x="1021" y="742"/>
                        <a:pt x="1125" y="447"/>
                        <a:pt x="1463" y="355"/>
                      </a:cubicBezTo>
                      <a:cubicBezTo>
                        <a:pt x="1691" y="299"/>
                        <a:pt x="1881" y="262"/>
                        <a:pt x="2060" y="115"/>
                      </a:cubicBezTo>
                      <a:cubicBezTo>
                        <a:pt x="2090" y="84"/>
                        <a:pt x="2072" y="29"/>
                        <a:pt x="2029" y="17"/>
                      </a:cubicBezTo>
                      <a:cubicBezTo>
                        <a:pt x="1971" y="5"/>
                        <a:pt x="1910" y="0"/>
                        <a:pt x="1845"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4" name="Google Shape;10294;p89"/>
              <p:cNvSpPr/>
              <p:nvPr/>
            </p:nvSpPr>
            <p:spPr>
              <a:xfrm>
                <a:off x="6662475" y="1804975"/>
                <a:ext cx="179825" cy="462475"/>
              </a:xfrm>
              <a:custGeom>
                <a:rect b="b" l="l" r="r" t="t"/>
                <a:pathLst>
                  <a:path extrusionOk="0" h="18499" w="7193">
                    <a:moveTo>
                      <a:pt x="3491" y="1"/>
                    </a:moveTo>
                    <a:cubicBezTo>
                      <a:pt x="3439" y="1"/>
                      <a:pt x="3388" y="5"/>
                      <a:pt x="3338" y="15"/>
                    </a:cubicBezTo>
                    <a:cubicBezTo>
                      <a:pt x="3000" y="76"/>
                      <a:pt x="2717" y="285"/>
                      <a:pt x="2490" y="630"/>
                    </a:cubicBezTo>
                    <a:cubicBezTo>
                      <a:pt x="1716" y="1791"/>
                      <a:pt x="1765" y="4164"/>
                      <a:pt x="2140" y="5879"/>
                    </a:cubicBezTo>
                    <a:cubicBezTo>
                      <a:pt x="2361" y="6887"/>
                      <a:pt x="1894" y="8030"/>
                      <a:pt x="1445" y="9130"/>
                    </a:cubicBezTo>
                    <a:cubicBezTo>
                      <a:pt x="1119" y="9930"/>
                      <a:pt x="812" y="10686"/>
                      <a:pt x="757" y="11392"/>
                    </a:cubicBezTo>
                    <a:cubicBezTo>
                      <a:pt x="708" y="11970"/>
                      <a:pt x="714" y="12548"/>
                      <a:pt x="781" y="13126"/>
                    </a:cubicBezTo>
                    <a:cubicBezTo>
                      <a:pt x="830" y="13691"/>
                      <a:pt x="873" y="14140"/>
                      <a:pt x="664" y="14712"/>
                    </a:cubicBezTo>
                    <a:cubicBezTo>
                      <a:pt x="240" y="15873"/>
                      <a:pt x="1" y="17465"/>
                      <a:pt x="603" y="18449"/>
                    </a:cubicBezTo>
                    <a:cubicBezTo>
                      <a:pt x="615" y="18473"/>
                      <a:pt x="646" y="18492"/>
                      <a:pt x="683" y="18492"/>
                    </a:cubicBezTo>
                    <a:lnTo>
                      <a:pt x="677" y="18498"/>
                    </a:lnTo>
                    <a:cubicBezTo>
                      <a:pt x="757" y="18498"/>
                      <a:pt x="800" y="18418"/>
                      <a:pt x="763" y="18357"/>
                    </a:cubicBezTo>
                    <a:cubicBezTo>
                      <a:pt x="197" y="17429"/>
                      <a:pt x="449" y="15849"/>
                      <a:pt x="837" y="14779"/>
                    </a:cubicBezTo>
                    <a:cubicBezTo>
                      <a:pt x="1058" y="14171"/>
                      <a:pt x="1015" y="13710"/>
                      <a:pt x="966" y="13120"/>
                    </a:cubicBezTo>
                    <a:cubicBezTo>
                      <a:pt x="904" y="12554"/>
                      <a:pt x="892" y="11983"/>
                      <a:pt x="941" y="11411"/>
                    </a:cubicBezTo>
                    <a:cubicBezTo>
                      <a:pt x="996" y="10741"/>
                      <a:pt x="1298" y="9997"/>
                      <a:pt x="1617" y="9210"/>
                    </a:cubicBezTo>
                    <a:cubicBezTo>
                      <a:pt x="2078" y="8079"/>
                      <a:pt x="2552" y="6911"/>
                      <a:pt x="2324" y="5848"/>
                    </a:cubicBezTo>
                    <a:cubicBezTo>
                      <a:pt x="1949" y="4121"/>
                      <a:pt x="1937" y="1810"/>
                      <a:pt x="2644" y="740"/>
                    </a:cubicBezTo>
                    <a:cubicBezTo>
                      <a:pt x="2847" y="433"/>
                      <a:pt x="3092" y="261"/>
                      <a:pt x="3375" y="205"/>
                    </a:cubicBezTo>
                    <a:cubicBezTo>
                      <a:pt x="3417" y="197"/>
                      <a:pt x="3459" y="194"/>
                      <a:pt x="3502" y="194"/>
                    </a:cubicBezTo>
                    <a:cubicBezTo>
                      <a:pt x="4857" y="194"/>
                      <a:pt x="6953" y="4005"/>
                      <a:pt x="6971" y="4047"/>
                    </a:cubicBezTo>
                    <a:cubicBezTo>
                      <a:pt x="6989" y="4087"/>
                      <a:pt x="7022" y="4104"/>
                      <a:pt x="7055" y="4104"/>
                    </a:cubicBezTo>
                    <a:cubicBezTo>
                      <a:pt x="7123" y="4104"/>
                      <a:pt x="7193" y="4034"/>
                      <a:pt x="7143" y="3955"/>
                    </a:cubicBezTo>
                    <a:cubicBezTo>
                      <a:pt x="7048" y="3789"/>
                      <a:pt x="4967" y="1"/>
                      <a:pt x="349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9"/>
              <p:cNvSpPr/>
              <p:nvPr/>
            </p:nvSpPr>
            <p:spPr>
              <a:xfrm>
                <a:off x="6644800" y="2204650"/>
                <a:ext cx="29925" cy="93050"/>
              </a:xfrm>
              <a:custGeom>
                <a:rect b="b" l="l" r="r" t="t"/>
                <a:pathLst>
                  <a:path extrusionOk="0" h="3722" w="1197">
                    <a:moveTo>
                      <a:pt x="1065" y="1"/>
                    </a:moveTo>
                    <a:cubicBezTo>
                      <a:pt x="1030" y="1"/>
                      <a:pt x="995" y="19"/>
                      <a:pt x="978" y="65"/>
                    </a:cubicBezTo>
                    <a:cubicBezTo>
                      <a:pt x="941" y="151"/>
                      <a:pt x="1" y="2210"/>
                      <a:pt x="585" y="3667"/>
                    </a:cubicBezTo>
                    <a:cubicBezTo>
                      <a:pt x="597" y="3704"/>
                      <a:pt x="634" y="3722"/>
                      <a:pt x="671" y="3722"/>
                    </a:cubicBezTo>
                    <a:cubicBezTo>
                      <a:pt x="738" y="3722"/>
                      <a:pt x="788" y="3654"/>
                      <a:pt x="763" y="3593"/>
                    </a:cubicBezTo>
                    <a:cubicBezTo>
                      <a:pt x="210" y="2210"/>
                      <a:pt x="1144" y="163"/>
                      <a:pt x="1156" y="145"/>
                    </a:cubicBezTo>
                    <a:cubicBezTo>
                      <a:pt x="1196" y="65"/>
                      <a:pt x="1130" y="1"/>
                      <a:pt x="10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9"/>
              <p:cNvSpPr/>
              <p:nvPr/>
            </p:nvSpPr>
            <p:spPr>
              <a:xfrm>
                <a:off x="6874700" y="1817825"/>
                <a:ext cx="136025" cy="445475"/>
              </a:xfrm>
              <a:custGeom>
                <a:rect b="b" l="l" r="r" t="t"/>
                <a:pathLst>
                  <a:path extrusionOk="0" h="17819" w="5441">
                    <a:moveTo>
                      <a:pt x="2096" y="1"/>
                    </a:moveTo>
                    <a:cubicBezTo>
                      <a:pt x="2033" y="1"/>
                      <a:pt x="1970" y="6"/>
                      <a:pt x="1906" y="17"/>
                    </a:cubicBezTo>
                    <a:cubicBezTo>
                      <a:pt x="836" y="195"/>
                      <a:pt x="338" y="1597"/>
                      <a:pt x="172" y="2193"/>
                    </a:cubicBezTo>
                    <a:cubicBezTo>
                      <a:pt x="86" y="2507"/>
                      <a:pt x="0" y="2900"/>
                      <a:pt x="92" y="2980"/>
                    </a:cubicBezTo>
                    <a:cubicBezTo>
                      <a:pt x="110" y="2994"/>
                      <a:pt x="133" y="3000"/>
                      <a:pt x="154" y="3000"/>
                    </a:cubicBezTo>
                    <a:cubicBezTo>
                      <a:pt x="169" y="3000"/>
                      <a:pt x="184" y="2997"/>
                      <a:pt x="197" y="2992"/>
                    </a:cubicBezTo>
                    <a:cubicBezTo>
                      <a:pt x="246" y="2968"/>
                      <a:pt x="271" y="2912"/>
                      <a:pt x="246" y="2863"/>
                    </a:cubicBezTo>
                    <a:cubicBezTo>
                      <a:pt x="246" y="2863"/>
                      <a:pt x="246" y="2857"/>
                      <a:pt x="240" y="2857"/>
                    </a:cubicBezTo>
                    <a:cubicBezTo>
                      <a:pt x="234" y="2562"/>
                      <a:pt x="719" y="411"/>
                      <a:pt x="1930" y="208"/>
                    </a:cubicBezTo>
                    <a:cubicBezTo>
                      <a:pt x="1988" y="197"/>
                      <a:pt x="2044" y="192"/>
                      <a:pt x="2100" y="192"/>
                    </a:cubicBezTo>
                    <a:cubicBezTo>
                      <a:pt x="2365" y="192"/>
                      <a:pt x="2608" y="313"/>
                      <a:pt x="2822" y="552"/>
                    </a:cubicBezTo>
                    <a:cubicBezTo>
                      <a:pt x="3535" y="1333"/>
                      <a:pt x="3756" y="3164"/>
                      <a:pt x="3326" y="4719"/>
                    </a:cubicBezTo>
                    <a:cubicBezTo>
                      <a:pt x="2748" y="6846"/>
                      <a:pt x="3664" y="9293"/>
                      <a:pt x="4469" y="10276"/>
                    </a:cubicBezTo>
                    <a:cubicBezTo>
                      <a:pt x="5121" y="11075"/>
                      <a:pt x="5286" y="16681"/>
                      <a:pt x="4942" y="17695"/>
                    </a:cubicBezTo>
                    <a:cubicBezTo>
                      <a:pt x="4924" y="17744"/>
                      <a:pt x="4948" y="17794"/>
                      <a:pt x="4998" y="17812"/>
                    </a:cubicBezTo>
                    <a:cubicBezTo>
                      <a:pt x="5010" y="17818"/>
                      <a:pt x="5022" y="17818"/>
                      <a:pt x="5034" y="17818"/>
                    </a:cubicBezTo>
                    <a:cubicBezTo>
                      <a:pt x="5071" y="17818"/>
                      <a:pt x="5114" y="17794"/>
                      <a:pt x="5127" y="17757"/>
                    </a:cubicBezTo>
                    <a:cubicBezTo>
                      <a:pt x="5440" y="16828"/>
                      <a:pt x="5373" y="11069"/>
                      <a:pt x="4623" y="10153"/>
                    </a:cubicBezTo>
                    <a:cubicBezTo>
                      <a:pt x="4014" y="9416"/>
                      <a:pt x="2902" y="7031"/>
                      <a:pt x="3516" y="4769"/>
                    </a:cubicBezTo>
                    <a:cubicBezTo>
                      <a:pt x="3959" y="3158"/>
                      <a:pt x="3713" y="1247"/>
                      <a:pt x="2969" y="423"/>
                    </a:cubicBezTo>
                    <a:cubicBezTo>
                      <a:pt x="2717" y="145"/>
                      <a:pt x="2418" y="1"/>
                      <a:pt x="20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9"/>
              <p:cNvSpPr/>
              <p:nvPr/>
            </p:nvSpPr>
            <p:spPr>
              <a:xfrm>
                <a:off x="7004850" y="2187825"/>
                <a:ext cx="21700" cy="93300"/>
              </a:xfrm>
              <a:custGeom>
                <a:rect b="b" l="l" r="r" t="t"/>
                <a:pathLst>
                  <a:path extrusionOk="0" fill="none" h="3732" w="868">
                    <a:moveTo>
                      <a:pt x="1" y="0"/>
                    </a:moveTo>
                    <a:cubicBezTo>
                      <a:pt x="1" y="0"/>
                      <a:pt x="867" y="2010"/>
                      <a:pt x="628" y="3731"/>
                    </a:cubicBezTo>
                  </a:path>
                </a:pathLst>
              </a:custGeom>
              <a:noFill/>
              <a:ln cap="rnd" cmpd="sng" w="38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9"/>
              <p:cNvSpPr/>
              <p:nvPr/>
            </p:nvSpPr>
            <p:spPr>
              <a:xfrm>
                <a:off x="6733625" y="1928075"/>
                <a:ext cx="127575" cy="952650"/>
              </a:xfrm>
              <a:custGeom>
                <a:rect b="b" l="l" r="r" t="t"/>
                <a:pathLst>
                  <a:path extrusionOk="0" h="38106" w="5103">
                    <a:moveTo>
                      <a:pt x="2121" y="6782"/>
                    </a:moveTo>
                    <a:cubicBezTo>
                      <a:pt x="2638" y="6782"/>
                      <a:pt x="3283" y="7046"/>
                      <a:pt x="3418" y="7304"/>
                    </a:cubicBezTo>
                    <a:cubicBezTo>
                      <a:pt x="3517" y="7495"/>
                      <a:pt x="3412" y="7913"/>
                      <a:pt x="3197" y="8448"/>
                    </a:cubicBezTo>
                    <a:lnTo>
                      <a:pt x="3172" y="8448"/>
                    </a:lnTo>
                    <a:cubicBezTo>
                      <a:pt x="2392" y="8380"/>
                      <a:pt x="1531" y="7765"/>
                      <a:pt x="1494" y="7255"/>
                    </a:cubicBezTo>
                    <a:cubicBezTo>
                      <a:pt x="1476" y="7034"/>
                      <a:pt x="1586" y="6893"/>
                      <a:pt x="1814" y="6825"/>
                    </a:cubicBezTo>
                    <a:cubicBezTo>
                      <a:pt x="1918" y="6794"/>
                      <a:pt x="2017" y="6782"/>
                      <a:pt x="2121" y="6782"/>
                    </a:cubicBezTo>
                    <a:close/>
                    <a:moveTo>
                      <a:pt x="5004" y="1"/>
                    </a:moveTo>
                    <a:cubicBezTo>
                      <a:pt x="4957" y="1"/>
                      <a:pt x="4912" y="31"/>
                      <a:pt x="4912" y="94"/>
                    </a:cubicBezTo>
                    <a:cubicBezTo>
                      <a:pt x="4912" y="156"/>
                      <a:pt x="4740" y="6075"/>
                      <a:pt x="4316" y="7692"/>
                    </a:cubicBezTo>
                    <a:cubicBezTo>
                      <a:pt x="4162" y="8282"/>
                      <a:pt x="3738" y="8429"/>
                      <a:pt x="3400" y="8454"/>
                    </a:cubicBezTo>
                    <a:cubicBezTo>
                      <a:pt x="3627" y="7876"/>
                      <a:pt x="3707" y="7452"/>
                      <a:pt x="3584" y="7224"/>
                    </a:cubicBezTo>
                    <a:cubicBezTo>
                      <a:pt x="3399" y="6873"/>
                      <a:pt x="2697" y="6596"/>
                      <a:pt x="2121" y="6596"/>
                    </a:cubicBezTo>
                    <a:cubicBezTo>
                      <a:pt x="1992" y="6596"/>
                      <a:pt x="1868" y="6610"/>
                      <a:pt x="1759" y="6641"/>
                    </a:cubicBezTo>
                    <a:cubicBezTo>
                      <a:pt x="1439" y="6739"/>
                      <a:pt x="1279" y="6960"/>
                      <a:pt x="1298" y="7274"/>
                    </a:cubicBezTo>
                    <a:cubicBezTo>
                      <a:pt x="1347" y="7876"/>
                      <a:pt x="2238" y="8546"/>
                      <a:pt x="3117" y="8638"/>
                    </a:cubicBezTo>
                    <a:cubicBezTo>
                      <a:pt x="2779" y="9425"/>
                      <a:pt x="2250" y="10415"/>
                      <a:pt x="1783" y="11287"/>
                    </a:cubicBezTo>
                    <a:lnTo>
                      <a:pt x="1648" y="11546"/>
                    </a:lnTo>
                    <a:cubicBezTo>
                      <a:pt x="794" y="13131"/>
                      <a:pt x="1" y="15719"/>
                      <a:pt x="560" y="17778"/>
                    </a:cubicBezTo>
                    <a:cubicBezTo>
                      <a:pt x="1052" y="19573"/>
                      <a:pt x="1728" y="22026"/>
                      <a:pt x="1802" y="23968"/>
                    </a:cubicBezTo>
                    <a:cubicBezTo>
                      <a:pt x="1863" y="25536"/>
                      <a:pt x="1494" y="29568"/>
                      <a:pt x="1298" y="31725"/>
                    </a:cubicBezTo>
                    <a:cubicBezTo>
                      <a:pt x="1255" y="32149"/>
                      <a:pt x="1224" y="32500"/>
                      <a:pt x="1205" y="32746"/>
                    </a:cubicBezTo>
                    <a:cubicBezTo>
                      <a:pt x="1144" y="33422"/>
                      <a:pt x="1298" y="34190"/>
                      <a:pt x="1451" y="35002"/>
                    </a:cubicBezTo>
                    <a:cubicBezTo>
                      <a:pt x="1648" y="36003"/>
                      <a:pt x="1851" y="37036"/>
                      <a:pt x="1679" y="37995"/>
                    </a:cubicBezTo>
                    <a:cubicBezTo>
                      <a:pt x="1666" y="38044"/>
                      <a:pt x="1703" y="38093"/>
                      <a:pt x="1752" y="38106"/>
                    </a:cubicBezTo>
                    <a:lnTo>
                      <a:pt x="1771" y="38106"/>
                    </a:lnTo>
                    <a:cubicBezTo>
                      <a:pt x="1820" y="38106"/>
                      <a:pt x="1857" y="38069"/>
                      <a:pt x="1869" y="38026"/>
                    </a:cubicBezTo>
                    <a:cubicBezTo>
                      <a:pt x="2041" y="37036"/>
                      <a:pt x="1838" y="35985"/>
                      <a:pt x="1642" y="34965"/>
                    </a:cubicBezTo>
                    <a:cubicBezTo>
                      <a:pt x="1488" y="34166"/>
                      <a:pt x="1341" y="33416"/>
                      <a:pt x="1396" y="32758"/>
                    </a:cubicBezTo>
                    <a:cubicBezTo>
                      <a:pt x="1414" y="32512"/>
                      <a:pt x="1451" y="32168"/>
                      <a:pt x="1488" y="31744"/>
                    </a:cubicBezTo>
                    <a:cubicBezTo>
                      <a:pt x="1685" y="29580"/>
                      <a:pt x="2054" y="25542"/>
                      <a:pt x="1992" y="23956"/>
                    </a:cubicBezTo>
                    <a:cubicBezTo>
                      <a:pt x="1918" y="21995"/>
                      <a:pt x="1242" y="19530"/>
                      <a:pt x="750" y="17723"/>
                    </a:cubicBezTo>
                    <a:cubicBezTo>
                      <a:pt x="234" y="15848"/>
                      <a:pt x="910" y="13316"/>
                      <a:pt x="1814" y="11632"/>
                    </a:cubicBezTo>
                    <a:lnTo>
                      <a:pt x="1949" y="11380"/>
                    </a:lnTo>
                    <a:cubicBezTo>
                      <a:pt x="2545" y="10273"/>
                      <a:pt x="3025" y="9351"/>
                      <a:pt x="3326" y="8644"/>
                    </a:cubicBezTo>
                    <a:cubicBezTo>
                      <a:pt x="3922" y="8644"/>
                      <a:pt x="4346" y="8319"/>
                      <a:pt x="4500" y="7741"/>
                    </a:cubicBezTo>
                    <a:cubicBezTo>
                      <a:pt x="4930" y="6100"/>
                      <a:pt x="5096" y="346"/>
                      <a:pt x="5102" y="100"/>
                    </a:cubicBezTo>
                    <a:cubicBezTo>
                      <a:pt x="5102" y="34"/>
                      <a:pt x="5052" y="1"/>
                      <a:pt x="50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9"/>
              <p:cNvSpPr/>
              <p:nvPr/>
            </p:nvSpPr>
            <p:spPr>
              <a:xfrm>
                <a:off x="6840900" y="1921975"/>
                <a:ext cx="88525" cy="958750"/>
              </a:xfrm>
              <a:custGeom>
                <a:rect b="b" l="l" r="r" t="t"/>
                <a:pathLst>
                  <a:path extrusionOk="0" h="38350" w="3541">
                    <a:moveTo>
                      <a:pt x="2436" y="7239"/>
                    </a:moveTo>
                    <a:cubicBezTo>
                      <a:pt x="2780" y="7239"/>
                      <a:pt x="3073" y="7357"/>
                      <a:pt x="3190" y="7555"/>
                    </a:cubicBezTo>
                    <a:cubicBezTo>
                      <a:pt x="3301" y="7751"/>
                      <a:pt x="3073" y="8132"/>
                      <a:pt x="2680" y="8409"/>
                    </a:cubicBezTo>
                    <a:cubicBezTo>
                      <a:pt x="2438" y="8578"/>
                      <a:pt x="2126" y="8707"/>
                      <a:pt x="1817" y="8707"/>
                    </a:cubicBezTo>
                    <a:cubicBezTo>
                      <a:pt x="1608" y="8707"/>
                      <a:pt x="1401" y="8648"/>
                      <a:pt x="1217" y="8501"/>
                    </a:cubicBezTo>
                    <a:cubicBezTo>
                      <a:pt x="1260" y="8274"/>
                      <a:pt x="1322" y="8059"/>
                      <a:pt x="1383" y="7856"/>
                    </a:cubicBezTo>
                    <a:cubicBezTo>
                      <a:pt x="1506" y="7475"/>
                      <a:pt x="1918" y="7290"/>
                      <a:pt x="2274" y="7247"/>
                    </a:cubicBezTo>
                    <a:cubicBezTo>
                      <a:pt x="2329" y="7241"/>
                      <a:pt x="2383" y="7239"/>
                      <a:pt x="2436" y="7239"/>
                    </a:cubicBezTo>
                    <a:close/>
                    <a:moveTo>
                      <a:pt x="1085" y="1"/>
                    </a:moveTo>
                    <a:cubicBezTo>
                      <a:pt x="1042" y="1"/>
                      <a:pt x="998" y="28"/>
                      <a:pt x="990" y="86"/>
                    </a:cubicBezTo>
                    <a:cubicBezTo>
                      <a:pt x="953" y="381"/>
                      <a:pt x="0" y="7370"/>
                      <a:pt x="916" y="8470"/>
                    </a:cubicBezTo>
                    <a:cubicBezTo>
                      <a:pt x="940" y="8507"/>
                      <a:pt x="971" y="8538"/>
                      <a:pt x="1008" y="8575"/>
                    </a:cubicBezTo>
                    <a:cubicBezTo>
                      <a:pt x="867" y="9362"/>
                      <a:pt x="873" y="10345"/>
                      <a:pt x="1408" y="11753"/>
                    </a:cubicBezTo>
                    <a:cubicBezTo>
                      <a:pt x="1512" y="12036"/>
                      <a:pt x="1635" y="12331"/>
                      <a:pt x="1758" y="12644"/>
                    </a:cubicBezTo>
                    <a:cubicBezTo>
                      <a:pt x="2453" y="14390"/>
                      <a:pt x="3319" y="16566"/>
                      <a:pt x="3172" y="19043"/>
                    </a:cubicBezTo>
                    <a:cubicBezTo>
                      <a:pt x="3086" y="20493"/>
                      <a:pt x="2741" y="21471"/>
                      <a:pt x="2434" y="22337"/>
                    </a:cubicBezTo>
                    <a:cubicBezTo>
                      <a:pt x="2114" y="23235"/>
                      <a:pt x="1838" y="24015"/>
                      <a:pt x="1893" y="25103"/>
                    </a:cubicBezTo>
                    <a:cubicBezTo>
                      <a:pt x="1936" y="25909"/>
                      <a:pt x="2065" y="26972"/>
                      <a:pt x="2194" y="28103"/>
                    </a:cubicBezTo>
                    <a:cubicBezTo>
                      <a:pt x="2422" y="30002"/>
                      <a:pt x="2649" y="31969"/>
                      <a:pt x="2551" y="33113"/>
                    </a:cubicBezTo>
                    <a:cubicBezTo>
                      <a:pt x="2502" y="33684"/>
                      <a:pt x="2416" y="34262"/>
                      <a:pt x="2336" y="34815"/>
                    </a:cubicBezTo>
                    <a:cubicBezTo>
                      <a:pt x="2145" y="36088"/>
                      <a:pt x="1967" y="37286"/>
                      <a:pt x="2225" y="38276"/>
                    </a:cubicBezTo>
                    <a:cubicBezTo>
                      <a:pt x="2231" y="38319"/>
                      <a:pt x="2274" y="38343"/>
                      <a:pt x="2317" y="38350"/>
                    </a:cubicBezTo>
                    <a:lnTo>
                      <a:pt x="2336" y="38350"/>
                    </a:lnTo>
                    <a:cubicBezTo>
                      <a:pt x="2391" y="38331"/>
                      <a:pt x="2422" y="38282"/>
                      <a:pt x="2403" y="38233"/>
                    </a:cubicBezTo>
                    <a:cubicBezTo>
                      <a:pt x="2158" y="37280"/>
                      <a:pt x="2336" y="36100"/>
                      <a:pt x="2520" y="34852"/>
                    </a:cubicBezTo>
                    <a:cubicBezTo>
                      <a:pt x="2606" y="34287"/>
                      <a:pt x="2692" y="33709"/>
                      <a:pt x="2741" y="33137"/>
                    </a:cubicBezTo>
                    <a:cubicBezTo>
                      <a:pt x="2840" y="31969"/>
                      <a:pt x="2606" y="29996"/>
                      <a:pt x="2385" y="28085"/>
                    </a:cubicBezTo>
                    <a:cubicBezTo>
                      <a:pt x="2250" y="26960"/>
                      <a:pt x="2127" y="25896"/>
                      <a:pt x="2084" y="25097"/>
                    </a:cubicBezTo>
                    <a:cubicBezTo>
                      <a:pt x="2028" y="24046"/>
                      <a:pt x="2299" y="23272"/>
                      <a:pt x="2612" y="22399"/>
                    </a:cubicBezTo>
                    <a:cubicBezTo>
                      <a:pt x="2920" y="21520"/>
                      <a:pt x="3270" y="20530"/>
                      <a:pt x="3362" y="19055"/>
                    </a:cubicBezTo>
                    <a:cubicBezTo>
                      <a:pt x="3510" y="16535"/>
                      <a:pt x="2637" y="14341"/>
                      <a:pt x="1930" y="12570"/>
                    </a:cubicBezTo>
                    <a:cubicBezTo>
                      <a:pt x="1807" y="12263"/>
                      <a:pt x="1690" y="11968"/>
                      <a:pt x="1580" y="11685"/>
                    </a:cubicBezTo>
                    <a:cubicBezTo>
                      <a:pt x="1088" y="10382"/>
                      <a:pt x="1057" y="9454"/>
                      <a:pt x="1174" y="8716"/>
                    </a:cubicBezTo>
                    <a:lnTo>
                      <a:pt x="1174" y="8716"/>
                    </a:lnTo>
                    <a:cubicBezTo>
                      <a:pt x="1373" y="8850"/>
                      <a:pt x="1590" y="8905"/>
                      <a:pt x="1807" y="8905"/>
                    </a:cubicBezTo>
                    <a:cubicBezTo>
                      <a:pt x="2159" y="8905"/>
                      <a:pt x="2513" y="8759"/>
                      <a:pt x="2791" y="8569"/>
                    </a:cubicBezTo>
                    <a:cubicBezTo>
                      <a:pt x="3215" y="8268"/>
                      <a:pt x="3541" y="7794"/>
                      <a:pt x="3350" y="7462"/>
                    </a:cubicBezTo>
                    <a:cubicBezTo>
                      <a:pt x="3198" y="7205"/>
                      <a:pt x="2862" y="7056"/>
                      <a:pt x="2461" y="7056"/>
                    </a:cubicBezTo>
                    <a:cubicBezTo>
                      <a:pt x="2392" y="7056"/>
                      <a:pt x="2322" y="7060"/>
                      <a:pt x="2250" y="7069"/>
                    </a:cubicBezTo>
                    <a:cubicBezTo>
                      <a:pt x="1838" y="7118"/>
                      <a:pt x="1340" y="7333"/>
                      <a:pt x="1199" y="7807"/>
                    </a:cubicBezTo>
                    <a:cubicBezTo>
                      <a:pt x="1149" y="7979"/>
                      <a:pt x="1094" y="8157"/>
                      <a:pt x="1051" y="8341"/>
                    </a:cubicBezTo>
                    <a:cubicBezTo>
                      <a:pt x="375" y="7493"/>
                      <a:pt x="836" y="2588"/>
                      <a:pt x="1180" y="111"/>
                    </a:cubicBezTo>
                    <a:cubicBezTo>
                      <a:pt x="1190" y="40"/>
                      <a:pt x="1138" y="1"/>
                      <a:pt x="10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9"/>
              <p:cNvSpPr/>
              <p:nvPr/>
            </p:nvSpPr>
            <p:spPr>
              <a:xfrm>
                <a:off x="6782350" y="1682025"/>
                <a:ext cx="75150" cy="206625"/>
              </a:xfrm>
              <a:custGeom>
                <a:rect b="b" l="l" r="r" t="t"/>
                <a:pathLst>
                  <a:path extrusionOk="0" h="8265" w="3006">
                    <a:moveTo>
                      <a:pt x="790" y="1"/>
                    </a:moveTo>
                    <a:cubicBezTo>
                      <a:pt x="777" y="1"/>
                      <a:pt x="764" y="3"/>
                      <a:pt x="750" y="9"/>
                    </a:cubicBezTo>
                    <a:cubicBezTo>
                      <a:pt x="0" y="298"/>
                      <a:pt x="203" y="1060"/>
                      <a:pt x="314" y="1472"/>
                    </a:cubicBezTo>
                    <a:cubicBezTo>
                      <a:pt x="430" y="1915"/>
                      <a:pt x="676" y="2314"/>
                      <a:pt x="904" y="2695"/>
                    </a:cubicBezTo>
                    <a:cubicBezTo>
                      <a:pt x="947" y="2763"/>
                      <a:pt x="984" y="2825"/>
                      <a:pt x="1027" y="2892"/>
                    </a:cubicBezTo>
                    <a:cubicBezTo>
                      <a:pt x="1992" y="4503"/>
                      <a:pt x="2600" y="6310"/>
                      <a:pt x="2815" y="8178"/>
                    </a:cubicBezTo>
                    <a:cubicBezTo>
                      <a:pt x="2815" y="8228"/>
                      <a:pt x="2858" y="8258"/>
                      <a:pt x="2908" y="8264"/>
                    </a:cubicBezTo>
                    <a:lnTo>
                      <a:pt x="2920" y="8258"/>
                    </a:lnTo>
                    <a:cubicBezTo>
                      <a:pt x="2969" y="8252"/>
                      <a:pt x="3006" y="8209"/>
                      <a:pt x="3006" y="8154"/>
                    </a:cubicBezTo>
                    <a:cubicBezTo>
                      <a:pt x="2785" y="6261"/>
                      <a:pt x="2164" y="4429"/>
                      <a:pt x="1186" y="2794"/>
                    </a:cubicBezTo>
                    <a:cubicBezTo>
                      <a:pt x="1143" y="2726"/>
                      <a:pt x="1107" y="2659"/>
                      <a:pt x="1070" y="2597"/>
                    </a:cubicBezTo>
                    <a:cubicBezTo>
                      <a:pt x="842" y="2228"/>
                      <a:pt x="609" y="1841"/>
                      <a:pt x="498" y="1423"/>
                    </a:cubicBezTo>
                    <a:cubicBezTo>
                      <a:pt x="357" y="894"/>
                      <a:pt x="271" y="397"/>
                      <a:pt x="818" y="188"/>
                    </a:cubicBezTo>
                    <a:cubicBezTo>
                      <a:pt x="926" y="144"/>
                      <a:pt x="882" y="1"/>
                      <a:pt x="7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9"/>
              <p:cNvSpPr/>
              <p:nvPr/>
            </p:nvSpPr>
            <p:spPr>
              <a:xfrm>
                <a:off x="6843500" y="1674825"/>
                <a:ext cx="49650" cy="216425"/>
              </a:xfrm>
              <a:custGeom>
                <a:rect b="b" l="l" r="r" t="t"/>
                <a:pathLst>
                  <a:path extrusionOk="0" h="8657" w="1986">
                    <a:moveTo>
                      <a:pt x="1141" y="0"/>
                    </a:moveTo>
                    <a:cubicBezTo>
                      <a:pt x="1025" y="0"/>
                      <a:pt x="1016" y="187"/>
                      <a:pt x="1144" y="193"/>
                    </a:cubicBezTo>
                    <a:cubicBezTo>
                      <a:pt x="1402" y="224"/>
                      <a:pt x="1765" y="500"/>
                      <a:pt x="1783" y="746"/>
                    </a:cubicBezTo>
                    <a:cubicBezTo>
                      <a:pt x="1789" y="937"/>
                      <a:pt x="1691" y="1090"/>
                      <a:pt x="1574" y="1269"/>
                    </a:cubicBezTo>
                    <a:cubicBezTo>
                      <a:pt x="1525" y="1336"/>
                      <a:pt x="1482" y="1404"/>
                      <a:pt x="1445" y="1478"/>
                    </a:cubicBezTo>
                    <a:cubicBezTo>
                      <a:pt x="253" y="3653"/>
                      <a:pt x="1" y="6223"/>
                      <a:pt x="744" y="8589"/>
                    </a:cubicBezTo>
                    <a:cubicBezTo>
                      <a:pt x="757" y="8632"/>
                      <a:pt x="793" y="8657"/>
                      <a:pt x="836" y="8657"/>
                    </a:cubicBezTo>
                    <a:lnTo>
                      <a:pt x="861" y="8657"/>
                    </a:lnTo>
                    <a:cubicBezTo>
                      <a:pt x="916" y="8638"/>
                      <a:pt x="941" y="8583"/>
                      <a:pt x="923" y="8534"/>
                    </a:cubicBezTo>
                    <a:cubicBezTo>
                      <a:pt x="197" y="6217"/>
                      <a:pt x="443" y="3703"/>
                      <a:pt x="1611" y="1570"/>
                    </a:cubicBezTo>
                    <a:cubicBezTo>
                      <a:pt x="1648" y="1502"/>
                      <a:pt x="1691" y="1441"/>
                      <a:pt x="1734" y="1373"/>
                    </a:cubicBezTo>
                    <a:cubicBezTo>
                      <a:pt x="1857" y="1189"/>
                      <a:pt x="1986" y="992"/>
                      <a:pt x="1974" y="734"/>
                    </a:cubicBezTo>
                    <a:cubicBezTo>
                      <a:pt x="1955" y="383"/>
                      <a:pt x="1513" y="39"/>
                      <a:pt x="1162" y="2"/>
                    </a:cubicBezTo>
                    <a:cubicBezTo>
                      <a:pt x="1155" y="1"/>
                      <a:pt x="1148" y="0"/>
                      <a:pt x="114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9"/>
              <p:cNvSpPr/>
              <p:nvPr/>
            </p:nvSpPr>
            <p:spPr>
              <a:xfrm>
                <a:off x="6663250" y="1824700"/>
                <a:ext cx="189850" cy="422925"/>
              </a:xfrm>
              <a:custGeom>
                <a:rect b="b" l="l" r="r" t="t"/>
                <a:pathLst>
                  <a:path extrusionOk="0" h="16917" w="7594">
                    <a:moveTo>
                      <a:pt x="3701" y="0"/>
                    </a:moveTo>
                    <a:cubicBezTo>
                      <a:pt x="3307" y="7"/>
                      <a:pt x="2939" y="185"/>
                      <a:pt x="2686" y="486"/>
                    </a:cubicBezTo>
                    <a:cubicBezTo>
                      <a:pt x="1697" y="1580"/>
                      <a:pt x="1660" y="4346"/>
                      <a:pt x="1789" y="5809"/>
                    </a:cubicBezTo>
                    <a:cubicBezTo>
                      <a:pt x="1949" y="7549"/>
                      <a:pt x="1949" y="9976"/>
                      <a:pt x="1039" y="11648"/>
                    </a:cubicBezTo>
                    <a:cubicBezTo>
                      <a:pt x="0" y="13554"/>
                      <a:pt x="117" y="16148"/>
                      <a:pt x="529" y="16867"/>
                    </a:cubicBezTo>
                    <a:cubicBezTo>
                      <a:pt x="547" y="16898"/>
                      <a:pt x="578" y="16916"/>
                      <a:pt x="609" y="16916"/>
                    </a:cubicBezTo>
                    <a:cubicBezTo>
                      <a:pt x="627" y="16916"/>
                      <a:pt x="646" y="16910"/>
                      <a:pt x="658" y="16904"/>
                    </a:cubicBezTo>
                    <a:cubicBezTo>
                      <a:pt x="701" y="16879"/>
                      <a:pt x="720" y="16818"/>
                      <a:pt x="695" y="16775"/>
                    </a:cubicBezTo>
                    <a:cubicBezTo>
                      <a:pt x="295" y="16068"/>
                      <a:pt x="240" y="13517"/>
                      <a:pt x="1205" y="11734"/>
                    </a:cubicBezTo>
                    <a:cubicBezTo>
                      <a:pt x="2133" y="10026"/>
                      <a:pt x="2139" y="7555"/>
                      <a:pt x="1980" y="5791"/>
                    </a:cubicBezTo>
                    <a:cubicBezTo>
                      <a:pt x="1851" y="4365"/>
                      <a:pt x="1881" y="1666"/>
                      <a:pt x="2828" y="615"/>
                    </a:cubicBezTo>
                    <a:cubicBezTo>
                      <a:pt x="3043" y="351"/>
                      <a:pt x="3363" y="197"/>
                      <a:pt x="3701" y="191"/>
                    </a:cubicBezTo>
                    <a:lnTo>
                      <a:pt x="3744" y="191"/>
                    </a:lnTo>
                    <a:cubicBezTo>
                      <a:pt x="5545" y="191"/>
                      <a:pt x="7370" y="2305"/>
                      <a:pt x="7389" y="2324"/>
                    </a:cubicBezTo>
                    <a:cubicBezTo>
                      <a:pt x="7410" y="2349"/>
                      <a:pt x="7435" y="2360"/>
                      <a:pt x="7459" y="2360"/>
                    </a:cubicBezTo>
                    <a:cubicBezTo>
                      <a:pt x="7530" y="2360"/>
                      <a:pt x="7594" y="2274"/>
                      <a:pt x="7530" y="2201"/>
                    </a:cubicBezTo>
                    <a:cubicBezTo>
                      <a:pt x="7456" y="2109"/>
                      <a:pt x="5631" y="0"/>
                      <a:pt x="37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9"/>
              <p:cNvSpPr/>
              <p:nvPr/>
            </p:nvSpPr>
            <p:spPr>
              <a:xfrm>
                <a:off x="6649875" y="2188025"/>
                <a:ext cx="24350" cy="88625"/>
              </a:xfrm>
              <a:custGeom>
                <a:rect b="b" l="l" r="r" t="t"/>
                <a:pathLst>
                  <a:path extrusionOk="0" h="3545" w="974">
                    <a:moveTo>
                      <a:pt x="856" y="0"/>
                    </a:moveTo>
                    <a:cubicBezTo>
                      <a:pt x="824" y="0"/>
                      <a:pt x="793" y="16"/>
                      <a:pt x="775" y="54"/>
                    </a:cubicBezTo>
                    <a:cubicBezTo>
                      <a:pt x="738" y="133"/>
                      <a:pt x="1" y="2008"/>
                      <a:pt x="222" y="3465"/>
                    </a:cubicBezTo>
                    <a:cubicBezTo>
                      <a:pt x="228" y="3508"/>
                      <a:pt x="271" y="3545"/>
                      <a:pt x="320" y="3545"/>
                    </a:cubicBezTo>
                    <a:lnTo>
                      <a:pt x="339" y="3545"/>
                    </a:lnTo>
                    <a:cubicBezTo>
                      <a:pt x="388" y="3533"/>
                      <a:pt x="419" y="3483"/>
                      <a:pt x="412" y="3434"/>
                    </a:cubicBezTo>
                    <a:cubicBezTo>
                      <a:pt x="197" y="2033"/>
                      <a:pt x="941" y="146"/>
                      <a:pt x="953" y="127"/>
                    </a:cubicBezTo>
                    <a:cubicBezTo>
                      <a:pt x="973" y="52"/>
                      <a:pt x="914" y="0"/>
                      <a:pt x="85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9"/>
              <p:cNvSpPr/>
              <p:nvPr/>
            </p:nvSpPr>
            <p:spPr>
              <a:xfrm>
                <a:off x="6750075" y="1931500"/>
                <a:ext cx="118350" cy="761450"/>
              </a:xfrm>
              <a:custGeom>
                <a:rect b="b" l="l" r="r" t="t"/>
                <a:pathLst>
                  <a:path extrusionOk="0" h="30458" w="4734">
                    <a:moveTo>
                      <a:pt x="1972" y="6287"/>
                    </a:moveTo>
                    <a:cubicBezTo>
                      <a:pt x="1993" y="6287"/>
                      <a:pt x="2014" y="6287"/>
                      <a:pt x="2035" y="6288"/>
                    </a:cubicBezTo>
                    <a:cubicBezTo>
                      <a:pt x="2490" y="6288"/>
                      <a:pt x="2994" y="6424"/>
                      <a:pt x="3252" y="6756"/>
                    </a:cubicBezTo>
                    <a:cubicBezTo>
                      <a:pt x="3363" y="6891"/>
                      <a:pt x="3418" y="7063"/>
                      <a:pt x="3424" y="7235"/>
                    </a:cubicBezTo>
                    <a:cubicBezTo>
                      <a:pt x="3210" y="7437"/>
                      <a:pt x="2865" y="7527"/>
                      <a:pt x="2500" y="7527"/>
                    </a:cubicBezTo>
                    <a:cubicBezTo>
                      <a:pt x="2142" y="7527"/>
                      <a:pt x="1765" y="7440"/>
                      <a:pt x="1476" y="7284"/>
                    </a:cubicBezTo>
                    <a:cubicBezTo>
                      <a:pt x="1291" y="7186"/>
                      <a:pt x="996" y="6977"/>
                      <a:pt x="1082" y="6688"/>
                    </a:cubicBezTo>
                    <a:cubicBezTo>
                      <a:pt x="1137" y="6516"/>
                      <a:pt x="1359" y="6381"/>
                      <a:pt x="1678" y="6319"/>
                    </a:cubicBezTo>
                    <a:cubicBezTo>
                      <a:pt x="1775" y="6299"/>
                      <a:pt x="1872" y="6287"/>
                      <a:pt x="1972" y="6287"/>
                    </a:cubicBezTo>
                    <a:close/>
                    <a:moveTo>
                      <a:pt x="4168" y="0"/>
                    </a:moveTo>
                    <a:cubicBezTo>
                      <a:pt x="4119" y="6"/>
                      <a:pt x="4076" y="50"/>
                      <a:pt x="4082" y="105"/>
                    </a:cubicBezTo>
                    <a:cubicBezTo>
                      <a:pt x="4088" y="160"/>
                      <a:pt x="4512" y="5495"/>
                      <a:pt x="3590" y="7020"/>
                    </a:cubicBezTo>
                    <a:cubicBezTo>
                      <a:pt x="3553" y="6879"/>
                      <a:pt x="3492" y="6743"/>
                      <a:pt x="3399" y="6633"/>
                    </a:cubicBezTo>
                    <a:cubicBezTo>
                      <a:pt x="3101" y="6257"/>
                      <a:pt x="2548" y="6092"/>
                      <a:pt x="2042" y="6092"/>
                    </a:cubicBezTo>
                    <a:cubicBezTo>
                      <a:pt x="1903" y="6092"/>
                      <a:pt x="1767" y="6105"/>
                      <a:pt x="1641" y="6129"/>
                    </a:cubicBezTo>
                    <a:cubicBezTo>
                      <a:pt x="1248" y="6202"/>
                      <a:pt x="978" y="6381"/>
                      <a:pt x="904" y="6626"/>
                    </a:cubicBezTo>
                    <a:cubicBezTo>
                      <a:pt x="806" y="6934"/>
                      <a:pt x="984" y="7235"/>
                      <a:pt x="1383" y="7450"/>
                    </a:cubicBezTo>
                    <a:cubicBezTo>
                      <a:pt x="1679" y="7608"/>
                      <a:pt x="2099" y="7713"/>
                      <a:pt x="2509" y="7713"/>
                    </a:cubicBezTo>
                    <a:cubicBezTo>
                      <a:pt x="2833" y="7713"/>
                      <a:pt x="3149" y="7648"/>
                      <a:pt x="3393" y="7493"/>
                    </a:cubicBezTo>
                    <a:lnTo>
                      <a:pt x="3393" y="7493"/>
                    </a:lnTo>
                    <a:cubicBezTo>
                      <a:pt x="3369" y="7598"/>
                      <a:pt x="3338" y="7702"/>
                      <a:pt x="3295" y="7794"/>
                    </a:cubicBezTo>
                    <a:cubicBezTo>
                      <a:pt x="3086" y="8268"/>
                      <a:pt x="2815" y="8747"/>
                      <a:pt x="2533" y="9257"/>
                    </a:cubicBezTo>
                    <a:cubicBezTo>
                      <a:pt x="1721" y="10720"/>
                      <a:pt x="793" y="12374"/>
                      <a:pt x="547" y="15047"/>
                    </a:cubicBezTo>
                    <a:cubicBezTo>
                      <a:pt x="344" y="17223"/>
                      <a:pt x="437" y="19977"/>
                      <a:pt x="510" y="22190"/>
                    </a:cubicBezTo>
                    <a:cubicBezTo>
                      <a:pt x="560" y="23634"/>
                      <a:pt x="603" y="24876"/>
                      <a:pt x="547" y="25534"/>
                    </a:cubicBezTo>
                    <a:cubicBezTo>
                      <a:pt x="498" y="26081"/>
                      <a:pt x="418" y="26634"/>
                      <a:pt x="332" y="27163"/>
                    </a:cubicBezTo>
                    <a:cubicBezTo>
                      <a:pt x="166" y="28294"/>
                      <a:pt x="0" y="29363"/>
                      <a:pt x="166" y="30377"/>
                    </a:cubicBezTo>
                    <a:cubicBezTo>
                      <a:pt x="172" y="30420"/>
                      <a:pt x="209" y="30457"/>
                      <a:pt x="258" y="30457"/>
                    </a:cubicBezTo>
                    <a:lnTo>
                      <a:pt x="277" y="30457"/>
                    </a:lnTo>
                    <a:cubicBezTo>
                      <a:pt x="326" y="30445"/>
                      <a:pt x="363" y="30396"/>
                      <a:pt x="351" y="30347"/>
                    </a:cubicBezTo>
                    <a:cubicBezTo>
                      <a:pt x="191" y="29363"/>
                      <a:pt x="357" y="28312"/>
                      <a:pt x="523" y="27200"/>
                    </a:cubicBezTo>
                    <a:cubicBezTo>
                      <a:pt x="603" y="26659"/>
                      <a:pt x="689" y="26105"/>
                      <a:pt x="738" y="25552"/>
                    </a:cubicBezTo>
                    <a:cubicBezTo>
                      <a:pt x="793" y="24882"/>
                      <a:pt x="750" y="23634"/>
                      <a:pt x="701" y="22190"/>
                    </a:cubicBezTo>
                    <a:cubicBezTo>
                      <a:pt x="627" y="19983"/>
                      <a:pt x="535" y="17236"/>
                      <a:pt x="738" y="15072"/>
                    </a:cubicBezTo>
                    <a:cubicBezTo>
                      <a:pt x="984" y="12435"/>
                      <a:pt x="1893" y="10800"/>
                      <a:pt x="2699" y="9356"/>
                    </a:cubicBezTo>
                    <a:cubicBezTo>
                      <a:pt x="2988" y="8845"/>
                      <a:pt x="3258" y="8360"/>
                      <a:pt x="3467" y="7874"/>
                    </a:cubicBezTo>
                    <a:cubicBezTo>
                      <a:pt x="3547" y="7696"/>
                      <a:pt x="3596" y="7512"/>
                      <a:pt x="3615" y="7315"/>
                    </a:cubicBezTo>
                    <a:lnTo>
                      <a:pt x="3633" y="7290"/>
                    </a:lnTo>
                    <a:cubicBezTo>
                      <a:pt x="4733" y="5944"/>
                      <a:pt x="4291" y="326"/>
                      <a:pt x="4272" y="93"/>
                    </a:cubicBezTo>
                    <a:cubicBezTo>
                      <a:pt x="4266" y="37"/>
                      <a:pt x="4223" y="0"/>
                      <a:pt x="416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9"/>
              <p:cNvSpPr/>
              <p:nvPr/>
            </p:nvSpPr>
            <p:spPr>
              <a:xfrm>
                <a:off x="6856000" y="1835150"/>
                <a:ext cx="157625" cy="414925"/>
              </a:xfrm>
              <a:custGeom>
                <a:rect b="b" l="l" r="r" t="t"/>
                <a:pathLst>
                  <a:path extrusionOk="0" h="16597" w="6305">
                    <a:moveTo>
                      <a:pt x="2683" y="1"/>
                    </a:moveTo>
                    <a:cubicBezTo>
                      <a:pt x="2626" y="1"/>
                      <a:pt x="2569" y="5"/>
                      <a:pt x="2512" y="13"/>
                    </a:cubicBezTo>
                    <a:cubicBezTo>
                      <a:pt x="269" y="289"/>
                      <a:pt x="23" y="1678"/>
                      <a:pt x="11" y="1740"/>
                    </a:cubicBezTo>
                    <a:cubicBezTo>
                      <a:pt x="0" y="1809"/>
                      <a:pt x="56" y="1849"/>
                      <a:pt x="110" y="1849"/>
                    </a:cubicBezTo>
                    <a:cubicBezTo>
                      <a:pt x="152" y="1849"/>
                      <a:pt x="193" y="1824"/>
                      <a:pt x="201" y="1771"/>
                    </a:cubicBezTo>
                    <a:cubicBezTo>
                      <a:pt x="207" y="1715"/>
                      <a:pt x="441" y="461"/>
                      <a:pt x="2537" y="203"/>
                    </a:cubicBezTo>
                    <a:cubicBezTo>
                      <a:pt x="2587" y="196"/>
                      <a:pt x="2636" y="192"/>
                      <a:pt x="2686" y="192"/>
                    </a:cubicBezTo>
                    <a:cubicBezTo>
                      <a:pt x="2933" y="192"/>
                      <a:pt x="3178" y="280"/>
                      <a:pt x="3367" y="449"/>
                    </a:cubicBezTo>
                    <a:cubicBezTo>
                      <a:pt x="4332" y="1297"/>
                      <a:pt x="4375" y="4076"/>
                      <a:pt x="4406" y="6110"/>
                    </a:cubicBezTo>
                    <a:cubicBezTo>
                      <a:pt x="4412" y="6534"/>
                      <a:pt x="4418" y="6934"/>
                      <a:pt x="4430" y="7284"/>
                    </a:cubicBezTo>
                    <a:cubicBezTo>
                      <a:pt x="4467" y="8188"/>
                      <a:pt x="4738" y="9233"/>
                      <a:pt x="5026" y="10333"/>
                    </a:cubicBezTo>
                    <a:cubicBezTo>
                      <a:pt x="5530" y="12263"/>
                      <a:pt x="6108" y="14451"/>
                      <a:pt x="5530" y="16474"/>
                    </a:cubicBezTo>
                    <a:cubicBezTo>
                      <a:pt x="5518" y="16523"/>
                      <a:pt x="5549" y="16578"/>
                      <a:pt x="5598" y="16590"/>
                    </a:cubicBezTo>
                    <a:cubicBezTo>
                      <a:pt x="5610" y="16590"/>
                      <a:pt x="5617" y="16596"/>
                      <a:pt x="5629" y="16596"/>
                    </a:cubicBezTo>
                    <a:cubicBezTo>
                      <a:pt x="5672" y="16596"/>
                      <a:pt x="5709" y="16566"/>
                      <a:pt x="5721" y="16523"/>
                    </a:cubicBezTo>
                    <a:cubicBezTo>
                      <a:pt x="6305" y="14451"/>
                      <a:pt x="5727" y="12238"/>
                      <a:pt x="5217" y="10284"/>
                    </a:cubicBezTo>
                    <a:cubicBezTo>
                      <a:pt x="4934" y="9196"/>
                      <a:pt x="4658" y="8157"/>
                      <a:pt x="4627" y="7272"/>
                    </a:cubicBezTo>
                    <a:cubicBezTo>
                      <a:pt x="4608" y="6928"/>
                      <a:pt x="4608" y="6528"/>
                      <a:pt x="4602" y="6104"/>
                    </a:cubicBezTo>
                    <a:cubicBezTo>
                      <a:pt x="4565" y="3922"/>
                      <a:pt x="4529" y="1205"/>
                      <a:pt x="3490" y="302"/>
                    </a:cubicBezTo>
                    <a:cubicBezTo>
                      <a:pt x="3268" y="106"/>
                      <a:pt x="2978" y="1"/>
                      <a:pt x="26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9"/>
              <p:cNvSpPr/>
              <p:nvPr/>
            </p:nvSpPr>
            <p:spPr>
              <a:xfrm>
                <a:off x="7000550" y="2168750"/>
                <a:ext cx="21225" cy="92225"/>
              </a:xfrm>
              <a:custGeom>
                <a:rect b="b" l="l" r="r" t="t"/>
                <a:pathLst>
                  <a:path extrusionOk="0" fill="none" h="3689" w="849">
                    <a:moveTo>
                      <a:pt x="0" y="1"/>
                    </a:moveTo>
                    <a:cubicBezTo>
                      <a:pt x="0" y="1"/>
                      <a:pt x="849" y="1212"/>
                      <a:pt x="800" y="3689"/>
                    </a:cubicBezTo>
                  </a:path>
                </a:pathLst>
              </a:custGeom>
              <a:noFill/>
              <a:ln cap="rnd" cmpd="sng" w="38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9"/>
              <p:cNvSpPr/>
              <p:nvPr/>
            </p:nvSpPr>
            <p:spPr>
              <a:xfrm>
                <a:off x="6849800" y="1931475"/>
                <a:ext cx="75325" cy="745800"/>
              </a:xfrm>
              <a:custGeom>
                <a:rect b="b" l="l" r="r" t="t"/>
                <a:pathLst>
                  <a:path extrusionOk="0" h="29832" w="3013">
                    <a:moveTo>
                      <a:pt x="1882" y="6401"/>
                    </a:moveTo>
                    <a:cubicBezTo>
                      <a:pt x="2135" y="6401"/>
                      <a:pt x="2363" y="6476"/>
                      <a:pt x="2502" y="6621"/>
                    </a:cubicBezTo>
                    <a:cubicBezTo>
                      <a:pt x="2588" y="6714"/>
                      <a:pt x="2601" y="6836"/>
                      <a:pt x="2533" y="6984"/>
                    </a:cubicBezTo>
                    <a:cubicBezTo>
                      <a:pt x="2373" y="7321"/>
                      <a:pt x="1844" y="7686"/>
                      <a:pt x="1377" y="7686"/>
                    </a:cubicBezTo>
                    <a:cubicBezTo>
                      <a:pt x="1359" y="7686"/>
                      <a:pt x="1340" y="7686"/>
                      <a:pt x="1322" y="7685"/>
                    </a:cubicBezTo>
                    <a:cubicBezTo>
                      <a:pt x="1021" y="7666"/>
                      <a:pt x="806" y="7494"/>
                      <a:pt x="683" y="7168"/>
                    </a:cubicBezTo>
                    <a:lnTo>
                      <a:pt x="689" y="7168"/>
                    </a:lnTo>
                    <a:cubicBezTo>
                      <a:pt x="781" y="6910"/>
                      <a:pt x="972" y="6695"/>
                      <a:pt x="1224" y="6566"/>
                    </a:cubicBezTo>
                    <a:cubicBezTo>
                      <a:pt x="1433" y="6456"/>
                      <a:pt x="1667" y="6401"/>
                      <a:pt x="1882" y="6401"/>
                    </a:cubicBezTo>
                    <a:close/>
                    <a:moveTo>
                      <a:pt x="568" y="1"/>
                    </a:moveTo>
                    <a:cubicBezTo>
                      <a:pt x="518" y="1"/>
                      <a:pt x="480" y="41"/>
                      <a:pt x="474" y="87"/>
                    </a:cubicBezTo>
                    <a:cubicBezTo>
                      <a:pt x="455" y="315"/>
                      <a:pt x="1" y="5650"/>
                      <a:pt x="480" y="7156"/>
                    </a:cubicBezTo>
                    <a:lnTo>
                      <a:pt x="486" y="7175"/>
                    </a:lnTo>
                    <a:cubicBezTo>
                      <a:pt x="431" y="7384"/>
                      <a:pt x="431" y="7599"/>
                      <a:pt x="480" y="7802"/>
                    </a:cubicBezTo>
                    <a:cubicBezTo>
                      <a:pt x="560" y="8195"/>
                      <a:pt x="738" y="8717"/>
                      <a:pt x="947" y="9326"/>
                    </a:cubicBezTo>
                    <a:cubicBezTo>
                      <a:pt x="1457" y="10844"/>
                      <a:pt x="2164" y="12916"/>
                      <a:pt x="2195" y="15061"/>
                    </a:cubicBezTo>
                    <a:cubicBezTo>
                      <a:pt x="2213" y="16235"/>
                      <a:pt x="2183" y="18005"/>
                      <a:pt x="2152" y="19714"/>
                    </a:cubicBezTo>
                    <a:cubicBezTo>
                      <a:pt x="2097" y="22541"/>
                      <a:pt x="2047" y="25209"/>
                      <a:pt x="2195" y="25805"/>
                    </a:cubicBezTo>
                    <a:cubicBezTo>
                      <a:pt x="2441" y="26764"/>
                      <a:pt x="2730" y="28811"/>
                      <a:pt x="2816" y="29745"/>
                    </a:cubicBezTo>
                    <a:cubicBezTo>
                      <a:pt x="2822" y="29794"/>
                      <a:pt x="2865" y="29831"/>
                      <a:pt x="2914" y="29831"/>
                    </a:cubicBezTo>
                    <a:lnTo>
                      <a:pt x="2920" y="29831"/>
                    </a:lnTo>
                    <a:cubicBezTo>
                      <a:pt x="2969" y="29825"/>
                      <a:pt x="3012" y="29782"/>
                      <a:pt x="3006" y="29727"/>
                    </a:cubicBezTo>
                    <a:cubicBezTo>
                      <a:pt x="2920" y="28786"/>
                      <a:pt x="2625" y="26727"/>
                      <a:pt x="2379" y="25762"/>
                    </a:cubicBezTo>
                    <a:cubicBezTo>
                      <a:pt x="2238" y="25191"/>
                      <a:pt x="2287" y="22406"/>
                      <a:pt x="2336" y="19714"/>
                    </a:cubicBezTo>
                    <a:cubicBezTo>
                      <a:pt x="2373" y="18005"/>
                      <a:pt x="2404" y="16235"/>
                      <a:pt x="2385" y="15055"/>
                    </a:cubicBezTo>
                    <a:cubicBezTo>
                      <a:pt x="2355" y="12885"/>
                      <a:pt x="1642" y="10795"/>
                      <a:pt x="1125" y="9271"/>
                    </a:cubicBezTo>
                    <a:cubicBezTo>
                      <a:pt x="923" y="8662"/>
                      <a:pt x="744" y="8140"/>
                      <a:pt x="664" y="7765"/>
                    </a:cubicBezTo>
                    <a:cubicBezTo>
                      <a:pt x="646" y="7672"/>
                      <a:pt x="634" y="7580"/>
                      <a:pt x="634" y="7482"/>
                    </a:cubicBezTo>
                    <a:lnTo>
                      <a:pt x="634" y="7482"/>
                    </a:lnTo>
                    <a:cubicBezTo>
                      <a:pt x="781" y="7715"/>
                      <a:pt x="1033" y="7863"/>
                      <a:pt x="1310" y="7875"/>
                    </a:cubicBezTo>
                    <a:cubicBezTo>
                      <a:pt x="1336" y="7877"/>
                      <a:pt x="1362" y="7878"/>
                      <a:pt x="1389" y="7878"/>
                    </a:cubicBezTo>
                    <a:cubicBezTo>
                      <a:pt x="1939" y="7878"/>
                      <a:pt x="2523" y="7463"/>
                      <a:pt x="2705" y="7064"/>
                    </a:cubicBezTo>
                    <a:cubicBezTo>
                      <a:pt x="2810" y="6843"/>
                      <a:pt x="2791" y="6640"/>
                      <a:pt x="2644" y="6492"/>
                    </a:cubicBezTo>
                    <a:cubicBezTo>
                      <a:pt x="2467" y="6305"/>
                      <a:pt x="2188" y="6208"/>
                      <a:pt x="1883" y="6208"/>
                    </a:cubicBezTo>
                    <a:cubicBezTo>
                      <a:pt x="1638" y="6208"/>
                      <a:pt x="1376" y="6271"/>
                      <a:pt x="1138" y="6400"/>
                    </a:cubicBezTo>
                    <a:cubicBezTo>
                      <a:pt x="916" y="6511"/>
                      <a:pt x="732" y="6683"/>
                      <a:pt x="609" y="6892"/>
                    </a:cubicBezTo>
                    <a:cubicBezTo>
                      <a:pt x="234" y="5177"/>
                      <a:pt x="658" y="155"/>
                      <a:pt x="664" y="106"/>
                    </a:cubicBezTo>
                    <a:cubicBezTo>
                      <a:pt x="671" y="51"/>
                      <a:pt x="634" y="7"/>
                      <a:pt x="578" y="1"/>
                    </a:cubicBezTo>
                    <a:cubicBezTo>
                      <a:pt x="575" y="1"/>
                      <a:pt x="571" y="1"/>
                      <a:pt x="56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9"/>
              <p:cNvSpPr/>
              <p:nvPr/>
            </p:nvSpPr>
            <p:spPr>
              <a:xfrm>
                <a:off x="6780500" y="1666375"/>
                <a:ext cx="81150" cy="224275"/>
              </a:xfrm>
              <a:custGeom>
                <a:rect b="b" l="l" r="r" t="t"/>
                <a:pathLst>
                  <a:path extrusionOk="0" h="8971" w="3246">
                    <a:moveTo>
                      <a:pt x="823" y="1"/>
                    </a:moveTo>
                    <a:cubicBezTo>
                      <a:pt x="659" y="1"/>
                      <a:pt x="498" y="63"/>
                      <a:pt x="375" y="180"/>
                    </a:cubicBezTo>
                    <a:cubicBezTo>
                      <a:pt x="129" y="420"/>
                      <a:pt x="0" y="752"/>
                      <a:pt x="19" y="1096"/>
                    </a:cubicBezTo>
                    <a:cubicBezTo>
                      <a:pt x="43" y="1502"/>
                      <a:pt x="240" y="1772"/>
                      <a:pt x="455" y="2061"/>
                    </a:cubicBezTo>
                    <a:cubicBezTo>
                      <a:pt x="517" y="2141"/>
                      <a:pt x="578" y="2227"/>
                      <a:pt x="640" y="2320"/>
                    </a:cubicBezTo>
                    <a:cubicBezTo>
                      <a:pt x="1943" y="4287"/>
                      <a:pt x="2773" y="6536"/>
                      <a:pt x="3043" y="8884"/>
                    </a:cubicBezTo>
                    <a:cubicBezTo>
                      <a:pt x="3049" y="8927"/>
                      <a:pt x="3092" y="8964"/>
                      <a:pt x="3141" y="8964"/>
                    </a:cubicBezTo>
                    <a:lnTo>
                      <a:pt x="3154" y="8970"/>
                    </a:lnTo>
                    <a:cubicBezTo>
                      <a:pt x="3209" y="8964"/>
                      <a:pt x="3246" y="8915"/>
                      <a:pt x="3240" y="8866"/>
                    </a:cubicBezTo>
                    <a:cubicBezTo>
                      <a:pt x="2957" y="6487"/>
                      <a:pt x="2121" y="4207"/>
                      <a:pt x="793" y="2215"/>
                    </a:cubicBezTo>
                    <a:cubicBezTo>
                      <a:pt x="732" y="2123"/>
                      <a:pt x="670" y="2037"/>
                      <a:pt x="609" y="1951"/>
                    </a:cubicBezTo>
                    <a:cubicBezTo>
                      <a:pt x="406" y="1674"/>
                      <a:pt x="228" y="1441"/>
                      <a:pt x="209" y="1090"/>
                    </a:cubicBezTo>
                    <a:cubicBezTo>
                      <a:pt x="197" y="801"/>
                      <a:pt x="302" y="525"/>
                      <a:pt x="504" y="322"/>
                    </a:cubicBezTo>
                    <a:cubicBezTo>
                      <a:pt x="594" y="237"/>
                      <a:pt x="712" y="189"/>
                      <a:pt x="833" y="189"/>
                    </a:cubicBezTo>
                    <a:cubicBezTo>
                      <a:pt x="852" y="189"/>
                      <a:pt x="872" y="190"/>
                      <a:pt x="892" y="193"/>
                    </a:cubicBezTo>
                    <a:cubicBezTo>
                      <a:pt x="902" y="196"/>
                      <a:pt x="912" y="197"/>
                      <a:pt x="922" y="197"/>
                    </a:cubicBezTo>
                    <a:cubicBezTo>
                      <a:pt x="1032" y="197"/>
                      <a:pt x="1053" y="14"/>
                      <a:pt x="922" y="8"/>
                    </a:cubicBezTo>
                    <a:cubicBezTo>
                      <a:pt x="889" y="3"/>
                      <a:pt x="856" y="1"/>
                      <a:pt x="8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9"/>
              <p:cNvSpPr/>
              <p:nvPr/>
            </p:nvSpPr>
            <p:spPr>
              <a:xfrm>
                <a:off x="6844425" y="1661800"/>
                <a:ext cx="48275" cy="231150"/>
              </a:xfrm>
              <a:custGeom>
                <a:rect b="b" l="l" r="r" t="t"/>
                <a:pathLst>
                  <a:path extrusionOk="0" h="9246" w="1931">
                    <a:moveTo>
                      <a:pt x="1076" y="0"/>
                    </a:moveTo>
                    <a:cubicBezTo>
                      <a:pt x="1026" y="0"/>
                      <a:pt x="983" y="36"/>
                      <a:pt x="978" y="87"/>
                    </a:cubicBezTo>
                    <a:cubicBezTo>
                      <a:pt x="972" y="136"/>
                      <a:pt x="1008" y="185"/>
                      <a:pt x="1064" y="191"/>
                    </a:cubicBezTo>
                    <a:cubicBezTo>
                      <a:pt x="1488" y="253"/>
                      <a:pt x="1746" y="529"/>
                      <a:pt x="1746" y="941"/>
                    </a:cubicBezTo>
                    <a:cubicBezTo>
                      <a:pt x="1746" y="1304"/>
                      <a:pt x="1568" y="1654"/>
                      <a:pt x="1396" y="1986"/>
                    </a:cubicBezTo>
                    <a:lnTo>
                      <a:pt x="1334" y="2103"/>
                    </a:lnTo>
                    <a:cubicBezTo>
                      <a:pt x="240" y="4291"/>
                      <a:pt x="0" y="6818"/>
                      <a:pt x="664" y="9178"/>
                    </a:cubicBezTo>
                    <a:cubicBezTo>
                      <a:pt x="677" y="9221"/>
                      <a:pt x="713" y="9246"/>
                      <a:pt x="756" y="9246"/>
                    </a:cubicBezTo>
                    <a:lnTo>
                      <a:pt x="781" y="9246"/>
                    </a:lnTo>
                    <a:cubicBezTo>
                      <a:pt x="830" y="9227"/>
                      <a:pt x="861" y="9178"/>
                      <a:pt x="849" y="9129"/>
                    </a:cubicBezTo>
                    <a:cubicBezTo>
                      <a:pt x="191" y="6811"/>
                      <a:pt x="431" y="4334"/>
                      <a:pt x="1506" y="2189"/>
                    </a:cubicBezTo>
                    <a:lnTo>
                      <a:pt x="1562" y="2072"/>
                    </a:lnTo>
                    <a:cubicBezTo>
                      <a:pt x="1746" y="1716"/>
                      <a:pt x="1930" y="1353"/>
                      <a:pt x="1930" y="941"/>
                    </a:cubicBezTo>
                    <a:cubicBezTo>
                      <a:pt x="1930" y="431"/>
                      <a:pt x="1611" y="75"/>
                      <a:pt x="1088" y="1"/>
                    </a:cubicBezTo>
                    <a:cubicBezTo>
                      <a:pt x="1084" y="0"/>
                      <a:pt x="1080" y="0"/>
                      <a:pt x="10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0" name="Google Shape;10310;p89"/>
              <p:cNvGrpSpPr/>
              <p:nvPr/>
            </p:nvGrpSpPr>
            <p:grpSpPr>
              <a:xfrm>
                <a:off x="6814150" y="1867175"/>
                <a:ext cx="117025" cy="84325"/>
                <a:chOff x="6814150" y="1867175"/>
                <a:chExt cx="117025" cy="84325"/>
              </a:xfrm>
            </p:grpSpPr>
            <p:sp>
              <p:nvSpPr>
                <p:cNvPr id="10311" name="Google Shape;10311;p89"/>
                <p:cNvSpPr/>
                <p:nvPr/>
              </p:nvSpPr>
              <p:spPr>
                <a:xfrm>
                  <a:off x="6828600" y="1867175"/>
                  <a:ext cx="102575" cy="78800"/>
                </a:xfrm>
                <a:custGeom>
                  <a:rect b="b" l="l" r="r" t="t"/>
                  <a:pathLst>
                    <a:path extrusionOk="0" h="3152" w="4103">
                      <a:moveTo>
                        <a:pt x="1691" y="0"/>
                      </a:moveTo>
                      <a:cubicBezTo>
                        <a:pt x="1536" y="0"/>
                        <a:pt x="1364" y="13"/>
                        <a:pt x="1174" y="41"/>
                      </a:cubicBezTo>
                      <a:cubicBezTo>
                        <a:pt x="0" y="207"/>
                        <a:pt x="879" y="3120"/>
                        <a:pt x="1691" y="3151"/>
                      </a:cubicBezTo>
                      <a:cubicBezTo>
                        <a:pt x="1693" y="3151"/>
                        <a:pt x="1696" y="3151"/>
                        <a:pt x="1699" y="3151"/>
                      </a:cubicBezTo>
                      <a:cubicBezTo>
                        <a:pt x="2465" y="3151"/>
                        <a:pt x="4102" y="0"/>
                        <a:pt x="16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9"/>
                <p:cNvSpPr/>
                <p:nvPr/>
              </p:nvSpPr>
              <p:spPr>
                <a:xfrm>
                  <a:off x="6814150" y="1872700"/>
                  <a:ext cx="102425" cy="78800"/>
                </a:xfrm>
                <a:custGeom>
                  <a:rect b="b" l="l" r="r" t="t"/>
                  <a:pathLst>
                    <a:path extrusionOk="0" h="3152" w="4097">
                      <a:moveTo>
                        <a:pt x="1685" y="0"/>
                      </a:moveTo>
                      <a:cubicBezTo>
                        <a:pt x="1530" y="0"/>
                        <a:pt x="1358" y="13"/>
                        <a:pt x="1168" y="41"/>
                      </a:cubicBezTo>
                      <a:cubicBezTo>
                        <a:pt x="0" y="213"/>
                        <a:pt x="873" y="3127"/>
                        <a:pt x="1685" y="3151"/>
                      </a:cubicBezTo>
                      <a:cubicBezTo>
                        <a:pt x="1687" y="3151"/>
                        <a:pt x="1690" y="3152"/>
                        <a:pt x="1693" y="3152"/>
                      </a:cubicBezTo>
                      <a:cubicBezTo>
                        <a:pt x="2459" y="3152"/>
                        <a:pt x="4097" y="0"/>
                        <a:pt x="168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313" name="Google Shape;10313;p89"/>
            <p:cNvSpPr/>
            <p:nvPr/>
          </p:nvSpPr>
          <p:spPr>
            <a:xfrm>
              <a:off x="6733325"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6" y="4299"/>
                    <a:pt x="3277" y="4618"/>
                    <a:pt x="3277" y="4618"/>
                  </a:cubicBezTo>
                  <a:cubicBezTo>
                    <a:pt x="4832" y="4372"/>
                    <a:pt x="5286" y="3457"/>
                    <a:pt x="5286" y="3457"/>
                  </a:cubicBezTo>
                  <a:cubicBezTo>
                    <a:pt x="5286" y="3457"/>
                    <a:pt x="6374" y="4372"/>
                    <a:pt x="5987" y="6487"/>
                  </a:cubicBezTo>
                  <a:cubicBezTo>
                    <a:pt x="6264" y="6100"/>
                    <a:pt x="6436" y="5651"/>
                    <a:pt x="6479" y="5178"/>
                  </a:cubicBezTo>
                  <a:cubicBezTo>
                    <a:pt x="6479" y="5129"/>
                    <a:pt x="6479" y="5085"/>
                    <a:pt x="6479" y="5036"/>
                  </a:cubicBezTo>
                  <a:cubicBezTo>
                    <a:pt x="6479" y="4952"/>
                    <a:pt x="6482" y="4913"/>
                    <a:pt x="6487" y="4913"/>
                  </a:cubicBezTo>
                  <a:lnTo>
                    <a:pt x="6487" y="4913"/>
                  </a:lnTo>
                  <a:cubicBezTo>
                    <a:pt x="6529" y="4913"/>
                    <a:pt x="6670" y="7775"/>
                    <a:pt x="5563" y="8915"/>
                  </a:cubicBezTo>
                  <a:cubicBezTo>
                    <a:pt x="5563" y="8915"/>
                    <a:pt x="7610" y="7716"/>
                    <a:pt x="7678"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89"/>
          <p:cNvGrpSpPr/>
          <p:nvPr/>
        </p:nvGrpSpPr>
        <p:grpSpPr>
          <a:xfrm>
            <a:off x="7301946" y="1542722"/>
            <a:ext cx="911707" cy="2849020"/>
            <a:chOff x="2972675" y="239500"/>
            <a:chExt cx="1672550" cy="5226600"/>
          </a:xfrm>
        </p:grpSpPr>
        <p:sp>
          <p:nvSpPr>
            <p:cNvPr id="10315" name="Google Shape;10315;p89"/>
            <p:cNvSpPr/>
            <p:nvPr/>
          </p:nvSpPr>
          <p:spPr>
            <a:xfrm>
              <a:off x="3015600" y="239500"/>
              <a:ext cx="793250" cy="1764400"/>
            </a:xfrm>
            <a:custGeom>
              <a:rect b="b" l="l" r="r" t="t"/>
              <a:pathLst>
                <a:path extrusionOk="0" h="70576" w="31730">
                  <a:moveTo>
                    <a:pt x="31730" y="0"/>
                  </a:moveTo>
                  <a:cubicBezTo>
                    <a:pt x="26725" y="0"/>
                    <a:pt x="21527" y="1773"/>
                    <a:pt x="21527" y="7209"/>
                  </a:cubicBezTo>
                  <a:lnTo>
                    <a:pt x="21527" y="12407"/>
                  </a:lnTo>
                  <a:cubicBezTo>
                    <a:pt x="21527" y="12407"/>
                    <a:pt x="20342" y="12875"/>
                    <a:pt x="20462" y="14179"/>
                  </a:cubicBezTo>
                  <a:cubicBezTo>
                    <a:pt x="20581" y="15474"/>
                    <a:pt x="21288" y="19736"/>
                    <a:pt x="23419" y="19965"/>
                  </a:cubicBezTo>
                  <a:cubicBezTo>
                    <a:pt x="23419" y="19965"/>
                    <a:pt x="24677" y="22307"/>
                    <a:pt x="24677" y="31123"/>
                  </a:cubicBezTo>
                  <a:cubicBezTo>
                    <a:pt x="24677" y="31123"/>
                    <a:pt x="18955" y="34071"/>
                    <a:pt x="15622" y="35596"/>
                  </a:cubicBezTo>
                  <a:cubicBezTo>
                    <a:pt x="15622" y="35596"/>
                    <a:pt x="15160" y="35562"/>
                    <a:pt x="14427" y="35562"/>
                  </a:cubicBezTo>
                  <a:cubicBezTo>
                    <a:pt x="12375" y="35562"/>
                    <a:pt x="8203" y="35822"/>
                    <a:pt x="6099" y="37790"/>
                  </a:cubicBezTo>
                  <a:cubicBezTo>
                    <a:pt x="3243" y="40463"/>
                    <a:pt x="1" y="45514"/>
                    <a:pt x="1709" y="54569"/>
                  </a:cubicBezTo>
                  <a:cubicBezTo>
                    <a:pt x="1709" y="54569"/>
                    <a:pt x="1305" y="58435"/>
                    <a:pt x="1213" y="63477"/>
                  </a:cubicBezTo>
                  <a:lnTo>
                    <a:pt x="20774" y="63477"/>
                  </a:lnTo>
                  <a:lnTo>
                    <a:pt x="20774" y="65616"/>
                  </a:lnTo>
                  <a:cubicBezTo>
                    <a:pt x="19644" y="66103"/>
                    <a:pt x="19011" y="67306"/>
                    <a:pt x="19258" y="68509"/>
                  </a:cubicBezTo>
                  <a:cubicBezTo>
                    <a:pt x="19497" y="69712"/>
                    <a:pt x="20563" y="70576"/>
                    <a:pt x="21784" y="70576"/>
                  </a:cubicBezTo>
                  <a:cubicBezTo>
                    <a:pt x="23015" y="70576"/>
                    <a:pt x="24071" y="69712"/>
                    <a:pt x="24309" y="68509"/>
                  </a:cubicBezTo>
                  <a:cubicBezTo>
                    <a:pt x="24557" y="67306"/>
                    <a:pt x="23924" y="66103"/>
                    <a:pt x="22794" y="65616"/>
                  </a:cubicBezTo>
                  <a:lnTo>
                    <a:pt x="22794" y="63477"/>
                  </a:lnTo>
                  <a:lnTo>
                    <a:pt x="31730" y="63477"/>
                  </a:lnTo>
                  <a:lnTo>
                    <a:pt x="31730" y="0"/>
                  </a:lnTo>
                  <a:close/>
                </a:path>
              </a:pathLst>
            </a:custGeom>
            <a:solidFill>
              <a:srgbClr val="667E92"/>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9"/>
            <p:cNvSpPr/>
            <p:nvPr/>
          </p:nvSpPr>
          <p:spPr>
            <a:xfrm>
              <a:off x="3625625" y="240400"/>
              <a:ext cx="976900" cy="1586950"/>
            </a:xfrm>
            <a:custGeom>
              <a:rect b="b" l="l" r="r" t="t"/>
              <a:pathLst>
                <a:path extrusionOk="0" h="63478" w="39076">
                  <a:moveTo>
                    <a:pt x="7329" y="1"/>
                  </a:moveTo>
                  <a:lnTo>
                    <a:pt x="7329" y="52292"/>
                  </a:lnTo>
                  <a:lnTo>
                    <a:pt x="4959" y="52292"/>
                  </a:lnTo>
                  <a:cubicBezTo>
                    <a:pt x="4543" y="51325"/>
                    <a:pt x="3601" y="50715"/>
                    <a:pt x="2584" y="50715"/>
                  </a:cubicBezTo>
                  <a:cubicBezTo>
                    <a:pt x="2413" y="50715"/>
                    <a:pt x="2240" y="50732"/>
                    <a:pt x="2066" y="50767"/>
                  </a:cubicBezTo>
                  <a:cubicBezTo>
                    <a:pt x="863" y="51015"/>
                    <a:pt x="0" y="52072"/>
                    <a:pt x="0" y="53293"/>
                  </a:cubicBezTo>
                  <a:cubicBezTo>
                    <a:pt x="0" y="54524"/>
                    <a:pt x="863" y="55580"/>
                    <a:pt x="2066" y="55818"/>
                  </a:cubicBezTo>
                  <a:cubicBezTo>
                    <a:pt x="2241" y="55854"/>
                    <a:pt x="2416" y="55872"/>
                    <a:pt x="2588" y="55872"/>
                  </a:cubicBezTo>
                  <a:cubicBezTo>
                    <a:pt x="3604" y="55872"/>
                    <a:pt x="4543" y="55269"/>
                    <a:pt x="4959" y="54303"/>
                  </a:cubicBezTo>
                  <a:lnTo>
                    <a:pt x="7329" y="54303"/>
                  </a:lnTo>
                  <a:lnTo>
                    <a:pt x="7329" y="63477"/>
                  </a:lnTo>
                  <a:lnTo>
                    <a:pt x="37863" y="63477"/>
                  </a:lnTo>
                  <a:cubicBezTo>
                    <a:pt x="37762" y="58436"/>
                    <a:pt x="37358" y="54569"/>
                    <a:pt x="37358" y="54569"/>
                  </a:cubicBezTo>
                  <a:cubicBezTo>
                    <a:pt x="39076" y="45514"/>
                    <a:pt x="35834" y="40464"/>
                    <a:pt x="32969" y="37791"/>
                  </a:cubicBezTo>
                  <a:cubicBezTo>
                    <a:pt x="30867" y="35831"/>
                    <a:pt x="26700" y="35572"/>
                    <a:pt x="24646" y="35572"/>
                  </a:cubicBezTo>
                  <a:cubicBezTo>
                    <a:pt x="23910" y="35572"/>
                    <a:pt x="23446" y="35605"/>
                    <a:pt x="23446" y="35605"/>
                  </a:cubicBezTo>
                  <a:cubicBezTo>
                    <a:pt x="20112" y="34072"/>
                    <a:pt x="14391" y="31124"/>
                    <a:pt x="14391" y="31124"/>
                  </a:cubicBezTo>
                  <a:cubicBezTo>
                    <a:pt x="14391" y="22308"/>
                    <a:pt x="15649" y="19975"/>
                    <a:pt x="15649" y="19975"/>
                  </a:cubicBezTo>
                  <a:cubicBezTo>
                    <a:pt x="17779" y="19736"/>
                    <a:pt x="18486" y="15484"/>
                    <a:pt x="18606" y="14180"/>
                  </a:cubicBezTo>
                  <a:cubicBezTo>
                    <a:pt x="18725" y="12885"/>
                    <a:pt x="17541" y="12408"/>
                    <a:pt x="17541" y="12408"/>
                  </a:cubicBezTo>
                  <a:lnTo>
                    <a:pt x="17541" y="7210"/>
                  </a:lnTo>
                  <a:cubicBezTo>
                    <a:pt x="17541" y="1773"/>
                    <a:pt x="12343" y="1"/>
                    <a:pt x="7329" y="1"/>
                  </a:cubicBezTo>
                  <a:close/>
                </a:path>
              </a:pathLst>
            </a:custGeom>
            <a:solidFill>
              <a:srgbClr val="E3E9ED"/>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9"/>
            <p:cNvSpPr/>
            <p:nvPr/>
          </p:nvSpPr>
          <p:spPr>
            <a:xfrm>
              <a:off x="3804225" y="1637225"/>
              <a:ext cx="841000" cy="3828875"/>
            </a:xfrm>
            <a:custGeom>
              <a:rect b="b" l="l" r="r" t="t"/>
              <a:pathLst>
                <a:path extrusionOk="0" h="153155" w="33640">
                  <a:moveTo>
                    <a:pt x="10139" y="0"/>
                  </a:moveTo>
                  <a:cubicBezTo>
                    <a:pt x="8909" y="0"/>
                    <a:pt x="7853" y="864"/>
                    <a:pt x="7614" y="2067"/>
                  </a:cubicBezTo>
                  <a:cubicBezTo>
                    <a:pt x="7366" y="3270"/>
                    <a:pt x="8000" y="4473"/>
                    <a:pt x="9129" y="4960"/>
                  </a:cubicBezTo>
                  <a:lnTo>
                    <a:pt x="9129" y="7568"/>
                  </a:lnTo>
                  <a:lnTo>
                    <a:pt x="185" y="7568"/>
                  </a:lnTo>
                  <a:lnTo>
                    <a:pt x="185" y="71476"/>
                  </a:lnTo>
                  <a:cubicBezTo>
                    <a:pt x="185" y="71476"/>
                    <a:pt x="947" y="76334"/>
                    <a:pt x="1241" y="80715"/>
                  </a:cubicBezTo>
                  <a:cubicBezTo>
                    <a:pt x="1525" y="85104"/>
                    <a:pt x="570" y="98163"/>
                    <a:pt x="286" y="104739"/>
                  </a:cubicBezTo>
                  <a:cubicBezTo>
                    <a:pt x="1" y="111314"/>
                    <a:pt x="570" y="119983"/>
                    <a:pt x="1140" y="125420"/>
                  </a:cubicBezTo>
                  <a:cubicBezTo>
                    <a:pt x="1718" y="130857"/>
                    <a:pt x="2003" y="134852"/>
                    <a:pt x="1902" y="139618"/>
                  </a:cubicBezTo>
                  <a:cubicBezTo>
                    <a:pt x="1810" y="144384"/>
                    <a:pt x="1241" y="144485"/>
                    <a:pt x="1048" y="145532"/>
                  </a:cubicBezTo>
                  <a:cubicBezTo>
                    <a:pt x="855" y="146579"/>
                    <a:pt x="1819" y="148012"/>
                    <a:pt x="1819" y="148489"/>
                  </a:cubicBezTo>
                  <a:cubicBezTo>
                    <a:pt x="1819" y="148967"/>
                    <a:pt x="1002" y="150390"/>
                    <a:pt x="1002" y="151483"/>
                  </a:cubicBezTo>
                  <a:cubicBezTo>
                    <a:pt x="1002" y="152585"/>
                    <a:pt x="1149" y="153154"/>
                    <a:pt x="2673" y="153154"/>
                  </a:cubicBezTo>
                  <a:lnTo>
                    <a:pt x="11627" y="153154"/>
                  </a:lnTo>
                  <a:cubicBezTo>
                    <a:pt x="12674" y="153154"/>
                    <a:pt x="12674" y="152199"/>
                    <a:pt x="12674" y="151437"/>
                  </a:cubicBezTo>
                  <a:cubicBezTo>
                    <a:pt x="12674" y="150675"/>
                    <a:pt x="8578" y="147626"/>
                    <a:pt x="8385" y="147249"/>
                  </a:cubicBezTo>
                  <a:cubicBezTo>
                    <a:pt x="8193" y="146864"/>
                    <a:pt x="8477" y="145624"/>
                    <a:pt x="8385" y="145054"/>
                  </a:cubicBezTo>
                  <a:cubicBezTo>
                    <a:pt x="8294" y="144485"/>
                    <a:pt x="7338" y="144577"/>
                    <a:pt x="7430" y="143530"/>
                  </a:cubicBezTo>
                  <a:cubicBezTo>
                    <a:pt x="7531" y="142483"/>
                    <a:pt x="8955" y="134953"/>
                    <a:pt x="12298" y="125512"/>
                  </a:cubicBezTo>
                  <a:cubicBezTo>
                    <a:pt x="15631" y="116080"/>
                    <a:pt x="15438" y="107310"/>
                    <a:pt x="14107" y="104454"/>
                  </a:cubicBezTo>
                  <a:cubicBezTo>
                    <a:pt x="12766" y="101589"/>
                    <a:pt x="12481" y="96446"/>
                    <a:pt x="12959" y="93875"/>
                  </a:cubicBezTo>
                  <a:cubicBezTo>
                    <a:pt x="13427" y="91294"/>
                    <a:pt x="18294" y="74819"/>
                    <a:pt x="19433" y="58895"/>
                  </a:cubicBezTo>
                  <a:cubicBezTo>
                    <a:pt x="20581" y="42970"/>
                    <a:pt x="15723" y="29829"/>
                    <a:pt x="15723" y="29829"/>
                  </a:cubicBezTo>
                  <a:lnTo>
                    <a:pt x="15723" y="17431"/>
                  </a:lnTo>
                  <a:cubicBezTo>
                    <a:pt x="18101" y="13620"/>
                    <a:pt x="19249" y="10571"/>
                    <a:pt x="19249" y="10571"/>
                  </a:cubicBezTo>
                  <a:lnTo>
                    <a:pt x="19249" y="10571"/>
                  </a:lnTo>
                  <a:cubicBezTo>
                    <a:pt x="19057" y="14005"/>
                    <a:pt x="20673" y="21628"/>
                    <a:pt x="20489" y="23152"/>
                  </a:cubicBezTo>
                  <a:cubicBezTo>
                    <a:pt x="19617" y="30123"/>
                    <a:pt x="20489" y="37635"/>
                    <a:pt x="22105" y="41354"/>
                  </a:cubicBezTo>
                  <a:cubicBezTo>
                    <a:pt x="23722" y="45073"/>
                    <a:pt x="24006" y="49307"/>
                    <a:pt x="23722" y="51456"/>
                  </a:cubicBezTo>
                  <a:cubicBezTo>
                    <a:pt x="23290" y="54789"/>
                    <a:pt x="21242" y="57774"/>
                    <a:pt x="20691" y="59188"/>
                  </a:cubicBezTo>
                  <a:cubicBezTo>
                    <a:pt x="20480" y="59730"/>
                    <a:pt x="21059" y="67261"/>
                    <a:pt x="21059" y="67261"/>
                  </a:cubicBezTo>
                  <a:cubicBezTo>
                    <a:pt x="21435" y="67839"/>
                    <a:pt x="22849" y="69410"/>
                    <a:pt x="23419" y="69887"/>
                  </a:cubicBezTo>
                  <a:cubicBezTo>
                    <a:pt x="23763" y="70172"/>
                    <a:pt x="24281" y="70352"/>
                    <a:pt x="24824" y="70352"/>
                  </a:cubicBezTo>
                  <a:cubicBezTo>
                    <a:pt x="25192" y="70352"/>
                    <a:pt x="25572" y="70269"/>
                    <a:pt x="25917" y="70080"/>
                  </a:cubicBezTo>
                  <a:cubicBezTo>
                    <a:pt x="26780" y="69603"/>
                    <a:pt x="31445" y="66994"/>
                    <a:pt x="31831" y="66232"/>
                  </a:cubicBezTo>
                  <a:cubicBezTo>
                    <a:pt x="32207" y="65470"/>
                    <a:pt x="30977" y="59941"/>
                    <a:pt x="30977" y="52034"/>
                  </a:cubicBezTo>
                  <a:cubicBezTo>
                    <a:pt x="30977" y="44118"/>
                    <a:pt x="32308" y="38397"/>
                    <a:pt x="32979" y="31730"/>
                  </a:cubicBezTo>
                  <a:cubicBezTo>
                    <a:pt x="33640" y="25062"/>
                    <a:pt x="30113" y="19626"/>
                    <a:pt x="30113" y="19626"/>
                  </a:cubicBezTo>
                  <a:cubicBezTo>
                    <a:pt x="30683" y="15686"/>
                    <a:pt x="30784" y="11305"/>
                    <a:pt x="30719" y="7568"/>
                  </a:cubicBezTo>
                  <a:lnTo>
                    <a:pt x="11150" y="7568"/>
                  </a:lnTo>
                  <a:lnTo>
                    <a:pt x="11150" y="4960"/>
                  </a:lnTo>
                  <a:cubicBezTo>
                    <a:pt x="12279" y="4473"/>
                    <a:pt x="12913" y="3270"/>
                    <a:pt x="12665" y="2067"/>
                  </a:cubicBezTo>
                  <a:cubicBezTo>
                    <a:pt x="12417" y="864"/>
                    <a:pt x="11361" y="0"/>
                    <a:pt x="10139" y="0"/>
                  </a:cubicBezTo>
                  <a:close/>
                </a:path>
              </a:pathLst>
            </a:custGeom>
            <a:solidFill>
              <a:srgbClr val="445D73"/>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9"/>
            <p:cNvSpPr/>
            <p:nvPr/>
          </p:nvSpPr>
          <p:spPr>
            <a:xfrm>
              <a:off x="2972675" y="1826400"/>
              <a:ext cx="1037300" cy="3639700"/>
            </a:xfrm>
            <a:custGeom>
              <a:rect b="b" l="l" r="r" t="t"/>
              <a:pathLst>
                <a:path extrusionOk="0" h="145588" w="41492">
                  <a:moveTo>
                    <a:pt x="2930" y="1"/>
                  </a:moveTo>
                  <a:cubicBezTo>
                    <a:pt x="2857" y="3738"/>
                    <a:pt x="2958" y="8119"/>
                    <a:pt x="3527" y="12050"/>
                  </a:cubicBezTo>
                  <a:cubicBezTo>
                    <a:pt x="3527" y="12050"/>
                    <a:pt x="1" y="17486"/>
                    <a:pt x="662" y="24163"/>
                  </a:cubicBezTo>
                  <a:cubicBezTo>
                    <a:pt x="1332" y="30830"/>
                    <a:pt x="2664" y="36551"/>
                    <a:pt x="2664" y="44467"/>
                  </a:cubicBezTo>
                  <a:cubicBezTo>
                    <a:pt x="2664" y="52374"/>
                    <a:pt x="1424" y="57903"/>
                    <a:pt x="1810" y="58665"/>
                  </a:cubicBezTo>
                  <a:cubicBezTo>
                    <a:pt x="2195" y="59427"/>
                    <a:pt x="6861" y="62036"/>
                    <a:pt x="7724" y="62513"/>
                  </a:cubicBezTo>
                  <a:cubicBezTo>
                    <a:pt x="8068" y="62705"/>
                    <a:pt x="8446" y="62789"/>
                    <a:pt x="8813" y="62789"/>
                  </a:cubicBezTo>
                  <a:cubicBezTo>
                    <a:pt x="9356" y="62789"/>
                    <a:pt x="9873" y="62605"/>
                    <a:pt x="10213" y="62320"/>
                  </a:cubicBezTo>
                  <a:cubicBezTo>
                    <a:pt x="10782" y="61843"/>
                    <a:pt x="12196" y="60272"/>
                    <a:pt x="12582" y="59694"/>
                  </a:cubicBezTo>
                  <a:cubicBezTo>
                    <a:pt x="12582" y="59694"/>
                    <a:pt x="13151" y="52163"/>
                    <a:pt x="12949" y="51621"/>
                  </a:cubicBezTo>
                  <a:cubicBezTo>
                    <a:pt x="12389" y="50207"/>
                    <a:pt x="10341" y="47222"/>
                    <a:pt x="9909" y="43889"/>
                  </a:cubicBezTo>
                  <a:cubicBezTo>
                    <a:pt x="9634" y="41740"/>
                    <a:pt x="9909" y="37506"/>
                    <a:pt x="11535" y="33787"/>
                  </a:cubicBezTo>
                  <a:cubicBezTo>
                    <a:pt x="13151" y="30077"/>
                    <a:pt x="14024" y="22556"/>
                    <a:pt x="13151" y="15585"/>
                  </a:cubicBezTo>
                  <a:cubicBezTo>
                    <a:pt x="12958" y="14061"/>
                    <a:pt x="14584" y="6438"/>
                    <a:pt x="14391" y="3004"/>
                  </a:cubicBezTo>
                  <a:lnTo>
                    <a:pt x="14391" y="3004"/>
                  </a:lnTo>
                  <a:cubicBezTo>
                    <a:pt x="14391" y="3004"/>
                    <a:pt x="15539" y="6053"/>
                    <a:pt x="17917" y="9864"/>
                  </a:cubicBezTo>
                  <a:lnTo>
                    <a:pt x="17917" y="22252"/>
                  </a:lnTo>
                  <a:cubicBezTo>
                    <a:pt x="17917" y="22252"/>
                    <a:pt x="13059" y="35412"/>
                    <a:pt x="14198" y="51328"/>
                  </a:cubicBezTo>
                  <a:cubicBezTo>
                    <a:pt x="15346" y="67243"/>
                    <a:pt x="20204" y="83727"/>
                    <a:pt x="20682" y="86308"/>
                  </a:cubicBezTo>
                  <a:cubicBezTo>
                    <a:pt x="21159" y="88879"/>
                    <a:pt x="20874" y="94022"/>
                    <a:pt x="19534" y="96887"/>
                  </a:cubicBezTo>
                  <a:cubicBezTo>
                    <a:pt x="18193" y="99743"/>
                    <a:pt x="18009" y="108513"/>
                    <a:pt x="21352" y="117945"/>
                  </a:cubicBezTo>
                  <a:cubicBezTo>
                    <a:pt x="24686" y="127386"/>
                    <a:pt x="26109" y="134916"/>
                    <a:pt x="26210" y="135963"/>
                  </a:cubicBezTo>
                  <a:cubicBezTo>
                    <a:pt x="26302" y="137010"/>
                    <a:pt x="25347" y="136918"/>
                    <a:pt x="25255" y="137487"/>
                  </a:cubicBezTo>
                  <a:cubicBezTo>
                    <a:pt x="25163" y="138057"/>
                    <a:pt x="25448" y="139297"/>
                    <a:pt x="25255" y="139682"/>
                  </a:cubicBezTo>
                  <a:cubicBezTo>
                    <a:pt x="25062" y="140059"/>
                    <a:pt x="20966" y="143108"/>
                    <a:pt x="20966" y="143870"/>
                  </a:cubicBezTo>
                  <a:cubicBezTo>
                    <a:pt x="20966" y="144632"/>
                    <a:pt x="20966" y="145587"/>
                    <a:pt x="22013" y="145587"/>
                  </a:cubicBezTo>
                  <a:lnTo>
                    <a:pt x="30967" y="145587"/>
                  </a:lnTo>
                  <a:cubicBezTo>
                    <a:pt x="32492" y="145587"/>
                    <a:pt x="32638" y="145009"/>
                    <a:pt x="32638" y="143916"/>
                  </a:cubicBezTo>
                  <a:cubicBezTo>
                    <a:pt x="32638" y="142823"/>
                    <a:pt x="31830" y="141391"/>
                    <a:pt x="31830" y="140913"/>
                  </a:cubicBezTo>
                  <a:cubicBezTo>
                    <a:pt x="31830" y="140445"/>
                    <a:pt x="32785" y="139012"/>
                    <a:pt x="32593" y="137965"/>
                  </a:cubicBezTo>
                  <a:cubicBezTo>
                    <a:pt x="32400" y="136909"/>
                    <a:pt x="31830" y="136817"/>
                    <a:pt x="31738" y="132051"/>
                  </a:cubicBezTo>
                  <a:cubicBezTo>
                    <a:pt x="31637" y="127294"/>
                    <a:pt x="31922" y="123281"/>
                    <a:pt x="32501" y="117853"/>
                  </a:cubicBezTo>
                  <a:cubicBezTo>
                    <a:pt x="33070" y="112416"/>
                    <a:pt x="33649" y="103747"/>
                    <a:pt x="33355" y="97172"/>
                  </a:cubicBezTo>
                  <a:cubicBezTo>
                    <a:pt x="33061" y="90596"/>
                    <a:pt x="32115" y="77537"/>
                    <a:pt x="32400" y="73148"/>
                  </a:cubicBezTo>
                  <a:cubicBezTo>
                    <a:pt x="32684" y="68758"/>
                    <a:pt x="33447" y="63909"/>
                    <a:pt x="33447" y="63909"/>
                  </a:cubicBezTo>
                  <a:lnTo>
                    <a:pt x="33447" y="10727"/>
                  </a:lnTo>
                  <a:lnTo>
                    <a:pt x="35825" y="10727"/>
                  </a:lnTo>
                  <a:cubicBezTo>
                    <a:pt x="36266" y="11758"/>
                    <a:pt x="37235" y="12298"/>
                    <a:pt x="38209" y="12298"/>
                  </a:cubicBezTo>
                  <a:cubicBezTo>
                    <a:pt x="39022" y="12298"/>
                    <a:pt x="39839" y="11922"/>
                    <a:pt x="40353" y="11140"/>
                  </a:cubicBezTo>
                  <a:cubicBezTo>
                    <a:pt x="41491" y="9423"/>
                    <a:pt x="40261" y="7136"/>
                    <a:pt x="38204" y="7136"/>
                  </a:cubicBezTo>
                  <a:cubicBezTo>
                    <a:pt x="37166" y="7136"/>
                    <a:pt x="36229" y="7752"/>
                    <a:pt x="35825" y="8707"/>
                  </a:cubicBezTo>
                  <a:lnTo>
                    <a:pt x="33447" y="8707"/>
                  </a:lnTo>
                  <a:lnTo>
                    <a:pt x="33447" y="1"/>
                  </a:lnTo>
                  <a:lnTo>
                    <a:pt x="24520" y="1"/>
                  </a:lnTo>
                  <a:lnTo>
                    <a:pt x="24520" y="2140"/>
                  </a:lnTo>
                  <a:cubicBezTo>
                    <a:pt x="25641" y="2627"/>
                    <a:pt x="26284" y="3830"/>
                    <a:pt x="26036" y="5033"/>
                  </a:cubicBezTo>
                  <a:cubicBezTo>
                    <a:pt x="25788" y="6236"/>
                    <a:pt x="24732" y="7100"/>
                    <a:pt x="23510" y="7100"/>
                  </a:cubicBezTo>
                  <a:cubicBezTo>
                    <a:pt x="22280" y="7100"/>
                    <a:pt x="21223" y="6236"/>
                    <a:pt x="20975" y="5033"/>
                  </a:cubicBezTo>
                  <a:cubicBezTo>
                    <a:pt x="20737" y="3830"/>
                    <a:pt x="21370" y="2627"/>
                    <a:pt x="22500" y="2140"/>
                  </a:cubicBezTo>
                  <a:lnTo>
                    <a:pt x="22500" y="1"/>
                  </a:lnTo>
                  <a:close/>
                </a:path>
              </a:pathLst>
            </a:custGeom>
            <a:solidFill>
              <a:srgbClr val="CFD9E0"/>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22" name="Shape 10322"/>
        <p:cNvGrpSpPr/>
        <p:nvPr/>
      </p:nvGrpSpPr>
      <p:grpSpPr>
        <a:xfrm>
          <a:off x="0" y="0"/>
          <a:ext cx="0" cy="0"/>
          <a:chOff x="0" y="0"/>
          <a:chExt cx="0" cy="0"/>
        </a:xfrm>
      </p:grpSpPr>
      <p:grpSp>
        <p:nvGrpSpPr>
          <p:cNvPr id="10323" name="Google Shape;10323;p90"/>
          <p:cNvGrpSpPr/>
          <p:nvPr/>
        </p:nvGrpSpPr>
        <p:grpSpPr>
          <a:xfrm>
            <a:off x="3934280" y="1542757"/>
            <a:ext cx="557364" cy="1310345"/>
            <a:chOff x="3934280" y="1542757"/>
            <a:chExt cx="557364" cy="1310345"/>
          </a:xfrm>
        </p:grpSpPr>
        <p:sp>
          <p:nvSpPr>
            <p:cNvPr id="10324" name="Google Shape;10324;p90"/>
            <p:cNvSpPr/>
            <p:nvPr/>
          </p:nvSpPr>
          <p:spPr>
            <a:xfrm>
              <a:off x="398447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5" name="Google Shape;10325;p90"/>
            <p:cNvGrpSpPr/>
            <p:nvPr/>
          </p:nvGrpSpPr>
          <p:grpSpPr>
            <a:xfrm>
              <a:off x="3934280" y="1542757"/>
              <a:ext cx="557364" cy="1277423"/>
              <a:chOff x="3934280" y="1542757"/>
              <a:chExt cx="557364" cy="1277423"/>
            </a:xfrm>
          </p:grpSpPr>
          <p:sp>
            <p:nvSpPr>
              <p:cNvPr id="10326" name="Google Shape;10326;p90"/>
              <p:cNvSpPr/>
              <p:nvPr/>
            </p:nvSpPr>
            <p:spPr>
              <a:xfrm>
                <a:off x="4029892" y="1674397"/>
                <a:ext cx="366821" cy="342104"/>
              </a:xfrm>
              <a:custGeom>
                <a:rect b="b" l="l" r="r" t="t"/>
                <a:pathLst>
                  <a:path extrusionOk="0" h="13550" w="14529">
                    <a:moveTo>
                      <a:pt x="2151" y="0"/>
                    </a:moveTo>
                    <a:cubicBezTo>
                      <a:pt x="959" y="0"/>
                      <a:pt x="1" y="958"/>
                      <a:pt x="1" y="2157"/>
                    </a:cubicBezTo>
                    <a:lnTo>
                      <a:pt x="1" y="11393"/>
                    </a:lnTo>
                    <a:cubicBezTo>
                      <a:pt x="1" y="12585"/>
                      <a:pt x="959" y="13550"/>
                      <a:pt x="2151" y="13550"/>
                    </a:cubicBezTo>
                    <a:lnTo>
                      <a:pt x="12371" y="13550"/>
                    </a:lnTo>
                    <a:cubicBezTo>
                      <a:pt x="13564" y="13550"/>
                      <a:pt x="14528" y="12585"/>
                      <a:pt x="14528" y="11393"/>
                    </a:cubicBezTo>
                    <a:lnTo>
                      <a:pt x="14528" y="2157"/>
                    </a:lnTo>
                    <a:cubicBezTo>
                      <a:pt x="14528" y="958"/>
                      <a:pt x="13564"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7" name="Google Shape;10327;p90"/>
              <p:cNvGrpSpPr/>
              <p:nvPr/>
            </p:nvGrpSpPr>
            <p:grpSpPr>
              <a:xfrm>
                <a:off x="3934280" y="1547529"/>
                <a:ext cx="557364" cy="1272651"/>
                <a:chOff x="3934280" y="1547529"/>
                <a:chExt cx="557364" cy="1272651"/>
              </a:xfrm>
            </p:grpSpPr>
            <p:sp>
              <p:nvSpPr>
                <p:cNvPr id="10328" name="Google Shape;10328;p90"/>
                <p:cNvSpPr/>
                <p:nvPr/>
              </p:nvSpPr>
              <p:spPr>
                <a:xfrm>
                  <a:off x="3934280" y="1547529"/>
                  <a:ext cx="557364" cy="1272651"/>
                </a:xfrm>
                <a:custGeom>
                  <a:rect b="b" l="l" r="r" t="t"/>
                  <a:pathLst>
                    <a:path extrusionOk="0" h="50407" w="22076">
                      <a:moveTo>
                        <a:pt x="11055" y="0"/>
                      </a:moveTo>
                      <a:cubicBezTo>
                        <a:pt x="7072" y="0"/>
                        <a:pt x="3853" y="3226"/>
                        <a:pt x="3853" y="7202"/>
                      </a:cubicBezTo>
                      <a:lnTo>
                        <a:pt x="3853" y="7208"/>
                      </a:lnTo>
                      <a:cubicBezTo>
                        <a:pt x="3833" y="7208"/>
                        <a:pt x="3814" y="7202"/>
                        <a:pt x="3788" y="7202"/>
                      </a:cubicBezTo>
                      <a:cubicBezTo>
                        <a:pt x="3784" y="7202"/>
                        <a:pt x="3780" y="7202"/>
                        <a:pt x="3777" y="7202"/>
                      </a:cubicBezTo>
                      <a:cubicBezTo>
                        <a:pt x="3111" y="7202"/>
                        <a:pt x="2609" y="7811"/>
                        <a:pt x="2738" y="8466"/>
                      </a:cubicBezTo>
                      <a:cubicBezTo>
                        <a:pt x="2835" y="8983"/>
                        <a:pt x="3289" y="9322"/>
                        <a:pt x="3779" y="9322"/>
                      </a:cubicBezTo>
                      <a:cubicBezTo>
                        <a:pt x="3914" y="9322"/>
                        <a:pt x="4052" y="9297"/>
                        <a:pt x="4185" y="9242"/>
                      </a:cubicBezTo>
                      <a:cubicBezTo>
                        <a:pt x="4654" y="10676"/>
                        <a:pt x="5606" y="11921"/>
                        <a:pt x="6773" y="12833"/>
                      </a:cubicBezTo>
                      <a:cubicBezTo>
                        <a:pt x="6733" y="12813"/>
                        <a:pt x="6694" y="12800"/>
                        <a:pt x="6649" y="12781"/>
                      </a:cubicBezTo>
                      <a:lnTo>
                        <a:pt x="6649" y="12781"/>
                      </a:lnTo>
                      <a:cubicBezTo>
                        <a:pt x="7398" y="13380"/>
                        <a:pt x="8252" y="13837"/>
                        <a:pt x="9171" y="14123"/>
                      </a:cubicBezTo>
                      <a:lnTo>
                        <a:pt x="9171" y="16124"/>
                      </a:lnTo>
                      <a:lnTo>
                        <a:pt x="6883" y="16124"/>
                      </a:lnTo>
                      <a:cubicBezTo>
                        <a:pt x="6883" y="16124"/>
                        <a:pt x="6877" y="16170"/>
                        <a:pt x="6857" y="16183"/>
                      </a:cubicBezTo>
                      <a:cubicBezTo>
                        <a:pt x="6277" y="16183"/>
                        <a:pt x="5762" y="16561"/>
                        <a:pt x="5580" y="17109"/>
                      </a:cubicBezTo>
                      <a:lnTo>
                        <a:pt x="248" y="32861"/>
                      </a:lnTo>
                      <a:cubicBezTo>
                        <a:pt x="1" y="33565"/>
                        <a:pt x="372" y="34334"/>
                        <a:pt x="1083" y="34569"/>
                      </a:cubicBezTo>
                      <a:cubicBezTo>
                        <a:pt x="1221" y="34615"/>
                        <a:pt x="1362" y="34637"/>
                        <a:pt x="1501" y="34637"/>
                      </a:cubicBezTo>
                      <a:cubicBezTo>
                        <a:pt x="2066" y="34637"/>
                        <a:pt x="2593" y="34273"/>
                        <a:pt x="2771" y="33702"/>
                      </a:cubicBezTo>
                      <a:lnTo>
                        <a:pt x="2947" y="33187"/>
                      </a:lnTo>
                      <a:lnTo>
                        <a:pt x="3527" y="33428"/>
                      </a:lnTo>
                      <a:cubicBezTo>
                        <a:pt x="3527" y="33428"/>
                        <a:pt x="4029" y="32412"/>
                        <a:pt x="3488" y="31577"/>
                      </a:cubicBezTo>
                      <a:lnTo>
                        <a:pt x="6753" y="21918"/>
                      </a:lnTo>
                      <a:lnTo>
                        <a:pt x="6753" y="21918"/>
                      </a:lnTo>
                      <a:cubicBezTo>
                        <a:pt x="6753" y="27699"/>
                        <a:pt x="5971" y="29166"/>
                        <a:pt x="5971" y="32360"/>
                      </a:cubicBezTo>
                      <a:cubicBezTo>
                        <a:pt x="5971" y="35560"/>
                        <a:pt x="7881" y="48490"/>
                        <a:pt x="7881" y="48490"/>
                      </a:cubicBezTo>
                      <a:lnTo>
                        <a:pt x="5573" y="50407"/>
                      </a:lnTo>
                      <a:lnTo>
                        <a:pt x="10038" y="50407"/>
                      </a:lnTo>
                      <a:lnTo>
                        <a:pt x="10781" y="31630"/>
                      </a:lnTo>
                      <a:lnTo>
                        <a:pt x="11165" y="31630"/>
                      </a:lnTo>
                      <a:lnTo>
                        <a:pt x="11908" y="50407"/>
                      </a:lnTo>
                      <a:lnTo>
                        <a:pt x="16373" y="50407"/>
                      </a:lnTo>
                      <a:lnTo>
                        <a:pt x="14059" y="48497"/>
                      </a:lnTo>
                      <a:cubicBezTo>
                        <a:pt x="14059" y="48497"/>
                        <a:pt x="15969" y="34171"/>
                        <a:pt x="15969" y="31590"/>
                      </a:cubicBezTo>
                      <a:cubicBezTo>
                        <a:pt x="15969" y="29003"/>
                        <a:pt x="15311" y="27680"/>
                        <a:pt x="15311" y="21821"/>
                      </a:cubicBezTo>
                      <a:lnTo>
                        <a:pt x="15311" y="21821"/>
                      </a:lnTo>
                      <a:lnTo>
                        <a:pt x="18615" y="31584"/>
                      </a:lnTo>
                      <a:cubicBezTo>
                        <a:pt x="18068" y="32418"/>
                        <a:pt x="18576" y="33435"/>
                        <a:pt x="18576" y="33435"/>
                      </a:cubicBezTo>
                      <a:lnTo>
                        <a:pt x="19149" y="33187"/>
                      </a:lnTo>
                      <a:lnTo>
                        <a:pt x="19325" y="33709"/>
                      </a:lnTo>
                      <a:cubicBezTo>
                        <a:pt x="19513" y="34266"/>
                        <a:pt x="20029" y="34619"/>
                        <a:pt x="20584" y="34619"/>
                      </a:cubicBezTo>
                      <a:cubicBezTo>
                        <a:pt x="20724" y="34619"/>
                        <a:pt x="20867" y="34597"/>
                        <a:pt x="21007" y="34549"/>
                      </a:cubicBezTo>
                      <a:cubicBezTo>
                        <a:pt x="21698" y="34321"/>
                        <a:pt x="22076" y="33572"/>
                        <a:pt x="21848" y="32874"/>
                      </a:cubicBezTo>
                      <a:lnTo>
                        <a:pt x="21848" y="32868"/>
                      </a:lnTo>
                      <a:lnTo>
                        <a:pt x="16516" y="17128"/>
                      </a:lnTo>
                      <a:cubicBezTo>
                        <a:pt x="16353" y="16613"/>
                        <a:pt x="15897" y="16242"/>
                        <a:pt x="15356" y="16190"/>
                      </a:cubicBezTo>
                      <a:cubicBezTo>
                        <a:pt x="15343" y="16170"/>
                        <a:pt x="15330" y="16150"/>
                        <a:pt x="15324" y="16131"/>
                      </a:cubicBezTo>
                      <a:lnTo>
                        <a:pt x="12932" y="16131"/>
                      </a:lnTo>
                      <a:lnTo>
                        <a:pt x="12932" y="14104"/>
                      </a:lnTo>
                      <a:cubicBezTo>
                        <a:pt x="15122" y="13413"/>
                        <a:pt x="17123" y="11595"/>
                        <a:pt x="17905" y="9281"/>
                      </a:cubicBezTo>
                      <a:cubicBezTo>
                        <a:pt x="17992" y="9303"/>
                        <a:pt x="18080" y="9313"/>
                        <a:pt x="18166" y="9313"/>
                      </a:cubicBezTo>
                      <a:cubicBezTo>
                        <a:pt x="18669" y="9313"/>
                        <a:pt x="19119" y="8957"/>
                        <a:pt x="19208" y="8434"/>
                      </a:cubicBezTo>
                      <a:cubicBezTo>
                        <a:pt x="19306" y="7828"/>
                        <a:pt x="18869" y="7261"/>
                        <a:pt x="18257" y="7208"/>
                      </a:cubicBezTo>
                      <a:lnTo>
                        <a:pt x="18257" y="7202"/>
                      </a:lnTo>
                      <a:cubicBezTo>
                        <a:pt x="18257" y="3226"/>
                        <a:pt x="15030" y="0"/>
                        <a:pt x="1105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9" name="Google Shape;10329;p90"/>
                <p:cNvGrpSpPr/>
                <p:nvPr/>
              </p:nvGrpSpPr>
              <p:grpSpPr>
                <a:xfrm>
                  <a:off x="4110861" y="1813763"/>
                  <a:ext cx="203394" cy="542342"/>
                  <a:chOff x="4110861" y="1813763"/>
                  <a:chExt cx="203394" cy="542342"/>
                </a:xfrm>
              </p:grpSpPr>
              <p:sp>
                <p:nvSpPr>
                  <p:cNvPr id="10330" name="Google Shape;10330;p90"/>
                  <p:cNvSpPr/>
                  <p:nvPr/>
                </p:nvSpPr>
                <p:spPr>
                  <a:xfrm>
                    <a:off x="4137017" y="2221182"/>
                    <a:ext cx="144163" cy="105509"/>
                  </a:xfrm>
                  <a:custGeom>
                    <a:rect b="b" l="l" r="r" t="t"/>
                    <a:pathLst>
                      <a:path extrusionOk="0" h="4179" w="5710">
                        <a:moveTo>
                          <a:pt x="4009" y="1356"/>
                        </a:moveTo>
                        <a:cubicBezTo>
                          <a:pt x="4062" y="1420"/>
                          <a:pt x="4138" y="1453"/>
                          <a:pt x="4215" y="1453"/>
                        </a:cubicBezTo>
                        <a:cubicBezTo>
                          <a:pt x="4279" y="1453"/>
                          <a:pt x="4343" y="1430"/>
                          <a:pt x="4393" y="1382"/>
                        </a:cubicBezTo>
                        <a:cubicBezTo>
                          <a:pt x="4419" y="1396"/>
                          <a:pt x="4413" y="1402"/>
                          <a:pt x="4445" y="1409"/>
                        </a:cubicBezTo>
                        <a:cubicBezTo>
                          <a:pt x="4445" y="1415"/>
                          <a:pt x="4406" y="1422"/>
                          <a:pt x="4406" y="1435"/>
                        </a:cubicBezTo>
                        <a:lnTo>
                          <a:pt x="4406" y="1474"/>
                        </a:lnTo>
                        <a:cubicBezTo>
                          <a:pt x="4419" y="1571"/>
                          <a:pt x="4485" y="1656"/>
                          <a:pt x="4569" y="1702"/>
                        </a:cubicBezTo>
                        <a:cubicBezTo>
                          <a:pt x="4550" y="1741"/>
                          <a:pt x="4550" y="1780"/>
                          <a:pt x="4556" y="1819"/>
                        </a:cubicBezTo>
                        <a:cubicBezTo>
                          <a:pt x="4465" y="1819"/>
                          <a:pt x="4374" y="1865"/>
                          <a:pt x="4322" y="1943"/>
                        </a:cubicBezTo>
                        <a:cubicBezTo>
                          <a:pt x="4315" y="1930"/>
                          <a:pt x="4309" y="1923"/>
                          <a:pt x="4296" y="1910"/>
                        </a:cubicBezTo>
                        <a:cubicBezTo>
                          <a:pt x="4237" y="1852"/>
                          <a:pt x="4159" y="1819"/>
                          <a:pt x="4080" y="1819"/>
                        </a:cubicBezTo>
                        <a:cubicBezTo>
                          <a:pt x="3996" y="1819"/>
                          <a:pt x="3918" y="1852"/>
                          <a:pt x="3865" y="1910"/>
                        </a:cubicBezTo>
                        <a:cubicBezTo>
                          <a:pt x="3852" y="1917"/>
                          <a:pt x="3846" y="1930"/>
                          <a:pt x="3839" y="1936"/>
                        </a:cubicBezTo>
                        <a:cubicBezTo>
                          <a:pt x="3787" y="1865"/>
                          <a:pt x="3702" y="1819"/>
                          <a:pt x="3618" y="1819"/>
                        </a:cubicBezTo>
                        <a:cubicBezTo>
                          <a:pt x="3618" y="1800"/>
                          <a:pt x="3618" y="1780"/>
                          <a:pt x="3618" y="1760"/>
                        </a:cubicBezTo>
                        <a:cubicBezTo>
                          <a:pt x="3618" y="1650"/>
                          <a:pt x="3546" y="1552"/>
                          <a:pt x="3442" y="1513"/>
                        </a:cubicBezTo>
                        <a:cubicBezTo>
                          <a:pt x="3468" y="1500"/>
                          <a:pt x="3487" y="1487"/>
                          <a:pt x="3507" y="1467"/>
                        </a:cubicBezTo>
                        <a:cubicBezTo>
                          <a:pt x="3513" y="1480"/>
                          <a:pt x="3526" y="1493"/>
                          <a:pt x="3540" y="1506"/>
                        </a:cubicBezTo>
                        <a:cubicBezTo>
                          <a:pt x="3592" y="1558"/>
                          <a:pt x="3658" y="1585"/>
                          <a:pt x="3725" y="1585"/>
                        </a:cubicBezTo>
                        <a:cubicBezTo>
                          <a:pt x="3792" y="1585"/>
                          <a:pt x="3859" y="1558"/>
                          <a:pt x="3911" y="1506"/>
                        </a:cubicBezTo>
                        <a:cubicBezTo>
                          <a:pt x="3957" y="1467"/>
                          <a:pt x="3989" y="1415"/>
                          <a:pt x="4009" y="1356"/>
                        </a:cubicBezTo>
                        <a:close/>
                        <a:moveTo>
                          <a:pt x="2256" y="1311"/>
                        </a:moveTo>
                        <a:cubicBezTo>
                          <a:pt x="2308" y="1356"/>
                          <a:pt x="2379" y="1382"/>
                          <a:pt x="2451" y="1382"/>
                        </a:cubicBezTo>
                        <a:cubicBezTo>
                          <a:pt x="2516" y="1382"/>
                          <a:pt x="2581" y="1363"/>
                          <a:pt x="2634" y="1324"/>
                        </a:cubicBezTo>
                        <a:cubicBezTo>
                          <a:pt x="2660" y="1376"/>
                          <a:pt x="2705" y="1415"/>
                          <a:pt x="2757" y="1441"/>
                        </a:cubicBezTo>
                        <a:cubicBezTo>
                          <a:pt x="2725" y="1558"/>
                          <a:pt x="2770" y="1689"/>
                          <a:pt x="2868" y="1760"/>
                        </a:cubicBezTo>
                        <a:cubicBezTo>
                          <a:pt x="2901" y="1826"/>
                          <a:pt x="2959" y="1878"/>
                          <a:pt x="3031" y="1904"/>
                        </a:cubicBezTo>
                        <a:cubicBezTo>
                          <a:pt x="2979" y="1923"/>
                          <a:pt x="2933" y="1963"/>
                          <a:pt x="2907" y="2015"/>
                        </a:cubicBezTo>
                        <a:cubicBezTo>
                          <a:pt x="2868" y="1897"/>
                          <a:pt x="2751" y="1819"/>
                          <a:pt x="2627" y="1819"/>
                        </a:cubicBezTo>
                        <a:cubicBezTo>
                          <a:pt x="2568" y="1819"/>
                          <a:pt x="2503" y="1839"/>
                          <a:pt x="2458" y="1871"/>
                        </a:cubicBezTo>
                        <a:cubicBezTo>
                          <a:pt x="2412" y="1767"/>
                          <a:pt x="2301" y="1702"/>
                          <a:pt x="2190" y="1702"/>
                        </a:cubicBezTo>
                        <a:cubicBezTo>
                          <a:pt x="2099" y="1702"/>
                          <a:pt x="2021" y="1734"/>
                          <a:pt x="1962" y="1800"/>
                        </a:cubicBezTo>
                        <a:cubicBezTo>
                          <a:pt x="1917" y="1702"/>
                          <a:pt x="1812" y="1643"/>
                          <a:pt x="1702" y="1643"/>
                        </a:cubicBezTo>
                        <a:cubicBezTo>
                          <a:pt x="1676" y="1643"/>
                          <a:pt x="1643" y="1650"/>
                          <a:pt x="1617" y="1656"/>
                        </a:cubicBezTo>
                        <a:cubicBezTo>
                          <a:pt x="1617" y="1624"/>
                          <a:pt x="1610" y="1598"/>
                          <a:pt x="1597" y="1565"/>
                        </a:cubicBezTo>
                        <a:cubicBezTo>
                          <a:pt x="1662" y="1539"/>
                          <a:pt x="1715" y="1493"/>
                          <a:pt x="1747" y="1435"/>
                        </a:cubicBezTo>
                        <a:cubicBezTo>
                          <a:pt x="1806" y="1499"/>
                          <a:pt x="1884" y="1528"/>
                          <a:pt x="1962" y="1528"/>
                        </a:cubicBezTo>
                        <a:cubicBezTo>
                          <a:pt x="2089" y="1528"/>
                          <a:pt x="2215" y="1449"/>
                          <a:pt x="2256" y="1311"/>
                        </a:cubicBezTo>
                        <a:close/>
                        <a:moveTo>
                          <a:pt x="4993" y="1"/>
                        </a:moveTo>
                        <a:cubicBezTo>
                          <a:pt x="4648" y="1"/>
                          <a:pt x="4608" y="464"/>
                          <a:pt x="4863" y="587"/>
                        </a:cubicBezTo>
                        <a:cubicBezTo>
                          <a:pt x="4771" y="633"/>
                          <a:pt x="4713" y="724"/>
                          <a:pt x="4706" y="822"/>
                        </a:cubicBezTo>
                        <a:cubicBezTo>
                          <a:pt x="4674" y="809"/>
                          <a:pt x="4641" y="796"/>
                          <a:pt x="4602" y="796"/>
                        </a:cubicBezTo>
                        <a:cubicBezTo>
                          <a:pt x="4595" y="750"/>
                          <a:pt x="4576" y="705"/>
                          <a:pt x="4543" y="666"/>
                        </a:cubicBezTo>
                        <a:cubicBezTo>
                          <a:pt x="4537" y="653"/>
                          <a:pt x="4530" y="639"/>
                          <a:pt x="4524" y="626"/>
                        </a:cubicBezTo>
                        <a:cubicBezTo>
                          <a:pt x="4517" y="620"/>
                          <a:pt x="4517" y="607"/>
                          <a:pt x="4511" y="600"/>
                        </a:cubicBezTo>
                        <a:cubicBezTo>
                          <a:pt x="4498" y="581"/>
                          <a:pt x="4485" y="561"/>
                          <a:pt x="4465" y="542"/>
                        </a:cubicBezTo>
                        <a:cubicBezTo>
                          <a:pt x="4413" y="490"/>
                          <a:pt x="4348" y="464"/>
                          <a:pt x="4276" y="464"/>
                        </a:cubicBezTo>
                        <a:lnTo>
                          <a:pt x="4250" y="464"/>
                        </a:lnTo>
                        <a:cubicBezTo>
                          <a:pt x="4243" y="431"/>
                          <a:pt x="4230" y="398"/>
                          <a:pt x="4211" y="372"/>
                        </a:cubicBezTo>
                        <a:cubicBezTo>
                          <a:pt x="4185" y="327"/>
                          <a:pt x="4152" y="288"/>
                          <a:pt x="4107" y="261"/>
                        </a:cubicBezTo>
                        <a:cubicBezTo>
                          <a:pt x="4067" y="235"/>
                          <a:pt x="4022" y="222"/>
                          <a:pt x="3970" y="222"/>
                        </a:cubicBezTo>
                        <a:cubicBezTo>
                          <a:pt x="3950" y="196"/>
                          <a:pt x="3931" y="177"/>
                          <a:pt x="3905" y="164"/>
                        </a:cubicBezTo>
                        <a:cubicBezTo>
                          <a:pt x="3865" y="144"/>
                          <a:pt x="3826" y="125"/>
                          <a:pt x="3787" y="105"/>
                        </a:cubicBezTo>
                        <a:cubicBezTo>
                          <a:pt x="3716" y="66"/>
                          <a:pt x="3637" y="46"/>
                          <a:pt x="3553" y="40"/>
                        </a:cubicBezTo>
                        <a:cubicBezTo>
                          <a:pt x="3550" y="40"/>
                          <a:pt x="3548" y="40"/>
                          <a:pt x="3546" y="40"/>
                        </a:cubicBezTo>
                        <a:cubicBezTo>
                          <a:pt x="3200" y="40"/>
                          <a:pt x="3190" y="561"/>
                          <a:pt x="3540" y="568"/>
                        </a:cubicBezTo>
                        <a:cubicBezTo>
                          <a:pt x="3572" y="587"/>
                          <a:pt x="3605" y="607"/>
                          <a:pt x="3637" y="620"/>
                        </a:cubicBezTo>
                        <a:cubicBezTo>
                          <a:pt x="3670" y="639"/>
                          <a:pt x="3709" y="653"/>
                          <a:pt x="3748" y="653"/>
                        </a:cubicBezTo>
                        <a:cubicBezTo>
                          <a:pt x="3761" y="666"/>
                          <a:pt x="3768" y="679"/>
                          <a:pt x="3781" y="685"/>
                        </a:cubicBezTo>
                        <a:cubicBezTo>
                          <a:pt x="3787" y="698"/>
                          <a:pt x="3794" y="705"/>
                          <a:pt x="3807" y="711"/>
                        </a:cubicBezTo>
                        <a:cubicBezTo>
                          <a:pt x="3852" y="763"/>
                          <a:pt x="3924" y="789"/>
                          <a:pt x="3989" y="789"/>
                        </a:cubicBezTo>
                        <a:lnTo>
                          <a:pt x="4022" y="789"/>
                        </a:lnTo>
                        <a:cubicBezTo>
                          <a:pt x="4028" y="822"/>
                          <a:pt x="4041" y="848"/>
                          <a:pt x="4054" y="874"/>
                        </a:cubicBezTo>
                        <a:cubicBezTo>
                          <a:pt x="4054" y="881"/>
                          <a:pt x="4061" y="887"/>
                          <a:pt x="4067" y="894"/>
                        </a:cubicBezTo>
                        <a:cubicBezTo>
                          <a:pt x="4074" y="900"/>
                          <a:pt x="4074" y="913"/>
                          <a:pt x="4080" y="920"/>
                        </a:cubicBezTo>
                        <a:cubicBezTo>
                          <a:pt x="4080" y="933"/>
                          <a:pt x="4080" y="939"/>
                          <a:pt x="4087" y="952"/>
                        </a:cubicBezTo>
                        <a:cubicBezTo>
                          <a:pt x="4041" y="978"/>
                          <a:pt x="4002" y="1017"/>
                          <a:pt x="3983" y="1070"/>
                        </a:cubicBezTo>
                        <a:cubicBezTo>
                          <a:pt x="3931" y="1004"/>
                          <a:pt x="3852" y="972"/>
                          <a:pt x="3774" y="965"/>
                        </a:cubicBezTo>
                        <a:cubicBezTo>
                          <a:pt x="3702" y="965"/>
                          <a:pt x="3637" y="998"/>
                          <a:pt x="3585" y="1044"/>
                        </a:cubicBezTo>
                        <a:cubicBezTo>
                          <a:pt x="3572" y="1057"/>
                          <a:pt x="3559" y="1076"/>
                          <a:pt x="3546" y="1089"/>
                        </a:cubicBezTo>
                        <a:cubicBezTo>
                          <a:pt x="3503" y="996"/>
                          <a:pt x="3407" y="939"/>
                          <a:pt x="3302" y="939"/>
                        </a:cubicBezTo>
                        <a:cubicBezTo>
                          <a:pt x="3297" y="939"/>
                          <a:pt x="3291" y="939"/>
                          <a:pt x="3285" y="939"/>
                        </a:cubicBezTo>
                        <a:cubicBezTo>
                          <a:pt x="3233" y="939"/>
                          <a:pt x="3181" y="952"/>
                          <a:pt x="3135" y="978"/>
                        </a:cubicBezTo>
                        <a:cubicBezTo>
                          <a:pt x="3083" y="894"/>
                          <a:pt x="2992" y="848"/>
                          <a:pt x="2888" y="848"/>
                        </a:cubicBezTo>
                        <a:cubicBezTo>
                          <a:pt x="2823" y="848"/>
                          <a:pt x="2764" y="868"/>
                          <a:pt x="2705" y="907"/>
                        </a:cubicBezTo>
                        <a:cubicBezTo>
                          <a:pt x="2648" y="809"/>
                          <a:pt x="2549" y="762"/>
                          <a:pt x="2451" y="762"/>
                        </a:cubicBezTo>
                        <a:cubicBezTo>
                          <a:pt x="2327" y="762"/>
                          <a:pt x="2204" y="837"/>
                          <a:pt x="2164" y="978"/>
                        </a:cubicBezTo>
                        <a:cubicBezTo>
                          <a:pt x="2118" y="937"/>
                          <a:pt x="2055" y="912"/>
                          <a:pt x="1991" y="912"/>
                        </a:cubicBezTo>
                        <a:cubicBezTo>
                          <a:pt x="1983" y="912"/>
                          <a:pt x="1976" y="913"/>
                          <a:pt x="1969" y="913"/>
                        </a:cubicBezTo>
                        <a:cubicBezTo>
                          <a:pt x="1963" y="913"/>
                          <a:pt x="1958" y="913"/>
                          <a:pt x="1952" y="913"/>
                        </a:cubicBezTo>
                        <a:cubicBezTo>
                          <a:pt x="1848" y="913"/>
                          <a:pt x="1751" y="970"/>
                          <a:pt x="1702" y="1063"/>
                        </a:cubicBezTo>
                        <a:cubicBezTo>
                          <a:pt x="1641" y="997"/>
                          <a:pt x="1562" y="967"/>
                          <a:pt x="1484" y="967"/>
                        </a:cubicBezTo>
                        <a:cubicBezTo>
                          <a:pt x="1353" y="967"/>
                          <a:pt x="1226" y="1053"/>
                          <a:pt x="1193" y="1200"/>
                        </a:cubicBezTo>
                        <a:cubicBezTo>
                          <a:pt x="1180" y="1187"/>
                          <a:pt x="1167" y="1174"/>
                          <a:pt x="1148" y="1161"/>
                        </a:cubicBezTo>
                        <a:cubicBezTo>
                          <a:pt x="1193" y="1115"/>
                          <a:pt x="1219" y="1057"/>
                          <a:pt x="1219" y="991"/>
                        </a:cubicBezTo>
                        <a:cubicBezTo>
                          <a:pt x="1213" y="832"/>
                          <a:pt x="1082" y="704"/>
                          <a:pt x="919" y="704"/>
                        </a:cubicBezTo>
                        <a:cubicBezTo>
                          <a:pt x="915" y="704"/>
                          <a:pt x="911" y="704"/>
                          <a:pt x="906" y="705"/>
                        </a:cubicBezTo>
                        <a:lnTo>
                          <a:pt x="880" y="705"/>
                        </a:lnTo>
                        <a:cubicBezTo>
                          <a:pt x="871" y="704"/>
                          <a:pt x="861" y="703"/>
                          <a:pt x="852" y="703"/>
                        </a:cubicBezTo>
                        <a:cubicBezTo>
                          <a:pt x="573" y="703"/>
                          <a:pt x="458" y="1075"/>
                          <a:pt x="704" y="1233"/>
                        </a:cubicBezTo>
                        <a:cubicBezTo>
                          <a:pt x="672" y="1278"/>
                          <a:pt x="652" y="1337"/>
                          <a:pt x="652" y="1396"/>
                        </a:cubicBezTo>
                        <a:lnTo>
                          <a:pt x="652" y="1422"/>
                        </a:lnTo>
                        <a:cubicBezTo>
                          <a:pt x="652" y="1513"/>
                          <a:pt x="691" y="1598"/>
                          <a:pt x="757" y="1656"/>
                        </a:cubicBezTo>
                        <a:lnTo>
                          <a:pt x="743" y="1656"/>
                        </a:lnTo>
                        <a:cubicBezTo>
                          <a:pt x="672" y="1656"/>
                          <a:pt x="607" y="1682"/>
                          <a:pt x="554" y="1734"/>
                        </a:cubicBezTo>
                        <a:cubicBezTo>
                          <a:pt x="522" y="1767"/>
                          <a:pt x="496" y="1813"/>
                          <a:pt x="483" y="1852"/>
                        </a:cubicBezTo>
                        <a:cubicBezTo>
                          <a:pt x="483" y="1865"/>
                          <a:pt x="535" y="1878"/>
                          <a:pt x="528" y="1891"/>
                        </a:cubicBezTo>
                        <a:lnTo>
                          <a:pt x="489" y="1871"/>
                        </a:lnTo>
                        <a:cubicBezTo>
                          <a:pt x="0" y="1871"/>
                          <a:pt x="0" y="2406"/>
                          <a:pt x="489" y="2406"/>
                        </a:cubicBezTo>
                        <a:cubicBezTo>
                          <a:pt x="489" y="2406"/>
                          <a:pt x="652" y="2321"/>
                          <a:pt x="678" y="2223"/>
                        </a:cubicBezTo>
                        <a:cubicBezTo>
                          <a:pt x="704" y="2236"/>
                          <a:pt x="730" y="2249"/>
                          <a:pt x="763" y="2249"/>
                        </a:cubicBezTo>
                        <a:cubicBezTo>
                          <a:pt x="867" y="2249"/>
                          <a:pt x="965" y="2178"/>
                          <a:pt x="998" y="2073"/>
                        </a:cubicBezTo>
                        <a:cubicBezTo>
                          <a:pt x="1024" y="2021"/>
                          <a:pt x="1030" y="1956"/>
                          <a:pt x="1024" y="1897"/>
                        </a:cubicBezTo>
                        <a:lnTo>
                          <a:pt x="1024" y="1897"/>
                        </a:lnTo>
                        <a:cubicBezTo>
                          <a:pt x="1037" y="1910"/>
                          <a:pt x="1063" y="1917"/>
                          <a:pt x="1082" y="1930"/>
                        </a:cubicBezTo>
                        <a:cubicBezTo>
                          <a:pt x="1141" y="1989"/>
                          <a:pt x="1219" y="2028"/>
                          <a:pt x="1304" y="2028"/>
                        </a:cubicBezTo>
                        <a:cubicBezTo>
                          <a:pt x="1343" y="2028"/>
                          <a:pt x="1376" y="2021"/>
                          <a:pt x="1408" y="2008"/>
                        </a:cubicBezTo>
                        <a:cubicBezTo>
                          <a:pt x="1433" y="2167"/>
                          <a:pt x="1568" y="2264"/>
                          <a:pt x="1705" y="2264"/>
                        </a:cubicBezTo>
                        <a:cubicBezTo>
                          <a:pt x="1783" y="2264"/>
                          <a:pt x="1862" y="2233"/>
                          <a:pt x="1923" y="2165"/>
                        </a:cubicBezTo>
                        <a:cubicBezTo>
                          <a:pt x="1973" y="2264"/>
                          <a:pt x="2069" y="2321"/>
                          <a:pt x="2168" y="2321"/>
                        </a:cubicBezTo>
                        <a:cubicBezTo>
                          <a:pt x="2173" y="2321"/>
                          <a:pt x="2179" y="2321"/>
                          <a:pt x="2184" y="2321"/>
                        </a:cubicBezTo>
                        <a:cubicBezTo>
                          <a:pt x="2249" y="2321"/>
                          <a:pt x="2308" y="2308"/>
                          <a:pt x="2360" y="2269"/>
                        </a:cubicBezTo>
                        <a:cubicBezTo>
                          <a:pt x="2428" y="2250"/>
                          <a:pt x="2498" y="2241"/>
                          <a:pt x="2567" y="2241"/>
                        </a:cubicBezTo>
                        <a:cubicBezTo>
                          <a:pt x="2787" y="2241"/>
                          <a:pt x="3001" y="2333"/>
                          <a:pt x="3155" y="2497"/>
                        </a:cubicBezTo>
                        <a:cubicBezTo>
                          <a:pt x="3161" y="2497"/>
                          <a:pt x="3166" y="2498"/>
                          <a:pt x="3171" y="2498"/>
                        </a:cubicBezTo>
                        <a:cubicBezTo>
                          <a:pt x="3263" y="2498"/>
                          <a:pt x="3347" y="2447"/>
                          <a:pt x="3396" y="2373"/>
                        </a:cubicBezTo>
                        <a:cubicBezTo>
                          <a:pt x="3455" y="2419"/>
                          <a:pt x="3520" y="2438"/>
                          <a:pt x="3592" y="2438"/>
                        </a:cubicBezTo>
                        <a:cubicBezTo>
                          <a:pt x="3599" y="2439"/>
                          <a:pt x="3606" y="2439"/>
                          <a:pt x="3613" y="2439"/>
                        </a:cubicBezTo>
                        <a:cubicBezTo>
                          <a:pt x="3689" y="2439"/>
                          <a:pt x="3759" y="2407"/>
                          <a:pt x="3807" y="2354"/>
                        </a:cubicBezTo>
                        <a:cubicBezTo>
                          <a:pt x="3865" y="2425"/>
                          <a:pt x="3957" y="2471"/>
                          <a:pt x="4048" y="2471"/>
                        </a:cubicBezTo>
                        <a:cubicBezTo>
                          <a:pt x="4107" y="2471"/>
                          <a:pt x="4165" y="2451"/>
                          <a:pt x="4217" y="2425"/>
                        </a:cubicBezTo>
                        <a:cubicBezTo>
                          <a:pt x="4263" y="2399"/>
                          <a:pt x="4296" y="2367"/>
                          <a:pt x="4322" y="2328"/>
                        </a:cubicBezTo>
                        <a:cubicBezTo>
                          <a:pt x="4335" y="2334"/>
                          <a:pt x="4341" y="2341"/>
                          <a:pt x="4348" y="2354"/>
                        </a:cubicBezTo>
                        <a:cubicBezTo>
                          <a:pt x="4289" y="2419"/>
                          <a:pt x="4256" y="2503"/>
                          <a:pt x="4263" y="2588"/>
                        </a:cubicBezTo>
                        <a:cubicBezTo>
                          <a:pt x="4152" y="2595"/>
                          <a:pt x="4054" y="2673"/>
                          <a:pt x="4022" y="2777"/>
                        </a:cubicBezTo>
                        <a:cubicBezTo>
                          <a:pt x="3970" y="2745"/>
                          <a:pt x="3918" y="2732"/>
                          <a:pt x="3859" y="2732"/>
                        </a:cubicBezTo>
                        <a:lnTo>
                          <a:pt x="3820" y="2732"/>
                        </a:lnTo>
                        <a:cubicBezTo>
                          <a:pt x="3774" y="2712"/>
                          <a:pt x="3729" y="2699"/>
                          <a:pt x="3683" y="2699"/>
                        </a:cubicBezTo>
                        <a:cubicBezTo>
                          <a:pt x="3585" y="2699"/>
                          <a:pt x="3494" y="2745"/>
                          <a:pt x="3435" y="2829"/>
                        </a:cubicBezTo>
                        <a:cubicBezTo>
                          <a:pt x="3390" y="2803"/>
                          <a:pt x="3337" y="2790"/>
                          <a:pt x="3285" y="2790"/>
                        </a:cubicBezTo>
                        <a:cubicBezTo>
                          <a:pt x="3227" y="2790"/>
                          <a:pt x="3168" y="2803"/>
                          <a:pt x="3122" y="2836"/>
                        </a:cubicBezTo>
                        <a:cubicBezTo>
                          <a:pt x="3068" y="2769"/>
                          <a:pt x="2991" y="2731"/>
                          <a:pt x="2913" y="2731"/>
                        </a:cubicBezTo>
                        <a:cubicBezTo>
                          <a:pt x="2907" y="2731"/>
                          <a:pt x="2900" y="2731"/>
                          <a:pt x="2894" y="2732"/>
                        </a:cubicBezTo>
                        <a:cubicBezTo>
                          <a:pt x="2829" y="2732"/>
                          <a:pt x="2770" y="2745"/>
                          <a:pt x="2718" y="2784"/>
                        </a:cubicBezTo>
                        <a:cubicBezTo>
                          <a:pt x="2675" y="2678"/>
                          <a:pt x="2578" y="2614"/>
                          <a:pt x="2467" y="2614"/>
                        </a:cubicBezTo>
                        <a:cubicBezTo>
                          <a:pt x="2462" y="2614"/>
                          <a:pt x="2456" y="2614"/>
                          <a:pt x="2451" y="2614"/>
                        </a:cubicBezTo>
                        <a:cubicBezTo>
                          <a:pt x="2438" y="2613"/>
                          <a:pt x="2425" y="2612"/>
                          <a:pt x="2411" y="2612"/>
                        </a:cubicBezTo>
                        <a:cubicBezTo>
                          <a:pt x="2370" y="2612"/>
                          <a:pt x="2327" y="2619"/>
                          <a:pt x="2288" y="2634"/>
                        </a:cubicBezTo>
                        <a:cubicBezTo>
                          <a:pt x="2236" y="2562"/>
                          <a:pt x="2151" y="2517"/>
                          <a:pt x="2060" y="2503"/>
                        </a:cubicBezTo>
                        <a:lnTo>
                          <a:pt x="2034" y="2503"/>
                        </a:lnTo>
                        <a:cubicBezTo>
                          <a:pt x="1982" y="2510"/>
                          <a:pt x="1936" y="2536"/>
                          <a:pt x="1891" y="2562"/>
                        </a:cubicBezTo>
                        <a:cubicBezTo>
                          <a:pt x="1849" y="2461"/>
                          <a:pt x="1752" y="2398"/>
                          <a:pt x="1647" y="2398"/>
                        </a:cubicBezTo>
                        <a:cubicBezTo>
                          <a:pt x="1637" y="2398"/>
                          <a:pt x="1627" y="2398"/>
                          <a:pt x="1617" y="2399"/>
                        </a:cubicBezTo>
                        <a:cubicBezTo>
                          <a:pt x="1545" y="2399"/>
                          <a:pt x="1480" y="2425"/>
                          <a:pt x="1421" y="2477"/>
                        </a:cubicBezTo>
                        <a:cubicBezTo>
                          <a:pt x="1376" y="2451"/>
                          <a:pt x="1324" y="2438"/>
                          <a:pt x="1265" y="2438"/>
                        </a:cubicBezTo>
                        <a:cubicBezTo>
                          <a:pt x="1219" y="2438"/>
                          <a:pt x="1174" y="2445"/>
                          <a:pt x="1135" y="2451"/>
                        </a:cubicBezTo>
                        <a:cubicBezTo>
                          <a:pt x="1089" y="2360"/>
                          <a:pt x="985" y="2295"/>
                          <a:pt x="822" y="2295"/>
                        </a:cubicBezTo>
                        <a:cubicBezTo>
                          <a:pt x="496" y="2295"/>
                          <a:pt x="496" y="2914"/>
                          <a:pt x="822" y="2914"/>
                        </a:cubicBezTo>
                        <a:cubicBezTo>
                          <a:pt x="867" y="2908"/>
                          <a:pt x="913" y="2908"/>
                          <a:pt x="959" y="2901"/>
                        </a:cubicBezTo>
                        <a:cubicBezTo>
                          <a:pt x="972" y="2927"/>
                          <a:pt x="1011" y="2953"/>
                          <a:pt x="1037" y="2979"/>
                        </a:cubicBezTo>
                        <a:cubicBezTo>
                          <a:pt x="1069" y="3071"/>
                          <a:pt x="1141" y="3142"/>
                          <a:pt x="1226" y="3181"/>
                        </a:cubicBezTo>
                        <a:cubicBezTo>
                          <a:pt x="1275" y="3268"/>
                          <a:pt x="1372" y="3325"/>
                          <a:pt x="1471" y="3325"/>
                        </a:cubicBezTo>
                        <a:cubicBezTo>
                          <a:pt x="1476" y="3325"/>
                          <a:pt x="1481" y="3325"/>
                          <a:pt x="1486" y="3325"/>
                        </a:cubicBezTo>
                        <a:lnTo>
                          <a:pt x="1500" y="3325"/>
                        </a:lnTo>
                        <a:cubicBezTo>
                          <a:pt x="1480" y="3497"/>
                          <a:pt x="1611" y="3651"/>
                          <a:pt x="1788" y="3651"/>
                        </a:cubicBezTo>
                        <a:cubicBezTo>
                          <a:pt x="1792" y="3651"/>
                          <a:pt x="1796" y="3651"/>
                          <a:pt x="1799" y="3651"/>
                        </a:cubicBezTo>
                        <a:cubicBezTo>
                          <a:pt x="1851" y="3651"/>
                          <a:pt x="1904" y="3638"/>
                          <a:pt x="1949" y="3611"/>
                        </a:cubicBezTo>
                        <a:cubicBezTo>
                          <a:pt x="1989" y="3748"/>
                          <a:pt x="2113" y="3827"/>
                          <a:pt x="2241" y="3827"/>
                        </a:cubicBezTo>
                        <a:cubicBezTo>
                          <a:pt x="2321" y="3827"/>
                          <a:pt x="2401" y="3796"/>
                          <a:pt x="2464" y="3729"/>
                        </a:cubicBezTo>
                        <a:cubicBezTo>
                          <a:pt x="2508" y="3822"/>
                          <a:pt x="2605" y="3886"/>
                          <a:pt x="2710" y="3886"/>
                        </a:cubicBezTo>
                        <a:cubicBezTo>
                          <a:pt x="2715" y="3886"/>
                          <a:pt x="2720" y="3886"/>
                          <a:pt x="2725" y="3885"/>
                        </a:cubicBezTo>
                        <a:cubicBezTo>
                          <a:pt x="2777" y="3885"/>
                          <a:pt x="2829" y="3872"/>
                          <a:pt x="2875" y="3846"/>
                        </a:cubicBezTo>
                        <a:cubicBezTo>
                          <a:pt x="2888" y="3905"/>
                          <a:pt x="2914" y="3957"/>
                          <a:pt x="2959" y="4003"/>
                        </a:cubicBezTo>
                        <a:lnTo>
                          <a:pt x="3018" y="4061"/>
                        </a:lnTo>
                        <a:cubicBezTo>
                          <a:pt x="3083" y="4120"/>
                          <a:pt x="3166" y="4149"/>
                          <a:pt x="3250" y="4149"/>
                        </a:cubicBezTo>
                        <a:cubicBezTo>
                          <a:pt x="3334" y="4149"/>
                          <a:pt x="3419" y="4120"/>
                          <a:pt x="3487" y="4061"/>
                        </a:cubicBezTo>
                        <a:cubicBezTo>
                          <a:pt x="3533" y="4126"/>
                          <a:pt x="3598" y="4178"/>
                          <a:pt x="3761" y="4178"/>
                        </a:cubicBezTo>
                        <a:cubicBezTo>
                          <a:pt x="4087" y="4178"/>
                          <a:pt x="4087" y="3559"/>
                          <a:pt x="3761" y="3559"/>
                        </a:cubicBezTo>
                        <a:cubicBezTo>
                          <a:pt x="3598" y="3559"/>
                          <a:pt x="3559" y="3592"/>
                          <a:pt x="3513" y="3644"/>
                        </a:cubicBezTo>
                        <a:cubicBezTo>
                          <a:pt x="3507" y="3638"/>
                          <a:pt x="3481" y="3631"/>
                          <a:pt x="3468" y="3618"/>
                        </a:cubicBezTo>
                        <a:lnTo>
                          <a:pt x="3403" y="3559"/>
                        </a:lnTo>
                        <a:cubicBezTo>
                          <a:pt x="3342" y="3502"/>
                          <a:pt x="3263" y="3472"/>
                          <a:pt x="3184" y="3472"/>
                        </a:cubicBezTo>
                        <a:cubicBezTo>
                          <a:pt x="3127" y="3472"/>
                          <a:pt x="3070" y="3488"/>
                          <a:pt x="3018" y="3520"/>
                        </a:cubicBezTo>
                        <a:cubicBezTo>
                          <a:pt x="3005" y="3455"/>
                          <a:pt x="2979" y="3403"/>
                          <a:pt x="2940" y="3357"/>
                        </a:cubicBezTo>
                        <a:cubicBezTo>
                          <a:pt x="2979" y="3351"/>
                          <a:pt x="3025" y="3338"/>
                          <a:pt x="3064" y="3312"/>
                        </a:cubicBezTo>
                        <a:cubicBezTo>
                          <a:pt x="3125" y="3383"/>
                          <a:pt x="3209" y="3417"/>
                          <a:pt x="3292" y="3417"/>
                        </a:cubicBezTo>
                        <a:cubicBezTo>
                          <a:pt x="3385" y="3417"/>
                          <a:pt x="3478" y="3374"/>
                          <a:pt x="3540" y="3292"/>
                        </a:cubicBezTo>
                        <a:cubicBezTo>
                          <a:pt x="3585" y="3318"/>
                          <a:pt x="3637" y="3331"/>
                          <a:pt x="3689" y="3331"/>
                        </a:cubicBezTo>
                        <a:lnTo>
                          <a:pt x="3729" y="3331"/>
                        </a:lnTo>
                        <a:cubicBezTo>
                          <a:pt x="3768" y="3351"/>
                          <a:pt x="3820" y="3357"/>
                          <a:pt x="3865" y="3357"/>
                        </a:cubicBezTo>
                        <a:cubicBezTo>
                          <a:pt x="3870" y="3358"/>
                          <a:pt x="3875" y="3358"/>
                          <a:pt x="3880" y="3358"/>
                        </a:cubicBezTo>
                        <a:cubicBezTo>
                          <a:pt x="3998" y="3358"/>
                          <a:pt x="4102" y="3281"/>
                          <a:pt x="4146" y="3168"/>
                        </a:cubicBezTo>
                        <a:cubicBezTo>
                          <a:pt x="4191" y="3201"/>
                          <a:pt x="4250" y="3214"/>
                          <a:pt x="4309" y="3214"/>
                        </a:cubicBezTo>
                        <a:cubicBezTo>
                          <a:pt x="4485" y="3214"/>
                          <a:pt x="4621" y="3064"/>
                          <a:pt x="4602" y="2888"/>
                        </a:cubicBezTo>
                        <a:cubicBezTo>
                          <a:pt x="4758" y="2875"/>
                          <a:pt x="4876" y="2738"/>
                          <a:pt x="4869" y="2582"/>
                        </a:cubicBezTo>
                        <a:lnTo>
                          <a:pt x="4869" y="2582"/>
                        </a:lnTo>
                        <a:cubicBezTo>
                          <a:pt x="4902" y="2588"/>
                          <a:pt x="4934" y="2595"/>
                          <a:pt x="4967" y="2595"/>
                        </a:cubicBezTo>
                        <a:cubicBezTo>
                          <a:pt x="5221" y="2595"/>
                          <a:pt x="5312" y="2334"/>
                          <a:pt x="5241" y="2152"/>
                        </a:cubicBezTo>
                        <a:cubicBezTo>
                          <a:pt x="5619" y="2132"/>
                          <a:pt x="5619" y="1526"/>
                          <a:pt x="5228" y="1526"/>
                        </a:cubicBezTo>
                        <a:cubicBezTo>
                          <a:pt x="5156" y="1526"/>
                          <a:pt x="5084" y="1552"/>
                          <a:pt x="5032" y="1598"/>
                        </a:cubicBezTo>
                        <a:cubicBezTo>
                          <a:pt x="4999" y="1585"/>
                          <a:pt x="4967" y="1578"/>
                          <a:pt x="4934" y="1571"/>
                        </a:cubicBezTo>
                        <a:cubicBezTo>
                          <a:pt x="4947" y="1539"/>
                          <a:pt x="4895" y="1506"/>
                          <a:pt x="4895" y="1474"/>
                        </a:cubicBezTo>
                        <a:lnTo>
                          <a:pt x="4895" y="1435"/>
                        </a:lnTo>
                        <a:cubicBezTo>
                          <a:pt x="4895" y="1337"/>
                          <a:pt x="4895" y="1246"/>
                          <a:pt x="4817" y="1200"/>
                        </a:cubicBezTo>
                        <a:cubicBezTo>
                          <a:pt x="4823" y="1187"/>
                          <a:pt x="4850" y="1167"/>
                          <a:pt x="4856" y="1154"/>
                        </a:cubicBezTo>
                        <a:cubicBezTo>
                          <a:pt x="4902" y="1167"/>
                          <a:pt x="4947" y="1174"/>
                          <a:pt x="4993" y="1174"/>
                        </a:cubicBezTo>
                        <a:cubicBezTo>
                          <a:pt x="5013" y="1174"/>
                          <a:pt x="4999" y="1174"/>
                          <a:pt x="5019" y="1167"/>
                        </a:cubicBezTo>
                        <a:cubicBezTo>
                          <a:pt x="5052" y="1265"/>
                          <a:pt x="5221" y="1343"/>
                          <a:pt x="5221" y="1343"/>
                        </a:cubicBezTo>
                        <a:cubicBezTo>
                          <a:pt x="5710" y="1343"/>
                          <a:pt x="5710" y="815"/>
                          <a:pt x="5221" y="815"/>
                        </a:cubicBezTo>
                        <a:lnTo>
                          <a:pt x="5254" y="815"/>
                        </a:lnTo>
                        <a:cubicBezTo>
                          <a:pt x="5254" y="724"/>
                          <a:pt x="5202" y="633"/>
                          <a:pt x="5117" y="587"/>
                        </a:cubicBezTo>
                        <a:cubicBezTo>
                          <a:pt x="5371" y="464"/>
                          <a:pt x="5338" y="1"/>
                          <a:pt x="49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90"/>
                  <p:cNvSpPr/>
                  <p:nvPr/>
                </p:nvSpPr>
                <p:spPr>
                  <a:xfrm>
                    <a:off x="4115128" y="2184851"/>
                    <a:ext cx="197334" cy="171254"/>
                  </a:xfrm>
                  <a:custGeom>
                    <a:rect b="b" l="l" r="r" t="t"/>
                    <a:pathLst>
                      <a:path extrusionOk="0" h="6783" w="7816">
                        <a:moveTo>
                          <a:pt x="6878" y="1"/>
                        </a:moveTo>
                        <a:cubicBezTo>
                          <a:pt x="6713" y="1"/>
                          <a:pt x="6550" y="89"/>
                          <a:pt x="6466" y="254"/>
                        </a:cubicBezTo>
                        <a:cubicBezTo>
                          <a:pt x="6382" y="154"/>
                          <a:pt x="6256" y="100"/>
                          <a:pt x="6129" y="100"/>
                        </a:cubicBezTo>
                        <a:cubicBezTo>
                          <a:pt x="6089" y="100"/>
                          <a:pt x="6049" y="106"/>
                          <a:pt x="6010" y="117"/>
                        </a:cubicBezTo>
                        <a:cubicBezTo>
                          <a:pt x="5847" y="169"/>
                          <a:pt x="5723" y="299"/>
                          <a:pt x="5684" y="469"/>
                        </a:cubicBezTo>
                        <a:lnTo>
                          <a:pt x="5677" y="462"/>
                        </a:lnTo>
                        <a:cubicBezTo>
                          <a:pt x="5603" y="418"/>
                          <a:pt x="5521" y="397"/>
                          <a:pt x="5441" y="397"/>
                        </a:cubicBezTo>
                        <a:cubicBezTo>
                          <a:pt x="5284" y="397"/>
                          <a:pt x="5132" y="478"/>
                          <a:pt x="5045" y="625"/>
                        </a:cubicBezTo>
                        <a:cubicBezTo>
                          <a:pt x="5045" y="632"/>
                          <a:pt x="5039" y="638"/>
                          <a:pt x="5032" y="651"/>
                        </a:cubicBezTo>
                        <a:cubicBezTo>
                          <a:pt x="4977" y="629"/>
                          <a:pt x="4920" y="619"/>
                          <a:pt x="4865" y="619"/>
                        </a:cubicBezTo>
                        <a:cubicBezTo>
                          <a:pt x="4660" y="619"/>
                          <a:pt x="4472" y="761"/>
                          <a:pt x="4426" y="977"/>
                        </a:cubicBezTo>
                        <a:cubicBezTo>
                          <a:pt x="4361" y="938"/>
                          <a:pt x="4283" y="912"/>
                          <a:pt x="4204" y="912"/>
                        </a:cubicBezTo>
                        <a:cubicBezTo>
                          <a:pt x="4146" y="1057"/>
                          <a:pt x="4012" y="1133"/>
                          <a:pt x="3876" y="1133"/>
                        </a:cubicBezTo>
                        <a:cubicBezTo>
                          <a:pt x="3767" y="1133"/>
                          <a:pt x="3658" y="1085"/>
                          <a:pt x="3585" y="984"/>
                        </a:cubicBezTo>
                        <a:cubicBezTo>
                          <a:pt x="3547" y="973"/>
                          <a:pt x="3507" y="968"/>
                          <a:pt x="3468" y="968"/>
                        </a:cubicBezTo>
                        <a:cubicBezTo>
                          <a:pt x="3309" y="968"/>
                          <a:pt x="3153" y="1050"/>
                          <a:pt x="3064" y="1186"/>
                        </a:cubicBezTo>
                        <a:cubicBezTo>
                          <a:pt x="3005" y="1114"/>
                          <a:pt x="2921" y="1055"/>
                          <a:pt x="2829" y="1029"/>
                        </a:cubicBezTo>
                        <a:cubicBezTo>
                          <a:pt x="2790" y="1020"/>
                          <a:pt x="2750" y="1016"/>
                          <a:pt x="2711" y="1016"/>
                        </a:cubicBezTo>
                        <a:cubicBezTo>
                          <a:pt x="2581" y="1016"/>
                          <a:pt x="2457" y="1065"/>
                          <a:pt x="2367" y="1160"/>
                        </a:cubicBezTo>
                        <a:cubicBezTo>
                          <a:pt x="2280" y="1020"/>
                          <a:pt x="2132" y="940"/>
                          <a:pt x="1977" y="940"/>
                        </a:cubicBezTo>
                        <a:cubicBezTo>
                          <a:pt x="1922" y="940"/>
                          <a:pt x="1867" y="950"/>
                          <a:pt x="1813" y="970"/>
                        </a:cubicBezTo>
                        <a:cubicBezTo>
                          <a:pt x="1767" y="788"/>
                          <a:pt x="1656" y="638"/>
                          <a:pt x="1500" y="534"/>
                        </a:cubicBezTo>
                        <a:cubicBezTo>
                          <a:pt x="1417" y="486"/>
                          <a:pt x="1329" y="465"/>
                          <a:pt x="1242" y="465"/>
                        </a:cubicBezTo>
                        <a:cubicBezTo>
                          <a:pt x="1020" y="465"/>
                          <a:pt x="802" y="603"/>
                          <a:pt x="685" y="795"/>
                        </a:cubicBezTo>
                        <a:cubicBezTo>
                          <a:pt x="581" y="997"/>
                          <a:pt x="542" y="1225"/>
                          <a:pt x="581" y="1453"/>
                        </a:cubicBezTo>
                        <a:cubicBezTo>
                          <a:pt x="561" y="1453"/>
                          <a:pt x="542" y="1466"/>
                          <a:pt x="529" y="1472"/>
                        </a:cubicBezTo>
                        <a:cubicBezTo>
                          <a:pt x="385" y="1557"/>
                          <a:pt x="294" y="1707"/>
                          <a:pt x="294" y="1876"/>
                        </a:cubicBezTo>
                        <a:cubicBezTo>
                          <a:pt x="307" y="1981"/>
                          <a:pt x="333" y="2085"/>
                          <a:pt x="379" y="2183"/>
                        </a:cubicBezTo>
                        <a:cubicBezTo>
                          <a:pt x="164" y="2228"/>
                          <a:pt x="7" y="2417"/>
                          <a:pt x="7" y="2639"/>
                        </a:cubicBezTo>
                        <a:cubicBezTo>
                          <a:pt x="1" y="2841"/>
                          <a:pt x="138" y="3024"/>
                          <a:pt x="340" y="3076"/>
                        </a:cubicBezTo>
                        <a:cubicBezTo>
                          <a:pt x="177" y="3160"/>
                          <a:pt x="79" y="3323"/>
                          <a:pt x="79" y="3506"/>
                        </a:cubicBezTo>
                        <a:cubicBezTo>
                          <a:pt x="79" y="3701"/>
                          <a:pt x="196" y="3871"/>
                          <a:pt x="372" y="3949"/>
                        </a:cubicBezTo>
                        <a:cubicBezTo>
                          <a:pt x="216" y="4060"/>
                          <a:pt x="144" y="4255"/>
                          <a:pt x="196" y="4444"/>
                        </a:cubicBezTo>
                        <a:cubicBezTo>
                          <a:pt x="248" y="4620"/>
                          <a:pt x="398" y="4757"/>
                          <a:pt x="581" y="4783"/>
                        </a:cubicBezTo>
                        <a:cubicBezTo>
                          <a:pt x="418" y="4933"/>
                          <a:pt x="379" y="5181"/>
                          <a:pt x="489" y="5370"/>
                        </a:cubicBezTo>
                        <a:cubicBezTo>
                          <a:pt x="568" y="5510"/>
                          <a:pt x="716" y="5593"/>
                          <a:pt x="872" y="5593"/>
                        </a:cubicBezTo>
                        <a:cubicBezTo>
                          <a:pt x="884" y="5593"/>
                          <a:pt x="895" y="5592"/>
                          <a:pt x="907" y="5591"/>
                        </a:cubicBezTo>
                        <a:lnTo>
                          <a:pt x="907" y="5591"/>
                        </a:lnTo>
                        <a:cubicBezTo>
                          <a:pt x="887" y="5702"/>
                          <a:pt x="900" y="5820"/>
                          <a:pt x="959" y="5917"/>
                        </a:cubicBezTo>
                        <a:cubicBezTo>
                          <a:pt x="1017" y="6022"/>
                          <a:pt x="1115" y="6100"/>
                          <a:pt x="1232" y="6132"/>
                        </a:cubicBezTo>
                        <a:cubicBezTo>
                          <a:pt x="1272" y="6141"/>
                          <a:pt x="1311" y="6145"/>
                          <a:pt x="1350" y="6145"/>
                        </a:cubicBezTo>
                        <a:cubicBezTo>
                          <a:pt x="1433" y="6145"/>
                          <a:pt x="1515" y="6125"/>
                          <a:pt x="1591" y="6080"/>
                        </a:cubicBezTo>
                        <a:cubicBezTo>
                          <a:pt x="1734" y="6022"/>
                          <a:pt x="1865" y="5937"/>
                          <a:pt x="1982" y="5839"/>
                        </a:cubicBezTo>
                        <a:cubicBezTo>
                          <a:pt x="2164" y="5657"/>
                          <a:pt x="2164" y="5363"/>
                          <a:pt x="1982" y="5181"/>
                        </a:cubicBezTo>
                        <a:cubicBezTo>
                          <a:pt x="1923" y="5122"/>
                          <a:pt x="1852" y="5083"/>
                          <a:pt x="1773" y="5064"/>
                        </a:cubicBezTo>
                        <a:cubicBezTo>
                          <a:pt x="1845" y="4927"/>
                          <a:pt x="1839" y="4764"/>
                          <a:pt x="1760" y="4633"/>
                        </a:cubicBezTo>
                        <a:cubicBezTo>
                          <a:pt x="1708" y="4549"/>
                          <a:pt x="1630" y="4483"/>
                          <a:pt x="1539" y="4444"/>
                        </a:cubicBezTo>
                        <a:cubicBezTo>
                          <a:pt x="1597" y="4340"/>
                          <a:pt x="1610" y="4216"/>
                          <a:pt x="1584" y="4099"/>
                        </a:cubicBezTo>
                        <a:cubicBezTo>
                          <a:pt x="1545" y="3962"/>
                          <a:pt x="1441" y="3851"/>
                          <a:pt x="1311" y="3806"/>
                        </a:cubicBezTo>
                        <a:cubicBezTo>
                          <a:pt x="1552" y="3630"/>
                          <a:pt x="1565" y="3271"/>
                          <a:pt x="1337" y="3082"/>
                        </a:cubicBezTo>
                        <a:cubicBezTo>
                          <a:pt x="1637" y="2939"/>
                          <a:pt x="1689" y="2535"/>
                          <a:pt x="1441" y="2320"/>
                        </a:cubicBezTo>
                        <a:cubicBezTo>
                          <a:pt x="1487" y="2281"/>
                          <a:pt x="1526" y="2235"/>
                          <a:pt x="1558" y="2183"/>
                        </a:cubicBezTo>
                        <a:cubicBezTo>
                          <a:pt x="1591" y="2124"/>
                          <a:pt x="1610" y="2059"/>
                          <a:pt x="1617" y="1994"/>
                        </a:cubicBezTo>
                        <a:cubicBezTo>
                          <a:pt x="1630" y="1994"/>
                          <a:pt x="1643" y="1987"/>
                          <a:pt x="1650" y="1981"/>
                        </a:cubicBezTo>
                        <a:cubicBezTo>
                          <a:pt x="1689" y="2020"/>
                          <a:pt x="1721" y="2052"/>
                          <a:pt x="1767" y="2078"/>
                        </a:cubicBezTo>
                        <a:cubicBezTo>
                          <a:pt x="1839" y="2120"/>
                          <a:pt x="1919" y="2141"/>
                          <a:pt x="1998" y="2141"/>
                        </a:cubicBezTo>
                        <a:cubicBezTo>
                          <a:pt x="2104" y="2141"/>
                          <a:pt x="2209" y="2104"/>
                          <a:pt x="2295" y="2033"/>
                        </a:cubicBezTo>
                        <a:cubicBezTo>
                          <a:pt x="2301" y="2065"/>
                          <a:pt x="2314" y="2098"/>
                          <a:pt x="2334" y="2131"/>
                        </a:cubicBezTo>
                        <a:cubicBezTo>
                          <a:pt x="2402" y="2283"/>
                          <a:pt x="2563" y="2359"/>
                          <a:pt x="2724" y="2359"/>
                        </a:cubicBezTo>
                        <a:cubicBezTo>
                          <a:pt x="2810" y="2359"/>
                          <a:pt x="2896" y="2337"/>
                          <a:pt x="2966" y="2294"/>
                        </a:cubicBezTo>
                        <a:cubicBezTo>
                          <a:pt x="3057" y="2241"/>
                          <a:pt x="3129" y="2157"/>
                          <a:pt x="3162" y="2059"/>
                        </a:cubicBezTo>
                        <a:cubicBezTo>
                          <a:pt x="3261" y="2184"/>
                          <a:pt x="3402" y="2260"/>
                          <a:pt x="3549" y="2260"/>
                        </a:cubicBezTo>
                        <a:cubicBezTo>
                          <a:pt x="3625" y="2260"/>
                          <a:pt x="3701" y="2240"/>
                          <a:pt x="3774" y="2196"/>
                        </a:cubicBezTo>
                        <a:cubicBezTo>
                          <a:pt x="3866" y="2144"/>
                          <a:pt x="3931" y="2059"/>
                          <a:pt x="3970" y="1961"/>
                        </a:cubicBezTo>
                        <a:cubicBezTo>
                          <a:pt x="3976" y="1968"/>
                          <a:pt x="3976" y="1974"/>
                          <a:pt x="3983" y="1974"/>
                        </a:cubicBezTo>
                        <a:cubicBezTo>
                          <a:pt x="4074" y="2062"/>
                          <a:pt x="4191" y="2106"/>
                          <a:pt x="4309" y="2106"/>
                        </a:cubicBezTo>
                        <a:cubicBezTo>
                          <a:pt x="4426" y="2106"/>
                          <a:pt x="4543" y="2062"/>
                          <a:pt x="4635" y="1974"/>
                        </a:cubicBezTo>
                        <a:cubicBezTo>
                          <a:pt x="4680" y="1935"/>
                          <a:pt x="4713" y="1876"/>
                          <a:pt x="4732" y="1818"/>
                        </a:cubicBezTo>
                        <a:cubicBezTo>
                          <a:pt x="4739" y="1824"/>
                          <a:pt x="4739" y="1824"/>
                          <a:pt x="4745" y="1831"/>
                        </a:cubicBezTo>
                        <a:cubicBezTo>
                          <a:pt x="4847" y="1915"/>
                          <a:pt x="4967" y="1963"/>
                          <a:pt x="5086" y="1963"/>
                        </a:cubicBezTo>
                        <a:cubicBezTo>
                          <a:pt x="5197" y="1963"/>
                          <a:pt x="5306" y="1922"/>
                          <a:pt x="5397" y="1831"/>
                        </a:cubicBezTo>
                        <a:cubicBezTo>
                          <a:pt x="5449" y="1772"/>
                          <a:pt x="5488" y="1707"/>
                          <a:pt x="5508" y="1635"/>
                        </a:cubicBezTo>
                        <a:cubicBezTo>
                          <a:pt x="5554" y="1655"/>
                          <a:pt x="5606" y="1668"/>
                          <a:pt x="5664" y="1668"/>
                        </a:cubicBezTo>
                        <a:cubicBezTo>
                          <a:pt x="5782" y="1668"/>
                          <a:pt x="5899" y="1616"/>
                          <a:pt x="5990" y="1531"/>
                        </a:cubicBezTo>
                        <a:cubicBezTo>
                          <a:pt x="6023" y="1492"/>
                          <a:pt x="6055" y="1453"/>
                          <a:pt x="6075" y="1407"/>
                        </a:cubicBezTo>
                        <a:cubicBezTo>
                          <a:pt x="6158" y="1462"/>
                          <a:pt x="6252" y="1491"/>
                          <a:pt x="6347" y="1491"/>
                        </a:cubicBezTo>
                        <a:cubicBezTo>
                          <a:pt x="6409" y="1491"/>
                          <a:pt x="6472" y="1479"/>
                          <a:pt x="6531" y="1453"/>
                        </a:cubicBezTo>
                        <a:lnTo>
                          <a:pt x="6531" y="1453"/>
                        </a:lnTo>
                        <a:cubicBezTo>
                          <a:pt x="6473" y="1518"/>
                          <a:pt x="6427" y="1590"/>
                          <a:pt x="6407" y="1674"/>
                        </a:cubicBezTo>
                        <a:cubicBezTo>
                          <a:pt x="6368" y="1818"/>
                          <a:pt x="6388" y="1968"/>
                          <a:pt x="6460" y="2092"/>
                        </a:cubicBezTo>
                        <a:cubicBezTo>
                          <a:pt x="6486" y="2137"/>
                          <a:pt x="6525" y="2183"/>
                          <a:pt x="6564" y="2215"/>
                        </a:cubicBezTo>
                        <a:cubicBezTo>
                          <a:pt x="6460" y="2274"/>
                          <a:pt x="6381" y="2372"/>
                          <a:pt x="6349" y="2489"/>
                        </a:cubicBezTo>
                        <a:cubicBezTo>
                          <a:pt x="6323" y="2613"/>
                          <a:pt x="6342" y="2743"/>
                          <a:pt x="6407" y="2854"/>
                        </a:cubicBezTo>
                        <a:cubicBezTo>
                          <a:pt x="6394" y="2867"/>
                          <a:pt x="6381" y="2880"/>
                          <a:pt x="6375" y="2900"/>
                        </a:cubicBezTo>
                        <a:cubicBezTo>
                          <a:pt x="6310" y="3004"/>
                          <a:pt x="6290" y="3134"/>
                          <a:pt x="6329" y="3258"/>
                        </a:cubicBezTo>
                        <a:cubicBezTo>
                          <a:pt x="6336" y="3278"/>
                          <a:pt x="6342" y="3304"/>
                          <a:pt x="6355" y="3323"/>
                        </a:cubicBezTo>
                        <a:cubicBezTo>
                          <a:pt x="6316" y="3349"/>
                          <a:pt x="6277" y="3375"/>
                          <a:pt x="6244" y="3408"/>
                        </a:cubicBezTo>
                        <a:cubicBezTo>
                          <a:pt x="6121" y="3538"/>
                          <a:pt x="6082" y="3734"/>
                          <a:pt x="6147" y="3903"/>
                        </a:cubicBezTo>
                        <a:cubicBezTo>
                          <a:pt x="6075" y="3942"/>
                          <a:pt x="6016" y="4001"/>
                          <a:pt x="5977" y="4066"/>
                        </a:cubicBezTo>
                        <a:cubicBezTo>
                          <a:pt x="5925" y="4158"/>
                          <a:pt x="5906" y="4262"/>
                          <a:pt x="5919" y="4366"/>
                        </a:cubicBezTo>
                        <a:cubicBezTo>
                          <a:pt x="5749" y="4405"/>
                          <a:pt x="5612" y="4536"/>
                          <a:pt x="5560" y="4699"/>
                        </a:cubicBezTo>
                        <a:cubicBezTo>
                          <a:pt x="5528" y="4803"/>
                          <a:pt x="5541" y="4914"/>
                          <a:pt x="5586" y="5005"/>
                        </a:cubicBezTo>
                        <a:cubicBezTo>
                          <a:pt x="5574" y="5004"/>
                          <a:pt x="5562" y="5004"/>
                          <a:pt x="5550" y="5004"/>
                        </a:cubicBezTo>
                        <a:cubicBezTo>
                          <a:pt x="5464" y="5004"/>
                          <a:pt x="5380" y="5024"/>
                          <a:pt x="5306" y="5064"/>
                        </a:cubicBezTo>
                        <a:cubicBezTo>
                          <a:pt x="5221" y="5116"/>
                          <a:pt x="5150" y="5194"/>
                          <a:pt x="5117" y="5285"/>
                        </a:cubicBezTo>
                        <a:cubicBezTo>
                          <a:pt x="5082" y="5277"/>
                          <a:pt x="5048" y="5274"/>
                          <a:pt x="5014" y="5274"/>
                        </a:cubicBezTo>
                        <a:cubicBezTo>
                          <a:pt x="4935" y="5274"/>
                          <a:pt x="4860" y="5294"/>
                          <a:pt x="4791" y="5331"/>
                        </a:cubicBezTo>
                        <a:cubicBezTo>
                          <a:pt x="4752" y="5350"/>
                          <a:pt x="4719" y="5376"/>
                          <a:pt x="4693" y="5409"/>
                        </a:cubicBezTo>
                        <a:cubicBezTo>
                          <a:pt x="4624" y="5374"/>
                          <a:pt x="4546" y="5357"/>
                          <a:pt x="4468" y="5357"/>
                        </a:cubicBezTo>
                        <a:cubicBezTo>
                          <a:pt x="4430" y="5357"/>
                          <a:pt x="4391" y="5361"/>
                          <a:pt x="4354" y="5370"/>
                        </a:cubicBezTo>
                        <a:lnTo>
                          <a:pt x="4335" y="5376"/>
                        </a:lnTo>
                        <a:cubicBezTo>
                          <a:pt x="4270" y="5344"/>
                          <a:pt x="4204" y="5331"/>
                          <a:pt x="4133" y="5331"/>
                        </a:cubicBezTo>
                        <a:cubicBezTo>
                          <a:pt x="3853" y="5344"/>
                          <a:pt x="3559" y="5442"/>
                          <a:pt x="3416" y="5702"/>
                        </a:cubicBezTo>
                        <a:cubicBezTo>
                          <a:pt x="3299" y="5924"/>
                          <a:pt x="3312" y="6191"/>
                          <a:pt x="3448" y="6406"/>
                        </a:cubicBezTo>
                        <a:cubicBezTo>
                          <a:pt x="3540" y="6569"/>
                          <a:pt x="3729" y="6745"/>
                          <a:pt x="3924" y="6771"/>
                        </a:cubicBezTo>
                        <a:cubicBezTo>
                          <a:pt x="3975" y="6778"/>
                          <a:pt x="4028" y="6783"/>
                          <a:pt x="4081" y="6783"/>
                        </a:cubicBezTo>
                        <a:cubicBezTo>
                          <a:pt x="4182" y="6783"/>
                          <a:pt x="4282" y="6764"/>
                          <a:pt x="4367" y="6699"/>
                        </a:cubicBezTo>
                        <a:cubicBezTo>
                          <a:pt x="4380" y="6693"/>
                          <a:pt x="4387" y="6686"/>
                          <a:pt x="4393" y="6680"/>
                        </a:cubicBezTo>
                        <a:cubicBezTo>
                          <a:pt x="4439" y="6693"/>
                          <a:pt x="4485" y="6699"/>
                          <a:pt x="4524" y="6699"/>
                        </a:cubicBezTo>
                        <a:cubicBezTo>
                          <a:pt x="4661" y="6699"/>
                          <a:pt x="4791" y="6641"/>
                          <a:pt x="4876" y="6536"/>
                        </a:cubicBezTo>
                        <a:cubicBezTo>
                          <a:pt x="4908" y="6576"/>
                          <a:pt x="4947" y="6608"/>
                          <a:pt x="4987" y="6628"/>
                        </a:cubicBezTo>
                        <a:cubicBezTo>
                          <a:pt x="5058" y="6672"/>
                          <a:pt x="5141" y="6695"/>
                          <a:pt x="5226" y="6695"/>
                        </a:cubicBezTo>
                        <a:cubicBezTo>
                          <a:pt x="5265" y="6695"/>
                          <a:pt x="5306" y="6690"/>
                          <a:pt x="5345" y="6680"/>
                        </a:cubicBezTo>
                        <a:cubicBezTo>
                          <a:pt x="5508" y="6621"/>
                          <a:pt x="5638" y="6491"/>
                          <a:pt x="5677" y="6315"/>
                        </a:cubicBezTo>
                        <a:cubicBezTo>
                          <a:pt x="5743" y="6354"/>
                          <a:pt x="5814" y="6374"/>
                          <a:pt x="5886" y="6374"/>
                        </a:cubicBezTo>
                        <a:cubicBezTo>
                          <a:pt x="6010" y="6374"/>
                          <a:pt x="6127" y="6321"/>
                          <a:pt x="6212" y="6237"/>
                        </a:cubicBezTo>
                        <a:cubicBezTo>
                          <a:pt x="6349" y="6093"/>
                          <a:pt x="6388" y="5878"/>
                          <a:pt x="6303" y="5689"/>
                        </a:cubicBezTo>
                        <a:lnTo>
                          <a:pt x="6303" y="5689"/>
                        </a:lnTo>
                        <a:cubicBezTo>
                          <a:pt x="6366" y="5717"/>
                          <a:pt x="6433" y="5731"/>
                          <a:pt x="6499" y="5731"/>
                        </a:cubicBezTo>
                        <a:cubicBezTo>
                          <a:pt x="6620" y="5731"/>
                          <a:pt x="6739" y="5686"/>
                          <a:pt x="6831" y="5598"/>
                        </a:cubicBezTo>
                        <a:cubicBezTo>
                          <a:pt x="6968" y="5461"/>
                          <a:pt x="7007" y="5259"/>
                          <a:pt x="6916" y="5083"/>
                        </a:cubicBezTo>
                        <a:cubicBezTo>
                          <a:pt x="7059" y="5057"/>
                          <a:pt x="7176" y="4979"/>
                          <a:pt x="7248" y="4861"/>
                        </a:cubicBezTo>
                        <a:cubicBezTo>
                          <a:pt x="7339" y="4705"/>
                          <a:pt x="7333" y="4516"/>
                          <a:pt x="7229" y="4373"/>
                        </a:cubicBezTo>
                        <a:cubicBezTo>
                          <a:pt x="7281" y="4334"/>
                          <a:pt x="7320" y="4288"/>
                          <a:pt x="7352" y="4236"/>
                        </a:cubicBezTo>
                        <a:cubicBezTo>
                          <a:pt x="7437" y="4092"/>
                          <a:pt x="7431" y="3910"/>
                          <a:pt x="7339" y="3760"/>
                        </a:cubicBezTo>
                        <a:cubicBezTo>
                          <a:pt x="7346" y="3760"/>
                          <a:pt x="7352" y="3760"/>
                          <a:pt x="7359" y="3753"/>
                        </a:cubicBezTo>
                        <a:cubicBezTo>
                          <a:pt x="7574" y="3623"/>
                          <a:pt x="7652" y="3343"/>
                          <a:pt x="7522" y="3121"/>
                        </a:cubicBezTo>
                        <a:cubicBezTo>
                          <a:pt x="7515" y="3108"/>
                          <a:pt x="7502" y="3095"/>
                          <a:pt x="7496" y="3089"/>
                        </a:cubicBezTo>
                        <a:cubicBezTo>
                          <a:pt x="7522" y="3063"/>
                          <a:pt x="7548" y="3030"/>
                          <a:pt x="7568" y="3004"/>
                        </a:cubicBezTo>
                        <a:cubicBezTo>
                          <a:pt x="7633" y="2893"/>
                          <a:pt x="7652" y="2763"/>
                          <a:pt x="7620" y="2645"/>
                        </a:cubicBezTo>
                        <a:cubicBezTo>
                          <a:pt x="7581" y="2528"/>
                          <a:pt x="7509" y="2430"/>
                          <a:pt x="7405" y="2365"/>
                        </a:cubicBezTo>
                        <a:cubicBezTo>
                          <a:pt x="7398" y="2359"/>
                          <a:pt x="7385" y="2352"/>
                          <a:pt x="7379" y="2352"/>
                        </a:cubicBezTo>
                        <a:cubicBezTo>
                          <a:pt x="7815" y="2163"/>
                          <a:pt x="7815" y="1551"/>
                          <a:pt x="7385" y="1362"/>
                        </a:cubicBezTo>
                        <a:cubicBezTo>
                          <a:pt x="7431" y="1166"/>
                          <a:pt x="7346" y="964"/>
                          <a:pt x="7170" y="860"/>
                        </a:cubicBezTo>
                        <a:cubicBezTo>
                          <a:pt x="7190" y="847"/>
                          <a:pt x="7209" y="834"/>
                          <a:pt x="7229" y="821"/>
                        </a:cubicBezTo>
                        <a:cubicBezTo>
                          <a:pt x="7405" y="638"/>
                          <a:pt x="7405" y="345"/>
                          <a:pt x="7229" y="162"/>
                        </a:cubicBezTo>
                        <a:lnTo>
                          <a:pt x="7203" y="136"/>
                        </a:lnTo>
                        <a:cubicBezTo>
                          <a:pt x="7111" y="45"/>
                          <a:pt x="6994" y="1"/>
                          <a:pt x="687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0"/>
                  <p:cNvSpPr/>
                  <p:nvPr/>
                </p:nvSpPr>
                <p:spPr>
                  <a:xfrm>
                    <a:off x="4181933" y="2108074"/>
                    <a:ext cx="132322" cy="113765"/>
                  </a:xfrm>
                  <a:custGeom>
                    <a:rect b="b" l="l" r="r" t="t"/>
                    <a:pathLst>
                      <a:path extrusionOk="0" h="4506" w="5241">
                        <a:moveTo>
                          <a:pt x="3079" y="1"/>
                        </a:moveTo>
                        <a:cubicBezTo>
                          <a:pt x="2809" y="1"/>
                          <a:pt x="2497" y="160"/>
                          <a:pt x="2497" y="160"/>
                        </a:cubicBezTo>
                        <a:cubicBezTo>
                          <a:pt x="2451" y="1281"/>
                          <a:pt x="3416" y="1561"/>
                          <a:pt x="2934" y="2786"/>
                        </a:cubicBezTo>
                        <a:cubicBezTo>
                          <a:pt x="2867" y="2954"/>
                          <a:pt x="2770" y="3019"/>
                          <a:pt x="2657" y="3019"/>
                        </a:cubicBezTo>
                        <a:cubicBezTo>
                          <a:pt x="2495" y="3019"/>
                          <a:pt x="2300" y="2884"/>
                          <a:pt x="2119" y="2734"/>
                        </a:cubicBezTo>
                        <a:cubicBezTo>
                          <a:pt x="2015" y="2647"/>
                          <a:pt x="1892" y="2618"/>
                          <a:pt x="1775" y="2618"/>
                        </a:cubicBezTo>
                        <a:cubicBezTo>
                          <a:pt x="1611" y="2618"/>
                          <a:pt x="1458" y="2674"/>
                          <a:pt x="1383" y="2708"/>
                        </a:cubicBezTo>
                        <a:cubicBezTo>
                          <a:pt x="1350" y="2747"/>
                          <a:pt x="1324" y="2786"/>
                          <a:pt x="1311" y="2832"/>
                        </a:cubicBezTo>
                        <a:cubicBezTo>
                          <a:pt x="1304" y="2864"/>
                          <a:pt x="1272" y="2890"/>
                          <a:pt x="1239" y="2890"/>
                        </a:cubicBezTo>
                        <a:lnTo>
                          <a:pt x="1220" y="2890"/>
                        </a:lnTo>
                        <a:cubicBezTo>
                          <a:pt x="1174" y="2877"/>
                          <a:pt x="1154" y="2832"/>
                          <a:pt x="1161" y="2793"/>
                        </a:cubicBezTo>
                        <a:cubicBezTo>
                          <a:pt x="1187" y="2721"/>
                          <a:pt x="1226" y="2649"/>
                          <a:pt x="1278" y="2591"/>
                        </a:cubicBezTo>
                        <a:cubicBezTo>
                          <a:pt x="1232" y="2495"/>
                          <a:pt x="1145" y="2386"/>
                          <a:pt x="975" y="2386"/>
                        </a:cubicBezTo>
                        <a:cubicBezTo>
                          <a:pt x="903" y="2386"/>
                          <a:pt x="816" y="2405"/>
                          <a:pt x="711" y="2454"/>
                        </a:cubicBezTo>
                        <a:cubicBezTo>
                          <a:pt x="1" y="2793"/>
                          <a:pt x="151" y="4057"/>
                          <a:pt x="151" y="4057"/>
                        </a:cubicBezTo>
                        <a:cubicBezTo>
                          <a:pt x="221" y="4154"/>
                          <a:pt x="326" y="4202"/>
                          <a:pt x="431" y="4202"/>
                        </a:cubicBezTo>
                        <a:cubicBezTo>
                          <a:pt x="551" y="4202"/>
                          <a:pt x="671" y="4140"/>
                          <a:pt x="737" y="4018"/>
                        </a:cubicBezTo>
                        <a:lnTo>
                          <a:pt x="1011" y="3190"/>
                        </a:lnTo>
                        <a:cubicBezTo>
                          <a:pt x="1011" y="3190"/>
                          <a:pt x="1018" y="3184"/>
                          <a:pt x="1018" y="3184"/>
                        </a:cubicBezTo>
                        <a:cubicBezTo>
                          <a:pt x="1018" y="3184"/>
                          <a:pt x="1018" y="3177"/>
                          <a:pt x="1024" y="3177"/>
                        </a:cubicBezTo>
                        <a:lnTo>
                          <a:pt x="1024" y="3171"/>
                        </a:lnTo>
                        <a:cubicBezTo>
                          <a:pt x="1024" y="3164"/>
                          <a:pt x="1024" y="3164"/>
                          <a:pt x="1024" y="3164"/>
                        </a:cubicBezTo>
                        <a:lnTo>
                          <a:pt x="1024" y="3158"/>
                        </a:lnTo>
                        <a:lnTo>
                          <a:pt x="1024" y="3151"/>
                        </a:lnTo>
                        <a:lnTo>
                          <a:pt x="1031" y="3145"/>
                        </a:lnTo>
                        <a:lnTo>
                          <a:pt x="1037" y="3138"/>
                        </a:lnTo>
                        <a:lnTo>
                          <a:pt x="1050" y="3138"/>
                        </a:lnTo>
                        <a:lnTo>
                          <a:pt x="1057" y="3132"/>
                        </a:lnTo>
                        <a:lnTo>
                          <a:pt x="1076" y="3132"/>
                        </a:lnTo>
                        <a:cubicBezTo>
                          <a:pt x="1076" y="3132"/>
                          <a:pt x="1128" y="3171"/>
                          <a:pt x="1128" y="3171"/>
                        </a:cubicBezTo>
                        <a:cubicBezTo>
                          <a:pt x="1128" y="3172"/>
                          <a:pt x="1129" y="3173"/>
                          <a:pt x="1129" y="3173"/>
                        </a:cubicBezTo>
                        <a:cubicBezTo>
                          <a:pt x="1131" y="3173"/>
                          <a:pt x="1135" y="3164"/>
                          <a:pt x="1135" y="3164"/>
                        </a:cubicBezTo>
                        <a:cubicBezTo>
                          <a:pt x="1137" y="3166"/>
                          <a:pt x="1138" y="3167"/>
                          <a:pt x="1139" y="3167"/>
                        </a:cubicBezTo>
                        <a:cubicBezTo>
                          <a:pt x="1141" y="3167"/>
                          <a:pt x="1141" y="3164"/>
                          <a:pt x="1141" y="3164"/>
                        </a:cubicBezTo>
                        <a:cubicBezTo>
                          <a:pt x="1148" y="3171"/>
                          <a:pt x="1148" y="3171"/>
                          <a:pt x="1148" y="3177"/>
                        </a:cubicBezTo>
                        <a:lnTo>
                          <a:pt x="1148" y="3184"/>
                        </a:lnTo>
                        <a:cubicBezTo>
                          <a:pt x="1148" y="3184"/>
                          <a:pt x="1148" y="3190"/>
                          <a:pt x="1148" y="3190"/>
                        </a:cubicBezTo>
                        <a:cubicBezTo>
                          <a:pt x="1187" y="3347"/>
                          <a:pt x="1239" y="3503"/>
                          <a:pt x="1311" y="3653"/>
                        </a:cubicBezTo>
                        <a:cubicBezTo>
                          <a:pt x="1487" y="3907"/>
                          <a:pt x="1728" y="4279"/>
                          <a:pt x="2399" y="4442"/>
                        </a:cubicBezTo>
                        <a:cubicBezTo>
                          <a:pt x="2578" y="4485"/>
                          <a:pt x="2751" y="4506"/>
                          <a:pt x="2917" y="4506"/>
                        </a:cubicBezTo>
                        <a:cubicBezTo>
                          <a:pt x="3821" y="4506"/>
                          <a:pt x="4537" y="3895"/>
                          <a:pt x="4928" y="3014"/>
                        </a:cubicBezTo>
                        <a:cubicBezTo>
                          <a:pt x="5241" y="2350"/>
                          <a:pt x="5137" y="1163"/>
                          <a:pt x="4550" y="909"/>
                        </a:cubicBezTo>
                        <a:cubicBezTo>
                          <a:pt x="4425" y="855"/>
                          <a:pt x="4319" y="834"/>
                          <a:pt x="4227" y="834"/>
                        </a:cubicBezTo>
                        <a:cubicBezTo>
                          <a:pt x="3927" y="834"/>
                          <a:pt x="3773" y="1053"/>
                          <a:pt x="3591" y="1053"/>
                        </a:cubicBezTo>
                        <a:cubicBezTo>
                          <a:pt x="3566" y="1053"/>
                          <a:pt x="3540" y="1049"/>
                          <a:pt x="3514" y="1040"/>
                        </a:cubicBezTo>
                        <a:cubicBezTo>
                          <a:pt x="3234" y="935"/>
                          <a:pt x="3136" y="3"/>
                          <a:pt x="3136" y="3"/>
                        </a:cubicBezTo>
                        <a:cubicBezTo>
                          <a:pt x="3117" y="1"/>
                          <a:pt x="3098" y="1"/>
                          <a:pt x="30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3" name="Google Shape;10333;p90"/>
                  <p:cNvGrpSpPr/>
                  <p:nvPr/>
                </p:nvGrpSpPr>
                <p:grpSpPr>
                  <a:xfrm>
                    <a:off x="4162846" y="1813763"/>
                    <a:ext cx="96622" cy="297542"/>
                    <a:chOff x="4162846" y="1813763"/>
                    <a:chExt cx="96622" cy="297542"/>
                  </a:xfrm>
                </p:grpSpPr>
                <p:sp>
                  <p:nvSpPr>
                    <p:cNvPr id="10334" name="Google Shape;10334;p90"/>
                    <p:cNvSpPr/>
                    <p:nvPr/>
                  </p:nvSpPr>
                  <p:spPr>
                    <a:xfrm>
                      <a:off x="4198899" y="1837951"/>
                      <a:ext cx="24692" cy="273355"/>
                    </a:xfrm>
                    <a:custGeom>
                      <a:rect b="b" l="l" r="r" t="t"/>
                      <a:pathLst>
                        <a:path extrusionOk="0" h="10827" w="978">
                          <a:moveTo>
                            <a:pt x="0" y="0"/>
                          </a:moveTo>
                          <a:lnTo>
                            <a:pt x="0" y="10826"/>
                          </a:lnTo>
                          <a:lnTo>
                            <a:pt x="978" y="10826"/>
                          </a:lnTo>
                          <a:lnTo>
                            <a:pt x="97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90"/>
                    <p:cNvSpPr/>
                    <p:nvPr/>
                  </p:nvSpPr>
                  <p:spPr>
                    <a:xfrm>
                      <a:off x="4162846" y="1813763"/>
                      <a:ext cx="96622" cy="60089"/>
                    </a:xfrm>
                    <a:custGeom>
                      <a:rect b="b" l="l" r="r" t="t"/>
                      <a:pathLst>
                        <a:path extrusionOk="0" h="2380" w="3827">
                          <a:moveTo>
                            <a:pt x="1917" y="0"/>
                          </a:moveTo>
                          <a:cubicBezTo>
                            <a:pt x="861" y="0"/>
                            <a:pt x="1" y="535"/>
                            <a:pt x="1" y="1187"/>
                          </a:cubicBezTo>
                          <a:cubicBezTo>
                            <a:pt x="1" y="1845"/>
                            <a:pt x="861" y="2379"/>
                            <a:pt x="1917" y="2379"/>
                          </a:cubicBezTo>
                          <a:cubicBezTo>
                            <a:pt x="2973" y="2379"/>
                            <a:pt x="3827" y="1845"/>
                            <a:pt x="3827" y="1187"/>
                          </a:cubicBezTo>
                          <a:cubicBezTo>
                            <a:pt x="3827" y="535"/>
                            <a:pt x="2973" y="0"/>
                            <a:pt x="1917"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6" name="Google Shape;10336;p90"/>
                  <p:cNvSpPr/>
                  <p:nvPr/>
                </p:nvSpPr>
                <p:spPr>
                  <a:xfrm>
                    <a:off x="4110861" y="2098530"/>
                    <a:ext cx="171153" cy="103767"/>
                  </a:xfrm>
                  <a:custGeom>
                    <a:rect b="b" l="l" r="r" t="t"/>
                    <a:pathLst>
                      <a:path extrusionOk="0" h="4110" w="6779">
                        <a:moveTo>
                          <a:pt x="4991" y="0"/>
                        </a:moveTo>
                        <a:cubicBezTo>
                          <a:pt x="4793" y="0"/>
                          <a:pt x="4464" y="33"/>
                          <a:pt x="4328" y="75"/>
                        </a:cubicBezTo>
                        <a:lnTo>
                          <a:pt x="3702" y="88"/>
                        </a:lnTo>
                        <a:cubicBezTo>
                          <a:pt x="3455" y="88"/>
                          <a:pt x="3200" y="81"/>
                          <a:pt x="2953" y="75"/>
                        </a:cubicBezTo>
                        <a:cubicBezTo>
                          <a:pt x="2705" y="62"/>
                          <a:pt x="2470" y="55"/>
                          <a:pt x="2242" y="55"/>
                        </a:cubicBezTo>
                        <a:cubicBezTo>
                          <a:pt x="1525" y="55"/>
                          <a:pt x="815" y="127"/>
                          <a:pt x="476" y="661"/>
                        </a:cubicBezTo>
                        <a:cubicBezTo>
                          <a:pt x="0" y="1418"/>
                          <a:pt x="104" y="2193"/>
                          <a:pt x="189" y="2871"/>
                        </a:cubicBezTo>
                        <a:cubicBezTo>
                          <a:pt x="209" y="3021"/>
                          <a:pt x="228" y="3158"/>
                          <a:pt x="241" y="3295"/>
                        </a:cubicBezTo>
                        <a:cubicBezTo>
                          <a:pt x="287" y="3783"/>
                          <a:pt x="365" y="4109"/>
                          <a:pt x="587" y="4109"/>
                        </a:cubicBezTo>
                        <a:cubicBezTo>
                          <a:pt x="769" y="4109"/>
                          <a:pt x="1050" y="3933"/>
                          <a:pt x="1428" y="3588"/>
                        </a:cubicBezTo>
                        <a:cubicBezTo>
                          <a:pt x="1441" y="3581"/>
                          <a:pt x="1447" y="3575"/>
                          <a:pt x="1467" y="3568"/>
                        </a:cubicBezTo>
                        <a:cubicBezTo>
                          <a:pt x="1486" y="3562"/>
                          <a:pt x="3422" y="2975"/>
                          <a:pt x="4100" y="2454"/>
                        </a:cubicBezTo>
                        <a:cubicBezTo>
                          <a:pt x="4302" y="2389"/>
                          <a:pt x="4497" y="2317"/>
                          <a:pt x="4686" y="2239"/>
                        </a:cubicBezTo>
                        <a:cubicBezTo>
                          <a:pt x="5110" y="2161"/>
                          <a:pt x="5775" y="1945"/>
                          <a:pt x="6179" y="1385"/>
                        </a:cubicBezTo>
                        <a:lnTo>
                          <a:pt x="6296" y="1222"/>
                        </a:lnTo>
                        <a:cubicBezTo>
                          <a:pt x="6544" y="883"/>
                          <a:pt x="6778" y="544"/>
                          <a:pt x="6687" y="362"/>
                        </a:cubicBezTo>
                        <a:cubicBezTo>
                          <a:pt x="6583" y="153"/>
                          <a:pt x="6062" y="29"/>
                          <a:pt x="5143" y="16"/>
                        </a:cubicBezTo>
                        <a:cubicBezTo>
                          <a:pt x="5124" y="5"/>
                          <a:pt x="5068" y="0"/>
                          <a:pt x="49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337" name="Google Shape;10337;p90"/>
              <p:cNvSpPr/>
              <p:nvPr/>
            </p:nvSpPr>
            <p:spPr>
              <a:xfrm>
                <a:off x="4006210" y="1542757"/>
                <a:ext cx="406939" cy="325163"/>
              </a:xfrm>
              <a:custGeom>
                <a:rect b="b" l="l" r="r" t="t"/>
                <a:pathLst>
                  <a:path extrusionOk="0" h="12879" w="16118">
                    <a:moveTo>
                      <a:pt x="1004" y="8740"/>
                    </a:moveTo>
                    <a:lnTo>
                      <a:pt x="1004" y="8740"/>
                    </a:ln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7" y="3448"/>
                      <a:pt x="4047" y="3448"/>
                    </a:cubicBezTo>
                    <a:cubicBezTo>
                      <a:pt x="6224" y="4790"/>
                      <a:pt x="13544" y="6504"/>
                      <a:pt x="14215" y="6726"/>
                    </a:cubicBezTo>
                    <a:cubicBezTo>
                      <a:pt x="14557" y="6840"/>
                      <a:pt x="14772" y="11921"/>
                      <a:pt x="14748" y="12624"/>
                    </a:cubicBezTo>
                    <a:lnTo>
                      <a:pt x="14748" y="12624"/>
                    </a:lnTo>
                    <a:lnTo>
                      <a:pt x="15206" y="9548"/>
                    </a:lnTo>
                    <a:cubicBezTo>
                      <a:pt x="15206" y="9548"/>
                      <a:pt x="16118" y="6166"/>
                      <a:pt x="14436" y="3441"/>
                    </a:cubicBezTo>
                    <a:cubicBezTo>
                      <a:pt x="13260" y="1523"/>
                      <a:pt x="11250"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38" name="Google Shape;10338;p90"/>
          <p:cNvGrpSpPr/>
          <p:nvPr/>
        </p:nvGrpSpPr>
        <p:grpSpPr>
          <a:xfrm>
            <a:off x="1920489" y="1542757"/>
            <a:ext cx="558020" cy="1310345"/>
            <a:chOff x="1920489" y="1542757"/>
            <a:chExt cx="558020" cy="1310345"/>
          </a:xfrm>
        </p:grpSpPr>
        <p:sp>
          <p:nvSpPr>
            <p:cNvPr id="10339" name="Google Shape;10339;p90"/>
            <p:cNvSpPr/>
            <p:nvPr/>
          </p:nvSpPr>
          <p:spPr>
            <a:xfrm>
              <a:off x="1970681" y="2803693"/>
              <a:ext cx="457636" cy="49409"/>
            </a:xfrm>
            <a:custGeom>
              <a:rect b="b" l="l" r="r" t="t"/>
              <a:pathLst>
                <a:path extrusionOk="0" h="1957" w="18126">
                  <a:moveTo>
                    <a:pt x="9060" y="1"/>
                  </a:moveTo>
                  <a:cubicBezTo>
                    <a:pt x="4061" y="1"/>
                    <a:pt x="1" y="437"/>
                    <a:pt x="1" y="978"/>
                  </a:cubicBezTo>
                  <a:cubicBezTo>
                    <a:pt x="1" y="1519"/>
                    <a:pt x="4061" y="1956"/>
                    <a:pt x="9060" y="1956"/>
                  </a:cubicBezTo>
                  <a:cubicBezTo>
                    <a:pt x="14066" y="1956"/>
                    <a:pt x="18126" y="1519"/>
                    <a:pt x="18126" y="978"/>
                  </a:cubicBezTo>
                  <a:cubicBezTo>
                    <a:pt x="18126"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0" name="Google Shape;10340;p90"/>
            <p:cNvGrpSpPr/>
            <p:nvPr/>
          </p:nvGrpSpPr>
          <p:grpSpPr>
            <a:xfrm>
              <a:off x="1920489" y="1542757"/>
              <a:ext cx="558020" cy="1277423"/>
              <a:chOff x="1920489" y="1542757"/>
              <a:chExt cx="558020" cy="1277423"/>
            </a:xfrm>
          </p:grpSpPr>
          <p:sp>
            <p:nvSpPr>
              <p:cNvPr id="10341" name="Google Shape;10341;p90"/>
              <p:cNvSpPr/>
              <p:nvPr/>
            </p:nvSpPr>
            <p:spPr>
              <a:xfrm>
                <a:off x="2013955" y="1674397"/>
                <a:ext cx="366972" cy="342104"/>
              </a:xfrm>
              <a:custGeom>
                <a:rect b="b" l="l" r="r" t="t"/>
                <a:pathLst>
                  <a:path extrusionOk="0" h="13550" w="14535">
                    <a:moveTo>
                      <a:pt x="2158" y="0"/>
                    </a:moveTo>
                    <a:cubicBezTo>
                      <a:pt x="965" y="0"/>
                      <a:pt x="1" y="958"/>
                      <a:pt x="1" y="2157"/>
                    </a:cubicBezTo>
                    <a:lnTo>
                      <a:pt x="1" y="11393"/>
                    </a:lnTo>
                    <a:cubicBezTo>
                      <a:pt x="1" y="12585"/>
                      <a:pt x="965" y="13550"/>
                      <a:pt x="2158" y="13550"/>
                    </a:cubicBezTo>
                    <a:lnTo>
                      <a:pt x="12378" y="13550"/>
                    </a:lnTo>
                    <a:cubicBezTo>
                      <a:pt x="13570" y="13550"/>
                      <a:pt x="14535" y="12585"/>
                      <a:pt x="14535" y="11393"/>
                    </a:cubicBezTo>
                    <a:lnTo>
                      <a:pt x="14535" y="2157"/>
                    </a:lnTo>
                    <a:cubicBezTo>
                      <a:pt x="14535" y="958"/>
                      <a:pt x="13570"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2" name="Google Shape;10342;p90"/>
              <p:cNvGrpSpPr/>
              <p:nvPr/>
            </p:nvGrpSpPr>
            <p:grpSpPr>
              <a:xfrm>
                <a:off x="1920489" y="1545534"/>
                <a:ext cx="558020" cy="1274645"/>
                <a:chOff x="1920489" y="1545534"/>
                <a:chExt cx="558020" cy="1274645"/>
              </a:xfrm>
            </p:grpSpPr>
            <p:sp>
              <p:nvSpPr>
                <p:cNvPr id="10343" name="Google Shape;10343;p90"/>
                <p:cNvSpPr/>
                <p:nvPr/>
              </p:nvSpPr>
              <p:spPr>
                <a:xfrm>
                  <a:off x="1920489" y="1545534"/>
                  <a:ext cx="558020" cy="1274645"/>
                </a:xfrm>
                <a:custGeom>
                  <a:rect b="b" l="l" r="r" t="t"/>
                  <a:pathLst>
                    <a:path extrusionOk="0" h="50486" w="22102">
                      <a:moveTo>
                        <a:pt x="11055" y="1"/>
                      </a:moveTo>
                      <a:cubicBezTo>
                        <a:pt x="7046" y="1"/>
                        <a:pt x="3814" y="3273"/>
                        <a:pt x="3853" y="7281"/>
                      </a:cubicBezTo>
                      <a:lnTo>
                        <a:pt x="3853" y="7287"/>
                      </a:lnTo>
                      <a:cubicBezTo>
                        <a:pt x="3833" y="7287"/>
                        <a:pt x="3814" y="7281"/>
                        <a:pt x="3794" y="7281"/>
                      </a:cubicBezTo>
                      <a:cubicBezTo>
                        <a:pt x="3790" y="7281"/>
                        <a:pt x="3787" y="7281"/>
                        <a:pt x="3783" y="7281"/>
                      </a:cubicBezTo>
                      <a:cubicBezTo>
                        <a:pt x="3117" y="7281"/>
                        <a:pt x="2615" y="7884"/>
                        <a:pt x="2738" y="8539"/>
                      </a:cubicBezTo>
                      <a:cubicBezTo>
                        <a:pt x="2840" y="9060"/>
                        <a:pt x="3292" y="9401"/>
                        <a:pt x="3780" y="9401"/>
                      </a:cubicBezTo>
                      <a:cubicBezTo>
                        <a:pt x="3915" y="9401"/>
                        <a:pt x="4052" y="9376"/>
                        <a:pt x="4185" y="9321"/>
                      </a:cubicBezTo>
                      <a:cubicBezTo>
                        <a:pt x="4661" y="10755"/>
                        <a:pt x="5606" y="12000"/>
                        <a:pt x="6779" y="12912"/>
                      </a:cubicBezTo>
                      <a:lnTo>
                        <a:pt x="6649" y="12860"/>
                      </a:lnTo>
                      <a:lnTo>
                        <a:pt x="6649" y="12860"/>
                      </a:lnTo>
                      <a:cubicBezTo>
                        <a:pt x="7379" y="13446"/>
                        <a:pt x="8206" y="13890"/>
                        <a:pt x="9093" y="14176"/>
                      </a:cubicBezTo>
                      <a:lnTo>
                        <a:pt x="9093" y="16203"/>
                      </a:lnTo>
                      <a:lnTo>
                        <a:pt x="6883" y="16203"/>
                      </a:lnTo>
                      <a:cubicBezTo>
                        <a:pt x="6883" y="16203"/>
                        <a:pt x="6877" y="16249"/>
                        <a:pt x="6857" y="16262"/>
                      </a:cubicBezTo>
                      <a:cubicBezTo>
                        <a:pt x="6277" y="16262"/>
                        <a:pt x="5762" y="16640"/>
                        <a:pt x="5586" y="17188"/>
                      </a:cubicBezTo>
                      <a:lnTo>
                        <a:pt x="255" y="32940"/>
                      </a:lnTo>
                      <a:cubicBezTo>
                        <a:pt x="1" y="33638"/>
                        <a:pt x="379" y="34413"/>
                        <a:pt x="1083" y="34648"/>
                      </a:cubicBezTo>
                      <a:cubicBezTo>
                        <a:pt x="1221" y="34694"/>
                        <a:pt x="1362" y="34716"/>
                        <a:pt x="1501" y="34716"/>
                      </a:cubicBezTo>
                      <a:cubicBezTo>
                        <a:pt x="2066" y="34716"/>
                        <a:pt x="2593" y="34352"/>
                        <a:pt x="2771" y="33781"/>
                      </a:cubicBezTo>
                      <a:lnTo>
                        <a:pt x="2947" y="33266"/>
                      </a:lnTo>
                      <a:lnTo>
                        <a:pt x="3527" y="33507"/>
                      </a:lnTo>
                      <a:cubicBezTo>
                        <a:pt x="3527" y="33507"/>
                        <a:pt x="4035" y="32491"/>
                        <a:pt x="3488" y="31656"/>
                      </a:cubicBezTo>
                      <a:lnTo>
                        <a:pt x="6759" y="21997"/>
                      </a:lnTo>
                      <a:lnTo>
                        <a:pt x="6759" y="21997"/>
                      </a:lnTo>
                      <a:cubicBezTo>
                        <a:pt x="6759" y="27778"/>
                        <a:pt x="5977" y="29245"/>
                        <a:pt x="5977" y="32439"/>
                      </a:cubicBezTo>
                      <a:cubicBezTo>
                        <a:pt x="5977" y="35639"/>
                        <a:pt x="7881" y="48569"/>
                        <a:pt x="7881" y="48569"/>
                      </a:cubicBezTo>
                      <a:lnTo>
                        <a:pt x="5573" y="50486"/>
                      </a:lnTo>
                      <a:lnTo>
                        <a:pt x="10038" y="50486"/>
                      </a:lnTo>
                      <a:lnTo>
                        <a:pt x="10781" y="31709"/>
                      </a:lnTo>
                      <a:lnTo>
                        <a:pt x="11165" y="31709"/>
                      </a:lnTo>
                      <a:lnTo>
                        <a:pt x="11908" y="50486"/>
                      </a:lnTo>
                      <a:lnTo>
                        <a:pt x="16373" y="50486"/>
                      </a:lnTo>
                      <a:lnTo>
                        <a:pt x="14066" y="48582"/>
                      </a:lnTo>
                      <a:cubicBezTo>
                        <a:pt x="14066" y="48582"/>
                        <a:pt x="15969" y="34250"/>
                        <a:pt x="15969" y="31669"/>
                      </a:cubicBezTo>
                      <a:cubicBezTo>
                        <a:pt x="15969" y="29089"/>
                        <a:pt x="15311" y="27759"/>
                        <a:pt x="15311" y="21900"/>
                      </a:cubicBezTo>
                      <a:lnTo>
                        <a:pt x="15311" y="21900"/>
                      </a:lnTo>
                      <a:lnTo>
                        <a:pt x="18615" y="31663"/>
                      </a:lnTo>
                      <a:cubicBezTo>
                        <a:pt x="18067" y="32497"/>
                        <a:pt x="18576" y="33514"/>
                        <a:pt x="18576" y="33514"/>
                      </a:cubicBezTo>
                      <a:lnTo>
                        <a:pt x="19156" y="33266"/>
                      </a:lnTo>
                      <a:lnTo>
                        <a:pt x="19332" y="33788"/>
                      </a:lnTo>
                      <a:cubicBezTo>
                        <a:pt x="19505" y="34359"/>
                        <a:pt x="20033" y="34729"/>
                        <a:pt x="20602" y="34729"/>
                      </a:cubicBezTo>
                      <a:cubicBezTo>
                        <a:pt x="20741" y="34729"/>
                        <a:pt x="20881" y="34707"/>
                        <a:pt x="21020" y="34661"/>
                      </a:cubicBezTo>
                      <a:cubicBezTo>
                        <a:pt x="21724" y="34426"/>
                        <a:pt x="22102" y="33657"/>
                        <a:pt x="21848" y="32953"/>
                      </a:cubicBezTo>
                      <a:lnTo>
                        <a:pt x="21848" y="32947"/>
                      </a:lnTo>
                      <a:lnTo>
                        <a:pt x="16516" y="17207"/>
                      </a:lnTo>
                      <a:cubicBezTo>
                        <a:pt x="16347" y="16692"/>
                        <a:pt x="15897" y="16321"/>
                        <a:pt x="15356" y="16269"/>
                      </a:cubicBezTo>
                      <a:cubicBezTo>
                        <a:pt x="15337" y="16256"/>
                        <a:pt x="15330" y="16210"/>
                        <a:pt x="15330" y="16210"/>
                      </a:cubicBezTo>
                      <a:lnTo>
                        <a:pt x="12853" y="16210"/>
                      </a:lnTo>
                      <a:lnTo>
                        <a:pt x="12853" y="14209"/>
                      </a:lnTo>
                      <a:cubicBezTo>
                        <a:pt x="15076" y="13538"/>
                        <a:pt x="17122" y="11700"/>
                        <a:pt x="17911" y="9360"/>
                      </a:cubicBezTo>
                      <a:cubicBezTo>
                        <a:pt x="17998" y="9382"/>
                        <a:pt x="18085" y="9392"/>
                        <a:pt x="18171" y="9392"/>
                      </a:cubicBezTo>
                      <a:cubicBezTo>
                        <a:pt x="18671" y="9392"/>
                        <a:pt x="19125" y="9036"/>
                        <a:pt x="19208" y="8513"/>
                      </a:cubicBezTo>
                      <a:cubicBezTo>
                        <a:pt x="19312" y="7907"/>
                        <a:pt x="18869" y="7340"/>
                        <a:pt x="18256" y="7287"/>
                      </a:cubicBezTo>
                      <a:lnTo>
                        <a:pt x="18256" y="7281"/>
                      </a:lnTo>
                      <a:cubicBezTo>
                        <a:pt x="18302" y="3273"/>
                        <a:pt x="15063" y="1"/>
                        <a:pt x="1105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4" name="Google Shape;10344;p90"/>
                <p:cNvGrpSpPr/>
                <p:nvPr/>
              </p:nvGrpSpPr>
              <p:grpSpPr>
                <a:xfrm>
                  <a:off x="1962122" y="1668313"/>
                  <a:ext cx="474931" cy="1079962"/>
                  <a:chOff x="1962122" y="1668313"/>
                  <a:chExt cx="474931" cy="1079962"/>
                </a:xfrm>
              </p:grpSpPr>
              <p:sp>
                <p:nvSpPr>
                  <p:cNvPr id="10345" name="Google Shape;10345;p90"/>
                  <p:cNvSpPr/>
                  <p:nvPr/>
                </p:nvSpPr>
                <p:spPr>
                  <a:xfrm>
                    <a:off x="2216238" y="2023419"/>
                    <a:ext cx="208469" cy="330591"/>
                  </a:xfrm>
                  <a:custGeom>
                    <a:rect b="b" l="l" r="r" t="t"/>
                    <a:pathLst>
                      <a:path extrusionOk="0" h="13094" w="8257">
                        <a:moveTo>
                          <a:pt x="2442" y="0"/>
                        </a:moveTo>
                        <a:cubicBezTo>
                          <a:pt x="2338" y="0"/>
                          <a:pt x="2234" y="11"/>
                          <a:pt x="2130" y="32"/>
                        </a:cubicBezTo>
                        <a:cubicBezTo>
                          <a:pt x="1276" y="208"/>
                          <a:pt x="520" y="1029"/>
                          <a:pt x="90" y="1746"/>
                        </a:cubicBezTo>
                        <a:cubicBezTo>
                          <a:pt x="0" y="1904"/>
                          <a:pt x="133" y="2049"/>
                          <a:pt x="268" y="2049"/>
                        </a:cubicBezTo>
                        <a:cubicBezTo>
                          <a:pt x="328" y="2049"/>
                          <a:pt x="389" y="2019"/>
                          <a:pt x="429" y="1948"/>
                        </a:cubicBezTo>
                        <a:cubicBezTo>
                          <a:pt x="794" y="1336"/>
                          <a:pt x="1478" y="567"/>
                          <a:pt x="2215" y="417"/>
                        </a:cubicBezTo>
                        <a:cubicBezTo>
                          <a:pt x="2290" y="402"/>
                          <a:pt x="2366" y="394"/>
                          <a:pt x="2442" y="394"/>
                        </a:cubicBezTo>
                        <a:cubicBezTo>
                          <a:pt x="2693" y="394"/>
                          <a:pt x="2940" y="477"/>
                          <a:pt x="3140" y="632"/>
                        </a:cubicBezTo>
                        <a:cubicBezTo>
                          <a:pt x="4581" y="1694"/>
                          <a:pt x="5219" y="3597"/>
                          <a:pt x="5780" y="5279"/>
                        </a:cubicBezTo>
                        <a:lnTo>
                          <a:pt x="5858" y="5507"/>
                        </a:lnTo>
                        <a:cubicBezTo>
                          <a:pt x="6653" y="7866"/>
                          <a:pt x="7233" y="10271"/>
                          <a:pt x="7853" y="12937"/>
                        </a:cubicBezTo>
                        <a:cubicBezTo>
                          <a:pt x="7872" y="13028"/>
                          <a:pt x="7950" y="13093"/>
                          <a:pt x="8042" y="13093"/>
                        </a:cubicBezTo>
                        <a:cubicBezTo>
                          <a:pt x="8055" y="13093"/>
                          <a:pt x="8068" y="13087"/>
                          <a:pt x="8087" y="13087"/>
                        </a:cubicBezTo>
                        <a:cubicBezTo>
                          <a:pt x="8191" y="13061"/>
                          <a:pt x="8257" y="12957"/>
                          <a:pt x="8231" y="12852"/>
                        </a:cubicBezTo>
                        <a:cubicBezTo>
                          <a:pt x="7611" y="10174"/>
                          <a:pt x="7031" y="7762"/>
                          <a:pt x="6230" y="5383"/>
                        </a:cubicBezTo>
                        <a:lnTo>
                          <a:pt x="6151" y="5155"/>
                        </a:lnTo>
                        <a:cubicBezTo>
                          <a:pt x="5571" y="3415"/>
                          <a:pt x="4907" y="1447"/>
                          <a:pt x="3375" y="319"/>
                        </a:cubicBezTo>
                        <a:cubicBezTo>
                          <a:pt x="3106" y="110"/>
                          <a:pt x="2777" y="0"/>
                          <a:pt x="2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90"/>
                  <p:cNvSpPr/>
                  <p:nvPr/>
                </p:nvSpPr>
                <p:spPr>
                  <a:xfrm>
                    <a:off x="2368581" y="2194344"/>
                    <a:ext cx="16461" cy="95158"/>
                  </a:xfrm>
                  <a:custGeom>
                    <a:rect b="b" l="l" r="r" t="t"/>
                    <a:pathLst>
                      <a:path extrusionOk="0" h="3769" w="652">
                        <a:moveTo>
                          <a:pt x="433" y="1"/>
                        </a:moveTo>
                        <a:cubicBezTo>
                          <a:pt x="331" y="1"/>
                          <a:pt x="228" y="73"/>
                          <a:pt x="235" y="210"/>
                        </a:cubicBezTo>
                        <a:cubicBezTo>
                          <a:pt x="248" y="621"/>
                          <a:pt x="222" y="1031"/>
                          <a:pt x="163" y="1442"/>
                        </a:cubicBezTo>
                        <a:cubicBezTo>
                          <a:pt x="85" y="2146"/>
                          <a:pt x="0" y="2876"/>
                          <a:pt x="248" y="3632"/>
                        </a:cubicBezTo>
                        <a:cubicBezTo>
                          <a:pt x="274" y="3710"/>
                          <a:pt x="346" y="3762"/>
                          <a:pt x="430" y="3769"/>
                        </a:cubicBezTo>
                        <a:cubicBezTo>
                          <a:pt x="450" y="3769"/>
                          <a:pt x="476" y="3762"/>
                          <a:pt x="495" y="3755"/>
                        </a:cubicBezTo>
                        <a:cubicBezTo>
                          <a:pt x="593" y="3723"/>
                          <a:pt x="652" y="3612"/>
                          <a:pt x="619" y="3508"/>
                        </a:cubicBezTo>
                        <a:cubicBezTo>
                          <a:pt x="398" y="2837"/>
                          <a:pt x="476" y="2152"/>
                          <a:pt x="554" y="1487"/>
                        </a:cubicBezTo>
                        <a:cubicBezTo>
                          <a:pt x="619" y="1057"/>
                          <a:pt x="639" y="621"/>
                          <a:pt x="626" y="184"/>
                        </a:cubicBezTo>
                        <a:cubicBezTo>
                          <a:pt x="617" y="60"/>
                          <a:pt x="525" y="1"/>
                          <a:pt x="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90"/>
                  <p:cNvSpPr/>
                  <p:nvPr/>
                </p:nvSpPr>
                <p:spPr>
                  <a:xfrm>
                    <a:off x="2394359" y="2265643"/>
                    <a:ext cx="37922" cy="41633"/>
                  </a:xfrm>
                  <a:custGeom>
                    <a:rect b="b" l="l" r="r" t="t"/>
                    <a:pathLst>
                      <a:path extrusionOk="0" h="1649" w="1502">
                        <a:moveTo>
                          <a:pt x="270" y="0"/>
                        </a:moveTo>
                        <a:cubicBezTo>
                          <a:pt x="46" y="0"/>
                          <a:pt x="1" y="354"/>
                          <a:pt x="250" y="391"/>
                        </a:cubicBezTo>
                        <a:cubicBezTo>
                          <a:pt x="778" y="488"/>
                          <a:pt x="1091" y="892"/>
                          <a:pt x="1065" y="1440"/>
                        </a:cubicBezTo>
                        <a:cubicBezTo>
                          <a:pt x="1058" y="1551"/>
                          <a:pt x="1143" y="1642"/>
                          <a:pt x="1254" y="1648"/>
                        </a:cubicBezTo>
                        <a:lnTo>
                          <a:pt x="1260" y="1648"/>
                        </a:lnTo>
                        <a:cubicBezTo>
                          <a:pt x="1365" y="1648"/>
                          <a:pt x="1456" y="1564"/>
                          <a:pt x="1462" y="1459"/>
                        </a:cubicBezTo>
                        <a:cubicBezTo>
                          <a:pt x="1501" y="710"/>
                          <a:pt x="1052" y="136"/>
                          <a:pt x="322" y="6"/>
                        </a:cubicBezTo>
                        <a:cubicBezTo>
                          <a:pt x="304" y="2"/>
                          <a:pt x="287"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0"/>
                  <p:cNvSpPr/>
                  <p:nvPr/>
                </p:nvSpPr>
                <p:spPr>
                  <a:xfrm>
                    <a:off x="2340607" y="2111709"/>
                    <a:ext cx="19516" cy="47137"/>
                  </a:xfrm>
                  <a:custGeom>
                    <a:rect b="b" l="l" r="r" t="t"/>
                    <a:pathLst>
                      <a:path extrusionOk="0" h="1867" w="773">
                        <a:moveTo>
                          <a:pt x="500" y="1"/>
                        </a:moveTo>
                        <a:cubicBezTo>
                          <a:pt x="441" y="1"/>
                          <a:pt x="382" y="28"/>
                          <a:pt x="339" y="94"/>
                        </a:cubicBezTo>
                        <a:cubicBezTo>
                          <a:pt x="0" y="628"/>
                          <a:pt x="7" y="1254"/>
                          <a:pt x="39" y="1684"/>
                        </a:cubicBezTo>
                        <a:cubicBezTo>
                          <a:pt x="46" y="1788"/>
                          <a:pt x="130" y="1867"/>
                          <a:pt x="235" y="1867"/>
                        </a:cubicBezTo>
                        <a:lnTo>
                          <a:pt x="248" y="1867"/>
                        </a:lnTo>
                        <a:cubicBezTo>
                          <a:pt x="352" y="1860"/>
                          <a:pt x="437" y="1762"/>
                          <a:pt x="430" y="1658"/>
                        </a:cubicBezTo>
                        <a:cubicBezTo>
                          <a:pt x="385" y="1058"/>
                          <a:pt x="456" y="641"/>
                          <a:pt x="671" y="309"/>
                        </a:cubicBezTo>
                        <a:cubicBezTo>
                          <a:pt x="772" y="153"/>
                          <a:pt x="638" y="1"/>
                          <a:pt x="5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0"/>
                  <p:cNvSpPr/>
                  <p:nvPr/>
                </p:nvSpPr>
                <p:spPr>
                  <a:xfrm>
                    <a:off x="2201393" y="2148823"/>
                    <a:ext cx="59104" cy="412519"/>
                  </a:xfrm>
                  <a:custGeom>
                    <a:rect b="b" l="l" r="r" t="t"/>
                    <a:pathLst>
                      <a:path extrusionOk="0" h="16339" w="2341">
                        <a:moveTo>
                          <a:pt x="196" y="1"/>
                        </a:moveTo>
                        <a:cubicBezTo>
                          <a:pt x="98" y="1"/>
                          <a:pt x="0" y="67"/>
                          <a:pt x="0" y="201"/>
                        </a:cubicBezTo>
                        <a:lnTo>
                          <a:pt x="0" y="358"/>
                        </a:lnTo>
                        <a:cubicBezTo>
                          <a:pt x="0" y="2456"/>
                          <a:pt x="0" y="4112"/>
                          <a:pt x="756" y="6080"/>
                        </a:cubicBezTo>
                        <a:cubicBezTo>
                          <a:pt x="1271" y="7429"/>
                          <a:pt x="1623" y="8948"/>
                          <a:pt x="1851" y="10851"/>
                        </a:cubicBezTo>
                        <a:cubicBezTo>
                          <a:pt x="1936" y="11587"/>
                          <a:pt x="1695" y="12285"/>
                          <a:pt x="1434" y="13028"/>
                        </a:cubicBezTo>
                        <a:cubicBezTo>
                          <a:pt x="1095" y="14012"/>
                          <a:pt x="743" y="15028"/>
                          <a:pt x="1154" y="16208"/>
                        </a:cubicBezTo>
                        <a:cubicBezTo>
                          <a:pt x="1180" y="16286"/>
                          <a:pt x="1258" y="16338"/>
                          <a:pt x="1343" y="16338"/>
                        </a:cubicBezTo>
                        <a:cubicBezTo>
                          <a:pt x="1362" y="16338"/>
                          <a:pt x="1382" y="16332"/>
                          <a:pt x="1408" y="16325"/>
                        </a:cubicBezTo>
                        <a:cubicBezTo>
                          <a:pt x="1506" y="16293"/>
                          <a:pt x="1564" y="16176"/>
                          <a:pt x="1525" y="16078"/>
                        </a:cubicBezTo>
                        <a:cubicBezTo>
                          <a:pt x="1160" y="15028"/>
                          <a:pt x="1473" y="14116"/>
                          <a:pt x="1812" y="13151"/>
                        </a:cubicBezTo>
                        <a:cubicBezTo>
                          <a:pt x="2066" y="12402"/>
                          <a:pt x="2340" y="11626"/>
                          <a:pt x="2242" y="10799"/>
                        </a:cubicBezTo>
                        <a:cubicBezTo>
                          <a:pt x="2008" y="8863"/>
                          <a:pt x="1656" y="7318"/>
                          <a:pt x="1121" y="5930"/>
                        </a:cubicBezTo>
                        <a:cubicBezTo>
                          <a:pt x="391" y="4040"/>
                          <a:pt x="391" y="2411"/>
                          <a:pt x="391" y="358"/>
                        </a:cubicBezTo>
                        <a:lnTo>
                          <a:pt x="391" y="201"/>
                        </a:lnTo>
                        <a:cubicBezTo>
                          <a:pt x="391" y="67"/>
                          <a:pt x="294" y="1"/>
                          <a:pt x="1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0"/>
                  <p:cNvSpPr/>
                  <p:nvPr/>
                </p:nvSpPr>
                <p:spPr>
                  <a:xfrm>
                    <a:off x="2239239" y="2442679"/>
                    <a:ext cx="41482" cy="305596"/>
                  </a:xfrm>
                  <a:custGeom>
                    <a:rect b="b" l="l" r="r" t="t"/>
                    <a:pathLst>
                      <a:path extrusionOk="0" h="12104" w="1643">
                        <a:moveTo>
                          <a:pt x="555" y="1"/>
                        </a:moveTo>
                        <a:cubicBezTo>
                          <a:pt x="427" y="1"/>
                          <a:pt x="297" y="122"/>
                          <a:pt x="372" y="281"/>
                        </a:cubicBezTo>
                        <a:cubicBezTo>
                          <a:pt x="1232" y="2373"/>
                          <a:pt x="906" y="4458"/>
                          <a:pt x="580" y="6472"/>
                        </a:cubicBezTo>
                        <a:cubicBezTo>
                          <a:pt x="300" y="8258"/>
                          <a:pt x="0" y="10103"/>
                          <a:pt x="522" y="11960"/>
                        </a:cubicBezTo>
                        <a:cubicBezTo>
                          <a:pt x="548" y="12045"/>
                          <a:pt x="626" y="12103"/>
                          <a:pt x="717" y="12103"/>
                        </a:cubicBezTo>
                        <a:cubicBezTo>
                          <a:pt x="730" y="12103"/>
                          <a:pt x="750" y="12103"/>
                          <a:pt x="769" y="12097"/>
                        </a:cubicBezTo>
                        <a:cubicBezTo>
                          <a:pt x="874" y="12071"/>
                          <a:pt x="932" y="11960"/>
                          <a:pt x="906" y="11856"/>
                        </a:cubicBezTo>
                        <a:cubicBezTo>
                          <a:pt x="404" y="10083"/>
                          <a:pt x="678" y="8362"/>
                          <a:pt x="971" y="6537"/>
                        </a:cubicBezTo>
                        <a:cubicBezTo>
                          <a:pt x="1304" y="4471"/>
                          <a:pt x="1643" y="2334"/>
                          <a:pt x="730" y="131"/>
                        </a:cubicBezTo>
                        <a:cubicBezTo>
                          <a:pt x="697" y="39"/>
                          <a:pt x="627" y="1"/>
                          <a:pt x="5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90"/>
                  <p:cNvSpPr/>
                  <p:nvPr/>
                </p:nvSpPr>
                <p:spPr>
                  <a:xfrm>
                    <a:off x="2213991" y="2290184"/>
                    <a:ext cx="72814" cy="157115"/>
                  </a:xfrm>
                  <a:custGeom>
                    <a:rect b="b" l="l" r="r" t="t"/>
                    <a:pathLst>
                      <a:path extrusionOk="0" h="6223" w="2884">
                        <a:moveTo>
                          <a:pt x="292" y="0"/>
                        </a:moveTo>
                        <a:cubicBezTo>
                          <a:pt x="124" y="0"/>
                          <a:pt x="1" y="242"/>
                          <a:pt x="186" y="364"/>
                        </a:cubicBezTo>
                        <a:cubicBezTo>
                          <a:pt x="1913" y="1602"/>
                          <a:pt x="2486" y="4098"/>
                          <a:pt x="2441" y="6021"/>
                        </a:cubicBezTo>
                        <a:cubicBezTo>
                          <a:pt x="2441" y="6132"/>
                          <a:pt x="2525" y="6223"/>
                          <a:pt x="2636" y="6223"/>
                        </a:cubicBezTo>
                        <a:cubicBezTo>
                          <a:pt x="2747" y="6223"/>
                          <a:pt x="2832" y="6138"/>
                          <a:pt x="2832" y="6034"/>
                        </a:cubicBezTo>
                        <a:cubicBezTo>
                          <a:pt x="2884" y="4007"/>
                          <a:pt x="2271" y="1374"/>
                          <a:pt x="414" y="44"/>
                        </a:cubicBezTo>
                        <a:cubicBezTo>
                          <a:pt x="373" y="13"/>
                          <a:pt x="332"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90"/>
                  <p:cNvSpPr/>
                  <p:nvPr/>
                </p:nvSpPr>
                <p:spPr>
                  <a:xfrm>
                    <a:off x="2212729" y="1986709"/>
                    <a:ext cx="44309" cy="95284"/>
                  </a:xfrm>
                  <a:custGeom>
                    <a:rect b="b" l="l" r="r" t="t"/>
                    <a:pathLst>
                      <a:path extrusionOk="0" h="3774" w="1755">
                        <a:moveTo>
                          <a:pt x="1539" y="0"/>
                        </a:moveTo>
                        <a:cubicBezTo>
                          <a:pt x="1428" y="7"/>
                          <a:pt x="1344" y="98"/>
                          <a:pt x="1350" y="202"/>
                        </a:cubicBezTo>
                        <a:cubicBezTo>
                          <a:pt x="1363" y="808"/>
                          <a:pt x="1070" y="1219"/>
                          <a:pt x="757" y="1656"/>
                        </a:cubicBezTo>
                        <a:cubicBezTo>
                          <a:pt x="405" y="2151"/>
                          <a:pt x="1" y="2712"/>
                          <a:pt x="99" y="3591"/>
                        </a:cubicBezTo>
                        <a:cubicBezTo>
                          <a:pt x="105" y="3696"/>
                          <a:pt x="190" y="3767"/>
                          <a:pt x="294" y="3774"/>
                        </a:cubicBezTo>
                        <a:lnTo>
                          <a:pt x="307" y="3767"/>
                        </a:lnTo>
                        <a:cubicBezTo>
                          <a:pt x="418" y="3754"/>
                          <a:pt x="496" y="3663"/>
                          <a:pt x="483" y="3552"/>
                        </a:cubicBezTo>
                        <a:cubicBezTo>
                          <a:pt x="405" y="2822"/>
                          <a:pt x="731" y="2366"/>
                          <a:pt x="1076" y="1884"/>
                        </a:cubicBezTo>
                        <a:cubicBezTo>
                          <a:pt x="1409" y="1415"/>
                          <a:pt x="1754" y="926"/>
                          <a:pt x="1735" y="196"/>
                        </a:cubicBezTo>
                        <a:cubicBezTo>
                          <a:pt x="1735" y="85"/>
                          <a:pt x="1650" y="0"/>
                          <a:pt x="15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90"/>
                  <p:cNvSpPr/>
                  <p:nvPr/>
                </p:nvSpPr>
                <p:spPr>
                  <a:xfrm>
                    <a:off x="2279054" y="1992188"/>
                    <a:ext cx="34968" cy="41608"/>
                  </a:xfrm>
                  <a:custGeom>
                    <a:rect b="b" l="l" r="r" t="t"/>
                    <a:pathLst>
                      <a:path extrusionOk="0" h="1648" w="1385">
                        <a:moveTo>
                          <a:pt x="1107" y="0"/>
                        </a:moveTo>
                        <a:cubicBezTo>
                          <a:pt x="1081" y="0"/>
                          <a:pt x="1053" y="6"/>
                          <a:pt x="1024" y="18"/>
                        </a:cubicBezTo>
                        <a:cubicBezTo>
                          <a:pt x="379" y="259"/>
                          <a:pt x="1" y="807"/>
                          <a:pt x="27" y="1458"/>
                        </a:cubicBezTo>
                        <a:cubicBezTo>
                          <a:pt x="33" y="1563"/>
                          <a:pt x="118" y="1647"/>
                          <a:pt x="222" y="1647"/>
                        </a:cubicBezTo>
                        <a:lnTo>
                          <a:pt x="235" y="1647"/>
                        </a:lnTo>
                        <a:cubicBezTo>
                          <a:pt x="339" y="1647"/>
                          <a:pt x="424" y="1550"/>
                          <a:pt x="418" y="1445"/>
                        </a:cubicBezTo>
                        <a:cubicBezTo>
                          <a:pt x="398" y="963"/>
                          <a:pt x="672" y="565"/>
                          <a:pt x="1161" y="383"/>
                        </a:cubicBezTo>
                        <a:cubicBezTo>
                          <a:pt x="1385" y="308"/>
                          <a:pt x="1300" y="0"/>
                          <a:pt x="11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90"/>
                  <p:cNvSpPr/>
                  <p:nvPr/>
                </p:nvSpPr>
                <p:spPr>
                  <a:xfrm>
                    <a:off x="2199777" y="2195405"/>
                    <a:ext cx="63346" cy="88492"/>
                  </a:xfrm>
                  <a:custGeom>
                    <a:rect b="b" l="l" r="r" t="t"/>
                    <a:pathLst>
                      <a:path extrusionOk="0" h="3505" w="2509">
                        <a:moveTo>
                          <a:pt x="265" y="0"/>
                        </a:moveTo>
                        <a:cubicBezTo>
                          <a:pt x="132" y="0"/>
                          <a:pt x="1" y="134"/>
                          <a:pt x="84" y="292"/>
                        </a:cubicBezTo>
                        <a:cubicBezTo>
                          <a:pt x="240" y="585"/>
                          <a:pt x="527" y="924"/>
                          <a:pt x="833" y="1282"/>
                        </a:cubicBezTo>
                        <a:cubicBezTo>
                          <a:pt x="1381" y="1921"/>
                          <a:pt x="2059" y="2716"/>
                          <a:pt x="1870" y="3238"/>
                        </a:cubicBezTo>
                        <a:cubicBezTo>
                          <a:pt x="1831" y="3335"/>
                          <a:pt x="1883" y="3453"/>
                          <a:pt x="1987" y="3492"/>
                        </a:cubicBezTo>
                        <a:cubicBezTo>
                          <a:pt x="2013" y="3498"/>
                          <a:pt x="2033" y="3505"/>
                          <a:pt x="2059" y="3505"/>
                        </a:cubicBezTo>
                        <a:cubicBezTo>
                          <a:pt x="2137" y="3498"/>
                          <a:pt x="2215" y="3446"/>
                          <a:pt x="2241" y="3368"/>
                        </a:cubicBezTo>
                        <a:cubicBezTo>
                          <a:pt x="2508" y="2638"/>
                          <a:pt x="1778" y="1778"/>
                          <a:pt x="1133" y="1022"/>
                        </a:cubicBezTo>
                        <a:cubicBezTo>
                          <a:pt x="840" y="683"/>
                          <a:pt x="566" y="363"/>
                          <a:pt x="436" y="109"/>
                        </a:cubicBezTo>
                        <a:cubicBezTo>
                          <a:pt x="395" y="32"/>
                          <a:pt x="33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90"/>
                  <p:cNvSpPr/>
                  <p:nvPr/>
                </p:nvSpPr>
                <p:spPr>
                  <a:xfrm>
                    <a:off x="2221792" y="2239411"/>
                    <a:ext cx="22294" cy="28050"/>
                  </a:xfrm>
                  <a:custGeom>
                    <a:rect b="b" l="l" r="r" t="t"/>
                    <a:pathLst>
                      <a:path extrusionOk="0" h="1111" w="883">
                        <a:moveTo>
                          <a:pt x="594" y="0"/>
                        </a:moveTo>
                        <a:cubicBezTo>
                          <a:pt x="553" y="0"/>
                          <a:pt x="511" y="14"/>
                          <a:pt x="470" y="48"/>
                        </a:cubicBezTo>
                        <a:cubicBezTo>
                          <a:pt x="202" y="250"/>
                          <a:pt x="40" y="556"/>
                          <a:pt x="7" y="895"/>
                        </a:cubicBezTo>
                        <a:cubicBezTo>
                          <a:pt x="0" y="999"/>
                          <a:pt x="79" y="1097"/>
                          <a:pt x="189" y="1110"/>
                        </a:cubicBezTo>
                        <a:lnTo>
                          <a:pt x="209" y="1110"/>
                        </a:lnTo>
                        <a:cubicBezTo>
                          <a:pt x="307" y="1110"/>
                          <a:pt x="391" y="1032"/>
                          <a:pt x="405" y="934"/>
                        </a:cubicBezTo>
                        <a:cubicBezTo>
                          <a:pt x="424" y="706"/>
                          <a:pt x="528" y="504"/>
                          <a:pt x="704" y="361"/>
                        </a:cubicBezTo>
                        <a:cubicBezTo>
                          <a:pt x="882" y="235"/>
                          <a:pt x="758" y="0"/>
                          <a:pt x="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0"/>
                  <p:cNvSpPr/>
                  <p:nvPr/>
                </p:nvSpPr>
                <p:spPr>
                  <a:xfrm>
                    <a:off x="2210280" y="2374106"/>
                    <a:ext cx="38906" cy="52641"/>
                  </a:xfrm>
                  <a:custGeom>
                    <a:rect b="b" l="l" r="r" t="t"/>
                    <a:pathLst>
                      <a:path extrusionOk="0" h="2085" w="1541">
                        <a:moveTo>
                          <a:pt x="1260" y="0"/>
                        </a:moveTo>
                        <a:cubicBezTo>
                          <a:pt x="1213" y="0"/>
                          <a:pt x="1165" y="19"/>
                          <a:pt x="1121" y="64"/>
                        </a:cubicBezTo>
                        <a:cubicBezTo>
                          <a:pt x="1050" y="135"/>
                          <a:pt x="978" y="207"/>
                          <a:pt x="906" y="272"/>
                        </a:cubicBezTo>
                        <a:cubicBezTo>
                          <a:pt x="463" y="715"/>
                          <a:pt x="0" y="1165"/>
                          <a:pt x="33" y="1895"/>
                        </a:cubicBezTo>
                        <a:cubicBezTo>
                          <a:pt x="33" y="1999"/>
                          <a:pt x="118" y="2084"/>
                          <a:pt x="228" y="2084"/>
                        </a:cubicBezTo>
                        <a:lnTo>
                          <a:pt x="235" y="2084"/>
                        </a:lnTo>
                        <a:cubicBezTo>
                          <a:pt x="346" y="2078"/>
                          <a:pt x="430" y="1986"/>
                          <a:pt x="424" y="1882"/>
                        </a:cubicBezTo>
                        <a:cubicBezTo>
                          <a:pt x="404" y="1328"/>
                          <a:pt x="782" y="950"/>
                          <a:pt x="1186" y="559"/>
                        </a:cubicBezTo>
                        <a:cubicBezTo>
                          <a:pt x="1258" y="481"/>
                          <a:pt x="1330" y="409"/>
                          <a:pt x="1401" y="337"/>
                        </a:cubicBezTo>
                        <a:cubicBezTo>
                          <a:pt x="1541" y="193"/>
                          <a:pt x="1411" y="0"/>
                          <a:pt x="126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90"/>
                  <p:cNvSpPr/>
                  <p:nvPr/>
                </p:nvSpPr>
                <p:spPr>
                  <a:xfrm>
                    <a:off x="2218662" y="2617189"/>
                    <a:ext cx="41557" cy="54080"/>
                  </a:xfrm>
                  <a:custGeom>
                    <a:rect b="b" l="l" r="r" t="t"/>
                    <a:pathLst>
                      <a:path extrusionOk="0" h="2142" w="1646">
                        <a:moveTo>
                          <a:pt x="1360" y="1"/>
                        </a:moveTo>
                        <a:cubicBezTo>
                          <a:pt x="1315" y="1"/>
                          <a:pt x="1269" y="17"/>
                          <a:pt x="1226" y="56"/>
                        </a:cubicBezTo>
                        <a:cubicBezTo>
                          <a:pt x="1167" y="114"/>
                          <a:pt x="1102" y="166"/>
                          <a:pt x="1043" y="225"/>
                        </a:cubicBezTo>
                        <a:cubicBezTo>
                          <a:pt x="555" y="655"/>
                          <a:pt x="1" y="1151"/>
                          <a:pt x="307" y="2011"/>
                        </a:cubicBezTo>
                        <a:cubicBezTo>
                          <a:pt x="333" y="2089"/>
                          <a:pt x="411" y="2141"/>
                          <a:pt x="496" y="2141"/>
                        </a:cubicBezTo>
                        <a:cubicBezTo>
                          <a:pt x="515" y="2141"/>
                          <a:pt x="535" y="2135"/>
                          <a:pt x="555" y="2128"/>
                        </a:cubicBezTo>
                        <a:cubicBezTo>
                          <a:pt x="659" y="2089"/>
                          <a:pt x="711" y="1978"/>
                          <a:pt x="678" y="1874"/>
                        </a:cubicBezTo>
                        <a:cubicBezTo>
                          <a:pt x="470" y="1294"/>
                          <a:pt x="783" y="981"/>
                          <a:pt x="1304" y="518"/>
                        </a:cubicBezTo>
                        <a:cubicBezTo>
                          <a:pt x="1369" y="460"/>
                          <a:pt x="1434" y="401"/>
                          <a:pt x="1493" y="342"/>
                        </a:cubicBezTo>
                        <a:cubicBezTo>
                          <a:pt x="1646" y="205"/>
                          <a:pt x="1517" y="1"/>
                          <a:pt x="13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90"/>
                  <p:cNvSpPr/>
                  <p:nvPr/>
                </p:nvSpPr>
                <p:spPr>
                  <a:xfrm>
                    <a:off x="2211719" y="2047278"/>
                    <a:ext cx="225334" cy="286004"/>
                  </a:xfrm>
                  <a:custGeom>
                    <a:rect b="b" l="l" r="r" t="t"/>
                    <a:pathLst>
                      <a:path extrusionOk="0" h="11328" w="8925">
                        <a:moveTo>
                          <a:pt x="3486" y="0"/>
                        </a:moveTo>
                        <a:cubicBezTo>
                          <a:pt x="3316" y="0"/>
                          <a:pt x="3141" y="17"/>
                          <a:pt x="2961" y="52"/>
                        </a:cubicBezTo>
                        <a:cubicBezTo>
                          <a:pt x="2459" y="150"/>
                          <a:pt x="2094" y="430"/>
                          <a:pt x="1775" y="678"/>
                        </a:cubicBezTo>
                        <a:cubicBezTo>
                          <a:pt x="1425" y="948"/>
                          <a:pt x="1119" y="1188"/>
                          <a:pt x="666" y="1188"/>
                        </a:cubicBezTo>
                        <a:cubicBezTo>
                          <a:pt x="562" y="1188"/>
                          <a:pt x="450" y="1175"/>
                          <a:pt x="328" y="1147"/>
                        </a:cubicBezTo>
                        <a:cubicBezTo>
                          <a:pt x="309" y="1143"/>
                          <a:pt x="292" y="1141"/>
                          <a:pt x="275" y="1141"/>
                        </a:cubicBezTo>
                        <a:cubicBezTo>
                          <a:pt x="57" y="1141"/>
                          <a:pt x="0" y="1477"/>
                          <a:pt x="236" y="1531"/>
                        </a:cubicBezTo>
                        <a:cubicBezTo>
                          <a:pt x="392" y="1567"/>
                          <a:pt x="535" y="1582"/>
                          <a:pt x="668" y="1582"/>
                        </a:cubicBezTo>
                        <a:cubicBezTo>
                          <a:pt x="1250" y="1582"/>
                          <a:pt x="1639" y="1282"/>
                          <a:pt x="2016" y="990"/>
                        </a:cubicBezTo>
                        <a:cubicBezTo>
                          <a:pt x="2329" y="743"/>
                          <a:pt x="2622" y="515"/>
                          <a:pt x="3033" y="443"/>
                        </a:cubicBezTo>
                        <a:cubicBezTo>
                          <a:pt x="3190" y="412"/>
                          <a:pt x="3342" y="397"/>
                          <a:pt x="3488" y="397"/>
                        </a:cubicBezTo>
                        <a:cubicBezTo>
                          <a:pt x="3938" y="397"/>
                          <a:pt x="4339" y="539"/>
                          <a:pt x="4688" y="814"/>
                        </a:cubicBezTo>
                        <a:cubicBezTo>
                          <a:pt x="5724" y="1642"/>
                          <a:pt x="6154" y="3610"/>
                          <a:pt x="6207" y="5044"/>
                        </a:cubicBezTo>
                        <a:cubicBezTo>
                          <a:pt x="6285" y="7410"/>
                          <a:pt x="6715" y="9372"/>
                          <a:pt x="8514" y="11269"/>
                        </a:cubicBezTo>
                        <a:cubicBezTo>
                          <a:pt x="8553" y="11308"/>
                          <a:pt x="8605" y="11327"/>
                          <a:pt x="8657" y="11327"/>
                        </a:cubicBezTo>
                        <a:lnTo>
                          <a:pt x="8664" y="11327"/>
                        </a:lnTo>
                        <a:cubicBezTo>
                          <a:pt x="8833" y="11327"/>
                          <a:pt x="8924" y="11119"/>
                          <a:pt x="8807" y="10995"/>
                        </a:cubicBezTo>
                        <a:cubicBezTo>
                          <a:pt x="7086" y="9183"/>
                          <a:pt x="6676" y="7299"/>
                          <a:pt x="6598" y="5031"/>
                        </a:cubicBezTo>
                        <a:cubicBezTo>
                          <a:pt x="6539" y="3441"/>
                          <a:pt x="6070" y="1414"/>
                          <a:pt x="4929" y="508"/>
                        </a:cubicBezTo>
                        <a:cubicBezTo>
                          <a:pt x="4508" y="171"/>
                          <a:pt x="4024" y="0"/>
                          <a:pt x="34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90"/>
                  <p:cNvSpPr/>
                  <p:nvPr/>
                </p:nvSpPr>
                <p:spPr>
                  <a:xfrm>
                    <a:off x="2206972" y="2154100"/>
                    <a:ext cx="77863" cy="447234"/>
                  </a:xfrm>
                  <a:custGeom>
                    <a:rect b="b" l="l" r="r" t="t"/>
                    <a:pathLst>
                      <a:path extrusionOk="0" h="17714" w="3084">
                        <a:moveTo>
                          <a:pt x="414" y="0"/>
                        </a:moveTo>
                        <a:cubicBezTo>
                          <a:pt x="301" y="0"/>
                          <a:pt x="186" y="88"/>
                          <a:pt x="222" y="240"/>
                        </a:cubicBezTo>
                        <a:cubicBezTo>
                          <a:pt x="385" y="1283"/>
                          <a:pt x="320" y="2423"/>
                          <a:pt x="235" y="3622"/>
                        </a:cubicBezTo>
                        <a:cubicBezTo>
                          <a:pt x="118" y="5460"/>
                          <a:pt x="1" y="7363"/>
                          <a:pt x="796" y="8921"/>
                        </a:cubicBezTo>
                        <a:lnTo>
                          <a:pt x="816" y="8973"/>
                        </a:lnTo>
                        <a:cubicBezTo>
                          <a:pt x="1774" y="10850"/>
                          <a:pt x="2673" y="12623"/>
                          <a:pt x="2269" y="14741"/>
                        </a:cubicBezTo>
                        <a:cubicBezTo>
                          <a:pt x="2191" y="15126"/>
                          <a:pt x="1943" y="15510"/>
                          <a:pt x="1702" y="15882"/>
                        </a:cubicBezTo>
                        <a:cubicBezTo>
                          <a:pt x="1363" y="16397"/>
                          <a:pt x="1018" y="16931"/>
                          <a:pt x="1089" y="17537"/>
                        </a:cubicBezTo>
                        <a:cubicBezTo>
                          <a:pt x="1096" y="17635"/>
                          <a:pt x="1181" y="17707"/>
                          <a:pt x="1285" y="17707"/>
                        </a:cubicBezTo>
                        <a:lnTo>
                          <a:pt x="1311" y="17713"/>
                        </a:lnTo>
                        <a:cubicBezTo>
                          <a:pt x="1415" y="17700"/>
                          <a:pt x="1493" y="17602"/>
                          <a:pt x="1480" y="17492"/>
                        </a:cubicBezTo>
                        <a:cubicBezTo>
                          <a:pt x="1428" y="17029"/>
                          <a:pt x="1721" y="16579"/>
                          <a:pt x="2034" y="16097"/>
                        </a:cubicBezTo>
                        <a:cubicBezTo>
                          <a:pt x="2295" y="15693"/>
                          <a:pt x="2569" y="15276"/>
                          <a:pt x="2660" y="14813"/>
                        </a:cubicBezTo>
                        <a:cubicBezTo>
                          <a:pt x="3084" y="12564"/>
                          <a:pt x="2113" y="10648"/>
                          <a:pt x="1168" y="8791"/>
                        </a:cubicBezTo>
                        <a:lnTo>
                          <a:pt x="1141" y="8745"/>
                        </a:lnTo>
                        <a:cubicBezTo>
                          <a:pt x="398" y="7279"/>
                          <a:pt x="516" y="5434"/>
                          <a:pt x="633" y="3648"/>
                        </a:cubicBezTo>
                        <a:cubicBezTo>
                          <a:pt x="705" y="2475"/>
                          <a:pt x="783" y="1263"/>
                          <a:pt x="607" y="181"/>
                        </a:cubicBezTo>
                        <a:cubicBezTo>
                          <a:pt x="595" y="56"/>
                          <a:pt x="505" y="0"/>
                          <a:pt x="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90"/>
                  <p:cNvSpPr/>
                  <p:nvPr/>
                </p:nvSpPr>
                <p:spPr>
                  <a:xfrm>
                    <a:off x="2192834" y="2298566"/>
                    <a:ext cx="26308" cy="34715"/>
                  </a:xfrm>
                  <a:custGeom>
                    <a:rect b="b" l="l" r="r" t="t"/>
                    <a:pathLst>
                      <a:path extrusionOk="0" h="1375" w="1042">
                        <a:moveTo>
                          <a:pt x="754" y="0"/>
                        </a:moveTo>
                        <a:cubicBezTo>
                          <a:pt x="711" y="0"/>
                          <a:pt x="667" y="15"/>
                          <a:pt x="626" y="51"/>
                        </a:cubicBezTo>
                        <a:cubicBezTo>
                          <a:pt x="294" y="331"/>
                          <a:pt x="72" y="722"/>
                          <a:pt x="13" y="1153"/>
                        </a:cubicBezTo>
                        <a:cubicBezTo>
                          <a:pt x="0" y="1263"/>
                          <a:pt x="72" y="1361"/>
                          <a:pt x="183" y="1374"/>
                        </a:cubicBezTo>
                        <a:lnTo>
                          <a:pt x="209" y="1374"/>
                        </a:lnTo>
                        <a:cubicBezTo>
                          <a:pt x="307" y="1374"/>
                          <a:pt x="391" y="1302"/>
                          <a:pt x="404" y="1211"/>
                        </a:cubicBezTo>
                        <a:cubicBezTo>
                          <a:pt x="450" y="872"/>
                          <a:pt x="626" y="566"/>
                          <a:pt x="887" y="351"/>
                        </a:cubicBezTo>
                        <a:cubicBezTo>
                          <a:pt x="1041" y="212"/>
                          <a:pt x="911" y="0"/>
                          <a:pt x="7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90"/>
                  <p:cNvSpPr/>
                  <p:nvPr/>
                </p:nvSpPr>
                <p:spPr>
                  <a:xfrm>
                    <a:off x="2265748" y="2512841"/>
                    <a:ext cx="26005" cy="78772"/>
                  </a:xfrm>
                  <a:custGeom>
                    <a:rect b="b" l="l" r="r" t="t"/>
                    <a:pathLst>
                      <a:path extrusionOk="0" h="3120" w="1030">
                        <a:moveTo>
                          <a:pt x="268" y="1"/>
                        </a:moveTo>
                        <a:cubicBezTo>
                          <a:pt x="134" y="1"/>
                          <a:pt x="1" y="137"/>
                          <a:pt x="84" y="291"/>
                        </a:cubicBezTo>
                        <a:cubicBezTo>
                          <a:pt x="456" y="988"/>
                          <a:pt x="638" y="1894"/>
                          <a:pt x="606" y="2918"/>
                        </a:cubicBezTo>
                        <a:cubicBezTo>
                          <a:pt x="606" y="3022"/>
                          <a:pt x="690" y="3113"/>
                          <a:pt x="801" y="3120"/>
                        </a:cubicBezTo>
                        <a:lnTo>
                          <a:pt x="808" y="3120"/>
                        </a:lnTo>
                        <a:cubicBezTo>
                          <a:pt x="912" y="3120"/>
                          <a:pt x="1003" y="3035"/>
                          <a:pt x="1003" y="2931"/>
                        </a:cubicBezTo>
                        <a:cubicBezTo>
                          <a:pt x="1029" y="1823"/>
                          <a:pt x="840" y="878"/>
                          <a:pt x="436" y="109"/>
                        </a:cubicBezTo>
                        <a:cubicBezTo>
                          <a:pt x="396" y="32"/>
                          <a:pt x="332" y="1"/>
                          <a:pt x="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90"/>
                  <p:cNvSpPr/>
                  <p:nvPr/>
                </p:nvSpPr>
                <p:spPr>
                  <a:xfrm>
                    <a:off x="2219167" y="2412533"/>
                    <a:ext cx="34438" cy="45799"/>
                  </a:xfrm>
                  <a:custGeom>
                    <a:rect b="b" l="l" r="r" t="t"/>
                    <a:pathLst>
                      <a:path extrusionOk="0" h="1814" w="1364">
                        <a:moveTo>
                          <a:pt x="1080" y="0"/>
                        </a:moveTo>
                        <a:cubicBezTo>
                          <a:pt x="1052" y="0"/>
                          <a:pt x="1022" y="7"/>
                          <a:pt x="991" y="21"/>
                        </a:cubicBezTo>
                        <a:cubicBezTo>
                          <a:pt x="424" y="275"/>
                          <a:pt x="20" y="927"/>
                          <a:pt x="7" y="1611"/>
                        </a:cubicBezTo>
                        <a:cubicBezTo>
                          <a:pt x="0" y="1722"/>
                          <a:pt x="85" y="1814"/>
                          <a:pt x="196" y="1814"/>
                        </a:cubicBezTo>
                        <a:lnTo>
                          <a:pt x="202" y="1814"/>
                        </a:lnTo>
                        <a:cubicBezTo>
                          <a:pt x="306" y="1814"/>
                          <a:pt x="398" y="1729"/>
                          <a:pt x="398" y="1625"/>
                        </a:cubicBezTo>
                        <a:cubicBezTo>
                          <a:pt x="411" y="1097"/>
                          <a:pt x="730" y="575"/>
                          <a:pt x="1154" y="380"/>
                        </a:cubicBezTo>
                        <a:cubicBezTo>
                          <a:pt x="1364" y="289"/>
                          <a:pt x="1267"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90"/>
                  <p:cNvSpPr/>
                  <p:nvPr/>
                </p:nvSpPr>
                <p:spPr>
                  <a:xfrm>
                    <a:off x="1974316" y="2023419"/>
                    <a:ext cx="208469" cy="330591"/>
                  </a:xfrm>
                  <a:custGeom>
                    <a:rect b="b" l="l" r="r" t="t"/>
                    <a:pathLst>
                      <a:path extrusionOk="0" h="13094" w="8257">
                        <a:moveTo>
                          <a:pt x="5811" y="0"/>
                        </a:moveTo>
                        <a:cubicBezTo>
                          <a:pt x="5479" y="0"/>
                          <a:pt x="5150" y="110"/>
                          <a:pt x="4882" y="319"/>
                        </a:cubicBezTo>
                        <a:cubicBezTo>
                          <a:pt x="3344" y="1447"/>
                          <a:pt x="2685" y="3415"/>
                          <a:pt x="2099" y="5155"/>
                        </a:cubicBezTo>
                        <a:lnTo>
                          <a:pt x="2027" y="5383"/>
                        </a:lnTo>
                        <a:cubicBezTo>
                          <a:pt x="1225" y="7756"/>
                          <a:pt x="645" y="10167"/>
                          <a:pt x="20" y="12852"/>
                        </a:cubicBezTo>
                        <a:cubicBezTo>
                          <a:pt x="0" y="12957"/>
                          <a:pt x="65" y="13061"/>
                          <a:pt x="169" y="13087"/>
                        </a:cubicBezTo>
                        <a:cubicBezTo>
                          <a:pt x="182" y="13087"/>
                          <a:pt x="196" y="13087"/>
                          <a:pt x="215" y="13093"/>
                        </a:cubicBezTo>
                        <a:cubicBezTo>
                          <a:pt x="306" y="13093"/>
                          <a:pt x="385" y="13028"/>
                          <a:pt x="404" y="12937"/>
                        </a:cubicBezTo>
                        <a:cubicBezTo>
                          <a:pt x="1023" y="10265"/>
                          <a:pt x="1603" y="7866"/>
                          <a:pt x="2398" y="5507"/>
                        </a:cubicBezTo>
                        <a:lnTo>
                          <a:pt x="2477" y="5279"/>
                        </a:lnTo>
                        <a:cubicBezTo>
                          <a:pt x="3037" y="3597"/>
                          <a:pt x="3676" y="1694"/>
                          <a:pt x="5116" y="632"/>
                        </a:cubicBezTo>
                        <a:cubicBezTo>
                          <a:pt x="5317" y="477"/>
                          <a:pt x="5564" y="394"/>
                          <a:pt x="5815" y="394"/>
                        </a:cubicBezTo>
                        <a:cubicBezTo>
                          <a:pt x="5891" y="394"/>
                          <a:pt x="5967" y="402"/>
                          <a:pt x="6042" y="417"/>
                        </a:cubicBezTo>
                        <a:cubicBezTo>
                          <a:pt x="6772" y="560"/>
                          <a:pt x="7463" y="1336"/>
                          <a:pt x="7828" y="1948"/>
                        </a:cubicBezTo>
                        <a:cubicBezTo>
                          <a:pt x="7868" y="2016"/>
                          <a:pt x="7927" y="2044"/>
                          <a:pt x="7987" y="2044"/>
                        </a:cubicBezTo>
                        <a:cubicBezTo>
                          <a:pt x="8122" y="2044"/>
                          <a:pt x="8257" y="1900"/>
                          <a:pt x="8167" y="1746"/>
                        </a:cubicBezTo>
                        <a:cubicBezTo>
                          <a:pt x="7736" y="1029"/>
                          <a:pt x="6980" y="208"/>
                          <a:pt x="6120" y="32"/>
                        </a:cubicBezTo>
                        <a:cubicBezTo>
                          <a:pt x="6018" y="11"/>
                          <a:pt x="5915" y="0"/>
                          <a:pt x="5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0"/>
                  <p:cNvSpPr/>
                  <p:nvPr/>
                </p:nvSpPr>
                <p:spPr>
                  <a:xfrm>
                    <a:off x="2013955" y="2194344"/>
                    <a:ext cx="16487" cy="95158"/>
                  </a:xfrm>
                  <a:custGeom>
                    <a:rect b="b" l="l" r="r" t="t"/>
                    <a:pathLst>
                      <a:path extrusionOk="0" h="3769" w="653">
                        <a:moveTo>
                          <a:pt x="222" y="0"/>
                        </a:moveTo>
                        <a:cubicBezTo>
                          <a:pt x="129" y="0"/>
                          <a:pt x="36" y="59"/>
                          <a:pt x="27" y="184"/>
                        </a:cubicBezTo>
                        <a:cubicBezTo>
                          <a:pt x="7" y="614"/>
                          <a:pt x="33" y="1051"/>
                          <a:pt x="99" y="1487"/>
                        </a:cubicBezTo>
                        <a:cubicBezTo>
                          <a:pt x="177" y="2152"/>
                          <a:pt x="255" y="2837"/>
                          <a:pt x="33" y="3508"/>
                        </a:cubicBezTo>
                        <a:cubicBezTo>
                          <a:pt x="1" y="3612"/>
                          <a:pt x="59" y="3723"/>
                          <a:pt x="157" y="3755"/>
                        </a:cubicBezTo>
                        <a:cubicBezTo>
                          <a:pt x="177" y="3762"/>
                          <a:pt x="203" y="3762"/>
                          <a:pt x="222" y="3769"/>
                        </a:cubicBezTo>
                        <a:cubicBezTo>
                          <a:pt x="307" y="3762"/>
                          <a:pt x="379" y="3710"/>
                          <a:pt x="411" y="3632"/>
                        </a:cubicBezTo>
                        <a:cubicBezTo>
                          <a:pt x="652" y="2876"/>
                          <a:pt x="574" y="2146"/>
                          <a:pt x="490" y="1442"/>
                        </a:cubicBezTo>
                        <a:cubicBezTo>
                          <a:pt x="431" y="1031"/>
                          <a:pt x="405" y="621"/>
                          <a:pt x="418" y="203"/>
                        </a:cubicBezTo>
                        <a:cubicBezTo>
                          <a:pt x="425" y="71"/>
                          <a:pt x="323" y="0"/>
                          <a:pt x="2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0"/>
                  <p:cNvSpPr/>
                  <p:nvPr/>
                </p:nvSpPr>
                <p:spPr>
                  <a:xfrm>
                    <a:off x="1966894" y="2265643"/>
                    <a:ext cx="37922" cy="41633"/>
                  </a:xfrm>
                  <a:custGeom>
                    <a:rect b="b" l="l" r="r" t="t"/>
                    <a:pathLst>
                      <a:path extrusionOk="0" h="1649" w="1502">
                        <a:moveTo>
                          <a:pt x="1232" y="0"/>
                        </a:moveTo>
                        <a:cubicBezTo>
                          <a:pt x="1216" y="0"/>
                          <a:pt x="1198" y="2"/>
                          <a:pt x="1180" y="6"/>
                        </a:cubicBezTo>
                        <a:cubicBezTo>
                          <a:pt x="444" y="136"/>
                          <a:pt x="1" y="710"/>
                          <a:pt x="40" y="1459"/>
                        </a:cubicBezTo>
                        <a:cubicBezTo>
                          <a:pt x="46" y="1564"/>
                          <a:pt x="131" y="1648"/>
                          <a:pt x="235" y="1648"/>
                        </a:cubicBezTo>
                        <a:lnTo>
                          <a:pt x="248" y="1648"/>
                        </a:lnTo>
                        <a:cubicBezTo>
                          <a:pt x="359" y="1642"/>
                          <a:pt x="437" y="1551"/>
                          <a:pt x="437" y="1440"/>
                        </a:cubicBezTo>
                        <a:cubicBezTo>
                          <a:pt x="405" y="892"/>
                          <a:pt x="718" y="488"/>
                          <a:pt x="1252" y="391"/>
                        </a:cubicBezTo>
                        <a:cubicBezTo>
                          <a:pt x="1501" y="354"/>
                          <a:pt x="1456" y="0"/>
                          <a:pt x="12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90"/>
                  <p:cNvSpPr/>
                  <p:nvPr/>
                </p:nvSpPr>
                <p:spPr>
                  <a:xfrm>
                    <a:off x="2038571" y="2111532"/>
                    <a:ext cx="19845" cy="47314"/>
                  </a:xfrm>
                  <a:custGeom>
                    <a:rect b="b" l="l" r="r" t="t"/>
                    <a:pathLst>
                      <a:path extrusionOk="0" h="1874" w="786">
                        <a:moveTo>
                          <a:pt x="277" y="1"/>
                        </a:moveTo>
                        <a:cubicBezTo>
                          <a:pt x="138" y="1"/>
                          <a:pt x="0" y="157"/>
                          <a:pt x="114" y="316"/>
                        </a:cubicBezTo>
                        <a:cubicBezTo>
                          <a:pt x="329" y="648"/>
                          <a:pt x="401" y="1065"/>
                          <a:pt x="355" y="1665"/>
                        </a:cubicBezTo>
                        <a:cubicBezTo>
                          <a:pt x="349" y="1769"/>
                          <a:pt x="427" y="1867"/>
                          <a:pt x="538" y="1874"/>
                        </a:cubicBezTo>
                        <a:lnTo>
                          <a:pt x="551" y="1874"/>
                        </a:lnTo>
                        <a:cubicBezTo>
                          <a:pt x="655" y="1874"/>
                          <a:pt x="740" y="1795"/>
                          <a:pt x="746" y="1691"/>
                        </a:cubicBezTo>
                        <a:cubicBezTo>
                          <a:pt x="779" y="1261"/>
                          <a:pt x="785" y="635"/>
                          <a:pt x="440" y="101"/>
                        </a:cubicBezTo>
                        <a:cubicBezTo>
                          <a:pt x="399" y="30"/>
                          <a:pt x="338" y="1"/>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0"/>
                  <p:cNvSpPr/>
                  <p:nvPr/>
                </p:nvSpPr>
                <p:spPr>
                  <a:xfrm>
                    <a:off x="2138526" y="2148798"/>
                    <a:ext cx="59104" cy="412544"/>
                  </a:xfrm>
                  <a:custGeom>
                    <a:rect b="b" l="l" r="r" t="t"/>
                    <a:pathLst>
                      <a:path extrusionOk="0" h="16340" w="2341">
                        <a:moveTo>
                          <a:pt x="2145" y="0"/>
                        </a:moveTo>
                        <a:cubicBezTo>
                          <a:pt x="2034" y="0"/>
                          <a:pt x="1949" y="91"/>
                          <a:pt x="1949" y="196"/>
                        </a:cubicBezTo>
                        <a:lnTo>
                          <a:pt x="1949" y="359"/>
                        </a:lnTo>
                        <a:cubicBezTo>
                          <a:pt x="1949" y="2418"/>
                          <a:pt x="1949" y="4041"/>
                          <a:pt x="1219" y="5938"/>
                        </a:cubicBezTo>
                        <a:cubicBezTo>
                          <a:pt x="685" y="7326"/>
                          <a:pt x="333" y="8870"/>
                          <a:pt x="98" y="10800"/>
                        </a:cubicBezTo>
                        <a:cubicBezTo>
                          <a:pt x="1" y="11634"/>
                          <a:pt x="268" y="12409"/>
                          <a:pt x="535" y="13159"/>
                        </a:cubicBezTo>
                        <a:cubicBezTo>
                          <a:pt x="867" y="14117"/>
                          <a:pt x="1180" y="15029"/>
                          <a:pt x="815" y="16079"/>
                        </a:cubicBezTo>
                        <a:cubicBezTo>
                          <a:pt x="770" y="16209"/>
                          <a:pt x="867" y="16339"/>
                          <a:pt x="998" y="16339"/>
                        </a:cubicBezTo>
                        <a:cubicBezTo>
                          <a:pt x="1082" y="16339"/>
                          <a:pt x="1161" y="16287"/>
                          <a:pt x="1187" y="16216"/>
                        </a:cubicBezTo>
                        <a:cubicBezTo>
                          <a:pt x="1597" y="15029"/>
                          <a:pt x="1245" y="14013"/>
                          <a:pt x="906" y="13029"/>
                        </a:cubicBezTo>
                        <a:cubicBezTo>
                          <a:pt x="646" y="12292"/>
                          <a:pt x="405" y="11595"/>
                          <a:pt x="496" y="10852"/>
                        </a:cubicBezTo>
                        <a:cubicBezTo>
                          <a:pt x="717" y="8955"/>
                          <a:pt x="1069" y="7437"/>
                          <a:pt x="1584" y="6081"/>
                        </a:cubicBezTo>
                        <a:cubicBezTo>
                          <a:pt x="2340" y="4119"/>
                          <a:pt x="2340" y="2464"/>
                          <a:pt x="2340" y="365"/>
                        </a:cubicBezTo>
                        <a:lnTo>
                          <a:pt x="2340" y="202"/>
                        </a:lnTo>
                        <a:cubicBezTo>
                          <a:pt x="2340" y="91"/>
                          <a:pt x="2256" y="0"/>
                          <a:pt x="2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90"/>
                  <p:cNvSpPr/>
                  <p:nvPr/>
                </p:nvSpPr>
                <p:spPr>
                  <a:xfrm>
                    <a:off x="2118278" y="2442679"/>
                    <a:ext cx="41507" cy="305596"/>
                  </a:xfrm>
                  <a:custGeom>
                    <a:rect b="b" l="l" r="r" t="t"/>
                    <a:pathLst>
                      <a:path extrusionOk="0" h="12104" w="1644">
                        <a:moveTo>
                          <a:pt x="1092" y="1"/>
                        </a:moveTo>
                        <a:cubicBezTo>
                          <a:pt x="1020" y="1"/>
                          <a:pt x="949" y="39"/>
                          <a:pt x="913" y="131"/>
                        </a:cubicBezTo>
                        <a:cubicBezTo>
                          <a:pt x="1" y="2327"/>
                          <a:pt x="346" y="4465"/>
                          <a:pt x="679" y="6531"/>
                        </a:cubicBezTo>
                        <a:cubicBezTo>
                          <a:pt x="965" y="8356"/>
                          <a:pt x="1239" y="10076"/>
                          <a:pt x="744" y="11849"/>
                        </a:cubicBezTo>
                        <a:cubicBezTo>
                          <a:pt x="711" y="11953"/>
                          <a:pt x="770" y="12064"/>
                          <a:pt x="881" y="12090"/>
                        </a:cubicBezTo>
                        <a:cubicBezTo>
                          <a:pt x="894" y="12097"/>
                          <a:pt x="913" y="12103"/>
                          <a:pt x="933" y="12103"/>
                        </a:cubicBezTo>
                        <a:cubicBezTo>
                          <a:pt x="1024" y="12103"/>
                          <a:pt x="1102" y="12038"/>
                          <a:pt x="1122" y="11953"/>
                        </a:cubicBezTo>
                        <a:cubicBezTo>
                          <a:pt x="1643" y="10096"/>
                          <a:pt x="1350" y="8252"/>
                          <a:pt x="1063" y="6472"/>
                        </a:cubicBezTo>
                        <a:cubicBezTo>
                          <a:pt x="744" y="4458"/>
                          <a:pt x="411" y="2373"/>
                          <a:pt x="1278" y="281"/>
                        </a:cubicBezTo>
                        <a:cubicBezTo>
                          <a:pt x="1349" y="122"/>
                          <a:pt x="1220" y="1"/>
                          <a:pt x="1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90"/>
                  <p:cNvSpPr/>
                  <p:nvPr/>
                </p:nvSpPr>
                <p:spPr>
                  <a:xfrm>
                    <a:off x="2112370" y="2290462"/>
                    <a:ext cx="72082" cy="156837"/>
                  </a:xfrm>
                  <a:custGeom>
                    <a:rect b="b" l="l" r="r" t="t"/>
                    <a:pathLst>
                      <a:path extrusionOk="0" h="6212" w="2855">
                        <a:moveTo>
                          <a:pt x="2573" y="1"/>
                        </a:moveTo>
                        <a:cubicBezTo>
                          <a:pt x="2538" y="1"/>
                          <a:pt x="2501" y="11"/>
                          <a:pt x="2464" y="33"/>
                        </a:cubicBezTo>
                        <a:cubicBezTo>
                          <a:pt x="613" y="1363"/>
                          <a:pt x="0" y="3996"/>
                          <a:pt x="46" y="6023"/>
                        </a:cubicBezTo>
                        <a:cubicBezTo>
                          <a:pt x="46" y="6127"/>
                          <a:pt x="131" y="6212"/>
                          <a:pt x="241" y="6212"/>
                        </a:cubicBezTo>
                        <a:lnTo>
                          <a:pt x="248" y="6212"/>
                        </a:lnTo>
                        <a:cubicBezTo>
                          <a:pt x="352" y="6212"/>
                          <a:pt x="443" y="6121"/>
                          <a:pt x="437" y="6010"/>
                        </a:cubicBezTo>
                        <a:cubicBezTo>
                          <a:pt x="391" y="4087"/>
                          <a:pt x="965" y="1591"/>
                          <a:pt x="2699" y="353"/>
                        </a:cubicBezTo>
                        <a:cubicBezTo>
                          <a:pt x="2855" y="223"/>
                          <a:pt x="2739" y="1"/>
                          <a:pt x="25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90"/>
                  <p:cNvSpPr/>
                  <p:nvPr/>
                </p:nvSpPr>
                <p:spPr>
                  <a:xfrm>
                    <a:off x="2141808" y="1986860"/>
                    <a:ext cx="44461" cy="95133"/>
                  </a:xfrm>
                  <a:custGeom>
                    <a:rect b="b" l="l" r="r" t="t"/>
                    <a:pathLst>
                      <a:path extrusionOk="0" h="3768" w="1761">
                        <a:moveTo>
                          <a:pt x="216" y="1"/>
                        </a:moveTo>
                        <a:cubicBezTo>
                          <a:pt x="112" y="1"/>
                          <a:pt x="20" y="86"/>
                          <a:pt x="20" y="190"/>
                        </a:cubicBezTo>
                        <a:cubicBezTo>
                          <a:pt x="1" y="926"/>
                          <a:pt x="346" y="1409"/>
                          <a:pt x="685" y="1878"/>
                        </a:cubicBezTo>
                        <a:cubicBezTo>
                          <a:pt x="1031" y="2360"/>
                          <a:pt x="1357" y="2816"/>
                          <a:pt x="1272" y="3546"/>
                        </a:cubicBezTo>
                        <a:cubicBezTo>
                          <a:pt x="1265" y="3657"/>
                          <a:pt x="1344" y="3755"/>
                          <a:pt x="1448" y="3768"/>
                        </a:cubicBezTo>
                        <a:lnTo>
                          <a:pt x="1467" y="3768"/>
                        </a:lnTo>
                        <a:cubicBezTo>
                          <a:pt x="1572" y="3761"/>
                          <a:pt x="1656" y="3690"/>
                          <a:pt x="1663" y="3592"/>
                        </a:cubicBezTo>
                        <a:cubicBezTo>
                          <a:pt x="1761" y="2706"/>
                          <a:pt x="1357" y="2145"/>
                          <a:pt x="1005" y="1650"/>
                        </a:cubicBezTo>
                        <a:cubicBezTo>
                          <a:pt x="692" y="1213"/>
                          <a:pt x="398" y="802"/>
                          <a:pt x="412" y="196"/>
                        </a:cubicBezTo>
                        <a:cubicBezTo>
                          <a:pt x="418" y="92"/>
                          <a:pt x="33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90"/>
                  <p:cNvSpPr/>
                  <p:nvPr/>
                </p:nvSpPr>
                <p:spPr>
                  <a:xfrm>
                    <a:off x="2085103" y="1992213"/>
                    <a:ext cx="34867" cy="41583"/>
                  </a:xfrm>
                  <a:custGeom>
                    <a:rect b="b" l="l" r="r" t="t"/>
                    <a:pathLst>
                      <a:path extrusionOk="0" h="1647" w="1381">
                        <a:moveTo>
                          <a:pt x="276" y="1"/>
                        </a:moveTo>
                        <a:cubicBezTo>
                          <a:pt x="83" y="1"/>
                          <a:pt x="1" y="301"/>
                          <a:pt x="220" y="382"/>
                        </a:cubicBezTo>
                        <a:cubicBezTo>
                          <a:pt x="702" y="564"/>
                          <a:pt x="982" y="962"/>
                          <a:pt x="963" y="1444"/>
                        </a:cubicBezTo>
                        <a:cubicBezTo>
                          <a:pt x="956" y="1549"/>
                          <a:pt x="1041" y="1646"/>
                          <a:pt x="1152" y="1646"/>
                        </a:cubicBezTo>
                        <a:lnTo>
                          <a:pt x="1158" y="1646"/>
                        </a:lnTo>
                        <a:cubicBezTo>
                          <a:pt x="1263" y="1646"/>
                          <a:pt x="1347" y="1562"/>
                          <a:pt x="1354" y="1457"/>
                        </a:cubicBezTo>
                        <a:cubicBezTo>
                          <a:pt x="1380" y="812"/>
                          <a:pt x="1002" y="258"/>
                          <a:pt x="357" y="17"/>
                        </a:cubicBezTo>
                        <a:cubicBezTo>
                          <a:pt x="328" y="6"/>
                          <a:pt x="301" y="1"/>
                          <a:pt x="2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90"/>
                  <p:cNvSpPr/>
                  <p:nvPr/>
                </p:nvSpPr>
                <p:spPr>
                  <a:xfrm>
                    <a:off x="2135900" y="2195556"/>
                    <a:ext cx="63220" cy="88341"/>
                  </a:xfrm>
                  <a:custGeom>
                    <a:rect b="b" l="l" r="r" t="t"/>
                    <a:pathLst>
                      <a:path extrusionOk="0" h="3499" w="2504">
                        <a:moveTo>
                          <a:pt x="2242" y="1"/>
                        </a:moveTo>
                        <a:cubicBezTo>
                          <a:pt x="2178" y="1"/>
                          <a:pt x="2114" y="33"/>
                          <a:pt x="2073" y="110"/>
                        </a:cubicBezTo>
                        <a:cubicBezTo>
                          <a:pt x="1936" y="364"/>
                          <a:pt x="1662" y="683"/>
                          <a:pt x="1375" y="1022"/>
                        </a:cubicBezTo>
                        <a:cubicBezTo>
                          <a:pt x="730" y="1778"/>
                          <a:pt x="0" y="2639"/>
                          <a:pt x="267" y="3369"/>
                        </a:cubicBezTo>
                        <a:cubicBezTo>
                          <a:pt x="294" y="3447"/>
                          <a:pt x="372" y="3499"/>
                          <a:pt x="450" y="3499"/>
                        </a:cubicBezTo>
                        <a:cubicBezTo>
                          <a:pt x="476" y="3499"/>
                          <a:pt x="496" y="3492"/>
                          <a:pt x="522" y="3486"/>
                        </a:cubicBezTo>
                        <a:cubicBezTo>
                          <a:pt x="619" y="3447"/>
                          <a:pt x="672" y="3336"/>
                          <a:pt x="639" y="3232"/>
                        </a:cubicBezTo>
                        <a:cubicBezTo>
                          <a:pt x="450" y="2717"/>
                          <a:pt x="1128" y="1922"/>
                          <a:pt x="1675" y="1276"/>
                        </a:cubicBezTo>
                        <a:cubicBezTo>
                          <a:pt x="1982" y="918"/>
                          <a:pt x="2268" y="586"/>
                          <a:pt x="2425" y="292"/>
                        </a:cubicBezTo>
                        <a:cubicBezTo>
                          <a:pt x="2504" y="135"/>
                          <a:pt x="2374" y="1"/>
                          <a:pt x="22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90"/>
                  <p:cNvSpPr/>
                  <p:nvPr/>
                </p:nvSpPr>
                <p:spPr>
                  <a:xfrm>
                    <a:off x="2155265" y="2239487"/>
                    <a:ext cx="22117" cy="27974"/>
                  </a:xfrm>
                  <a:custGeom>
                    <a:rect b="b" l="l" r="r" t="t"/>
                    <a:pathLst>
                      <a:path extrusionOk="0" h="1108" w="876">
                        <a:moveTo>
                          <a:pt x="286" y="1"/>
                        </a:moveTo>
                        <a:cubicBezTo>
                          <a:pt x="122" y="1"/>
                          <a:pt x="0" y="225"/>
                          <a:pt x="165" y="358"/>
                        </a:cubicBezTo>
                        <a:cubicBezTo>
                          <a:pt x="341" y="495"/>
                          <a:pt x="452" y="703"/>
                          <a:pt x="465" y="925"/>
                        </a:cubicBezTo>
                        <a:cubicBezTo>
                          <a:pt x="478" y="1029"/>
                          <a:pt x="563" y="1101"/>
                          <a:pt x="661" y="1107"/>
                        </a:cubicBezTo>
                        <a:lnTo>
                          <a:pt x="687" y="1101"/>
                        </a:lnTo>
                        <a:cubicBezTo>
                          <a:pt x="797" y="1094"/>
                          <a:pt x="876" y="996"/>
                          <a:pt x="863" y="886"/>
                        </a:cubicBezTo>
                        <a:cubicBezTo>
                          <a:pt x="830" y="553"/>
                          <a:pt x="667" y="247"/>
                          <a:pt x="400" y="38"/>
                        </a:cubicBezTo>
                        <a:cubicBezTo>
                          <a:pt x="362" y="12"/>
                          <a:pt x="323"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0"/>
                  <p:cNvSpPr/>
                  <p:nvPr/>
                </p:nvSpPr>
                <p:spPr>
                  <a:xfrm>
                    <a:off x="2150090" y="2374233"/>
                    <a:ext cx="38654" cy="52515"/>
                  </a:xfrm>
                  <a:custGeom>
                    <a:rect b="b" l="l" r="r" t="t"/>
                    <a:pathLst>
                      <a:path extrusionOk="0" h="2080" w="1531">
                        <a:moveTo>
                          <a:pt x="275" y="1"/>
                        </a:moveTo>
                        <a:cubicBezTo>
                          <a:pt x="127" y="1"/>
                          <a:pt x="1" y="189"/>
                          <a:pt x="129" y="332"/>
                        </a:cubicBezTo>
                        <a:cubicBezTo>
                          <a:pt x="201" y="404"/>
                          <a:pt x="273" y="476"/>
                          <a:pt x="344" y="554"/>
                        </a:cubicBezTo>
                        <a:cubicBezTo>
                          <a:pt x="748" y="945"/>
                          <a:pt x="1126" y="1323"/>
                          <a:pt x="1107" y="1877"/>
                        </a:cubicBezTo>
                        <a:cubicBezTo>
                          <a:pt x="1100" y="1981"/>
                          <a:pt x="1191" y="2073"/>
                          <a:pt x="1296" y="2079"/>
                        </a:cubicBezTo>
                        <a:lnTo>
                          <a:pt x="1302" y="2079"/>
                        </a:lnTo>
                        <a:cubicBezTo>
                          <a:pt x="1413" y="2079"/>
                          <a:pt x="1498" y="2001"/>
                          <a:pt x="1504" y="1897"/>
                        </a:cubicBezTo>
                        <a:cubicBezTo>
                          <a:pt x="1530" y="1173"/>
                          <a:pt x="1074" y="710"/>
                          <a:pt x="624" y="274"/>
                        </a:cubicBezTo>
                        <a:cubicBezTo>
                          <a:pt x="559" y="202"/>
                          <a:pt x="488" y="137"/>
                          <a:pt x="416" y="65"/>
                        </a:cubicBezTo>
                        <a:cubicBezTo>
                          <a:pt x="372" y="20"/>
                          <a:pt x="323"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90"/>
                  <p:cNvSpPr/>
                  <p:nvPr/>
                </p:nvSpPr>
                <p:spPr>
                  <a:xfrm>
                    <a:off x="2138779" y="2617265"/>
                    <a:ext cx="41583" cy="54004"/>
                  </a:xfrm>
                  <a:custGeom>
                    <a:rect b="b" l="l" r="r" t="t"/>
                    <a:pathLst>
                      <a:path extrusionOk="0" h="2139" w="1647">
                        <a:moveTo>
                          <a:pt x="284" y="1"/>
                        </a:moveTo>
                        <a:cubicBezTo>
                          <a:pt x="128" y="1"/>
                          <a:pt x="1" y="205"/>
                          <a:pt x="147" y="346"/>
                        </a:cubicBezTo>
                        <a:cubicBezTo>
                          <a:pt x="212" y="405"/>
                          <a:pt x="277" y="463"/>
                          <a:pt x="342" y="522"/>
                        </a:cubicBezTo>
                        <a:cubicBezTo>
                          <a:pt x="864" y="978"/>
                          <a:pt x="1170" y="1297"/>
                          <a:pt x="968" y="1877"/>
                        </a:cubicBezTo>
                        <a:cubicBezTo>
                          <a:pt x="929" y="1975"/>
                          <a:pt x="988" y="2093"/>
                          <a:pt x="1085" y="2125"/>
                        </a:cubicBezTo>
                        <a:cubicBezTo>
                          <a:pt x="1112" y="2132"/>
                          <a:pt x="1131" y="2138"/>
                          <a:pt x="1151" y="2138"/>
                        </a:cubicBezTo>
                        <a:cubicBezTo>
                          <a:pt x="1235" y="2138"/>
                          <a:pt x="1314" y="2086"/>
                          <a:pt x="1340" y="2008"/>
                        </a:cubicBezTo>
                        <a:cubicBezTo>
                          <a:pt x="1646" y="1148"/>
                          <a:pt x="1092" y="659"/>
                          <a:pt x="603" y="229"/>
                        </a:cubicBezTo>
                        <a:cubicBezTo>
                          <a:pt x="545" y="170"/>
                          <a:pt x="479" y="111"/>
                          <a:pt x="421" y="59"/>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90"/>
                  <p:cNvSpPr/>
                  <p:nvPr/>
                </p:nvSpPr>
                <p:spPr>
                  <a:xfrm>
                    <a:off x="1962122" y="2047252"/>
                    <a:ext cx="225309" cy="286029"/>
                  </a:xfrm>
                  <a:custGeom>
                    <a:rect b="b" l="l" r="r" t="t"/>
                    <a:pathLst>
                      <a:path extrusionOk="0" h="11329" w="8924">
                        <a:moveTo>
                          <a:pt x="5426" y="0"/>
                        </a:moveTo>
                        <a:cubicBezTo>
                          <a:pt x="4890" y="0"/>
                          <a:pt x="4408" y="168"/>
                          <a:pt x="3989" y="503"/>
                        </a:cubicBezTo>
                        <a:cubicBezTo>
                          <a:pt x="2849" y="1415"/>
                          <a:pt x="2386" y="3442"/>
                          <a:pt x="2327" y="5032"/>
                        </a:cubicBezTo>
                        <a:cubicBezTo>
                          <a:pt x="2243" y="7307"/>
                          <a:pt x="1832" y="9190"/>
                          <a:pt x="118" y="10996"/>
                        </a:cubicBezTo>
                        <a:cubicBezTo>
                          <a:pt x="1" y="11120"/>
                          <a:pt x="85" y="11328"/>
                          <a:pt x="261" y="11328"/>
                        </a:cubicBezTo>
                        <a:cubicBezTo>
                          <a:pt x="314" y="11328"/>
                          <a:pt x="366" y="11309"/>
                          <a:pt x="405" y="11270"/>
                        </a:cubicBezTo>
                        <a:cubicBezTo>
                          <a:pt x="2210" y="9366"/>
                          <a:pt x="2634" y="7405"/>
                          <a:pt x="2719" y="5045"/>
                        </a:cubicBezTo>
                        <a:cubicBezTo>
                          <a:pt x="2771" y="3611"/>
                          <a:pt x="3201" y="1643"/>
                          <a:pt x="4237" y="815"/>
                        </a:cubicBezTo>
                        <a:cubicBezTo>
                          <a:pt x="4588" y="534"/>
                          <a:pt x="4991" y="395"/>
                          <a:pt x="5443" y="395"/>
                        </a:cubicBezTo>
                        <a:cubicBezTo>
                          <a:pt x="5588" y="395"/>
                          <a:pt x="5738" y="409"/>
                          <a:pt x="5893" y="437"/>
                        </a:cubicBezTo>
                        <a:cubicBezTo>
                          <a:pt x="6303" y="516"/>
                          <a:pt x="6596" y="744"/>
                          <a:pt x="6903" y="985"/>
                        </a:cubicBezTo>
                        <a:cubicBezTo>
                          <a:pt x="7285" y="1282"/>
                          <a:pt x="7675" y="1583"/>
                          <a:pt x="8257" y="1583"/>
                        </a:cubicBezTo>
                        <a:cubicBezTo>
                          <a:pt x="8390" y="1583"/>
                          <a:pt x="8533" y="1568"/>
                          <a:pt x="8689" y="1532"/>
                        </a:cubicBezTo>
                        <a:cubicBezTo>
                          <a:pt x="8923" y="1472"/>
                          <a:pt x="8864" y="1140"/>
                          <a:pt x="8654" y="1140"/>
                        </a:cubicBezTo>
                        <a:cubicBezTo>
                          <a:pt x="8636" y="1140"/>
                          <a:pt x="8617" y="1143"/>
                          <a:pt x="8597" y="1148"/>
                        </a:cubicBezTo>
                        <a:cubicBezTo>
                          <a:pt x="8475" y="1176"/>
                          <a:pt x="8363" y="1189"/>
                          <a:pt x="8258" y="1189"/>
                        </a:cubicBezTo>
                        <a:cubicBezTo>
                          <a:pt x="7805" y="1189"/>
                          <a:pt x="7495" y="949"/>
                          <a:pt x="7150" y="679"/>
                        </a:cubicBezTo>
                        <a:cubicBezTo>
                          <a:pt x="6831" y="431"/>
                          <a:pt x="6466" y="144"/>
                          <a:pt x="5964" y="53"/>
                        </a:cubicBezTo>
                        <a:cubicBezTo>
                          <a:pt x="5779" y="18"/>
                          <a:pt x="5600" y="0"/>
                          <a:pt x="542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0"/>
                  <p:cNvSpPr/>
                  <p:nvPr/>
                </p:nvSpPr>
                <p:spPr>
                  <a:xfrm>
                    <a:off x="2114339" y="2154403"/>
                    <a:ext cx="77863" cy="446755"/>
                  </a:xfrm>
                  <a:custGeom>
                    <a:rect b="b" l="l" r="r" t="t"/>
                    <a:pathLst>
                      <a:path extrusionOk="0" h="17695" w="3084">
                        <a:moveTo>
                          <a:pt x="2663" y="0"/>
                        </a:moveTo>
                        <a:cubicBezTo>
                          <a:pt x="2575" y="0"/>
                          <a:pt x="2488" y="53"/>
                          <a:pt x="2471" y="169"/>
                        </a:cubicBezTo>
                        <a:cubicBezTo>
                          <a:pt x="2301" y="1251"/>
                          <a:pt x="2373" y="2463"/>
                          <a:pt x="2451" y="3636"/>
                        </a:cubicBezTo>
                        <a:cubicBezTo>
                          <a:pt x="2568" y="5422"/>
                          <a:pt x="2679" y="7267"/>
                          <a:pt x="1936" y="8733"/>
                        </a:cubicBezTo>
                        <a:lnTo>
                          <a:pt x="1917" y="8779"/>
                        </a:lnTo>
                        <a:cubicBezTo>
                          <a:pt x="972" y="10630"/>
                          <a:pt x="0" y="12546"/>
                          <a:pt x="424" y="14801"/>
                        </a:cubicBezTo>
                        <a:cubicBezTo>
                          <a:pt x="515" y="15264"/>
                          <a:pt x="783" y="15674"/>
                          <a:pt x="1050" y="16085"/>
                        </a:cubicBezTo>
                        <a:cubicBezTo>
                          <a:pt x="1356" y="16567"/>
                          <a:pt x="1656" y="17017"/>
                          <a:pt x="1597" y="17480"/>
                        </a:cubicBezTo>
                        <a:cubicBezTo>
                          <a:pt x="1584" y="17584"/>
                          <a:pt x="1662" y="17682"/>
                          <a:pt x="1773" y="17695"/>
                        </a:cubicBezTo>
                        <a:lnTo>
                          <a:pt x="1793" y="17695"/>
                        </a:lnTo>
                        <a:cubicBezTo>
                          <a:pt x="1897" y="17695"/>
                          <a:pt x="1982" y="17623"/>
                          <a:pt x="1988" y="17519"/>
                        </a:cubicBezTo>
                        <a:cubicBezTo>
                          <a:pt x="2060" y="16919"/>
                          <a:pt x="1715" y="16385"/>
                          <a:pt x="1376" y="15863"/>
                        </a:cubicBezTo>
                        <a:cubicBezTo>
                          <a:pt x="1135" y="15498"/>
                          <a:pt x="887" y="15114"/>
                          <a:pt x="809" y="14723"/>
                        </a:cubicBezTo>
                        <a:cubicBezTo>
                          <a:pt x="411" y="12605"/>
                          <a:pt x="1310" y="10832"/>
                          <a:pt x="2262" y="8955"/>
                        </a:cubicBezTo>
                        <a:lnTo>
                          <a:pt x="2288" y="8909"/>
                        </a:lnTo>
                        <a:cubicBezTo>
                          <a:pt x="3083" y="7345"/>
                          <a:pt x="2959" y="5448"/>
                          <a:pt x="2842" y="3610"/>
                        </a:cubicBezTo>
                        <a:cubicBezTo>
                          <a:pt x="2770" y="2405"/>
                          <a:pt x="2699" y="1271"/>
                          <a:pt x="2862" y="228"/>
                        </a:cubicBezTo>
                        <a:cubicBezTo>
                          <a:pt x="2883" y="83"/>
                          <a:pt x="2772" y="0"/>
                          <a:pt x="26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0"/>
                  <p:cNvSpPr/>
                  <p:nvPr/>
                </p:nvSpPr>
                <p:spPr>
                  <a:xfrm>
                    <a:off x="2179907" y="2298490"/>
                    <a:ext cx="26283" cy="34791"/>
                  </a:xfrm>
                  <a:custGeom>
                    <a:rect b="b" l="l" r="r" t="t"/>
                    <a:pathLst>
                      <a:path extrusionOk="0" h="1378" w="1041">
                        <a:moveTo>
                          <a:pt x="288" y="1"/>
                        </a:moveTo>
                        <a:cubicBezTo>
                          <a:pt x="128" y="1"/>
                          <a:pt x="0" y="214"/>
                          <a:pt x="154" y="347"/>
                        </a:cubicBezTo>
                        <a:cubicBezTo>
                          <a:pt x="415" y="569"/>
                          <a:pt x="591" y="875"/>
                          <a:pt x="636" y="1208"/>
                        </a:cubicBezTo>
                        <a:cubicBezTo>
                          <a:pt x="649" y="1305"/>
                          <a:pt x="734" y="1377"/>
                          <a:pt x="832" y="1377"/>
                        </a:cubicBezTo>
                        <a:lnTo>
                          <a:pt x="858" y="1377"/>
                        </a:lnTo>
                        <a:cubicBezTo>
                          <a:pt x="969" y="1364"/>
                          <a:pt x="1040" y="1260"/>
                          <a:pt x="1027" y="1156"/>
                        </a:cubicBezTo>
                        <a:cubicBezTo>
                          <a:pt x="969" y="725"/>
                          <a:pt x="747" y="334"/>
                          <a:pt x="421" y="54"/>
                        </a:cubicBezTo>
                        <a:cubicBezTo>
                          <a:pt x="378" y="16"/>
                          <a:pt x="332" y="1"/>
                          <a:pt x="2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90"/>
                  <p:cNvSpPr/>
                  <p:nvPr/>
                </p:nvSpPr>
                <p:spPr>
                  <a:xfrm>
                    <a:off x="2107270" y="2512841"/>
                    <a:ext cx="25980" cy="78772"/>
                  </a:xfrm>
                  <a:custGeom>
                    <a:rect b="b" l="l" r="r" t="t"/>
                    <a:pathLst>
                      <a:path extrusionOk="0" h="3120" w="1029">
                        <a:moveTo>
                          <a:pt x="767" y="1"/>
                        </a:moveTo>
                        <a:cubicBezTo>
                          <a:pt x="704" y="1"/>
                          <a:pt x="640" y="32"/>
                          <a:pt x="600" y="109"/>
                        </a:cubicBezTo>
                        <a:cubicBezTo>
                          <a:pt x="189" y="878"/>
                          <a:pt x="0" y="1823"/>
                          <a:pt x="26" y="2931"/>
                        </a:cubicBezTo>
                        <a:cubicBezTo>
                          <a:pt x="33" y="3035"/>
                          <a:pt x="118" y="3120"/>
                          <a:pt x="228" y="3120"/>
                        </a:cubicBezTo>
                        <a:lnTo>
                          <a:pt x="235" y="3120"/>
                        </a:lnTo>
                        <a:cubicBezTo>
                          <a:pt x="346" y="3113"/>
                          <a:pt x="430" y="3022"/>
                          <a:pt x="424" y="2918"/>
                        </a:cubicBezTo>
                        <a:cubicBezTo>
                          <a:pt x="398" y="1894"/>
                          <a:pt x="580" y="988"/>
                          <a:pt x="945" y="291"/>
                        </a:cubicBezTo>
                        <a:cubicBezTo>
                          <a:pt x="1029" y="137"/>
                          <a:pt x="899" y="1"/>
                          <a:pt x="7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90"/>
                  <p:cNvSpPr/>
                  <p:nvPr/>
                </p:nvSpPr>
                <p:spPr>
                  <a:xfrm>
                    <a:off x="2145394" y="2412533"/>
                    <a:ext cx="34463" cy="45799"/>
                  </a:xfrm>
                  <a:custGeom>
                    <a:rect b="b" l="l" r="r" t="t"/>
                    <a:pathLst>
                      <a:path extrusionOk="0" h="1814" w="1365">
                        <a:moveTo>
                          <a:pt x="285" y="0"/>
                        </a:moveTo>
                        <a:cubicBezTo>
                          <a:pt x="97" y="0"/>
                          <a:pt x="1" y="289"/>
                          <a:pt x="211" y="380"/>
                        </a:cubicBezTo>
                        <a:cubicBezTo>
                          <a:pt x="641" y="575"/>
                          <a:pt x="954" y="1097"/>
                          <a:pt x="967" y="1625"/>
                        </a:cubicBezTo>
                        <a:cubicBezTo>
                          <a:pt x="967" y="1729"/>
                          <a:pt x="1058" y="1814"/>
                          <a:pt x="1162" y="1814"/>
                        </a:cubicBezTo>
                        <a:lnTo>
                          <a:pt x="1169" y="1814"/>
                        </a:lnTo>
                        <a:cubicBezTo>
                          <a:pt x="1280" y="1814"/>
                          <a:pt x="1364" y="1722"/>
                          <a:pt x="1364" y="1611"/>
                        </a:cubicBezTo>
                        <a:cubicBezTo>
                          <a:pt x="1345" y="927"/>
                          <a:pt x="941" y="275"/>
                          <a:pt x="374" y="21"/>
                        </a:cubicBezTo>
                        <a:cubicBezTo>
                          <a:pt x="343" y="7"/>
                          <a:pt x="313" y="0"/>
                          <a:pt x="2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90"/>
                  <p:cNvSpPr/>
                  <p:nvPr/>
                </p:nvSpPr>
                <p:spPr>
                  <a:xfrm>
                    <a:off x="2068262" y="1690152"/>
                    <a:ext cx="117199" cy="370128"/>
                  </a:xfrm>
                  <a:custGeom>
                    <a:rect b="b" l="l" r="r" t="t"/>
                    <a:pathLst>
                      <a:path extrusionOk="0" h="14660" w="4642">
                        <a:moveTo>
                          <a:pt x="782" y="0"/>
                        </a:moveTo>
                        <a:cubicBezTo>
                          <a:pt x="708" y="0"/>
                          <a:pt x="633" y="40"/>
                          <a:pt x="600" y="132"/>
                        </a:cubicBezTo>
                        <a:cubicBezTo>
                          <a:pt x="574" y="223"/>
                          <a:pt x="1" y="2309"/>
                          <a:pt x="2099" y="4323"/>
                        </a:cubicBezTo>
                        <a:cubicBezTo>
                          <a:pt x="4054" y="6200"/>
                          <a:pt x="4250" y="8846"/>
                          <a:pt x="4250" y="8859"/>
                        </a:cubicBezTo>
                        <a:lnTo>
                          <a:pt x="4250" y="14464"/>
                        </a:lnTo>
                        <a:cubicBezTo>
                          <a:pt x="4250" y="14575"/>
                          <a:pt x="4335" y="14660"/>
                          <a:pt x="4446" y="14660"/>
                        </a:cubicBezTo>
                        <a:cubicBezTo>
                          <a:pt x="4550" y="14660"/>
                          <a:pt x="4641" y="14575"/>
                          <a:pt x="4641" y="14471"/>
                        </a:cubicBezTo>
                        <a:lnTo>
                          <a:pt x="4641" y="8846"/>
                        </a:lnTo>
                        <a:cubicBezTo>
                          <a:pt x="4635" y="8729"/>
                          <a:pt x="4439" y="6024"/>
                          <a:pt x="2373" y="4043"/>
                        </a:cubicBezTo>
                        <a:cubicBezTo>
                          <a:pt x="450" y="2198"/>
                          <a:pt x="959" y="328"/>
                          <a:pt x="978" y="243"/>
                        </a:cubicBezTo>
                        <a:cubicBezTo>
                          <a:pt x="1014" y="96"/>
                          <a:pt x="898" y="0"/>
                          <a:pt x="7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90"/>
                  <p:cNvSpPr/>
                  <p:nvPr/>
                </p:nvSpPr>
                <p:spPr>
                  <a:xfrm>
                    <a:off x="2085380" y="1685632"/>
                    <a:ext cx="117174" cy="370381"/>
                  </a:xfrm>
                  <a:custGeom>
                    <a:rect b="b" l="l" r="r" t="t"/>
                    <a:pathLst>
                      <a:path extrusionOk="0" h="14670" w="4641">
                        <a:moveTo>
                          <a:pt x="785" y="0"/>
                        </a:moveTo>
                        <a:cubicBezTo>
                          <a:pt x="706" y="0"/>
                          <a:pt x="628" y="43"/>
                          <a:pt x="600" y="142"/>
                        </a:cubicBezTo>
                        <a:cubicBezTo>
                          <a:pt x="574" y="233"/>
                          <a:pt x="0" y="2318"/>
                          <a:pt x="2099" y="4332"/>
                        </a:cubicBezTo>
                        <a:cubicBezTo>
                          <a:pt x="4054" y="6209"/>
                          <a:pt x="4250" y="8856"/>
                          <a:pt x="4250" y="8869"/>
                        </a:cubicBezTo>
                        <a:lnTo>
                          <a:pt x="4250" y="14474"/>
                        </a:lnTo>
                        <a:cubicBezTo>
                          <a:pt x="4250" y="14584"/>
                          <a:pt x="4335" y="14669"/>
                          <a:pt x="4445" y="14669"/>
                        </a:cubicBezTo>
                        <a:cubicBezTo>
                          <a:pt x="4550" y="14669"/>
                          <a:pt x="4641" y="14584"/>
                          <a:pt x="4641" y="14480"/>
                        </a:cubicBezTo>
                        <a:lnTo>
                          <a:pt x="4641" y="8856"/>
                        </a:lnTo>
                        <a:cubicBezTo>
                          <a:pt x="4634" y="8738"/>
                          <a:pt x="4439" y="6033"/>
                          <a:pt x="2373" y="4052"/>
                        </a:cubicBezTo>
                        <a:cubicBezTo>
                          <a:pt x="450" y="2208"/>
                          <a:pt x="958" y="337"/>
                          <a:pt x="978" y="252"/>
                        </a:cubicBezTo>
                        <a:cubicBezTo>
                          <a:pt x="1025" y="99"/>
                          <a:pt x="904" y="0"/>
                          <a:pt x="78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90"/>
                  <p:cNvSpPr/>
                  <p:nvPr/>
                </p:nvSpPr>
                <p:spPr>
                  <a:xfrm>
                    <a:off x="2107093" y="1681315"/>
                    <a:ext cx="49106" cy="67966"/>
                  </a:xfrm>
                  <a:custGeom>
                    <a:rect b="b" l="l" r="r" t="t"/>
                    <a:pathLst>
                      <a:path extrusionOk="0" h="2692" w="1945">
                        <a:moveTo>
                          <a:pt x="1715" y="0"/>
                        </a:moveTo>
                        <a:cubicBezTo>
                          <a:pt x="1634" y="0"/>
                          <a:pt x="1553" y="48"/>
                          <a:pt x="1526" y="156"/>
                        </a:cubicBezTo>
                        <a:cubicBezTo>
                          <a:pt x="1135" y="1812"/>
                          <a:pt x="203" y="2307"/>
                          <a:pt x="183" y="2320"/>
                        </a:cubicBezTo>
                        <a:cubicBezTo>
                          <a:pt x="1" y="2411"/>
                          <a:pt x="66" y="2691"/>
                          <a:pt x="274" y="2691"/>
                        </a:cubicBezTo>
                        <a:cubicBezTo>
                          <a:pt x="307" y="2691"/>
                          <a:pt x="333" y="2685"/>
                          <a:pt x="366" y="2672"/>
                        </a:cubicBezTo>
                        <a:cubicBezTo>
                          <a:pt x="405" y="2646"/>
                          <a:pt x="1474" y="2098"/>
                          <a:pt x="1910" y="247"/>
                        </a:cubicBezTo>
                        <a:cubicBezTo>
                          <a:pt x="1945" y="95"/>
                          <a:pt x="1830" y="0"/>
                          <a:pt x="171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90"/>
                  <p:cNvSpPr/>
                  <p:nvPr/>
                </p:nvSpPr>
                <p:spPr>
                  <a:xfrm>
                    <a:off x="2026629" y="1668313"/>
                    <a:ext cx="70617" cy="87710"/>
                  </a:xfrm>
                  <a:custGeom>
                    <a:rect b="b" l="l" r="r" t="t"/>
                    <a:pathLst>
                      <a:path extrusionOk="0" h="3474" w="2797">
                        <a:moveTo>
                          <a:pt x="819" y="1"/>
                        </a:moveTo>
                        <a:cubicBezTo>
                          <a:pt x="738" y="1"/>
                          <a:pt x="659" y="45"/>
                          <a:pt x="633" y="150"/>
                        </a:cubicBezTo>
                        <a:cubicBezTo>
                          <a:pt x="1" y="2418"/>
                          <a:pt x="2425" y="3448"/>
                          <a:pt x="2451" y="3454"/>
                        </a:cubicBezTo>
                        <a:cubicBezTo>
                          <a:pt x="2471" y="3467"/>
                          <a:pt x="2497" y="3474"/>
                          <a:pt x="2523" y="3474"/>
                        </a:cubicBezTo>
                        <a:cubicBezTo>
                          <a:pt x="2738" y="3467"/>
                          <a:pt x="2797" y="3174"/>
                          <a:pt x="2601" y="3096"/>
                        </a:cubicBezTo>
                        <a:cubicBezTo>
                          <a:pt x="2516" y="3057"/>
                          <a:pt x="476" y="2183"/>
                          <a:pt x="1017" y="254"/>
                        </a:cubicBezTo>
                        <a:cubicBezTo>
                          <a:pt x="1064" y="102"/>
                          <a:pt x="940" y="1"/>
                          <a:pt x="8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90"/>
                  <p:cNvSpPr/>
                  <p:nvPr/>
                </p:nvSpPr>
                <p:spPr>
                  <a:xfrm>
                    <a:off x="2214067" y="1690025"/>
                    <a:ext cx="117022" cy="370255"/>
                  </a:xfrm>
                  <a:custGeom>
                    <a:rect b="b" l="l" r="r" t="t"/>
                    <a:pathLst>
                      <a:path extrusionOk="0" h="14665" w="4635">
                        <a:moveTo>
                          <a:pt x="3856" y="1"/>
                        </a:moveTo>
                        <a:cubicBezTo>
                          <a:pt x="3738" y="1"/>
                          <a:pt x="3617" y="98"/>
                          <a:pt x="3656" y="248"/>
                        </a:cubicBezTo>
                        <a:cubicBezTo>
                          <a:pt x="3683" y="326"/>
                          <a:pt x="4184" y="2203"/>
                          <a:pt x="2262" y="4048"/>
                        </a:cubicBezTo>
                        <a:cubicBezTo>
                          <a:pt x="196" y="6029"/>
                          <a:pt x="13" y="8734"/>
                          <a:pt x="0" y="8864"/>
                        </a:cubicBezTo>
                        <a:lnTo>
                          <a:pt x="0" y="14469"/>
                        </a:lnTo>
                        <a:cubicBezTo>
                          <a:pt x="0" y="14580"/>
                          <a:pt x="91" y="14665"/>
                          <a:pt x="202" y="14665"/>
                        </a:cubicBezTo>
                        <a:cubicBezTo>
                          <a:pt x="306" y="14665"/>
                          <a:pt x="398" y="14580"/>
                          <a:pt x="398" y="14469"/>
                        </a:cubicBezTo>
                        <a:lnTo>
                          <a:pt x="398" y="8877"/>
                        </a:lnTo>
                        <a:cubicBezTo>
                          <a:pt x="398" y="8844"/>
                          <a:pt x="580" y="6205"/>
                          <a:pt x="2535" y="4328"/>
                        </a:cubicBezTo>
                        <a:cubicBezTo>
                          <a:pt x="4634" y="2314"/>
                          <a:pt x="4061" y="228"/>
                          <a:pt x="4041" y="137"/>
                        </a:cubicBezTo>
                        <a:cubicBezTo>
                          <a:pt x="4010" y="42"/>
                          <a:pt x="3934" y="1"/>
                          <a:pt x="3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90"/>
                  <p:cNvSpPr/>
                  <p:nvPr/>
                </p:nvSpPr>
                <p:spPr>
                  <a:xfrm>
                    <a:off x="2196949" y="1685683"/>
                    <a:ext cx="117022" cy="370330"/>
                  </a:xfrm>
                  <a:custGeom>
                    <a:rect b="b" l="l" r="r" t="t"/>
                    <a:pathLst>
                      <a:path extrusionOk="0" h="14668" w="4635">
                        <a:moveTo>
                          <a:pt x="3856" y="0"/>
                        </a:moveTo>
                        <a:cubicBezTo>
                          <a:pt x="3738" y="0"/>
                          <a:pt x="3617" y="100"/>
                          <a:pt x="3657" y="250"/>
                        </a:cubicBezTo>
                        <a:cubicBezTo>
                          <a:pt x="3683" y="329"/>
                          <a:pt x="4185" y="2206"/>
                          <a:pt x="2262" y="4050"/>
                        </a:cubicBezTo>
                        <a:cubicBezTo>
                          <a:pt x="189" y="6031"/>
                          <a:pt x="7" y="8736"/>
                          <a:pt x="0" y="8867"/>
                        </a:cubicBezTo>
                        <a:lnTo>
                          <a:pt x="0" y="14472"/>
                        </a:lnTo>
                        <a:cubicBezTo>
                          <a:pt x="0" y="14582"/>
                          <a:pt x="92" y="14667"/>
                          <a:pt x="196" y="14667"/>
                        </a:cubicBezTo>
                        <a:cubicBezTo>
                          <a:pt x="307" y="14667"/>
                          <a:pt x="398" y="14582"/>
                          <a:pt x="398" y="14472"/>
                        </a:cubicBezTo>
                        <a:lnTo>
                          <a:pt x="398" y="8873"/>
                        </a:lnTo>
                        <a:cubicBezTo>
                          <a:pt x="398" y="8847"/>
                          <a:pt x="580" y="6207"/>
                          <a:pt x="2536" y="4330"/>
                        </a:cubicBezTo>
                        <a:cubicBezTo>
                          <a:pt x="4634" y="2316"/>
                          <a:pt x="4061" y="231"/>
                          <a:pt x="4035" y="140"/>
                        </a:cubicBezTo>
                        <a:cubicBezTo>
                          <a:pt x="4006" y="42"/>
                          <a:pt x="3932" y="0"/>
                          <a:pt x="3856"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90"/>
                  <p:cNvSpPr/>
                  <p:nvPr/>
                </p:nvSpPr>
                <p:spPr>
                  <a:xfrm>
                    <a:off x="2242874" y="1681315"/>
                    <a:ext cx="49207" cy="67966"/>
                  </a:xfrm>
                  <a:custGeom>
                    <a:rect b="b" l="l" r="r" t="t"/>
                    <a:pathLst>
                      <a:path extrusionOk="0" h="2692" w="1949">
                        <a:moveTo>
                          <a:pt x="232" y="0"/>
                        </a:moveTo>
                        <a:cubicBezTo>
                          <a:pt x="116" y="0"/>
                          <a:pt x="1" y="95"/>
                          <a:pt x="39" y="247"/>
                        </a:cubicBezTo>
                        <a:cubicBezTo>
                          <a:pt x="475" y="2098"/>
                          <a:pt x="1538" y="2646"/>
                          <a:pt x="1583" y="2672"/>
                        </a:cubicBezTo>
                        <a:cubicBezTo>
                          <a:pt x="1610" y="2685"/>
                          <a:pt x="1642" y="2691"/>
                          <a:pt x="1675" y="2691"/>
                        </a:cubicBezTo>
                        <a:cubicBezTo>
                          <a:pt x="1883" y="2691"/>
                          <a:pt x="1948" y="2411"/>
                          <a:pt x="1766" y="2320"/>
                        </a:cubicBezTo>
                        <a:cubicBezTo>
                          <a:pt x="1753" y="2313"/>
                          <a:pt x="814" y="1812"/>
                          <a:pt x="423" y="156"/>
                        </a:cubicBezTo>
                        <a:cubicBezTo>
                          <a:pt x="396" y="48"/>
                          <a:pt x="314" y="0"/>
                          <a:pt x="232"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90"/>
                  <p:cNvSpPr/>
                  <p:nvPr/>
                </p:nvSpPr>
                <p:spPr>
                  <a:xfrm>
                    <a:off x="2301751" y="1668313"/>
                    <a:ext cx="70643" cy="87710"/>
                  </a:xfrm>
                  <a:custGeom>
                    <a:rect b="b" l="l" r="r" t="t"/>
                    <a:pathLst>
                      <a:path extrusionOk="0" h="3474" w="2798">
                        <a:moveTo>
                          <a:pt x="1979" y="1"/>
                        </a:moveTo>
                        <a:cubicBezTo>
                          <a:pt x="1859" y="1"/>
                          <a:pt x="1736" y="102"/>
                          <a:pt x="1787" y="254"/>
                        </a:cubicBezTo>
                        <a:cubicBezTo>
                          <a:pt x="2321" y="2183"/>
                          <a:pt x="288" y="3057"/>
                          <a:pt x="197" y="3089"/>
                        </a:cubicBezTo>
                        <a:cubicBezTo>
                          <a:pt x="1" y="3174"/>
                          <a:pt x="60" y="3467"/>
                          <a:pt x="275" y="3474"/>
                        </a:cubicBezTo>
                        <a:cubicBezTo>
                          <a:pt x="301" y="3474"/>
                          <a:pt x="327" y="3467"/>
                          <a:pt x="353" y="3454"/>
                        </a:cubicBezTo>
                        <a:cubicBezTo>
                          <a:pt x="372" y="3448"/>
                          <a:pt x="2797" y="2418"/>
                          <a:pt x="2165" y="150"/>
                        </a:cubicBezTo>
                        <a:cubicBezTo>
                          <a:pt x="2139" y="45"/>
                          <a:pt x="2059" y="1"/>
                          <a:pt x="1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0"/>
                  <p:cNvSpPr/>
                  <p:nvPr/>
                </p:nvSpPr>
                <p:spPr>
                  <a:xfrm>
                    <a:off x="2160239" y="2043314"/>
                    <a:ext cx="33276" cy="33907"/>
                  </a:xfrm>
                  <a:custGeom>
                    <a:rect b="b" l="l" r="r" t="t"/>
                    <a:pathLst>
                      <a:path extrusionOk="0" h="1343" w="1318">
                        <a:moveTo>
                          <a:pt x="894" y="0"/>
                        </a:moveTo>
                        <a:cubicBezTo>
                          <a:pt x="848" y="0"/>
                          <a:pt x="803" y="7"/>
                          <a:pt x="763" y="20"/>
                        </a:cubicBezTo>
                        <a:lnTo>
                          <a:pt x="757" y="20"/>
                        </a:lnTo>
                        <a:lnTo>
                          <a:pt x="737" y="13"/>
                        </a:lnTo>
                        <a:lnTo>
                          <a:pt x="724" y="13"/>
                        </a:lnTo>
                        <a:cubicBezTo>
                          <a:pt x="640" y="13"/>
                          <a:pt x="209" y="339"/>
                          <a:pt x="209" y="339"/>
                        </a:cubicBezTo>
                        <a:cubicBezTo>
                          <a:pt x="125" y="437"/>
                          <a:pt x="53" y="548"/>
                          <a:pt x="7" y="672"/>
                        </a:cubicBezTo>
                        <a:lnTo>
                          <a:pt x="1" y="698"/>
                        </a:lnTo>
                        <a:lnTo>
                          <a:pt x="7" y="717"/>
                        </a:lnTo>
                        <a:cubicBezTo>
                          <a:pt x="53" y="926"/>
                          <a:pt x="99" y="1108"/>
                          <a:pt x="157" y="1271"/>
                        </a:cubicBezTo>
                        <a:lnTo>
                          <a:pt x="170" y="1323"/>
                        </a:lnTo>
                        <a:lnTo>
                          <a:pt x="222" y="1330"/>
                        </a:lnTo>
                        <a:lnTo>
                          <a:pt x="294" y="1336"/>
                        </a:lnTo>
                        <a:lnTo>
                          <a:pt x="333" y="1343"/>
                        </a:lnTo>
                        <a:lnTo>
                          <a:pt x="359" y="1323"/>
                        </a:lnTo>
                        <a:lnTo>
                          <a:pt x="405" y="1291"/>
                        </a:lnTo>
                        <a:lnTo>
                          <a:pt x="405" y="1252"/>
                        </a:lnTo>
                        <a:cubicBezTo>
                          <a:pt x="431" y="789"/>
                          <a:pt x="685" y="437"/>
                          <a:pt x="1161" y="209"/>
                        </a:cubicBezTo>
                        <a:lnTo>
                          <a:pt x="1317" y="137"/>
                        </a:lnTo>
                        <a:lnTo>
                          <a:pt x="1154" y="65"/>
                        </a:lnTo>
                        <a:cubicBezTo>
                          <a:pt x="1076" y="26"/>
                          <a:pt x="985" y="0"/>
                          <a:pt x="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0"/>
                  <p:cNvSpPr/>
                  <p:nvPr/>
                </p:nvSpPr>
                <p:spPr>
                  <a:xfrm>
                    <a:off x="2157942" y="2041168"/>
                    <a:ext cx="40346" cy="38376"/>
                  </a:xfrm>
                  <a:custGeom>
                    <a:rect b="b" l="l" r="r" t="t"/>
                    <a:pathLst>
                      <a:path extrusionOk="0" h="1520" w="1598">
                        <a:moveTo>
                          <a:pt x="985" y="164"/>
                        </a:moveTo>
                        <a:cubicBezTo>
                          <a:pt x="1063" y="164"/>
                          <a:pt x="1141" y="183"/>
                          <a:pt x="1213" y="222"/>
                        </a:cubicBezTo>
                        <a:cubicBezTo>
                          <a:pt x="594" y="515"/>
                          <a:pt x="431" y="972"/>
                          <a:pt x="411" y="1337"/>
                        </a:cubicBezTo>
                        <a:lnTo>
                          <a:pt x="398" y="1343"/>
                        </a:lnTo>
                        <a:lnTo>
                          <a:pt x="326" y="1330"/>
                        </a:lnTo>
                        <a:cubicBezTo>
                          <a:pt x="268" y="1154"/>
                          <a:pt x="216" y="972"/>
                          <a:pt x="177" y="789"/>
                        </a:cubicBezTo>
                        <a:cubicBezTo>
                          <a:pt x="216" y="672"/>
                          <a:pt x="281" y="568"/>
                          <a:pt x="359" y="476"/>
                        </a:cubicBezTo>
                        <a:cubicBezTo>
                          <a:pt x="502" y="366"/>
                          <a:pt x="659" y="268"/>
                          <a:pt x="815" y="183"/>
                        </a:cubicBezTo>
                        <a:lnTo>
                          <a:pt x="848" y="183"/>
                        </a:lnTo>
                        <a:cubicBezTo>
                          <a:pt x="861" y="183"/>
                          <a:pt x="874" y="183"/>
                          <a:pt x="880" y="177"/>
                        </a:cubicBezTo>
                        <a:cubicBezTo>
                          <a:pt x="913" y="170"/>
                          <a:pt x="946" y="164"/>
                          <a:pt x="978" y="164"/>
                        </a:cubicBezTo>
                        <a:close/>
                        <a:moveTo>
                          <a:pt x="978" y="1"/>
                        </a:moveTo>
                        <a:cubicBezTo>
                          <a:pt x="939" y="1"/>
                          <a:pt x="894" y="7"/>
                          <a:pt x="854" y="20"/>
                        </a:cubicBezTo>
                        <a:lnTo>
                          <a:pt x="815" y="20"/>
                        </a:lnTo>
                        <a:cubicBezTo>
                          <a:pt x="763" y="20"/>
                          <a:pt x="731" y="27"/>
                          <a:pt x="489" y="190"/>
                        </a:cubicBezTo>
                        <a:cubicBezTo>
                          <a:pt x="398" y="242"/>
                          <a:pt x="313" y="300"/>
                          <a:pt x="235" y="372"/>
                        </a:cubicBezTo>
                        <a:cubicBezTo>
                          <a:pt x="144" y="476"/>
                          <a:pt x="72" y="600"/>
                          <a:pt x="20" y="731"/>
                        </a:cubicBezTo>
                        <a:lnTo>
                          <a:pt x="1" y="776"/>
                        </a:lnTo>
                        <a:lnTo>
                          <a:pt x="14" y="822"/>
                        </a:lnTo>
                        <a:cubicBezTo>
                          <a:pt x="59" y="1030"/>
                          <a:pt x="111" y="1219"/>
                          <a:pt x="164" y="1382"/>
                        </a:cubicBezTo>
                        <a:lnTo>
                          <a:pt x="196" y="1480"/>
                        </a:lnTo>
                        <a:lnTo>
                          <a:pt x="300" y="1493"/>
                        </a:lnTo>
                        <a:lnTo>
                          <a:pt x="366" y="1506"/>
                        </a:lnTo>
                        <a:lnTo>
                          <a:pt x="437" y="1519"/>
                        </a:lnTo>
                        <a:lnTo>
                          <a:pt x="496" y="1474"/>
                        </a:lnTo>
                        <a:lnTo>
                          <a:pt x="502" y="1467"/>
                        </a:lnTo>
                        <a:lnTo>
                          <a:pt x="561" y="1421"/>
                        </a:lnTo>
                        <a:lnTo>
                          <a:pt x="568" y="1343"/>
                        </a:lnTo>
                        <a:cubicBezTo>
                          <a:pt x="587" y="913"/>
                          <a:pt x="828" y="581"/>
                          <a:pt x="1278" y="366"/>
                        </a:cubicBezTo>
                        <a:lnTo>
                          <a:pt x="1597" y="222"/>
                        </a:lnTo>
                        <a:lnTo>
                          <a:pt x="1285" y="72"/>
                        </a:lnTo>
                        <a:cubicBezTo>
                          <a:pt x="1187" y="27"/>
                          <a:pt x="1089" y="1"/>
                          <a:pt x="98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90"/>
                  <p:cNvSpPr/>
                  <p:nvPr/>
                </p:nvSpPr>
                <p:spPr>
                  <a:xfrm>
                    <a:off x="2204675" y="2051368"/>
                    <a:ext cx="27520" cy="26182"/>
                  </a:xfrm>
                  <a:custGeom>
                    <a:rect b="b" l="l" r="r" t="t"/>
                    <a:pathLst>
                      <a:path extrusionOk="0" h="1037" w="1090">
                        <a:moveTo>
                          <a:pt x="620" y="1"/>
                        </a:moveTo>
                        <a:lnTo>
                          <a:pt x="385" y="157"/>
                        </a:lnTo>
                        <a:lnTo>
                          <a:pt x="444" y="235"/>
                        </a:lnTo>
                        <a:cubicBezTo>
                          <a:pt x="340" y="281"/>
                          <a:pt x="40" y="424"/>
                          <a:pt x="20" y="633"/>
                        </a:cubicBezTo>
                        <a:cubicBezTo>
                          <a:pt x="1" y="848"/>
                          <a:pt x="196" y="959"/>
                          <a:pt x="372" y="985"/>
                        </a:cubicBezTo>
                        <a:lnTo>
                          <a:pt x="392" y="985"/>
                        </a:lnTo>
                        <a:cubicBezTo>
                          <a:pt x="437" y="978"/>
                          <a:pt x="483" y="978"/>
                          <a:pt x="529" y="978"/>
                        </a:cubicBezTo>
                        <a:cubicBezTo>
                          <a:pt x="626" y="978"/>
                          <a:pt x="731" y="991"/>
                          <a:pt x="828" y="1011"/>
                        </a:cubicBezTo>
                        <a:lnTo>
                          <a:pt x="926" y="1037"/>
                        </a:lnTo>
                        <a:lnTo>
                          <a:pt x="926" y="933"/>
                        </a:lnTo>
                        <a:cubicBezTo>
                          <a:pt x="920" y="789"/>
                          <a:pt x="926" y="587"/>
                          <a:pt x="1030" y="503"/>
                        </a:cubicBezTo>
                        <a:lnTo>
                          <a:pt x="1089" y="450"/>
                        </a:lnTo>
                        <a:lnTo>
                          <a:pt x="933" y="255"/>
                        </a:lnTo>
                        <a:lnTo>
                          <a:pt x="874" y="287"/>
                        </a:lnTo>
                        <a:cubicBezTo>
                          <a:pt x="815" y="320"/>
                          <a:pt x="750" y="359"/>
                          <a:pt x="698" y="405"/>
                        </a:cubicBezTo>
                        <a:cubicBezTo>
                          <a:pt x="698" y="340"/>
                          <a:pt x="718" y="281"/>
                          <a:pt x="744" y="229"/>
                        </a:cubicBezTo>
                        <a:lnTo>
                          <a:pt x="783" y="170"/>
                        </a:lnTo>
                        <a:lnTo>
                          <a:pt x="6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90"/>
                  <p:cNvSpPr/>
                  <p:nvPr/>
                </p:nvSpPr>
                <p:spPr>
                  <a:xfrm>
                    <a:off x="2202529" y="2048565"/>
                    <a:ext cx="32620" cy="31458"/>
                  </a:xfrm>
                  <a:custGeom>
                    <a:rect b="b" l="l" r="r" t="t"/>
                    <a:pathLst>
                      <a:path extrusionOk="0" h="1246" w="1292">
                        <a:moveTo>
                          <a:pt x="692" y="216"/>
                        </a:moveTo>
                        <a:lnTo>
                          <a:pt x="763" y="288"/>
                        </a:lnTo>
                        <a:cubicBezTo>
                          <a:pt x="718" y="379"/>
                          <a:pt x="692" y="483"/>
                          <a:pt x="698" y="581"/>
                        </a:cubicBezTo>
                        <a:cubicBezTo>
                          <a:pt x="698" y="607"/>
                          <a:pt x="718" y="627"/>
                          <a:pt x="737" y="633"/>
                        </a:cubicBezTo>
                        <a:lnTo>
                          <a:pt x="757" y="633"/>
                        </a:lnTo>
                        <a:cubicBezTo>
                          <a:pt x="770" y="633"/>
                          <a:pt x="790" y="620"/>
                          <a:pt x="796" y="607"/>
                        </a:cubicBezTo>
                        <a:cubicBezTo>
                          <a:pt x="855" y="548"/>
                          <a:pt x="926" y="503"/>
                          <a:pt x="998" y="464"/>
                        </a:cubicBezTo>
                        <a:lnTo>
                          <a:pt x="1063" y="548"/>
                        </a:lnTo>
                        <a:cubicBezTo>
                          <a:pt x="933" y="659"/>
                          <a:pt x="920" y="874"/>
                          <a:pt x="926" y="1044"/>
                        </a:cubicBezTo>
                        <a:cubicBezTo>
                          <a:pt x="829" y="1018"/>
                          <a:pt x="718" y="1005"/>
                          <a:pt x="614" y="1005"/>
                        </a:cubicBezTo>
                        <a:cubicBezTo>
                          <a:pt x="568" y="1005"/>
                          <a:pt x="516" y="1005"/>
                          <a:pt x="470" y="1011"/>
                        </a:cubicBezTo>
                        <a:cubicBezTo>
                          <a:pt x="425" y="1005"/>
                          <a:pt x="170" y="952"/>
                          <a:pt x="190" y="750"/>
                        </a:cubicBezTo>
                        <a:cubicBezTo>
                          <a:pt x="203" y="581"/>
                          <a:pt x="483" y="444"/>
                          <a:pt x="587" y="411"/>
                        </a:cubicBezTo>
                        <a:cubicBezTo>
                          <a:pt x="600" y="405"/>
                          <a:pt x="614" y="392"/>
                          <a:pt x="620" y="372"/>
                        </a:cubicBezTo>
                        <a:cubicBezTo>
                          <a:pt x="627" y="359"/>
                          <a:pt x="620" y="340"/>
                          <a:pt x="614" y="327"/>
                        </a:cubicBezTo>
                        <a:lnTo>
                          <a:pt x="587" y="281"/>
                        </a:lnTo>
                        <a:lnTo>
                          <a:pt x="692" y="216"/>
                        </a:lnTo>
                        <a:close/>
                        <a:moveTo>
                          <a:pt x="724" y="1"/>
                        </a:moveTo>
                        <a:lnTo>
                          <a:pt x="607" y="79"/>
                        </a:lnTo>
                        <a:lnTo>
                          <a:pt x="496" y="144"/>
                        </a:lnTo>
                        <a:lnTo>
                          <a:pt x="353" y="236"/>
                        </a:lnTo>
                        <a:lnTo>
                          <a:pt x="405" y="307"/>
                        </a:lnTo>
                        <a:cubicBezTo>
                          <a:pt x="262" y="385"/>
                          <a:pt x="40" y="529"/>
                          <a:pt x="27" y="737"/>
                        </a:cubicBezTo>
                        <a:cubicBezTo>
                          <a:pt x="1" y="1005"/>
                          <a:pt x="236" y="1135"/>
                          <a:pt x="438" y="1174"/>
                        </a:cubicBezTo>
                        <a:lnTo>
                          <a:pt x="483" y="1174"/>
                        </a:lnTo>
                        <a:cubicBezTo>
                          <a:pt x="529" y="1174"/>
                          <a:pt x="574" y="1168"/>
                          <a:pt x="614" y="1168"/>
                        </a:cubicBezTo>
                        <a:cubicBezTo>
                          <a:pt x="705" y="1168"/>
                          <a:pt x="803" y="1174"/>
                          <a:pt x="894" y="1200"/>
                        </a:cubicBezTo>
                        <a:lnTo>
                          <a:pt x="1102" y="1246"/>
                        </a:lnTo>
                        <a:lnTo>
                          <a:pt x="1089" y="1031"/>
                        </a:lnTo>
                        <a:cubicBezTo>
                          <a:pt x="1089" y="959"/>
                          <a:pt x="1083" y="744"/>
                          <a:pt x="1168" y="672"/>
                        </a:cubicBezTo>
                        <a:lnTo>
                          <a:pt x="1291" y="568"/>
                        </a:lnTo>
                        <a:lnTo>
                          <a:pt x="1194" y="451"/>
                        </a:lnTo>
                        <a:lnTo>
                          <a:pt x="1128" y="366"/>
                        </a:lnTo>
                        <a:lnTo>
                          <a:pt x="1044" y="262"/>
                        </a:lnTo>
                        <a:lnTo>
                          <a:pt x="946" y="314"/>
                        </a:lnTo>
                        <a:lnTo>
                          <a:pt x="972" y="275"/>
                        </a:lnTo>
                        <a:lnTo>
                          <a:pt x="887" y="183"/>
                        </a:lnTo>
                        <a:lnTo>
                          <a:pt x="816" y="105"/>
                        </a:lnTo>
                        <a:lnTo>
                          <a:pt x="724" y="7"/>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90"/>
                  <p:cNvSpPr/>
                  <p:nvPr/>
                </p:nvSpPr>
                <p:spPr>
                  <a:xfrm>
                    <a:off x="2139183" y="2076388"/>
                    <a:ext cx="29489" cy="46102"/>
                  </a:xfrm>
                  <a:custGeom>
                    <a:rect b="b" l="l" r="r" t="t"/>
                    <a:pathLst>
                      <a:path extrusionOk="0" h="1826" w="1168">
                        <a:moveTo>
                          <a:pt x="900" y="0"/>
                        </a:moveTo>
                        <a:cubicBezTo>
                          <a:pt x="802" y="0"/>
                          <a:pt x="698" y="13"/>
                          <a:pt x="600" y="46"/>
                        </a:cubicBezTo>
                        <a:cubicBezTo>
                          <a:pt x="392" y="111"/>
                          <a:pt x="222" y="261"/>
                          <a:pt x="131" y="457"/>
                        </a:cubicBezTo>
                        <a:cubicBezTo>
                          <a:pt x="1" y="711"/>
                          <a:pt x="7" y="1376"/>
                          <a:pt x="183" y="1662"/>
                        </a:cubicBezTo>
                        <a:cubicBezTo>
                          <a:pt x="235" y="1760"/>
                          <a:pt x="326" y="1819"/>
                          <a:pt x="431" y="1825"/>
                        </a:cubicBezTo>
                        <a:lnTo>
                          <a:pt x="431" y="1819"/>
                        </a:lnTo>
                        <a:cubicBezTo>
                          <a:pt x="457" y="1819"/>
                          <a:pt x="483" y="1819"/>
                          <a:pt x="502" y="1806"/>
                        </a:cubicBezTo>
                        <a:cubicBezTo>
                          <a:pt x="542" y="1799"/>
                          <a:pt x="574" y="1773"/>
                          <a:pt x="587" y="1741"/>
                        </a:cubicBezTo>
                        <a:cubicBezTo>
                          <a:pt x="620" y="1669"/>
                          <a:pt x="613" y="1584"/>
                          <a:pt x="581" y="1512"/>
                        </a:cubicBezTo>
                        <a:cubicBezTo>
                          <a:pt x="568" y="1473"/>
                          <a:pt x="561" y="1441"/>
                          <a:pt x="555" y="1402"/>
                        </a:cubicBezTo>
                        <a:cubicBezTo>
                          <a:pt x="561" y="756"/>
                          <a:pt x="822" y="359"/>
                          <a:pt x="1043" y="137"/>
                        </a:cubicBezTo>
                        <a:lnTo>
                          <a:pt x="1167" y="13"/>
                        </a:lnTo>
                        <a:lnTo>
                          <a:pt x="9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90"/>
                  <p:cNvSpPr/>
                  <p:nvPr/>
                </p:nvSpPr>
                <p:spPr>
                  <a:xfrm>
                    <a:off x="2137213" y="2074242"/>
                    <a:ext cx="36053" cy="50041"/>
                  </a:xfrm>
                  <a:custGeom>
                    <a:rect b="b" l="l" r="r" t="t"/>
                    <a:pathLst>
                      <a:path extrusionOk="0" h="1982" w="1428">
                        <a:moveTo>
                          <a:pt x="978" y="164"/>
                        </a:moveTo>
                        <a:lnTo>
                          <a:pt x="978" y="170"/>
                        </a:lnTo>
                        <a:lnTo>
                          <a:pt x="1063" y="170"/>
                        </a:lnTo>
                        <a:cubicBezTo>
                          <a:pt x="854" y="379"/>
                          <a:pt x="561" y="796"/>
                          <a:pt x="554" y="1487"/>
                        </a:cubicBezTo>
                        <a:cubicBezTo>
                          <a:pt x="554" y="1591"/>
                          <a:pt x="665" y="1786"/>
                          <a:pt x="561" y="1812"/>
                        </a:cubicBezTo>
                        <a:cubicBezTo>
                          <a:pt x="541" y="1819"/>
                          <a:pt x="528" y="1819"/>
                          <a:pt x="509" y="1819"/>
                        </a:cubicBezTo>
                        <a:cubicBezTo>
                          <a:pt x="176" y="1819"/>
                          <a:pt x="137" y="854"/>
                          <a:pt x="281" y="568"/>
                        </a:cubicBezTo>
                        <a:cubicBezTo>
                          <a:pt x="365" y="398"/>
                          <a:pt x="515" y="261"/>
                          <a:pt x="698" y="203"/>
                        </a:cubicBezTo>
                        <a:cubicBezTo>
                          <a:pt x="789" y="177"/>
                          <a:pt x="887" y="164"/>
                          <a:pt x="978" y="164"/>
                        </a:cubicBezTo>
                        <a:close/>
                        <a:moveTo>
                          <a:pt x="978" y="1"/>
                        </a:moveTo>
                        <a:cubicBezTo>
                          <a:pt x="867" y="1"/>
                          <a:pt x="756" y="14"/>
                          <a:pt x="652" y="53"/>
                        </a:cubicBezTo>
                        <a:cubicBezTo>
                          <a:pt x="424" y="124"/>
                          <a:pt x="242" y="287"/>
                          <a:pt x="137" y="496"/>
                        </a:cubicBezTo>
                        <a:cubicBezTo>
                          <a:pt x="0" y="776"/>
                          <a:pt x="0" y="1474"/>
                          <a:pt x="196" y="1786"/>
                        </a:cubicBezTo>
                        <a:cubicBezTo>
                          <a:pt x="261" y="1904"/>
                          <a:pt x="378" y="1982"/>
                          <a:pt x="509" y="1982"/>
                        </a:cubicBezTo>
                        <a:cubicBezTo>
                          <a:pt x="548" y="1982"/>
                          <a:pt x="580" y="1982"/>
                          <a:pt x="613" y="1969"/>
                        </a:cubicBezTo>
                        <a:cubicBezTo>
                          <a:pt x="665" y="1956"/>
                          <a:pt x="717" y="1917"/>
                          <a:pt x="743" y="1865"/>
                        </a:cubicBezTo>
                        <a:cubicBezTo>
                          <a:pt x="783" y="1767"/>
                          <a:pt x="783" y="1663"/>
                          <a:pt x="737" y="1571"/>
                        </a:cubicBezTo>
                        <a:cubicBezTo>
                          <a:pt x="730" y="1545"/>
                          <a:pt x="724" y="1519"/>
                          <a:pt x="717" y="1487"/>
                        </a:cubicBezTo>
                        <a:cubicBezTo>
                          <a:pt x="724" y="874"/>
                          <a:pt x="972" y="489"/>
                          <a:pt x="1180" y="281"/>
                        </a:cubicBezTo>
                        <a:lnTo>
                          <a:pt x="1428" y="33"/>
                        </a:lnTo>
                        <a:lnTo>
                          <a:pt x="107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90"/>
                  <p:cNvSpPr/>
                  <p:nvPr/>
                </p:nvSpPr>
                <p:spPr>
                  <a:xfrm>
                    <a:off x="2157134" y="2043642"/>
                    <a:ext cx="99399" cy="131666"/>
                  </a:xfrm>
                  <a:custGeom>
                    <a:rect b="b" l="l" r="r" t="t"/>
                    <a:pathLst>
                      <a:path extrusionOk="0" h="5215" w="3937">
                        <a:moveTo>
                          <a:pt x="2034" y="0"/>
                        </a:moveTo>
                        <a:lnTo>
                          <a:pt x="1981" y="13"/>
                        </a:lnTo>
                        <a:cubicBezTo>
                          <a:pt x="1890" y="33"/>
                          <a:pt x="1805" y="59"/>
                          <a:pt x="1721" y="85"/>
                        </a:cubicBezTo>
                        <a:cubicBezTo>
                          <a:pt x="1258" y="241"/>
                          <a:pt x="704" y="567"/>
                          <a:pt x="691" y="1278"/>
                        </a:cubicBezTo>
                        <a:cubicBezTo>
                          <a:pt x="665" y="1297"/>
                          <a:pt x="20" y="1701"/>
                          <a:pt x="13" y="2712"/>
                        </a:cubicBezTo>
                        <a:cubicBezTo>
                          <a:pt x="7" y="3227"/>
                          <a:pt x="0" y="4439"/>
                          <a:pt x="1740" y="5019"/>
                        </a:cubicBezTo>
                        <a:cubicBezTo>
                          <a:pt x="1949" y="5084"/>
                          <a:pt x="2503" y="5214"/>
                          <a:pt x="2718" y="5214"/>
                        </a:cubicBezTo>
                        <a:cubicBezTo>
                          <a:pt x="2744" y="5214"/>
                          <a:pt x="2770" y="5214"/>
                          <a:pt x="2796" y="5208"/>
                        </a:cubicBezTo>
                        <a:cubicBezTo>
                          <a:pt x="2815" y="5209"/>
                          <a:pt x="2833" y="5209"/>
                          <a:pt x="2851" y="5209"/>
                        </a:cubicBezTo>
                        <a:cubicBezTo>
                          <a:pt x="2983" y="5209"/>
                          <a:pt x="3114" y="5188"/>
                          <a:pt x="3239" y="5143"/>
                        </a:cubicBezTo>
                        <a:cubicBezTo>
                          <a:pt x="3533" y="5058"/>
                          <a:pt x="3885" y="4804"/>
                          <a:pt x="3904" y="4093"/>
                        </a:cubicBezTo>
                        <a:cubicBezTo>
                          <a:pt x="3911" y="3865"/>
                          <a:pt x="3917" y="3565"/>
                          <a:pt x="3904" y="3285"/>
                        </a:cubicBezTo>
                        <a:cubicBezTo>
                          <a:pt x="3937" y="2992"/>
                          <a:pt x="3767" y="2360"/>
                          <a:pt x="3709" y="2229"/>
                        </a:cubicBezTo>
                        <a:cubicBezTo>
                          <a:pt x="3637" y="2060"/>
                          <a:pt x="3533" y="1903"/>
                          <a:pt x="3402" y="1780"/>
                        </a:cubicBezTo>
                        <a:cubicBezTo>
                          <a:pt x="3161" y="1552"/>
                          <a:pt x="2842" y="1441"/>
                          <a:pt x="2418" y="1441"/>
                        </a:cubicBezTo>
                        <a:lnTo>
                          <a:pt x="2281" y="1441"/>
                        </a:lnTo>
                        <a:cubicBezTo>
                          <a:pt x="2249" y="1434"/>
                          <a:pt x="2223" y="1434"/>
                          <a:pt x="2190" y="1434"/>
                        </a:cubicBezTo>
                        <a:lnTo>
                          <a:pt x="2138" y="1434"/>
                        </a:lnTo>
                        <a:cubicBezTo>
                          <a:pt x="2040" y="1408"/>
                          <a:pt x="1695" y="1304"/>
                          <a:pt x="1721" y="991"/>
                        </a:cubicBezTo>
                        <a:cubicBezTo>
                          <a:pt x="1747" y="730"/>
                          <a:pt x="2099" y="548"/>
                          <a:pt x="2249" y="476"/>
                        </a:cubicBezTo>
                        <a:lnTo>
                          <a:pt x="2340" y="437"/>
                        </a:lnTo>
                        <a:lnTo>
                          <a:pt x="203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90"/>
                  <p:cNvSpPr/>
                  <p:nvPr/>
                </p:nvSpPr>
                <p:spPr>
                  <a:xfrm>
                    <a:off x="2155139" y="2041168"/>
                    <a:ext cx="103363" cy="136286"/>
                  </a:xfrm>
                  <a:custGeom>
                    <a:rect b="b" l="l" r="r" t="t"/>
                    <a:pathLst>
                      <a:path extrusionOk="0" h="5398" w="4094">
                        <a:moveTo>
                          <a:pt x="2152" y="1"/>
                        </a:moveTo>
                        <a:lnTo>
                          <a:pt x="2157" y="7"/>
                        </a:lnTo>
                        <a:lnTo>
                          <a:pt x="2157" y="7"/>
                        </a:lnTo>
                        <a:lnTo>
                          <a:pt x="2158" y="7"/>
                        </a:lnTo>
                        <a:lnTo>
                          <a:pt x="2152" y="1"/>
                        </a:lnTo>
                        <a:close/>
                        <a:moveTo>
                          <a:pt x="2081" y="191"/>
                        </a:moveTo>
                        <a:lnTo>
                          <a:pt x="2302" y="502"/>
                        </a:lnTo>
                        <a:cubicBezTo>
                          <a:pt x="2119" y="581"/>
                          <a:pt x="1748" y="783"/>
                          <a:pt x="1721" y="1082"/>
                        </a:cubicBezTo>
                        <a:cubicBezTo>
                          <a:pt x="1695" y="1415"/>
                          <a:pt x="2008" y="1571"/>
                          <a:pt x="2210" y="1617"/>
                        </a:cubicBezTo>
                        <a:cubicBezTo>
                          <a:pt x="2230" y="1610"/>
                          <a:pt x="2256" y="1610"/>
                          <a:pt x="2275" y="1610"/>
                        </a:cubicBezTo>
                        <a:cubicBezTo>
                          <a:pt x="2308" y="1610"/>
                          <a:pt x="2341" y="1617"/>
                          <a:pt x="2373" y="1623"/>
                        </a:cubicBezTo>
                        <a:cubicBezTo>
                          <a:pt x="2406" y="1630"/>
                          <a:pt x="2432" y="1636"/>
                          <a:pt x="2464" y="1650"/>
                        </a:cubicBezTo>
                        <a:cubicBezTo>
                          <a:pt x="2458" y="1636"/>
                          <a:pt x="2445" y="1623"/>
                          <a:pt x="2438" y="1617"/>
                        </a:cubicBezTo>
                        <a:lnTo>
                          <a:pt x="2497" y="1617"/>
                        </a:lnTo>
                        <a:cubicBezTo>
                          <a:pt x="2895" y="1617"/>
                          <a:pt x="3201" y="1721"/>
                          <a:pt x="3423" y="1930"/>
                        </a:cubicBezTo>
                        <a:cubicBezTo>
                          <a:pt x="3546" y="2047"/>
                          <a:pt x="3644" y="2197"/>
                          <a:pt x="3709" y="2353"/>
                        </a:cubicBezTo>
                        <a:cubicBezTo>
                          <a:pt x="3742" y="2393"/>
                          <a:pt x="3937" y="3083"/>
                          <a:pt x="3905" y="3383"/>
                        </a:cubicBezTo>
                        <a:cubicBezTo>
                          <a:pt x="3911" y="3637"/>
                          <a:pt x="3911" y="3911"/>
                          <a:pt x="3905" y="4185"/>
                        </a:cubicBezTo>
                        <a:cubicBezTo>
                          <a:pt x="3892" y="4706"/>
                          <a:pt x="3683" y="5045"/>
                          <a:pt x="3292" y="5162"/>
                        </a:cubicBezTo>
                        <a:cubicBezTo>
                          <a:pt x="3169" y="5203"/>
                          <a:pt x="3041" y="5229"/>
                          <a:pt x="2908" y="5229"/>
                        </a:cubicBezTo>
                        <a:cubicBezTo>
                          <a:pt x="2893" y="5229"/>
                          <a:pt x="2877" y="5228"/>
                          <a:pt x="2862" y="5228"/>
                        </a:cubicBezTo>
                        <a:cubicBezTo>
                          <a:pt x="2842" y="5228"/>
                          <a:pt x="2823" y="5234"/>
                          <a:pt x="2803" y="5234"/>
                        </a:cubicBezTo>
                        <a:cubicBezTo>
                          <a:pt x="2601" y="5234"/>
                          <a:pt x="2060" y="5110"/>
                          <a:pt x="1852" y="5039"/>
                        </a:cubicBezTo>
                        <a:cubicBezTo>
                          <a:pt x="157" y="4478"/>
                          <a:pt x="177" y="3311"/>
                          <a:pt x="177" y="2810"/>
                        </a:cubicBezTo>
                        <a:cubicBezTo>
                          <a:pt x="190" y="1852"/>
                          <a:pt x="789" y="1461"/>
                          <a:pt x="816" y="1447"/>
                        </a:cubicBezTo>
                        <a:cubicBezTo>
                          <a:pt x="842" y="1434"/>
                          <a:pt x="855" y="1408"/>
                          <a:pt x="855" y="1382"/>
                        </a:cubicBezTo>
                        <a:cubicBezTo>
                          <a:pt x="868" y="718"/>
                          <a:pt x="1389" y="405"/>
                          <a:pt x="1826" y="261"/>
                        </a:cubicBezTo>
                        <a:cubicBezTo>
                          <a:pt x="1909" y="236"/>
                          <a:pt x="1992" y="210"/>
                          <a:pt x="2081" y="191"/>
                        </a:cubicBezTo>
                        <a:close/>
                        <a:moveTo>
                          <a:pt x="2157" y="7"/>
                        </a:moveTo>
                        <a:lnTo>
                          <a:pt x="2047" y="33"/>
                        </a:lnTo>
                        <a:cubicBezTo>
                          <a:pt x="1956" y="53"/>
                          <a:pt x="1865" y="79"/>
                          <a:pt x="1774" y="111"/>
                        </a:cubicBezTo>
                        <a:cubicBezTo>
                          <a:pt x="1102" y="333"/>
                          <a:pt x="724" y="763"/>
                          <a:pt x="692" y="1337"/>
                        </a:cubicBezTo>
                        <a:cubicBezTo>
                          <a:pt x="542" y="1441"/>
                          <a:pt x="27" y="1891"/>
                          <a:pt x="14" y="2810"/>
                        </a:cubicBezTo>
                        <a:cubicBezTo>
                          <a:pt x="14" y="3298"/>
                          <a:pt x="1" y="4602"/>
                          <a:pt x="1800" y="5195"/>
                        </a:cubicBezTo>
                        <a:cubicBezTo>
                          <a:pt x="2015" y="5267"/>
                          <a:pt x="2575" y="5397"/>
                          <a:pt x="2803" y="5397"/>
                        </a:cubicBezTo>
                        <a:cubicBezTo>
                          <a:pt x="2829" y="5397"/>
                          <a:pt x="2856" y="5391"/>
                          <a:pt x="2882" y="5391"/>
                        </a:cubicBezTo>
                        <a:cubicBezTo>
                          <a:pt x="3045" y="5391"/>
                          <a:pt x="3201" y="5371"/>
                          <a:pt x="3351" y="5319"/>
                        </a:cubicBezTo>
                        <a:cubicBezTo>
                          <a:pt x="3670" y="5221"/>
                          <a:pt x="4048" y="4947"/>
                          <a:pt x="4068" y="4191"/>
                        </a:cubicBezTo>
                        <a:cubicBezTo>
                          <a:pt x="4074" y="3963"/>
                          <a:pt x="4081" y="3670"/>
                          <a:pt x="4068" y="3383"/>
                        </a:cubicBezTo>
                        <a:cubicBezTo>
                          <a:pt x="4094" y="3096"/>
                          <a:pt x="3950" y="2471"/>
                          <a:pt x="3859" y="2288"/>
                        </a:cubicBezTo>
                        <a:cubicBezTo>
                          <a:pt x="3788" y="2112"/>
                          <a:pt x="3677" y="1949"/>
                          <a:pt x="3533" y="1812"/>
                        </a:cubicBezTo>
                        <a:cubicBezTo>
                          <a:pt x="3279" y="1571"/>
                          <a:pt x="2940" y="1454"/>
                          <a:pt x="2497" y="1454"/>
                        </a:cubicBezTo>
                        <a:lnTo>
                          <a:pt x="2367" y="1454"/>
                        </a:lnTo>
                        <a:cubicBezTo>
                          <a:pt x="2334" y="1447"/>
                          <a:pt x="2302" y="1447"/>
                          <a:pt x="2275" y="1447"/>
                        </a:cubicBezTo>
                        <a:lnTo>
                          <a:pt x="2223" y="1447"/>
                        </a:lnTo>
                        <a:cubicBezTo>
                          <a:pt x="2126" y="1421"/>
                          <a:pt x="1865" y="1330"/>
                          <a:pt x="1884" y="1096"/>
                        </a:cubicBezTo>
                        <a:cubicBezTo>
                          <a:pt x="1904" y="867"/>
                          <a:pt x="2256" y="698"/>
                          <a:pt x="2367" y="646"/>
                        </a:cubicBezTo>
                        <a:lnTo>
                          <a:pt x="2549" y="568"/>
                        </a:lnTo>
                        <a:lnTo>
                          <a:pt x="2432" y="405"/>
                        </a:lnTo>
                        <a:lnTo>
                          <a:pt x="2217" y="92"/>
                        </a:lnTo>
                        <a:lnTo>
                          <a:pt x="2157" y="7"/>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397" name="Google Shape;10397;p90"/>
              <p:cNvSpPr/>
              <p:nvPr/>
            </p:nvSpPr>
            <p:spPr>
              <a:xfrm>
                <a:off x="1992394" y="1542757"/>
                <a:ext cx="406964" cy="325163"/>
              </a:xfrm>
              <a:custGeom>
                <a:rect b="b" l="l" r="r" t="t"/>
                <a:pathLst>
                  <a:path extrusionOk="0" h="12879" w="16119">
                    <a:moveTo>
                      <a:pt x="1011" y="8740"/>
                    </a:moveTo>
                    <a:cubicBezTo>
                      <a:pt x="1013" y="8829"/>
                      <a:pt x="1032" y="8962"/>
                      <a:pt x="1064" y="9126"/>
                    </a:cubicBezTo>
                    <a:lnTo>
                      <a:pt x="1064" y="9126"/>
                    </a:lnTo>
                    <a:cubicBezTo>
                      <a:pt x="1038" y="8982"/>
                      <a:pt x="1020" y="8852"/>
                      <a:pt x="1011" y="8740"/>
                    </a:cubicBezTo>
                    <a:close/>
                    <a:moveTo>
                      <a:pt x="8536" y="0"/>
                    </a:moveTo>
                    <a:cubicBezTo>
                      <a:pt x="7384" y="0"/>
                      <a:pt x="6105" y="274"/>
                      <a:pt x="4707" y="906"/>
                    </a:cubicBezTo>
                    <a:cubicBezTo>
                      <a:pt x="1" y="3031"/>
                      <a:pt x="1011" y="8740"/>
                      <a:pt x="1011" y="8740"/>
                    </a:cubicBezTo>
                    <a:cubicBezTo>
                      <a:pt x="953" y="6113"/>
                      <a:pt x="4048" y="3448"/>
                      <a:pt x="4048" y="3448"/>
                    </a:cubicBezTo>
                    <a:cubicBezTo>
                      <a:pt x="6232" y="4790"/>
                      <a:pt x="13544" y="6504"/>
                      <a:pt x="14216" y="6726"/>
                    </a:cubicBezTo>
                    <a:cubicBezTo>
                      <a:pt x="14559" y="6841"/>
                      <a:pt x="14775" y="11975"/>
                      <a:pt x="14754" y="12635"/>
                    </a:cubicBezTo>
                    <a:lnTo>
                      <a:pt x="14754" y="12635"/>
                    </a:lnTo>
                    <a:lnTo>
                      <a:pt x="15206" y="9548"/>
                    </a:lnTo>
                    <a:cubicBezTo>
                      <a:pt x="15206" y="9548"/>
                      <a:pt x="16119" y="6166"/>
                      <a:pt x="14444" y="3441"/>
                    </a:cubicBezTo>
                    <a:cubicBezTo>
                      <a:pt x="13263" y="1523"/>
                      <a:pt x="11255" y="0"/>
                      <a:pt x="8536" y="0"/>
                    </a:cubicBezTo>
                    <a:close/>
                    <a:moveTo>
                      <a:pt x="14754" y="12635"/>
                    </a:moveTo>
                    <a:lnTo>
                      <a:pt x="14744" y="12703"/>
                    </a:lnTo>
                    <a:cubicBezTo>
                      <a:pt x="14744" y="12704"/>
                      <a:pt x="14745" y="12705"/>
                      <a:pt x="14746" y="12705"/>
                    </a:cubicBezTo>
                    <a:cubicBezTo>
                      <a:pt x="14750" y="12705"/>
                      <a:pt x="14752" y="12681"/>
                      <a:pt x="14754" y="12635"/>
                    </a:cubicBezTo>
                    <a:close/>
                    <a:moveTo>
                      <a:pt x="1064" y="9126"/>
                    </a:moveTo>
                    <a:cubicBezTo>
                      <a:pt x="1293" y="10432"/>
                      <a:pt x="2113" y="12879"/>
                      <a:pt x="2113" y="12879"/>
                    </a:cubicBezTo>
                    <a:cubicBezTo>
                      <a:pt x="2113" y="12879"/>
                      <a:pt x="1283" y="10256"/>
                      <a:pt x="1064" y="9126"/>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98" name="Google Shape;10398;p90"/>
          <p:cNvGrpSpPr/>
          <p:nvPr/>
        </p:nvGrpSpPr>
        <p:grpSpPr>
          <a:xfrm>
            <a:off x="2939074" y="1542757"/>
            <a:ext cx="557541" cy="1310345"/>
            <a:chOff x="2939074" y="1542757"/>
            <a:chExt cx="557541" cy="1310345"/>
          </a:xfrm>
        </p:grpSpPr>
        <p:sp>
          <p:nvSpPr>
            <p:cNvPr id="10399" name="Google Shape;10399;p90"/>
            <p:cNvSpPr/>
            <p:nvPr/>
          </p:nvSpPr>
          <p:spPr>
            <a:xfrm>
              <a:off x="2988761"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0" name="Google Shape;10400;p90"/>
            <p:cNvGrpSpPr/>
            <p:nvPr/>
          </p:nvGrpSpPr>
          <p:grpSpPr>
            <a:xfrm>
              <a:off x="2939074" y="1542757"/>
              <a:ext cx="557541" cy="1277423"/>
              <a:chOff x="2939074" y="1542757"/>
              <a:chExt cx="557541" cy="1277423"/>
            </a:xfrm>
          </p:grpSpPr>
          <p:sp>
            <p:nvSpPr>
              <p:cNvPr id="10401" name="Google Shape;10401;p90"/>
              <p:cNvSpPr/>
              <p:nvPr/>
            </p:nvSpPr>
            <p:spPr>
              <a:xfrm>
                <a:off x="3032035" y="1674397"/>
                <a:ext cx="366821" cy="342104"/>
              </a:xfrm>
              <a:custGeom>
                <a:rect b="b" l="l" r="r" t="t"/>
                <a:pathLst>
                  <a:path extrusionOk="0" h="13550" w="14529">
                    <a:moveTo>
                      <a:pt x="2158" y="0"/>
                    </a:moveTo>
                    <a:cubicBezTo>
                      <a:pt x="966" y="0"/>
                      <a:pt x="1" y="958"/>
                      <a:pt x="1" y="2157"/>
                    </a:cubicBezTo>
                    <a:lnTo>
                      <a:pt x="1" y="11393"/>
                    </a:lnTo>
                    <a:cubicBezTo>
                      <a:pt x="1" y="12585"/>
                      <a:pt x="966" y="13550"/>
                      <a:pt x="2158" y="13550"/>
                    </a:cubicBezTo>
                    <a:lnTo>
                      <a:pt x="12378" y="13550"/>
                    </a:lnTo>
                    <a:cubicBezTo>
                      <a:pt x="13571" y="13550"/>
                      <a:pt x="14529" y="12585"/>
                      <a:pt x="14529" y="11393"/>
                    </a:cubicBezTo>
                    <a:lnTo>
                      <a:pt x="14529" y="2157"/>
                    </a:lnTo>
                    <a:cubicBezTo>
                      <a:pt x="14529" y="958"/>
                      <a:pt x="13571"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2" name="Google Shape;10402;p90"/>
              <p:cNvGrpSpPr/>
              <p:nvPr/>
            </p:nvGrpSpPr>
            <p:grpSpPr>
              <a:xfrm>
                <a:off x="2939074" y="1547529"/>
                <a:ext cx="557541" cy="1272651"/>
                <a:chOff x="2939074" y="1547529"/>
                <a:chExt cx="557541" cy="1272651"/>
              </a:xfrm>
            </p:grpSpPr>
            <p:sp>
              <p:nvSpPr>
                <p:cNvPr id="10403" name="Google Shape;10403;p90"/>
                <p:cNvSpPr/>
                <p:nvPr/>
              </p:nvSpPr>
              <p:spPr>
                <a:xfrm>
                  <a:off x="2939074" y="1547529"/>
                  <a:ext cx="557541" cy="1272651"/>
                </a:xfrm>
                <a:custGeom>
                  <a:rect b="b" l="l" r="r" t="t"/>
                  <a:pathLst>
                    <a:path extrusionOk="0" h="50407" w="22083">
                      <a:moveTo>
                        <a:pt x="11035" y="0"/>
                      </a:moveTo>
                      <a:cubicBezTo>
                        <a:pt x="7053" y="0"/>
                        <a:pt x="3833" y="3226"/>
                        <a:pt x="3833" y="7202"/>
                      </a:cubicBezTo>
                      <a:lnTo>
                        <a:pt x="3833" y="7208"/>
                      </a:lnTo>
                      <a:cubicBezTo>
                        <a:pt x="3807" y="7208"/>
                        <a:pt x="3787" y="7202"/>
                        <a:pt x="3768" y="7202"/>
                      </a:cubicBezTo>
                      <a:cubicBezTo>
                        <a:pt x="3764" y="7202"/>
                        <a:pt x="3761" y="7202"/>
                        <a:pt x="3757" y="7202"/>
                      </a:cubicBezTo>
                      <a:cubicBezTo>
                        <a:pt x="3091" y="7202"/>
                        <a:pt x="2589" y="7811"/>
                        <a:pt x="2718" y="8466"/>
                      </a:cubicBezTo>
                      <a:cubicBezTo>
                        <a:pt x="2815" y="8983"/>
                        <a:pt x="3269" y="9322"/>
                        <a:pt x="3759" y="9322"/>
                      </a:cubicBezTo>
                      <a:cubicBezTo>
                        <a:pt x="3894" y="9322"/>
                        <a:pt x="4032" y="9297"/>
                        <a:pt x="4165" y="9242"/>
                      </a:cubicBezTo>
                      <a:cubicBezTo>
                        <a:pt x="4921" y="11543"/>
                        <a:pt x="6896" y="13367"/>
                        <a:pt x="9073" y="14078"/>
                      </a:cubicBezTo>
                      <a:lnTo>
                        <a:pt x="9073" y="16124"/>
                      </a:lnTo>
                      <a:lnTo>
                        <a:pt x="6864" y="16124"/>
                      </a:lnTo>
                      <a:cubicBezTo>
                        <a:pt x="6864" y="16124"/>
                        <a:pt x="6857" y="16170"/>
                        <a:pt x="6837" y="16183"/>
                      </a:cubicBezTo>
                      <a:cubicBezTo>
                        <a:pt x="6257" y="16183"/>
                        <a:pt x="5743" y="16561"/>
                        <a:pt x="5560" y="17109"/>
                      </a:cubicBezTo>
                      <a:lnTo>
                        <a:pt x="235" y="32861"/>
                      </a:lnTo>
                      <a:cubicBezTo>
                        <a:pt x="1" y="33559"/>
                        <a:pt x="372" y="34308"/>
                        <a:pt x="1069" y="34543"/>
                      </a:cubicBezTo>
                      <a:cubicBezTo>
                        <a:pt x="1208" y="34588"/>
                        <a:pt x="1350" y="34610"/>
                        <a:pt x="1489" y="34610"/>
                      </a:cubicBezTo>
                      <a:cubicBezTo>
                        <a:pt x="2047" y="34610"/>
                        <a:pt x="2568" y="34261"/>
                        <a:pt x="2751" y="33702"/>
                      </a:cubicBezTo>
                      <a:lnTo>
                        <a:pt x="2927" y="33187"/>
                      </a:lnTo>
                      <a:lnTo>
                        <a:pt x="3507" y="33428"/>
                      </a:lnTo>
                      <a:cubicBezTo>
                        <a:pt x="3507" y="33428"/>
                        <a:pt x="4015" y="32412"/>
                        <a:pt x="3468" y="31577"/>
                      </a:cubicBezTo>
                      <a:lnTo>
                        <a:pt x="6733" y="21918"/>
                      </a:lnTo>
                      <a:lnTo>
                        <a:pt x="6733" y="21918"/>
                      </a:lnTo>
                      <a:cubicBezTo>
                        <a:pt x="6733" y="27699"/>
                        <a:pt x="5951" y="29166"/>
                        <a:pt x="5951" y="32360"/>
                      </a:cubicBezTo>
                      <a:cubicBezTo>
                        <a:pt x="5951" y="35560"/>
                        <a:pt x="7861" y="48490"/>
                        <a:pt x="7861" y="48490"/>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03"/>
                        <a:pt x="15291" y="27680"/>
                        <a:pt x="15291" y="21821"/>
                      </a:cubicBezTo>
                      <a:lnTo>
                        <a:pt x="15291" y="21821"/>
                      </a:lnTo>
                      <a:lnTo>
                        <a:pt x="18595" y="31584"/>
                      </a:lnTo>
                      <a:cubicBezTo>
                        <a:pt x="18048" y="32418"/>
                        <a:pt x="18556" y="33435"/>
                        <a:pt x="18556" y="33435"/>
                      </a:cubicBezTo>
                      <a:lnTo>
                        <a:pt x="19136" y="33187"/>
                      </a:lnTo>
                      <a:lnTo>
                        <a:pt x="19306" y="33709"/>
                      </a:lnTo>
                      <a:cubicBezTo>
                        <a:pt x="19484" y="34280"/>
                        <a:pt x="20013" y="34650"/>
                        <a:pt x="20579" y="34650"/>
                      </a:cubicBezTo>
                      <a:cubicBezTo>
                        <a:pt x="20717" y="34650"/>
                        <a:pt x="20856" y="34628"/>
                        <a:pt x="20994" y="34582"/>
                      </a:cubicBezTo>
                      <a:cubicBezTo>
                        <a:pt x="21704" y="34347"/>
                        <a:pt x="22082" y="33578"/>
                        <a:pt x="21828" y="32874"/>
                      </a:cubicBezTo>
                      <a:lnTo>
                        <a:pt x="21828" y="32868"/>
                      </a:lnTo>
                      <a:lnTo>
                        <a:pt x="16503" y="17128"/>
                      </a:lnTo>
                      <a:cubicBezTo>
                        <a:pt x="16334" y="16613"/>
                        <a:pt x="15877" y="16242"/>
                        <a:pt x="15336" y="16190"/>
                      </a:cubicBezTo>
                      <a:cubicBezTo>
                        <a:pt x="15323" y="16170"/>
                        <a:pt x="15310" y="16150"/>
                        <a:pt x="15304" y="16131"/>
                      </a:cubicBezTo>
                      <a:lnTo>
                        <a:pt x="12827" y="16131"/>
                      </a:lnTo>
                      <a:lnTo>
                        <a:pt x="12827" y="14130"/>
                      </a:lnTo>
                      <a:cubicBezTo>
                        <a:pt x="15050" y="13459"/>
                        <a:pt x="17096" y="11621"/>
                        <a:pt x="17885" y="9281"/>
                      </a:cubicBezTo>
                      <a:cubicBezTo>
                        <a:pt x="17969" y="9301"/>
                        <a:pt x="18054" y="9314"/>
                        <a:pt x="18139" y="9314"/>
                      </a:cubicBezTo>
                      <a:cubicBezTo>
                        <a:pt x="18706" y="9314"/>
                        <a:pt x="19169" y="8870"/>
                        <a:pt x="19195" y="8310"/>
                      </a:cubicBezTo>
                      <a:cubicBezTo>
                        <a:pt x="19214" y="7743"/>
                        <a:pt x="18797" y="7261"/>
                        <a:pt x="18230" y="7208"/>
                      </a:cubicBezTo>
                      <a:lnTo>
                        <a:pt x="18230" y="7202"/>
                      </a:lnTo>
                      <a:cubicBezTo>
                        <a:pt x="18230" y="3226"/>
                        <a:pt x="15011" y="0"/>
                        <a:pt x="1103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4" name="Google Shape;10404;p90"/>
                <p:cNvGrpSpPr/>
                <p:nvPr/>
              </p:nvGrpSpPr>
              <p:grpSpPr>
                <a:xfrm>
                  <a:off x="2977425" y="1655184"/>
                  <a:ext cx="476218" cy="1085365"/>
                  <a:chOff x="2977425" y="1655184"/>
                  <a:chExt cx="476218" cy="1085365"/>
                </a:xfrm>
              </p:grpSpPr>
              <p:sp>
                <p:nvSpPr>
                  <p:cNvPr id="10405" name="Google Shape;10405;p90"/>
                  <p:cNvSpPr/>
                  <p:nvPr/>
                </p:nvSpPr>
                <p:spPr>
                  <a:xfrm>
                    <a:off x="2977425" y="2207549"/>
                    <a:ext cx="65871" cy="115179"/>
                  </a:xfrm>
                  <a:custGeom>
                    <a:rect b="b" l="l" r="r" t="t"/>
                    <a:pathLst>
                      <a:path extrusionOk="0" h="4562" w="2609">
                        <a:moveTo>
                          <a:pt x="2183" y="0"/>
                        </a:moveTo>
                        <a:cubicBezTo>
                          <a:pt x="2148" y="0"/>
                          <a:pt x="2111" y="6"/>
                          <a:pt x="2073" y="19"/>
                        </a:cubicBezTo>
                        <a:cubicBezTo>
                          <a:pt x="430" y="573"/>
                          <a:pt x="0" y="3030"/>
                          <a:pt x="72" y="4510"/>
                        </a:cubicBezTo>
                        <a:cubicBezTo>
                          <a:pt x="76" y="4542"/>
                          <a:pt x="102" y="4562"/>
                          <a:pt x="127" y="4562"/>
                        </a:cubicBezTo>
                        <a:cubicBezTo>
                          <a:pt x="144" y="4562"/>
                          <a:pt x="159" y="4554"/>
                          <a:pt x="170" y="4536"/>
                        </a:cubicBezTo>
                        <a:cubicBezTo>
                          <a:pt x="515" y="3923"/>
                          <a:pt x="730" y="3272"/>
                          <a:pt x="984" y="2613"/>
                        </a:cubicBezTo>
                        <a:cubicBezTo>
                          <a:pt x="1317" y="1746"/>
                          <a:pt x="1799" y="1251"/>
                          <a:pt x="2412" y="593"/>
                        </a:cubicBezTo>
                        <a:cubicBezTo>
                          <a:pt x="2608" y="379"/>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90"/>
                  <p:cNvSpPr/>
                  <p:nvPr/>
                </p:nvSpPr>
                <p:spPr>
                  <a:xfrm>
                    <a:off x="3000198" y="2248172"/>
                    <a:ext cx="38124" cy="63422"/>
                  </a:xfrm>
                  <a:custGeom>
                    <a:rect b="b" l="l" r="r" t="t"/>
                    <a:pathLst>
                      <a:path extrusionOk="0" h="2512" w="1510">
                        <a:moveTo>
                          <a:pt x="1257" y="1"/>
                        </a:moveTo>
                        <a:cubicBezTo>
                          <a:pt x="1226" y="1"/>
                          <a:pt x="1194" y="11"/>
                          <a:pt x="1164" y="33"/>
                        </a:cubicBezTo>
                        <a:cubicBezTo>
                          <a:pt x="845" y="274"/>
                          <a:pt x="695" y="633"/>
                          <a:pt x="545" y="985"/>
                        </a:cubicBezTo>
                        <a:cubicBezTo>
                          <a:pt x="356" y="1408"/>
                          <a:pt x="187" y="1845"/>
                          <a:pt x="37" y="2288"/>
                        </a:cubicBezTo>
                        <a:cubicBezTo>
                          <a:pt x="1" y="2396"/>
                          <a:pt x="102" y="2512"/>
                          <a:pt x="207" y="2512"/>
                        </a:cubicBezTo>
                        <a:cubicBezTo>
                          <a:pt x="236" y="2512"/>
                          <a:pt x="264" y="2503"/>
                          <a:pt x="291" y="2484"/>
                        </a:cubicBezTo>
                        <a:cubicBezTo>
                          <a:pt x="643" y="2230"/>
                          <a:pt x="923" y="1884"/>
                          <a:pt x="1106" y="1487"/>
                        </a:cubicBezTo>
                        <a:cubicBezTo>
                          <a:pt x="1288" y="1096"/>
                          <a:pt x="1510" y="652"/>
                          <a:pt x="1464" y="209"/>
                        </a:cubicBezTo>
                        <a:cubicBezTo>
                          <a:pt x="1454" y="109"/>
                          <a:pt x="1359" y="1"/>
                          <a:pt x="1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90"/>
                  <p:cNvSpPr/>
                  <p:nvPr/>
                </p:nvSpPr>
                <p:spPr>
                  <a:xfrm>
                    <a:off x="3035772" y="2078231"/>
                    <a:ext cx="68698" cy="102581"/>
                  </a:xfrm>
                  <a:custGeom>
                    <a:rect b="b" l="l" r="r" t="t"/>
                    <a:pathLst>
                      <a:path extrusionOk="0" h="4063" w="2721">
                        <a:moveTo>
                          <a:pt x="1730" y="0"/>
                        </a:moveTo>
                        <a:cubicBezTo>
                          <a:pt x="1354" y="0"/>
                          <a:pt x="1057" y="265"/>
                          <a:pt x="915" y="625"/>
                        </a:cubicBezTo>
                        <a:cubicBezTo>
                          <a:pt x="557" y="1524"/>
                          <a:pt x="146" y="2554"/>
                          <a:pt x="35" y="3512"/>
                        </a:cubicBezTo>
                        <a:cubicBezTo>
                          <a:pt x="1" y="3825"/>
                          <a:pt x="314" y="4062"/>
                          <a:pt x="609" y="4062"/>
                        </a:cubicBezTo>
                        <a:cubicBezTo>
                          <a:pt x="702" y="4062"/>
                          <a:pt x="792" y="4039"/>
                          <a:pt x="870" y="3988"/>
                        </a:cubicBezTo>
                        <a:cubicBezTo>
                          <a:pt x="1802" y="3362"/>
                          <a:pt x="2173" y="2085"/>
                          <a:pt x="2551" y="1081"/>
                        </a:cubicBezTo>
                        <a:cubicBezTo>
                          <a:pt x="2721" y="644"/>
                          <a:pt x="2375" y="149"/>
                          <a:pt x="1958" y="32"/>
                        </a:cubicBezTo>
                        <a:cubicBezTo>
                          <a:pt x="1880" y="10"/>
                          <a:pt x="1804" y="0"/>
                          <a:pt x="1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0"/>
                  <p:cNvSpPr/>
                  <p:nvPr/>
                </p:nvSpPr>
                <p:spPr>
                  <a:xfrm>
                    <a:off x="3082934" y="1960300"/>
                    <a:ext cx="73546" cy="79100"/>
                  </a:xfrm>
                  <a:custGeom>
                    <a:rect b="b" l="l" r="r" t="t"/>
                    <a:pathLst>
                      <a:path extrusionOk="0" h="3133" w="2913">
                        <a:moveTo>
                          <a:pt x="1955" y="1"/>
                        </a:moveTo>
                        <a:cubicBezTo>
                          <a:pt x="1392" y="1"/>
                          <a:pt x="788" y="419"/>
                          <a:pt x="494" y="864"/>
                        </a:cubicBezTo>
                        <a:cubicBezTo>
                          <a:pt x="266" y="1209"/>
                          <a:pt x="273" y="1535"/>
                          <a:pt x="181" y="1913"/>
                        </a:cubicBezTo>
                        <a:cubicBezTo>
                          <a:pt x="103" y="2259"/>
                          <a:pt x="51" y="2610"/>
                          <a:pt x="12" y="2962"/>
                        </a:cubicBezTo>
                        <a:cubicBezTo>
                          <a:pt x="0" y="3069"/>
                          <a:pt x="96" y="3133"/>
                          <a:pt x="191" y="3133"/>
                        </a:cubicBezTo>
                        <a:cubicBezTo>
                          <a:pt x="253" y="3133"/>
                          <a:pt x="314" y="3106"/>
                          <a:pt x="344" y="3047"/>
                        </a:cubicBezTo>
                        <a:cubicBezTo>
                          <a:pt x="468" y="2819"/>
                          <a:pt x="572" y="2578"/>
                          <a:pt x="683" y="2343"/>
                        </a:cubicBezTo>
                        <a:cubicBezTo>
                          <a:pt x="807" y="2102"/>
                          <a:pt x="983" y="1939"/>
                          <a:pt x="1153" y="1724"/>
                        </a:cubicBezTo>
                        <a:cubicBezTo>
                          <a:pt x="1276" y="1555"/>
                          <a:pt x="1446" y="1424"/>
                          <a:pt x="1628" y="1333"/>
                        </a:cubicBezTo>
                        <a:cubicBezTo>
                          <a:pt x="1948" y="1209"/>
                          <a:pt x="2261" y="1307"/>
                          <a:pt x="2573" y="1118"/>
                        </a:cubicBezTo>
                        <a:cubicBezTo>
                          <a:pt x="2860" y="949"/>
                          <a:pt x="2912" y="551"/>
                          <a:pt x="2678" y="310"/>
                        </a:cubicBezTo>
                        <a:cubicBezTo>
                          <a:pt x="2469" y="91"/>
                          <a:pt x="2216" y="1"/>
                          <a:pt x="19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0"/>
                  <p:cNvSpPr/>
                  <p:nvPr/>
                </p:nvSpPr>
                <p:spPr>
                  <a:xfrm>
                    <a:off x="3114494" y="2001327"/>
                    <a:ext cx="113992" cy="97481"/>
                  </a:xfrm>
                  <a:custGeom>
                    <a:rect b="b" l="l" r="r" t="t"/>
                    <a:pathLst>
                      <a:path extrusionOk="0" h="3861" w="4515">
                        <a:moveTo>
                          <a:pt x="2398" y="0"/>
                        </a:moveTo>
                        <a:cubicBezTo>
                          <a:pt x="2353" y="0"/>
                          <a:pt x="2308" y="3"/>
                          <a:pt x="2262" y="8"/>
                        </a:cubicBezTo>
                        <a:cubicBezTo>
                          <a:pt x="1415" y="93"/>
                          <a:pt x="548" y="607"/>
                          <a:pt x="365" y="875"/>
                        </a:cubicBezTo>
                        <a:cubicBezTo>
                          <a:pt x="0" y="1409"/>
                          <a:pt x="131" y="2015"/>
                          <a:pt x="372" y="2569"/>
                        </a:cubicBezTo>
                        <a:cubicBezTo>
                          <a:pt x="714" y="3336"/>
                          <a:pt x="1496" y="3861"/>
                          <a:pt x="2279" y="3861"/>
                        </a:cubicBezTo>
                        <a:cubicBezTo>
                          <a:pt x="2675" y="3861"/>
                          <a:pt x="3070" y="3727"/>
                          <a:pt x="3409" y="3423"/>
                        </a:cubicBezTo>
                        <a:cubicBezTo>
                          <a:pt x="4514" y="2419"/>
                          <a:pt x="3802" y="0"/>
                          <a:pt x="23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90"/>
                  <p:cNvSpPr/>
                  <p:nvPr/>
                </p:nvSpPr>
                <p:spPr>
                  <a:xfrm>
                    <a:off x="3164383" y="1962345"/>
                    <a:ext cx="34968" cy="27520"/>
                  </a:xfrm>
                  <a:custGeom>
                    <a:rect b="b" l="l" r="r" t="t"/>
                    <a:pathLst>
                      <a:path extrusionOk="0" h="1090" w="1385">
                        <a:moveTo>
                          <a:pt x="393" y="0"/>
                        </a:moveTo>
                        <a:cubicBezTo>
                          <a:pt x="192" y="0"/>
                          <a:pt x="0" y="200"/>
                          <a:pt x="51" y="405"/>
                        </a:cubicBezTo>
                        <a:cubicBezTo>
                          <a:pt x="19" y="522"/>
                          <a:pt x="12" y="639"/>
                          <a:pt x="12" y="757"/>
                        </a:cubicBezTo>
                        <a:cubicBezTo>
                          <a:pt x="12" y="887"/>
                          <a:pt x="103" y="1004"/>
                          <a:pt x="227" y="1037"/>
                        </a:cubicBezTo>
                        <a:cubicBezTo>
                          <a:pt x="475" y="1070"/>
                          <a:pt x="716" y="1083"/>
                          <a:pt x="964" y="1089"/>
                        </a:cubicBezTo>
                        <a:cubicBezTo>
                          <a:pt x="969" y="1089"/>
                          <a:pt x="974" y="1089"/>
                          <a:pt x="979" y="1089"/>
                        </a:cubicBezTo>
                        <a:cubicBezTo>
                          <a:pt x="1274" y="1089"/>
                          <a:pt x="1384" y="721"/>
                          <a:pt x="1198" y="522"/>
                        </a:cubicBezTo>
                        <a:cubicBezTo>
                          <a:pt x="1101" y="418"/>
                          <a:pt x="990" y="333"/>
                          <a:pt x="872" y="255"/>
                        </a:cubicBezTo>
                        <a:cubicBezTo>
                          <a:pt x="729" y="164"/>
                          <a:pt x="644" y="66"/>
                          <a:pt x="481" y="14"/>
                        </a:cubicBezTo>
                        <a:cubicBezTo>
                          <a:pt x="452" y="5"/>
                          <a:pt x="423" y="0"/>
                          <a:pt x="3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90"/>
                  <p:cNvSpPr/>
                  <p:nvPr/>
                </p:nvSpPr>
                <p:spPr>
                  <a:xfrm>
                    <a:off x="3180794" y="1922782"/>
                    <a:ext cx="36407" cy="56504"/>
                  </a:xfrm>
                  <a:custGeom>
                    <a:rect b="b" l="l" r="r" t="t"/>
                    <a:pathLst>
                      <a:path extrusionOk="0" h="2238" w="1442">
                        <a:moveTo>
                          <a:pt x="235" y="0"/>
                        </a:moveTo>
                        <a:cubicBezTo>
                          <a:pt x="220" y="0"/>
                          <a:pt x="204" y="11"/>
                          <a:pt x="196" y="30"/>
                        </a:cubicBezTo>
                        <a:lnTo>
                          <a:pt x="196" y="43"/>
                        </a:lnTo>
                        <a:cubicBezTo>
                          <a:pt x="14" y="140"/>
                          <a:pt x="1" y="401"/>
                          <a:pt x="177" y="512"/>
                        </a:cubicBezTo>
                        <a:cubicBezTo>
                          <a:pt x="222" y="1092"/>
                          <a:pt x="503" y="1626"/>
                          <a:pt x="835" y="2122"/>
                        </a:cubicBezTo>
                        <a:cubicBezTo>
                          <a:pt x="886" y="2197"/>
                          <a:pt x="978" y="2237"/>
                          <a:pt x="1066" y="2237"/>
                        </a:cubicBezTo>
                        <a:cubicBezTo>
                          <a:pt x="1169" y="2237"/>
                          <a:pt x="1267" y="2182"/>
                          <a:pt x="1291" y="2063"/>
                        </a:cubicBezTo>
                        <a:cubicBezTo>
                          <a:pt x="1441" y="1300"/>
                          <a:pt x="1246" y="277"/>
                          <a:pt x="385" y="23"/>
                        </a:cubicBezTo>
                        <a:cubicBezTo>
                          <a:pt x="362" y="15"/>
                          <a:pt x="337" y="12"/>
                          <a:pt x="313" y="12"/>
                        </a:cubicBezTo>
                        <a:cubicBezTo>
                          <a:pt x="295" y="12"/>
                          <a:pt x="278" y="14"/>
                          <a:pt x="262" y="17"/>
                        </a:cubicBezTo>
                        <a:cubicBezTo>
                          <a:pt x="256" y="6"/>
                          <a:pt x="246" y="0"/>
                          <a:pt x="2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90"/>
                  <p:cNvSpPr/>
                  <p:nvPr/>
                </p:nvSpPr>
                <p:spPr>
                  <a:xfrm>
                    <a:off x="3159131" y="2111002"/>
                    <a:ext cx="48526" cy="50091"/>
                  </a:xfrm>
                  <a:custGeom>
                    <a:rect b="b" l="l" r="r" t="t"/>
                    <a:pathLst>
                      <a:path extrusionOk="0" h="1984" w="1922">
                        <a:moveTo>
                          <a:pt x="1410" y="0"/>
                        </a:moveTo>
                        <a:cubicBezTo>
                          <a:pt x="1343" y="0"/>
                          <a:pt x="1276" y="9"/>
                          <a:pt x="1211" y="24"/>
                        </a:cubicBezTo>
                        <a:cubicBezTo>
                          <a:pt x="1087" y="44"/>
                          <a:pt x="976" y="96"/>
                          <a:pt x="885" y="181"/>
                        </a:cubicBezTo>
                        <a:cubicBezTo>
                          <a:pt x="507" y="441"/>
                          <a:pt x="240" y="943"/>
                          <a:pt x="116" y="1341"/>
                        </a:cubicBezTo>
                        <a:cubicBezTo>
                          <a:pt x="1" y="1713"/>
                          <a:pt x="281" y="1984"/>
                          <a:pt x="637" y="1984"/>
                        </a:cubicBezTo>
                        <a:cubicBezTo>
                          <a:pt x="704" y="1984"/>
                          <a:pt x="775" y="1974"/>
                          <a:pt x="846" y="1953"/>
                        </a:cubicBezTo>
                        <a:cubicBezTo>
                          <a:pt x="1198" y="1842"/>
                          <a:pt x="1498" y="1816"/>
                          <a:pt x="1719" y="1517"/>
                        </a:cubicBezTo>
                        <a:cubicBezTo>
                          <a:pt x="1895" y="1262"/>
                          <a:pt x="1921" y="910"/>
                          <a:pt x="1921" y="611"/>
                        </a:cubicBezTo>
                        <a:cubicBezTo>
                          <a:pt x="1915" y="545"/>
                          <a:pt x="1908" y="487"/>
                          <a:pt x="1889" y="435"/>
                        </a:cubicBezTo>
                        <a:cubicBezTo>
                          <a:pt x="1915" y="252"/>
                          <a:pt x="1804" y="76"/>
                          <a:pt x="1628" y="31"/>
                        </a:cubicBezTo>
                        <a:cubicBezTo>
                          <a:pt x="1556" y="10"/>
                          <a:pt x="1483" y="0"/>
                          <a:pt x="1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90"/>
                  <p:cNvSpPr/>
                  <p:nvPr/>
                </p:nvSpPr>
                <p:spPr>
                  <a:xfrm>
                    <a:off x="3159131" y="2164148"/>
                    <a:ext cx="48526" cy="50116"/>
                  </a:xfrm>
                  <a:custGeom>
                    <a:rect b="b" l="l" r="r" t="t"/>
                    <a:pathLst>
                      <a:path extrusionOk="0" h="1985" w="1922">
                        <a:moveTo>
                          <a:pt x="1410" y="1"/>
                        </a:moveTo>
                        <a:cubicBezTo>
                          <a:pt x="1343" y="1"/>
                          <a:pt x="1276" y="9"/>
                          <a:pt x="1211" y="24"/>
                        </a:cubicBezTo>
                        <a:cubicBezTo>
                          <a:pt x="1087" y="44"/>
                          <a:pt x="976" y="96"/>
                          <a:pt x="885" y="174"/>
                        </a:cubicBezTo>
                        <a:cubicBezTo>
                          <a:pt x="507" y="441"/>
                          <a:pt x="240" y="943"/>
                          <a:pt x="116" y="1341"/>
                        </a:cubicBezTo>
                        <a:cubicBezTo>
                          <a:pt x="1" y="1713"/>
                          <a:pt x="281" y="1984"/>
                          <a:pt x="637" y="1984"/>
                        </a:cubicBezTo>
                        <a:cubicBezTo>
                          <a:pt x="704" y="1984"/>
                          <a:pt x="775" y="1974"/>
                          <a:pt x="846" y="1953"/>
                        </a:cubicBezTo>
                        <a:cubicBezTo>
                          <a:pt x="1198" y="1843"/>
                          <a:pt x="1498" y="1817"/>
                          <a:pt x="1719" y="1517"/>
                        </a:cubicBezTo>
                        <a:cubicBezTo>
                          <a:pt x="1895" y="1263"/>
                          <a:pt x="1921" y="911"/>
                          <a:pt x="1921" y="611"/>
                        </a:cubicBezTo>
                        <a:cubicBezTo>
                          <a:pt x="1915" y="546"/>
                          <a:pt x="1908" y="487"/>
                          <a:pt x="1889" y="428"/>
                        </a:cubicBezTo>
                        <a:cubicBezTo>
                          <a:pt x="1915" y="252"/>
                          <a:pt x="1804" y="76"/>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90"/>
                  <p:cNvSpPr/>
                  <p:nvPr/>
                </p:nvSpPr>
                <p:spPr>
                  <a:xfrm>
                    <a:off x="3159131" y="2217294"/>
                    <a:ext cx="48526" cy="50116"/>
                  </a:xfrm>
                  <a:custGeom>
                    <a:rect b="b" l="l" r="r" t="t"/>
                    <a:pathLst>
                      <a:path extrusionOk="0" h="1985" w="1922">
                        <a:moveTo>
                          <a:pt x="1410" y="1"/>
                        </a:moveTo>
                        <a:cubicBezTo>
                          <a:pt x="1343" y="1"/>
                          <a:pt x="1276" y="9"/>
                          <a:pt x="1211" y="24"/>
                        </a:cubicBezTo>
                        <a:cubicBezTo>
                          <a:pt x="1087" y="44"/>
                          <a:pt x="976" y="96"/>
                          <a:pt x="885" y="174"/>
                        </a:cubicBezTo>
                        <a:cubicBezTo>
                          <a:pt x="507" y="442"/>
                          <a:pt x="240" y="943"/>
                          <a:pt x="116" y="1341"/>
                        </a:cubicBezTo>
                        <a:cubicBezTo>
                          <a:pt x="1" y="1713"/>
                          <a:pt x="281" y="1984"/>
                          <a:pt x="637" y="1984"/>
                        </a:cubicBezTo>
                        <a:cubicBezTo>
                          <a:pt x="704" y="1984"/>
                          <a:pt x="775" y="1974"/>
                          <a:pt x="846" y="1954"/>
                        </a:cubicBezTo>
                        <a:cubicBezTo>
                          <a:pt x="1198" y="1843"/>
                          <a:pt x="1498" y="1817"/>
                          <a:pt x="1719" y="1517"/>
                        </a:cubicBezTo>
                        <a:cubicBezTo>
                          <a:pt x="1895" y="1263"/>
                          <a:pt x="1921" y="911"/>
                          <a:pt x="1921" y="611"/>
                        </a:cubicBezTo>
                        <a:cubicBezTo>
                          <a:pt x="1915" y="546"/>
                          <a:pt x="1908" y="487"/>
                          <a:pt x="1889" y="428"/>
                        </a:cubicBezTo>
                        <a:cubicBezTo>
                          <a:pt x="1915" y="253"/>
                          <a:pt x="1804" y="77"/>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90"/>
                  <p:cNvSpPr/>
                  <p:nvPr/>
                </p:nvSpPr>
                <p:spPr>
                  <a:xfrm>
                    <a:off x="3121916" y="2111532"/>
                    <a:ext cx="31585" cy="42795"/>
                  </a:xfrm>
                  <a:custGeom>
                    <a:rect b="b" l="l" r="r" t="t"/>
                    <a:pathLst>
                      <a:path extrusionOk="0" h="1695" w="1251">
                        <a:moveTo>
                          <a:pt x="457" y="0"/>
                        </a:moveTo>
                        <a:cubicBezTo>
                          <a:pt x="228" y="0"/>
                          <a:pt x="1" y="197"/>
                          <a:pt x="52" y="505"/>
                        </a:cubicBezTo>
                        <a:cubicBezTo>
                          <a:pt x="110" y="883"/>
                          <a:pt x="202" y="1600"/>
                          <a:pt x="658" y="1685"/>
                        </a:cubicBezTo>
                        <a:cubicBezTo>
                          <a:pt x="692" y="1691"/>
                          <a:pt x="727" y="1694"/>
                          <a:pt x="762" y="1694"/>
                        </a:cubicBezTo>
                        <a:cubicBezTo>
                          <a:pt x="906" y="1694"/>
                          <a:pt x="1047" y="1637"/>
                          <a:pt x="1121" y="1496"/>
                        </a:cubicBezTo>
                        <a:cubicBezTo>
                          <a:pt x="1251" y="1248"/>
                          <a:pt x="1160" y="1020"/>
                          <a:pt x="1036" y="772"/>
                        </a:cubicBezTo>
                        <a:cubicBezTo>
                          <a:pt x="958" y="616"/>
                          <a:pt x="892" y="453"/>
                          <a:pt x="834" y="290"/>
                        </a:cubicBezTo>
                        <a:cubicBezTo>
                          <a:pt x="763" y="89"/>
                          <a:pt x="610" y="0"/>
                          <a:pt x="4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0"/>
                  <p:cNvSpPr/>
                  <p:nvPr/>
                </p:nvSpPr>
                <p:spPr>
                  <a:xfrm>
                    <a:off x="3118760" y="2152635"/>
                    <a:ext cx="30524" cy="45849"/>
                  </a:xfrm>
                  <a:custGeom>
                    <a:rect b="b" l="l" r="r" t="t"/>
                    <a:pathLst>
                      <a:path extrusionOk="0" h="1816" w="1209">
                        <a:moveTo>
                          <a:pt x="261" y="0"/>
                        </a:moveTo>
                        <a:cubicBezTo>
                          <a:pt x="136" y="0"/>
                          <a:pt x="1" y="101"/>
                          <a:pt x="1" y="239"/>
                        </a:cubicBezTo>
                        <a:cubicBezTo>
                          <a:pt x="1" y="728"/>
                          <a:pt x="53" y="1464"/>
                          <a:pt x="516" y="1751"/>
                        </a:cubicBezTo>
                        <a:cubicBezTo>
                          <a:pt x="586" y="1795"/>
                          <a:pt x="659" y="1815"/>
                          <a:pt x="729" y="1815"/>
                        </a:cubicBezTo>
                        <a:cubicBezTo>
                          <a:pt x="988" y="1815"/>
                          <a:pt x="1208" y="1546"/>
                          <a:pt x="1141" y="1269"/>
                        </a:cubicBezTo>
                        <a:cubicBezTo>
                          <a:pt x="1089" y="1047"/>
                          <a:pt x="913" y="904"/>
                          <a:pt x="796" y="715"/>
                        </a:cubicBezTo>
                        <a:cubicBezTo>
                          <a:pt x="659" y="526"/>
                          <a:pt x="542" y="330"/>
                          <a:pt x="444" y="122"/>
                        </a:cubicBezTo>
                        <a:cubicBezTo>
                          <a:pt x="407" y="36"/>
                          <a:pt x="336"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90"/>
                  <p:cNvSpPr/>
                  <p:nvPr/>
                </p:nvSpPr>
                <p:spPr>
                  <a:xfrm>
                    <a:off x="3111186" y="2198561"/>
                    <a:ext cx="37543" cy="43198"/>
                  </a:xfrm>
                  <a:custGeom>
                    <a:rect b="b" l="l" r="r" t="t"/>
                    <a:pathLst>
                      <a:path extrusionOk="0" h="1711" w="1487">
                        <a:moveTo>
                          <a:pt x="275" y="0"/>
                        </a:moveTo>
                        <a:cubicBezTo>
                          <a:pt x="183" y="0"/>
                          <a:pt x="96" y="47"/>
                          <a:pt x="79" y="154"/>
                        </a:cubicBezTo>
                        <a:cubicBezTo>
                          <a:pt x="1" y="662"/>
                          <a:pt x="177" y="1073"/>
                          <a:pt x="477" y="1470"/>
                        </a:cubicBezTo>
                        <a:cubicBezTo>
                          <a:pt x="589" y="1614"/>
                          <a:pt x="744" y="1711"/>
                          <a:pt x="911" y="1711"/>
                        </a:cubicBezTo>
                        <a:cubicBezTo>
                          <a:pt x="986" y="1711"/>
                          <a:pt x="1064" y="1691"/>
                          <a:pt x="1142" y="1646"/>
                        </a:cubicBezTo>
                        <a:cubicBezTo>
                          <a:pt x="1389" y="1496"/>
                          <a:pt x="1487" y="1086"/>
                          <a:pt x="1239" y="884"/>
                        </a:cubicBezTo>
                        <a:cubicBezTo>
                          <a:pt x="952" y="662"/>
                          <a:pt x="698" y="395"/>
                          <a:pt x="490" y="102"/>
                        </a:cubicBezTo>
                        <a:cubicBezTo>
                          <a:pt x="444" y="37"/>
                          <a:pt x="35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90"/>
                  <p:cNvSpPr/>
                  <p:nvPr/>
                </p:nvSpPr>
                <p:spPr>
                  <a:xfrm>
                    <a:off x="3113812" y="2250924"/>
                    <a:ext cx="32620" cy="36028"/>
                  </a:xfrm>
                  <a:custGeom>
                    <a:rect b="b" l="l" r="r" t="t"/>
                    <a:pathLst>
                      <a:path extrusionOk="0" h="1427" w="1292">
                        <a:moveTo>
                          <a:pt x="192" y="1"/>
                        </a:moveTo>
                        <a:cubicBezTo>
                          <a:pt x="85" y="1"/>
                          <a:pt x="0" y="118"/>
                          <a:pt x="21" y="231"/>
                        </a:cubicBezTo>
                        <a:cubicBezTo>
                          <a:pt x="27" y="276"/>
                          <a:pt x="1" y="380"/>
                          <a:pt x="1" y="446"/>
                        </a:cubicBezTo>
                        <a:cubicBezTo>
                          <a:pt x="14" y="563"/>
                          <a:pt x="40" y="680"/>
                          <a:pt x="86" y="791"/>
                        </a:cubicBezTo>
                        <a:cubicBezTo>
                          <a:pt x="125" y="895"/>
                          <a:pt x="171" y="993"/>
                          <a:pt x="223" y="1091"/>
                        </a:cubicBezTo>
                        <a:cubicBezTo>
                          <a:pt x="353" y="1312"/>
                          <a:pt x="516" y="1397"/>
                          <a:pt x="764" y="1423"/>
                        </a:cubicBezTo>
                        <a:cubicBezTo>
                          <a:pt x="778" y="1425"/>
                          <a:pt x="792" y="1426"/>
                          <a:pt x="807" y="1426"/>
                        </a:cubicBezTo>
                        <a:cubicBezTo>
                          <a:pt x="964" y="1426"/>
                          <a:pt x="1129" y="1301"/>
                          <a:pt x="1200" y="1176"/>
                        </a:cubicBezTo>
                        <a:cubicBezTo>
                          <a:pt x="1292" y="1013"/>
                          <a:pt x="1292" y="817"/>
                          <a:pt x="1200" y="661"/>
                        </a:cubicBezTo>
                        <a:cubicBezTo>
                          <a:pt x="1142" y="543"/>
                          <a:pt x="1044" y="452"/>
                          <a:pt x="920" y="400"/>
                        </a:cubicBezTo>
                        <a:cubicBezTo>
                          <a:pt x="881" y="380"/>
                          <a:pt x="842" y="361"/>
                          <a:pt x="809" y="335"/>
                        </a:cubicBezTo>
                        <a:cubicBezTo>
                          <a:pt x="809" y="335"/>
                          <a:pt x="743" y="288"/>
                          <a:pt x="740" y="288"/>
                        </a:cubicBezTo>
                        <a:lnTo>
                          <a:pt x="740" y="288"/>
                        </a:lnTo>
                        <a:cubicBezTo>
                          <a:pt x="740" y="288"/>
                          <a:pt x="740" y="288"/>
                          <a:pt x="740" y="288"/>
                        </a:cubicBezTo>
                        <a:lnTo>
                          <a:pt x="740" y="288"/>
                        </a:lnTo>
                        <a:cubicBezTo>
                          <a:pt x="666" y="228"/>
                          <a:pt x="582" y="168"/>
                          <a:pt x="503" y="120"/>
                        </a:cubicBezTo>
                        <a:cubicBezTo>
                          <a:pt x="431" y="81"/>
                          <a:pt x="347" y="68"/>
                          <a:pt x="281" y="28"/>
                        </a:cubicBezTo>
                        <a:cubicBezTo>
                          <a:pt x="251" y="9"/>
                          <a:pt x="221" y="1"/>
                          <a:pt x="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90"/>
                  <p:cNvSpPr/>
                  <p:nvPr/>
                </p:nvSpPr>
                <p:spPr>
                  <a:xfrm>
                    <a:off x="3179152" y="2275717"/>
                    <a:ext cx="75717" cy="61377"/>
                  </a:xfrm>
                  <a:custGeom>
                    <a:rect b="b" l="l" r="r" t="t"/>
                    <a:pathLst>
                      <a:path extrusionOk="0" h="2431" w="2999">
                        <a:moveTo>
                          <a:pt x="1501" y="0"/>
                        </a:moveTo>
                        <a:cubicBezTo>
                          <a:pt x="1115" y="0"/>
                          <a:pt x="732" y="77"/>
                          <a:pt x="372" y="259"/>
                        </a:cubicBezTo>
                        <a:cubicBezTo>
                          <a:pt x="66" y="415"/>
                          <a:pt x="1" y="735"/>
                          <a:pt x="85" y="1015"/>
                        </a:cubicBezTo>
                        <a:cubicBezTo>
                          <a:pt x="170" y="1673"/>
                          <a:pt x="561" y="2286"/>
                          <a:pt x="1265" y="2410"/>
                        </a:cubicBezTo>
                        <a:cubicBezTo>
                          <a:pt x="1347" y="2424"/>
                          <a:pt x="1426" y="2430"/>
                          <a:pt x="1502" y="2430"/>
                        </a:cubicBezTo>
                        <a:cubicBezTo>
                          <a:pt x="2309" y="2430"/>
                          <a:pt x="2785" y="1674"/>
                          <a:pt x="2934" y="917"/>
                        </a:cubicBezTo>
                        <a:cubicBezTo>
                          <a:pt x="2999" y="578"/>
                          <a:pt x="2842" y="259"/>
                          <a:pt x="2503" y="154"/>
                        </a:cubicBezTo>
                        <a:cubicBezTo>
                          <a:pt x="2174" y="58"/>
                          <a:pt x="1836"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90"/>
                  <p:cNvSpPr/>
                  <p:nvPr/>
                </p:nvSpPr>
                <p:spPr>
                  <a:xfrm>
                    <a:off x="3103460" y="2303136"/>
                    <a:ext cx="46632" cy="110155"/>
                  </a:xfrm>
                  <a:custGeom>
                    <a:rect b="b" l="l" r="r" t="t"/>
                    <a:pathLst>
                      <a:path extrusionOk="0" h="4363" w="1847">
                        <a:moveTo>
                          <a:pt x="988" y="0"/>
                        </a:moveTo>
                        <a:cubicBezTo>
                          <a:pt x="718" y="0"/>
                          <a:pt x="455" y="139"/>
                          <a:pt x="366" y="470"/>
                        </a:cubicBezTo>
                        <a:cubicBezTo>
                          <a:pt x="40" y="1669"/>
                          <a:pt x="1" y="3103"/>
                          <a:pt x="483" y="4269"/>
                        </a:cubicBezTo>
                        <a:cubicBezTo>
                          <a:pt x="499" y="4331"/>
                          <a:pt x="551" y="4362"/>
                          <a:pt x="603" y="4362"/>
                        </a:cubicBezTo>
                        <a:cubicBezTo>
                          <a:pt x="656" y="4362"/>
                          <a:pt x="708" y="4331"/>
                          <a:pt x="724" y="4269"/>
                        </a:cubicBezTo>
                        <a:cubicBezTo>
                          <a:pt x="1180" y="3175"/>
                          <a:pt x="1219" y="1936"/>
                          <a:pt x="1656" y="822"/>
                        </a:cubicBezTo>
                        <a:cubicBezTo>
                          <a:pt x="1847" y="341"/>
                          <a:pt x="1410" y="0"/>
                          <a:pt x="9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0"/>
                  <p:cNvSpPr/>
                  <p:nvPr/>
                </p:nvSpPr>
                <p:spPr>
                  <a:xfrm>
                    <a:off x="3101314" y="2420915"/>
                    <a:ext cx="51985" cy="138331"/>
                  </a:xfrm>
                  <a:custGeom>
                    <a:rect b="b" l="l" r="r" t="t"/>
                    <a:pathLst>
                      <a:path extrusionOk="0" h="5479" w="2059">
                        <a:moveTo>
                          <a:pt x="1418" y="0"/>
                        </a:moveTo>
                        <a:cubicBezTo>
                          <a:pt x="1242" y="0"/>
                          <a:pt x="1060" y="81"/>
                          <a:pt x="933" y="263"/>
                        </a:cubicBezTo>
                        <a:cubicBezTo>
                          <a:pt x="33" y="1540"/>
                          <a:pt x="1" y="3997"/>
                          <a:pt x="861" y="5307"/>
                        </a:cubicBezTo>
                        <a:cubicBezTo>
                          <a:pt x="933" y="5418"/>
                          <a:pt x="1067" y="5478"/>
                          <a:pt x="1197" y="5478"/>
                        </a:cubicBezTo>
                        <a:cubicBezTo>
                          <a:pt x="1349" y="5478"/>
                          <a:pt x="1494" y="5396"/>
                          <a:pt x="1526" y="5216"/>
                        </a:cubicBezTo>
                        <a:cubicBezTo>
                          <a:pt x="1656" y="4525"/>
                          <a:pt x="1526" y="3821"/>
                          <a:pt x="1513" y="3117"/>
                        </a:cubicBezTo>
                        <a:cubicBezTo>
                          <a:pt x="1487" y="2257"/>
                          <a:pt x="1793" y="1521"/>
                          <a:pt x="1969" y="699"/>
                        </a:cubicBezTo>
                        <a:cubicBezTo>
                          <a:pt x="2058" y="279"/>
                          <a:pt x="1747"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90"/>
                  <p:cNvSpPr/>
                  <p:nvPr/>
                </p:nvSpPr>
                <p:spPr>
                  <a:xfrm>
                    <a:off x="3153577" y="2340073"/>
                    <a:ext cx="54080" cy="195416"/>
                  </a:xfrm>
                  <a:custGeom>
                    <a:rect b="b" l="l" r="r" t="t"/>
                    <a:pathLst>
                      <a:path extrusionOk="0" h="7740" w="2142">
                        <a:moveTo>
                          <a:pt x="1063" y="1"/>
                        </a:moveTo>
                        <a:cubicBezTo>
                          <a:pt x="652" y="1"/>
                          <a:pt x="241" y="271"/>
                          <a:pt x="225" y="812"/>
                        </a:cubicBezTo>
                        <a:cubicBezTo>
                          <a:pt x="166" y="3009"/>
                          <a:pt x="238" y="5153"/>
                          <a:pt x="23" y="7343"/>
                        </a:cubicBezTo>
                        <a:cubicBezTo>
                          <a:pt x="1" y="7567"/>
                          <a:pt x="226" y="7739"/>
                          <a:pt x="436" y="7739"/>
                        </a:cubicBezTo>
                        <a:cubicBezTo>
                          <a:pt x="531" y="7739"/>
                          <a:pt x="623" y="7704"/>
                          <a:pt x="688" y="7623"/>
                        </a:cubicBezTo>
                        <a:cubicBezTo>
                          <a:pt x="2141" y="5818"/>
                          <a:pt x="1978" y="3002"/>
                          <a:pt x="1907" y="812"/>
                        </a:cubicBezTo>
                        <a:cubicBezTo>
                          <a:pt x="1887" y="271"/>
                          <a:pt x="1475" y="1"/>
                          <a:pt x="1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90"/>
                  <p:cNvSpPr/>
                  <p:nvPr/>
                </p:nvSpPr>
                <p:spPr>
                  <a:xfrm>
                    <a:off x="3124037" y="2604843"/>
                    <a:ext cx="42138" cy="127348"/>
                  </a:xfrm>
                  <a:custGeom>
                    <a:rect b="b" l="l" r="r" t="t"/>
                    <a:pathLst>
                      <a:path extrusionOk="0" h="5044" w="1669">
                        <a:moveTo>
                          <a:pt x="786" y="1"/>
                        </a:moveTo>
                        <a:cubicBezTo>
                          <a:pt x="627" y="1"/>
                          <a:pt x="463" y="80"/>
                          <a:pt x="372" y="219"/>
                        </a:cubicBezTo>
                        <a:cubicBezTo>
                          <a:pt x="0" y="805"/>
                          <a:pt x="228" y="1679"/>
                          <a:pt x="320" y="2324"/>
                        </a:cubicBezTo>
                        <a:cubicBezTo>
                          <a:pt x="443" y="3171"/>
                          <a:pt x="567" y="4253"/>
                          <a:pt x="1089" y="4950"/>
                        </a:cubicBezTo>
                        <a:cubicBezTo>
                          <a:pt x="1131" y="5011"/>
                          <a:pt x="1198" y="5043"/>
                          <a:pt x="1263" y="5043"/>
                        </a:cubicBezTo>
                        <a:cubicBezTo>
                          <a:pt x="1338" y="5043"/>
                          <a:pt x="1410" y="4999"/>
                          <a:pt x="1434" y="4905"/>
                        </a:cubicBezTo>
                        <a:cubicBezTo>
                          <a:pt x="1669" y="4155"/>
                          <a:pt x="1473" y="3223"/>
                          <a:pt x="1395" y="2454"/>
                        </a:cubicBezTo>
                        <a:cubicBezTo>
                          <a:pt x="1323" y="1750"/>
                          <a:pt x="1486" y="857"/>
                          <a:pt x="1154" y="219"/>
                        </a:cubicBezTo>
                        <a:cubicBezTo>
                          <a:pt x="1076" y="68"/>
                          <a:pt x="933" y="1"/>
                          <a:pt x="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0"/>
                  <p:cNvSpPr/>
                  <p:nvPr/>
                </p:nvSpPr>
                <p:spPr>
                  <a:xfrm>
                    <a:off x="3156682" y="2559398"/>
                    <a:ext cx="40446" cy="181151"/>
                  </a:xfrm>
                  <a:custGeom>
                    <a:rect b="b" l="l" r="r" t="t"/>
                    <a:pathLst>
                      <a:path extrusionOk="0" h="7175" w="1602">
                        <a:moveTo>
                          <a:pt x="526" y="1"/>
                        </a:moveTo>
                        <a:cubicBezTo>
                          <a:pt x="257" y="1"/>
                          <a:pt x="1" y="269"/>
                          <a:pt x="17" y="533"/>
                        </a:cubicBezTo>
                        <a:cubicBezTo>
                          <a:pt x="24" y="728"/>
                          <a:pt x="43" y="911"/>
                          <a:pt x="193" y="1054"/>
                        </a:cubicBezTo>
                        <a:cubicBezTo>
                          <a:pt x="343" y="1204"/>
                          <a:pt x="369" y="1380"/>
                          <a:pt x="428" y="1628"/>
                        </a:cubicBezTo>
                        <a:cubicBezTo>
                          <a:pt x="597" y="2292"/>
                          <a:pt x="591" y="3009"/>
                          <a:pt x="584" y="3694"/>
                        </a:cubicBezTo>
                        <a:cubicBezTo>
                          <a:pt x="578" y="4339"/>
                          <a:pt x="552" y="4991"/>
                          <a:pt x="519" y="5636"/>
                        </a:cubicBezTo>
                        <a:cubicBezTo>
                          <a:pt x="493" y="6112"/>
                          <a:pt x="363" y="6692"/>
                          <a:pt x="597" y="7122"/>
                        </a:cubicBezTo>
                        <a:cubicBezTo>
                          <a:pt x="620" y="7156"/>
                          <a:pt x="657" y="7174"/>
                          <a:pt x="695" y="7174"/>
                        </a:cubicBezTo>
                        <a:cubicBezTo>
                          <a:pt x="723" y="7174"/>
                          <a:pt x="751" y="7164"/>
                          <a:pt x="773" y="7141"/>
                        </a:cubicBezTo>
                        <a:cubicBezTo>
                          <a:pt x="1119" y="6855"/>
                          <a:pt x="1164" y="6353"/>
                          <a:pt x="1262" y="5942"/>
                        </a:cubicBezTo>
                        <a:cubicBezTo>
                          <a:pt x="1419" y="5277"/>
                          <a:pt x="1484" y="4587"/>
                          <a:pt x="1549" y="3915"/>
                        </a:cubicBezTo>
                        <a:cubicBezTo>
                          <a:pt x="1601" y="3283"/>
                          <a:pt x="1588" y="2657"/>
                          <a:pt x="1529" y="2025"/>
                        </a:cubicBezTo>
                        <a:cubicBezTo>
                          <a:pt x="1484" y="1576"/>
                          <a:pt x="1217" y="982"/>
                          <a:pt x="1204" y="637"/>
                        </a:cubicBezTo>
                        <a:cubicBezTo>
                          <a:pt x="1184" y="350"/>
                          <a:pt x="1028" y="174"/>
                          <a:pt x="767" y="70"/>
                        </a:cubicBezTo>
                        <a:lnTo>
                          <a:pt x="676" y="31"/>
                        </a:lnTo>
                        <a:cubicBezTo>
                          <a:pt x="626" y="10"/>
                          <a:pt x="576" y="1"/>
                          <a:pt x="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90"/>
                  <p:cNvSpPr/>
                  <p:nvPr/>
                </p:nvSpPr>
                <p:spPr>
                  <a:xfrm>
                    <a:off x="3387773" y="2207549"/>
                    <a:ext cx="65871" cy="115179"/>
                  </a:xfrm>
                  <a:custGeom>
                    <a:rect b="b" l="l" r="r" t="t"/>
                    <a:pathLst>
                      <a:path extrusionOk="0" h="4562" w="2609">
                        <a:moveTo>
                          <a:pt x="427" y="0"/>
                        </a:moveTo>
                        <a:cubicBezTo>
                          <a:pt x="153" y="0"/>
                          <a:pt x="1" y="379"/>
                          <a:pt x="197" y="593"/>
                        </a:cubicBezTo>
                        <a:cubicBezTo>
                          <a:pt x="810" y="1251"/>
                          <a:pt x="1292" y="1746"/>
                          <a:pt x="1625" y="2613"/>
                        </a:cubicBezTo>
                        <a:cubicBezTo>
                          <a:pt x="1879" y="3272"/>
                          <a:pt x="2094" y="3923"/>
                          <a:pt x="2440" y="4536"/>
                        </a:cubicBezTo>
                        <a:cubicBezTo>
                          <a:pt x="2450" y="4554"/>
                          <a:pt x="2466" y="4562"/>
                          <a:pt x="2481" y="4562"/>
                        </a:cubicBezTo>
                        <a:cubicBezTo>
                          <a:pt x="2506" y="4562"/>
                          <a:pt x="2531" y="4542"/>
                          <a:pt x="2531" y="4510"/>
                        </a:cubicBezTo>
                        <a:cubicBezTo>
                          <a:pt x="2609" y="3030"/>
                          <a:pt x="2179" y="573"/>
                          <a:pt x="536" y="19"/>
                        </a:cubicBezTo>
                        <a:cubicBezTo>
                          <a:pt x="498" y="6"/>
                          <a:pt x="462" y="0"/>
                          <a:pt x="4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90"/>
                  <p:cNvSpPr/>
                  <p:nvPr/>
                </p:nvSpPr>
                <p:spPr>
                  <a:xfrm>
                    <a:off x="3392746" y="2248172"/>
                    <a:ext cx="37997" cy="63422"/>
                  </a:xfrm>
                  <a:custGeom>
                    <a:rect b="b" l="l" r="r" t="t"/>
                    <a:pathLst>
                      <a:path extrusionOk="0" h="2512" w="1505">
                        <a:moveTo>
                          <a:pt x="251" y="1"/>
                        </a:moveTo>
                        <a:cubicBezTo>
                          <a:pt x="147" y="1"/>
                          <a:pt x="56" y="109"/>
                          <a:pt x="46" y="209"/>
                        </a:cubicBezTo>
                        <a:cubicBezTo>
                          <a:pt x="0" y="652"/>
                          <a:pt x="222" y="1096"/>
                          <a:pt x="405" y="1487"/>
                        </a:cubicBezTo>
                        <a:cubicBezTo>
                          <a:pt x="581" y="1884"/>
                          <a:pt x="861" y="2230"/>
                          <a:pt x="1219" y="2484"/>
                        </a:cubicBezTo>
                        <a:cubicBezTo>
                          <a:pt x="1246" y="2503"/>
                          <a:pt x="1274" y="2512"/>
                          <a:pt x="1302" y="2512"/>
                        </a:cubicBezTo>
                        <a:cubicBezTo>
                          <a:pt x="1406" y="2512"/>
                          <a:pt x="1504" y="2396"/>
                          <a:pt x="1473" y="2288"/>
                        </a:cubicBezTo>
                        <a:cubicBezTo>
                          <a:pt x="1324" y="1845"/>
                          <a:pt x="1154" y="1408"/>
                          <a:pt x="965" y="985"/>
                        </a:cubicBezTo>
                        <a:cubicBezTo>
                          <a:pt x="809" y="633"/>
                          <a:pt x="659" y="274"/>
                          <a:pt x="346" y="33"/>
                        </a:cubicBezTo>
                        <a:cubicBezTo>
                          <a:pt x="314" y="11"/>
                          <a:pt x="282" y="1"/>
                          <a:pt x="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0"/>
                  <p:cNvSpPr/>
                  <p:nvPr/>
                </p:nvSpPr>
                <p:spPr>
                  <a:xfrm>
                    <a:off x="3326598" y="2078231"/>
                    <a:ext cx="68522" cy="102581"/>
                  </a:xfrm>
                  <a:custGeom>
                    <a:rect b="b" l="l" r="r" t="t"/>
                    <a:pathLst>
                      <a:path extrusionOk="0" h="4063" w="2714">
                        <a:moveTo>
                          <a:pt x="987" y="0"/>
                        </a:moveTo>
                        <a:cubicBezTo>
                          <a:pt x="913" y="0"/>
                          <a:pt x="836" y="10"/>
                          <a:pt x="756" y="32"/>
                        </a:cubicBezTo>
                        <a:cubicBezTo>
                          <a:pt x="346" y="149"/>
                          <a:pt x="0" y="644"/>
                          <a:pt x="163" y="1081"/>
                        </a:cubicBezTo>
                        <a:cubicBezTo>
                          <a:pt x="548" y="2085"/>
                          <a:pt x="913" y="3362"/>
                          <a:pt x="1851" y="3988"/>
                        </a:cubicBezTo>
                        <a:cubicBezTo>
                          <a:pt x="1929" y="4039"/>
                          <a:pt x="2019" y="4062"/>
                          <a:pt x="2111" y="4062"/>
                        </a:cubicBezTo>
                        <a:cubicBezTo>
                          <a:pt x="2404" y="4062"/>
                          <a:pt x="2714" y="3825"/>
                          <a:pt x="2679" y="3512"/>
                        </a:cubicBezTo>
                        <a:cubicBezTo>
                          <a:pt x="2568" y="2554"/>
                          <a:pt x="2164" y="1524"/>
                          <a:pt x="1806" y="625"/>
                        </a:cubicBezTo>
                        <a:cubicBezTo>
                          <a:pt x="1664" y="265"/>
                          <a:pt x="1367" y="0"/>
                          <a:pt x="9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90"/>
                  <p:cNvSpPr/>
                  <p:nvPr/>
                </p:nvSpPr>
                <p:spPr>
                  <a:xfrm>
                    <a:off x="3274588" y="1960300"/>
                    <a:ext cx="73571" cy="79100"/>
                  </a:xfrm>
                  <a:custGeom>
                    <a:rect b="b" l="l" r="r" t="t"/>
                    <a:pathLst>
                      <a:path extrusionOk="0" h="3133" w="2914">
                        <a:moveTo>
                          <a:pt x="958" y="1"/>
                        </a:moveTo>
                        <a:cubicBezTo>
                          <a:pt x="697" y="1"/>
                          <a:pt x="444" y="91"/>
                          <a:pt x="236" y="310"/>
                        </a:cubicBezTo>
                        <a:cubicBezTo>
                          <a:pt x="1" y="551"/>
                          <a:pt x="53" y="949"/>
                          <a:pt x="340" y="1118"/>
                        </a:cubicBezTo>
                        <a:cubicBezTo>
                          <a:pt x="646" y="1307"/>
                          <a:pt x="965" y="1209"/>
                          <a:pt x="1278" y="1333"/>
                        </a:cubicBezTo>
                        <a:cubicBezTo>
                          <a:pt x="1467" y="1424"/>
                          <a:pt x="1630" y="1555"/>
                          <a:pt x="1754" y="1724"/>
                        </a:cubicBezTo>
                        <a:cubicBezTo>
                          <a:pt x="1930" y="1939"/>
                          <a:pt x="2106" y="2102"/>
                          <a:pt x="2223" y="2343"/>
                        </a:cubicBezTo>
                        <a:cubicBezTo>
                          <a:pt x="2341" y="2578"/>
                          <a:pt x="2445" y="2819"/>
                          <a:pt x="2569" y="3047"/>
                        </a:cubicBezTo>
                        <a:cubicBezTo>
                          <a:pt x="2600" y="3106"/>
                          <a:pt x="2661" y="3133"/>
                          <a:pt x="2722" y="3133"/>
                        </a:cubicBezTo>
                        <a:cubicBezTo>
                          <a:pt x="2817" y="3133"/>
                          <a:pt x="2913" y="3069"/>
                          <a:pt x="2901" y="2962"/>
                        </a:cubicBezTo>
                        <a:cubicBezTo>
                          <a:pt x="2862" y="2610"/>
                          <a:pt x="2803" y="2259"/>
                          <a:pt x="2725" y="1913"/>
                        </a:cubicBezTo>
                        <a:cubicBezTo>
                          <a:pt x="2634" y="1535"/>
                          <a:pt x="2647" y="1209"/>
                          <a:pt x="2419" y="864"/>
                        </a:cubicBezTo>
                        <a:cubicBezTo>
                          <a:pt x="2125" y="419"/>
                          <a:pt x="1521" y="1"/>
                          <a:pt x="9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90"/>
                  <p:cNvSpPr/>
                  <p:nvPr/>
                </p:nvSpPr>
                <p:spPr>
                  <a:xfrm>
                    <a:off x="3208642" y="2004306"/>
                    <a:ext cx="112048" cy="95688"/>
                  </a:xfrm>
                  <a:custGeom>
                    <a:rect b="b" l="l" r="r" t="t"/>
                    <a:pathLst>
                      <a:path extrusionOk="0" h="3790" w="4438">
                        <a:moveTo>
                          <a:pt x="2084" y="0"/>
                        </a:moveTo>
                        <a:cubicBezTo>
                          <a:pt x="703" y="0"/>
                          <a:pt x="1" y="2377"/>
                          <a:pt x="1088" y="3357"/>
                        </a:cubicBezTo>
                        <a:cubicBezTo>
                          <a:pt x="1421" y="3658"/>
                          <a:pt x="1810" y="3790"/>
                          <a:pt x="2199" y="3790"/>
                        </a:cubicBezTo>
                        <a:cubicBezTo>
                          <a:pt x="2967" y="3790"/>
                          <a:pt x="3733" y="3275"/>
                          <a:pt x="4066" y="2523"/>
                        </a:cubicBezTo>
                        <a:cubicBezTo>
                          <a:pt x="4307" y="1982"/>
                          <a:pt x="4438" y="1382"/>
                          <a:pt x="4073" y="854"/>
                        </a:cubicBezTo>
                        <a:cubicBezTo>
                          <a:pt x="3897" y="600"/>
                          <a:pt x="3050" y="92"/>
                          <a:pt x="2215" y="7"/>
                        </a:cubicBezTo>
                        <a:cubicBezTo>
                          <a:pt x="2171" y="2"/>
                          <a:pt x="2127"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90"/>
                  <p:cNvSpPr/>
                  <p:nvPr/>
                </p:nvSpPr>
                <p:spPr>
                  <a:xfrm>
                    <a:off x="3231894" y="1962345"/>
                    <a:ext cx="34816" cy="27520"/>
                  </a:xfrm>
                  <a:custGeom>
                    <a:rect b="b" l="l" r="r" t="t"/>
                    <a:pathLst>
                      <a:path extrusionOk="0" h="1090" w="1379">
                        <a:moveTo>
                          <a:pt x="983" y="0"/>
                        </a:moveTo>
                        <a:cubicBezTo>
                          <a:pt x="954" y="0"/>
                          <a:pt x="925" y="5"/>
                          <a:pt x="897" y="14"/>
                        </a:cubicBezTo>
                        <a:cubicBezTo>
                          <a:pt x="727" y="66"/>
                          <a:pt x="643" y="164"/>
                          <a:pt x="506" y="255"/>
                        </a:cubicBezTo>
                        <a:cubicBezTo>
                          <a:pt x="382" y="333"/>
                          <a:pt x="271" y="418"/>
                          <a:pt x="180" y="522"/>
                        </a:cubicBezTo>
                        <a:cubicBezTo>
                          <a:pt x="0" y="721"/>
                          <a:pt x="104" y="1089"/>
                          <a:pt x="399" y="1089"/>
                        </a:cubicBezTo>
                        <a:cubicBezTo>
                          <a:pt x="404" y="1089"/>
                          <a:pt x="409" y="1089"/>
                          <a:pt x="414" y="1089"/>
                        </a:cubicBezTo>
                        <a:cubicBezTo>
                          <a:pt x="656" y="1083"/>
                          <a:pt x="903" y="1070"/>
                          <a:pt x="1144" y="1037"/>
                        </a:cubicBezTo>
                        <a:cubicBezTo>
                          <a:pt x="1275" y="1004"/>
                          <a:pt x="1359" y="887"/>
                          <a:pt x="1359" y="757"/>
                        </a:cubicBezTo>
                        <a:cubicBezTo>
                          <a:pt x="1366" y="639"/>
                          <a:pt x="1353" y="522"/>
                          <a:pt x="1327" y="405"/>
                        </a:cubicBezTo>
                        <a:cubicBezTo>
                          <a:pt x="1378" y="200"/>
                          <a:pt x="1181" y="0"/>
                          <a:pt x="9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90"/>
                  <p:cNvSpPr/>
                  <p:nvPr/>
                </p:nvSpPr>
                <p:spPr>
                  <a:xfrm>
                    <a:off x="3213716" y="1922782"/>
                    <a:ext cx="36887" cy="56504"/>
                  </a:xfrm>
                  <a:custGeom>
                    <a:rect b="b" l="l" r="r" t="t"/>
                    <a:pathLst>
                      <a:path extrusionOk="0" h="2238" w="1461">
                        <a:moveTo>
                          <a:pt x="1211" y="0"/>
                        </a:moveTo>
                        <a:cubicBezTo>
                          <a:pt x="1200" y="0"/>
                          <a:pt x="1188" y="6"/>
                          <a:pt x="1180" y="17"/>
                        </a:cubicBezTo>
                        <a:cubicBezTo>
                          <a:pt x="1164" y="14"/>
                          <a:pt x="1148" y="12"/>
                          <a:pt x="1131" y="12"/>
                        </a:cubicBezTo>
                        <a:cubicBezTo>
                          <a:pt x="1109" y="12"/>
                          <a:pt x="1086" y="15"/>
                          <a:pt x="1063" y="23"/>
                        </a:cubicBezTo>
                        <a:cubicBezTo>
                          <a:pt x="202" y="277"/>
                          <a:pt x="0" y="1300"/>
                          <a:pt x="157" y="2063"/>
                        </a:cubicBezTo>
                        <a:cubicBezTo>
                          <a:pt x="181" y="2182"/>
                          <a:pt x="278" y="2237"/>
                          <a:pt x="379" y="2237"/>
                        </a:cubicBezTo>
                        <a:cubicBezTo>
                          <a:pt x="465" y="2237"/>
                          <a:pt x="555" y="2197"/>
                          <a:pt x="607" y="2122"/>
                        </a:cubicBezTo>
                        <a:cubicBezTo>
                          <a:pt x="939" y="1626"/>
                          <a:pt x="1226" y="1092"/>
                          <a:pt x="1265" y="512"/>
                        </a:cubicBezTo>
                        <a:cubicBezTo>
                          <a:pt x="1460" y="401"/>
                          <a:pt x="1408" y="127"/>
                          <a:pt x="1245" y="43"/>
                        </a:cubicBezTo>
                        <a:lnTo>
                          <a:pt x="1245" y="30"/>
                        </a:lnTo>
                        <a:cubicBezTo>
                          <a:pt x="1241" y="11"/>
                          <a:pt x="1227" y="0"/>
                          <a:pt x="1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90"/>
                  <p:cNvSpPr/>
                  <p:nvPr/>
                </p:nvSpPr>
                <p:spPr>
                  <a:xfrm>
                    <a:off x="3223260" y="2111002"/>
                    <a:ext cx="48677" cy="50091"/>
                  </a:xfrm>
                  <a:custGeom>
                    <a:rect b="b" l="l" r="r" t="t"/>
                    <a:pathLst>
                      <a:path extrusionOk="0" h="1984" w="1928">
                        <a:moveTo>
                          <a:pt x="518" y="0"/>
                        </a:moveTo>
                        <a:cubicBezTo>
                          <a:pt x="445" y="0"/>
                          <a:pt x="372" y="10"/>
                          <a:pt x="300" y="31"/>
                        </a:cubicBezTo>
                        <a:cubicBezTo>
                          <a:pt x="124" y="76"/>
                          <a:pt x="13" y="252"/>
                          <a:pt x="39" y="435"/>
                        </a:cubicBezTo>
                        <a:cubicBezTo>
                          <a:pt x="20" y="487"/>
                          <a:pt x="13" y="545"/>
                          <a:pt x="7" y="611"/>
                        </a:cubicBezTo>
                        <a:cubicBezTo>
                          <a:pt x="0" y="910"/>
                          <a:pt x="33" y="1262"/>
                          <a:pt x="209" y="1517"/>
                        </a:cubicBezTo>
                        <a:cubicBezTo>
                          <a:pt x="431" y="1816"/>
                          <a:pt x="730" y="1842"/>
                          <a:pt x="1082" y="1953"/>
                        </a:cubicBezTo>
                        <a:cubicBezTo>
                          <a:pt x="1153" y="1974"/>
                          <a:pt x="1224" y="1984"/>
                          <a:pt x="1291" y="1984"/>
                        </a:cubicBezTo>
                        <a:cubicBezTo>
                          <a:pt x="1647" y="1984"/>
                          <a:pt x="1927" y="1713"/>
                          <a:pt x="1812" y="1341"/>
                        </a:cubicBezTo>
                        <a:cubicBezTo>
                          <a:pt x="1688" y="943"/>
                          <a:pt x="1421" y="441"/>
                          <a:pt x="1043" y="181"/>
                        </a:cubicBezTo>
                        <a:cubicBezTo>
                          <a:pt x="952" y="96"/>
                          <a:pt x="841" y="44"/>
                          <a:pt x="717" y="24"/>
                        </a:cubicBezTo>
                        <a:cubicBezTo>
                          <a:pt x="652" y="9"/>
                          <a:pt x="585" y="0"/>
                          <a:pt x="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90"/>
                  <p:cNvSpPr/>
                  <p:nvPr/>
                </p:nvSpPr>
                <p:spPr>
                  <a:xfrm>
                    <a:off x="3223260" y="2164148"/>
                    <a:ext cx="48677" cy="50116"/>
                  </a:xfrm>
                  <a:custGeom>
                    <a:rect b="b" l="l" r="r" t="t"/>
                    <a:pathLst>
                      <a:path extrusionOk="0" h="1985" w="1928">
                        <a:moveTo>
                          <a:pt x="518" y="1"/>
                        </a:moveTo>
                        <a:cubicBezTo>
                          <a:pt x="445" y="1"/>
                          <a:pt x="372" y="10"/>
                          <a:pt x="300" y="31"/>
                        </a:cubicBezTo>
                        <a:cubicBezTo>
                          <a:pt x="124" y="76"/>
                          <a:pt x="13" y="252"/>
                          <a:pt x="39" y="428"/>
                        </a:cubicBezTo>
                        <a:cubicBezTo>
                          <a:pt x="20" y="487"/>
                          <a:pt x="13" y="546"/>
                          <a:pt x="7" y="611"/>
                        </a:cubicBezTo>
                        <a:cubicBezTo>
                          <a:pt x="0" y="911"/>
                          <a:pt x="33" y="1263"/>
                          <a:pt x="209" y="1517"/>
                        </a:cubicBezTo>
                        <a:cubicBezTo>
                          <a:pt x="431" y="1817"/>
                          <a:pt x="730" y="1843"/>
                          <a:pt x="1082" y="1953"/>
                        </a:cubicBezTo>
                        <a:cubicBezTo>
                          <a:pt x="1153" y="1974"/>
                          <a:pt x="1224" y="1984"/>
                          <a:pt x="1291" y="1984"/>
                        </a:cubicBezTo>
                        <a:cubicBezTo>
                          <a:pt x="1647" y="1984"/>
                          <a:pt x="1927" y="1713"/>
                          <a:pt x="1812" y="1341"/>
                        </a:cubicBezTo>
                        <a:cubicBezTo>
                          <a:pt x="1688" y="943"/>
                          <a:pt x="1421" y="441"/>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0"/>
                  <p:cNvSpPr/>
                  <p:nvPr/>
                </p:nvSpPr>
                <p:spPr>
                  <a:xfrm>
                    <a:off x="3223260" y="2217294"/>
                    <a:ext cx="48677" cy="50116"/>
                  </a:xfrm>
                  <a:custGeom>
                    <a:rect b="b" l="l" r="r" t="t"/>
                    <a:pathLst>
                      <a:path extrusionOk="0" h="1985" w="1928">
                        <a:moveTo>
                          <a:pt x="518" y="1"/>
                        </a:moveTo>
                        <a:cubicBezTo>
                          <a:pt x="445" y="1"/>
                          <a:pt x="372" y="10"/>
                          <a:pt x="300" y="31"/>
                        </a:cubicBezTo>
                        <a:cubicBezTo>
                          <a:pt x="124" y="77"/>
                          <a:pt x="13" y="253"/>
                          <a:pt x="39" y="428"/>
                        </a:cubicBezTo>
                        <a:cubicBezTo>
                          <a:pt x="20" y="487"/>
                          <a:pt x="13" y="546"/>
                          <a:pt x="7" y="611"/>
                        </a:cubicBezTo>
                        <a:cubicBezTo>
                          <a:pt x="0" y="911"/>
                          <a:pt x="33" y="1263"/>
                          <a:pt x="209" y="1517"/>
                        </a:cubicBezTo>
                        <a:cubicBezTo>
                          <a:pt x="431" y="1817"/>
                          <a:pt x="730" y="1843"/>
                          <a:pt x="1082" y="1954"/>
                        </a:cubicBezTo>
                        <a:cubicBezTo>
                          <a:pt x="1153" y="1974"/>
                          <a:pt x="1224" y="1984"/>
                          <a:pt x="1291" y="1984"/>
                        </a:cubicBezTo>
                        <a:cubicBezTo>
                          <a:pt x="1647" y="1984"/>
                          <a:pt x="1927" y="1713"/>
                          <a:pt x="1812" y="1341"/>
                        </a:cubicBezTo>
                        <a:cubicBezTo>
                          <a:pt x="1688" y="943"/>
                          <a:pt x="1421" y="442"/>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90"/>
                  <p:cNvSpPr/>
                  <p:nvPr/>
                </p:nvSpPr>
                <p:spPr>
                  <a:xfrm>
                    <a:off x="3277567" y="2111532"/>
                    <a:ext cx="31585" cy="42795"/>
                  </a:xfrm>
                  <a:custGeom>
                    <a:rect b="b" l="l" r="r" t="t"/>
                    <a:pathLst>
                      <a:path extrusionOk="0" h="1695" w="1251">
                        <a:moveTo>
                          <a:pt x="794" y="0"/>
                        </a:moveTo>
                        <a:cubicBezTo>
                          <a:pt x="641" y="0"/>
                          <a:pt x="488" y="89"/>
                          <a:pt x="417" y="290"/>
                        </a:cubicBezTo>
                        <a:cubicBezTo>
                          <a:pt x="359" y="453"/>
                          <a:pt x="287" y="616"/>
                          <a:pt x="209" y="772"/>
                        </a:cubicBezTo>
                        <a:cubicBezTo>
                          <a:pt x="91" y="1020"/>
                          <a:pt x="0" y="1248"/>
                          <a:pt x="131" y="1496"/>
                        </a:cubicBezTo>
                        <a:cubicBezTo>
                          <a:pt x="204" y="1637"/>
                          <a:pt x="341" y="1694"/>
                          <a:pt x="483" y="1694"/>
                        </a:cubicBezTo>
                        <a:cubicBezTo>
                          <a:pt x="517" y="1694"/>
                          <a:pt x="552" y="1691"/>
                          <a:pt x="587" y="1685"/>
                        </a:cubicBezTo>
                        <a:cubicBezTo>
                          <a:pt x="1050" y="1600"/>
                          <a:pt x="1141" y="883"/>
                          <a:pt x="1199" y="505"/>
                        </a:cubicBezTo>
                        <a:cubicBezTo>
                          <a:pt x="1250" y="197"/>
                          <a:pt x="1023" y="0"/>
                          <a:pt x="7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90"/>
                  <p:cNvSpPr/>
                  <p:nvPr/>
                </p:nvSpPr>
                <p:spPr>
                  <a:xfrm>
                    <a:off x="3281632" y="2152635"/>
                    <a:ext cx="30499" cy="45849"/>
                  </a:xfrm>
                  <a:custGeom>
                    <a:rect b="b" l="l" r="r" t="t"/>
                    <a:pathLst>
                      <a:path extrusionOk="0" h="1816" w="1208">
                        <a:moveTo>
                          <a:pt x="951" y="0"/>
                        </a:moveTo>
                        <a:cubicBezTo>
                          <a:pt x="876" y="0"/>
                          <a:pt x="804" y="36"/>
                          <a:pt x="765" y="122"/>
                        </a:cubicBezTo>
                        <a:cubicBezTo>
                          <a:pt x="667" y="330"/>
                          <a:pt x="556" y="526"/>
                          <a:pt x="419" y="715"/>
                        </a:cubicBezTo>
                        <a:cubicBezTo>
                          <a:pt x="295" y="904"/>
                          <a:pt x="126" y="1047"/>
                          <a:pt x="67" y="1269"/>
                        </a:cubicBezTo>
                        <a:cubicBezTo>
                          <a:pt x="1" y="1546"/>
                          <a:pt x="225" y="1815"/>
                          <a:pt x="486" y="1815"/>
                        </a:cubicBezTo>
                        <a:cubicBezTo>
                          <a:pt x="556" y="1815"/>
                          <a:pt x="629" y="1795"/>
                          <a:pt x="700" y="1751"/>
                        </a:cubicBezTo>
                        <a:cubicBezTo>
                          <a:pt x="1162" y="1464"/>
                          <a:pt x="1208" y="728"/>
                          <a:pt x="1208" y="239"/>
                        </a:cubicBezTo>
                        <a:cubicBezTo>
                          <a:pt x="1208" y="101"/>
                          <a:pt x="1075" y="0"/>
                          <a:pt x="9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90"/>
                  <p:cNvSpPr/>
                  <p:nvPr/>
                </p:nvSpPr>
                <p:spPr>
                  <a:xfrm>
                    <a:off x="3282339" y="2198561"/>
                    <a:ext cx="37366" cy="43198"/>
                  </a:xfrm>
                  <a:custGeom>
                    <a:rect b="b" l="l" r="r" t="t"/>
                    <a:pathLst>
                      <a:path extrusionOk="0" h="1711" w="1480">
                        <a:moveTo>
                          <a:pt x="1209" y="0"/>
                        </a:moveTo>
                        <a:cubicBezTo>
                          <a:pt x="1128" y="0"/>
                          <a:pt x="1043" y="37"/>
                          <a:pt x="997" y="102"/>
                        </a:cubicBezTo>
                        <a:cubicBezTo>
                          <a:pt x="782" y="395"/>
                          <a:pt x="528" y="662"/>
                          <a:pt x="241" y="884"/>
                        </a:cubicBezTo>
                        <a:cubicBezTo>
                          <a:pt x="0" y="1086"/>
                          <a:pt x="91" y="1496"/>
                          <a:pt x="339" y="1646"/>
                        </a:cubicBezTo>
                        <a:cubicBezTo>
                          <a:pt x="416" y="1691"/>
                          <a:pt x="494" y="1711"/>
                          <a:pt x="570" y="1711"/>
                        </a:cubicBezTo>
                        <a:cubicBezTo>
                          <a:pt x="737" y="1711"/>
                          <a:pt x="892" y="1614"/>
                          <a:pt x="1004" y="1470"/>
                        </a:cubicBezTo>
                        <a:cubicBezTo>
                          <a:pt x="1304" y="1073"/>
                          <a:pt x="1480" y="662"/>
                          <a:pt x="1401" y="154"/>
                        </a:cubicBezTo>
                        <a:cubicBezTo>
                          <a:pt x="1384" y="47"/>
                          <a:pt x="1299" y="0"/>
                          <a:pt x="1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90"/>
                  <p:cNvSpPr/>
                  <p:nvPr/>
                </p:nvSpPr>
                <p:spPr>
                  <a:xfrm>
                    <a:off x="3284636" y="2250924"/>
                    <a:ext cx="32595" cy="36028"/>
                  </a:xfrm>
                  <a:custGeom>
                    <a:rect b="b" l="l" r="r" t="t"/>
                    <a:pathLst>
                      <a:path extrusionOk="0" h="1427" w="1291">
                        <a:moveTo>
                          <a:pt x="1100" y="1"/>
                        </a:moveTo>
                        <a:cubicBezTo>
                          <a:pt x="1071" y="1"/>
                          <a:pt x="1041" y="9"/>
                          <a:pt x="1011" y="28"/>
                        </a:cubicBezTo>
                        <a:cubicBezTo>
                          <a:pt x="939" y="68"/>
                          <a:pt x="861" y="81"/>
                          <a:pt x="789" y="120"/>
                        </a:cubicBezTo>
                        <a:cubicBezTo>
                          <a:pt x="704" y="168"/>
                          <a:pt x="625" y="228"/>
                          <a:pt x="552" y="288"/>
                        </a:cubicBezTo>
                        <a:lnTo>
                          <a:pt x="552" y="288"/>
                        </a:lnTo>
                        <a:cubicBezTo>
                          <a:pt x="552" y="288"/>
                          <a:pt x="552" y="288"/>
                          <a:pt x="552" y="288"/>
                        </a:cubicBezTo>
                        <a:lnTo>
                          <a:pt x="552" y="288"/>
                        </a:lnTo>
                        <a:cubicBezTo>
                          <a:pt x="549" y="288"/>
                          <a:pt x="483" y="335"/>
                          <a:pt x="483" y="335"/>
                        </a:cubicBezTo>
                        <a:cubicBezTo>
                          <a:pt x="444" y="361"/>
                          <a:pt x="411" y="380"/>
                          <a:pt x="372" y="400"/>
                        </a:cubicBezTo>
                        <a:cubicBezTo>
                          <a:pt x="248" y="452"/>
                          <a:pt x="150" y="543"/>
                          <a:pt x="85" y="661"/>
                        </a:cubicBezTo>
                        <a:cubicBezTo>
                          <a:pt x="0" y="817"/>
                          <a:pt x="0" y="1013"/>
                          <a:pt x="85" y="1176"/>
                        </a:cubicBezTo>
                        <a:cubicBezTo>
                          <a:pt x="163" y="1301"/>
                          <a:pt x="323" y="1426"/>
                          <a:pt x="484" y="1426"/>
                        </a:cubicBezTo>
                        <a:cubicBezTo>
                          <a:pt x="499" y="1426"/>
                          <a:pt x="514" y="1425"/>
                          <a:pt x="528" y="1423"/>
                        </a:cubicBezTo>
                        <a:cubicBezTo>
                          <a:pt x="770" y="1397"/>
                          <a:pt x="939" y="1312"/>
                          <a:pt x="1063" y="1091"/>
                        </a:cubicBezTo>
                        <a:cubicBezTo>
                          <a:pt x="1115" y="993"/>
                          <a:pt x="1167" y="895"/>
                          <a:pt x="1206" y="791"/>
                        </a:cubicBezTo>
                        <a:cubicBezTo>
                          <a:pt x="1252" y="680"/>
                          <a:pt x="1278" y="563"/>
                          <a:pt x="1284" y="446"/>
                        </a:cubicBezTo>
                        <a:cubicBezTo>
                          <a:pt x="1291" y="380"/>
                          <a:pt x="1265" y="276"/>
                          <a:pt x="1271" y="231"/>
                        </a:cubicBezTo>
                        <a:cubicBezTo>
                          <a:pt x="1287" y="118"/>
                          <a:pt x="1205"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90"/>
                  <p:cNvSpPr/>
                  <p:nvPr/>
                </p:nvSpPr>
                <p:spPr>
                  <a:xfrm>
                    <a:off x="3280900" y="2303136"/>
                    <a:ext cx="46708" cy="110155"/>
                  </a:xfrm>
                  <a:custGeom>
                    <a:rect b="b" l="l" r="r" t="t"/>
                    <a:pathLst>
                      <a:path extrusionOk="0" h="4363" w="1850">
                        <a:moveTo>
                          <a:pt x="862" y="0"/>
                        </a:moveTo>
                        <a:cubicBezTo>
                          <a:pt x="440" y="0"/>
                          <a:pt x="1" y="341"/>
                          <a:pt x="188" y="822"/>
                        </a:cubicBezTo>
                        <a:cubicBezTo>
                          <a:pt x="624" y="1936"/>
                          <a:pt x="670" y="3175"/>
                          <a:pt x="1120" y="4269"/>
                        </a:cubicBezTo>
                        <a:cubicBezTo>
                          <a:pt x="1136" y="4331"/>
                          <a:pt x="1190" y="4362"/>
                          <a:pt x="1243" y="4362"/>
                        </a:cubicBezTo>
                        <a:cubicBezTo>
                          <a:pt x="1297" y="4362"/>
                          <a:pt x="1351" y="4331"/>
                          <a:pt x="1367" y="4269"/>
                        </a:cubicBezTo>
                        <a:cubicBezTo>
                          <a:pt x="1850" y="3103"/>
                          <a:pt x="1810" y="1669"/>
                          <a:pt x="1485" y="470"/>
                        </a:cubicBezTo>
                        <a:cubicBezTo>
                          <a:pt x="1396" y="139"/>
                          <a:pt x="1132" y="0"/>
                          <a:pt x="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0"/>
                  <p:cNvSpPr/>
                  <p:nvPr/>
                </p:nvSpPr>
                <p:spPr>
                  <a:xfrm>
                    <a:off x="3277668" y="2420915"/>
                    <a:ext cx="52086" cy="138331"/>
                  </a:xfrm>
                  <a:custGeom>
                    <a:rect b="b" l="l" r="r" t="t"/>
                    <a:pathLst>
                      <a:path extrusionOk="0" h="5479" w="2063">
                        <a:moveTo>
                          <a:pt x="640" y="0"/>
                        </a:moveTo>
                        <a:cubicBezTo>
                          <a:pt x="310" y="0"/>
                          <a:pt x="1" y="279"/>
                          <a:pt x="94" y="699"/>
                        </a:cubicBezTo>
                        <a:cubicBezTo>
                          <a:pt x="270" y="1521"/>
                          <a:pt x="570" y="2257"/>
                          <a:pt x="550" y="3117"/>
                        </a:cubicBezTo>
                        <a:cubicBezTo>
                          <a:pt x="531" y="3821"/>
                          <a:pt x="407" y="4525"/>
                          <a:pt x="531" y="5216"/>
                        </a:cubicBezTo>
                        <a:cubicBezTo>
                          <a:pt x="562" y="5396"/>
                          <a:pt x="710" y="5478"/>
                          <a:pt x="864" y="5478"/>
                        </a:cubicBezTo>
                        <a:cubicBezTo>
                          <a:pt x="995" y="5478"/>
                          <a:pt x="1130" y="5418"/>
                          <a:pt x="1202" y="5307"/>
                        </a:cubicBezTo>
                        <a:cubicBezTo>
                          <a:pt x="2062" y="3997"/>
                          <a:pt x="2030" y="1540"/>
                          <a:pt x="1130" y="263"/>
                        </a:cubicBezTo>
                        <a:cubicBezTo>
                          <a:pt x="1001" y="81"/>
                          <a:pt x="818" y="0"/>
                          <a:pt x="6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90"/>
                  <p:cNvSpPr/>
                  <p:nvPr/>
                </p:nvSpPr>
                <p:spPr>
                  <a:xfrm>
                    <a:off x="3223260" y="2340073"/>
                    <a:ext cx="54232" cy="195416"/>
                  </a:xfrm>
                  <a:custGeom>
                    <a:rect b="b" l="l" r="r" t="t"/>
                    <a:pathLst>
                      <a:path extrusionOk="0" h="7740" w="2148">
                        <a:moveTo>
                          <a:pt x="1084" y="1"/>
                        </a:moveTo>
                        <a:cubicBezTo>
                          <a:pt x="673" y="1"/>
                          <a:pt x="261" y="271"/>
                          <a:pt x="242" y="812"/>
                        </a:cubicBezTo>
                        <a:cubicBezTo>
                          <a:pt x="170" y="3002"/>
                          <a:pt x="0" y="5818"/>
                          <a:pt x="1454" y="7623"/>
                        </a:cubicBezTo>
                        <a:cubicBezTo>
                          <a:pt x="1519" y="7704"/>
                          <a:pt x="1611" y="7739"/>
                          <a:pt x="1707" y="7739"/>
                        </a:cubicBezTo>
                        <a:cubicBezTo>
                          <a:pt x="1919" y="7739"/>
                          <a:pt x="2148" y="7567"/>
                          <a:pt x="2125" y="7343"/>
                        </a:cubicBezTo>
                        <a:cubicBezTo>
                          <a:pt x="1910" y="5153"/>
                          <a:pt x="1982" y="3009"/>
                          <a:pt x="1917" y="812"/>
                        </a:cubicBezTo>
                        <a:cubicBezTo>
                          <a:pt x="1904" y="271"/>
                          <a:pt x="1495" y="1"/>
                          <a:pt x="10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90"/>
                  <p:cNvSpPr/>
                  <p:nvPr/>
                </p:nvSpPr>
                <p:spPr>
                  <a:xfrm>
                    <a:off x="3264893" y="2604843"/>
                    <a:ext cx="42138" cy="127348"/>
                  </a:xfrm>
                  <a:custGeom>
                    <a:rect b="b" l="l" r="r" t="t"/>
                    <a:pathLst>
                      <a:path extrusionOk="0" h="5044" w="1669">
                        <a:moveTo>
                          <a:pt x="883" y="1"/>
                        </a:moveTo>
                        <a:cubicBezTo>
                          <a:pt x="736" y="1"/>
                          <a:pt x="594" y="68"/>
                          <a:pt x="515" y="219"/>
                        </a:cubicBezTo>
                        <a:cubicBezTo>
                          <a:pt x="183" y="857"/>
                          <a:pt x="346" y="1750"/>
                          <a:pt x="274" y="2454"/>
                        </a:cubicBezTo>
                        <a:cubicBezTo>
                          <a:pt x="189" y="3223"/>
                          <a:pt x="0" y="4155"/>
                          <a:pt x="228" y="4905"/>
                        </a:cubicBezTo>
                        <a:cubicBezTo>
                          <a:pt x="256" y="4999"/>
                          <a:pt x="328" y="5043"/>
                          <a:pt x="403" y="5043"/>
                        </a:cubicBezTo>
                        <a:cubicBezTo>
                          <a:pt x="468" y="5043"/>
                          <a:pt x="535" y="5011"/>
                          <a:pt x="580" y="4950"/>
                        </a:cubicBezTo>
                        <a:cubicBezTo>
                          <a:pt x="1102" y="4253"/>
                          <a:pt x="1219" y="3171"/>
                          <a:pt x="1349" y="2324"/>
                        </a:cubicBezTo>
                        <a:cubicBezTo>
                          <a:pt x="1441" y="1679"/>
                          <a:pt x="1669" y="805"/>
                          <a:pt x="1297" y="219"/>
                        </a:cubicBezTo>
                        <a:cubicBezTo>
                          <a:pt x="1206" y="80"/>
                          <a:pt x="1042" y="1"/>
                          <a:pt x="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90"/>
                  <p:cNvSpPr/>
                  <p:nvPr/>
                </p:nvSpPr>
                <p:spPr>
                  <a:xfrm>
                    <a:off x="3233965" y="2559398"/>
                    <a:ext cx="40270" cy="181151"/>
                  </a:xfrm>
                  <a:custGeom>
                    <a:rect b="b" l="l" r="r" t="t"/>
                    <a:pathLst>
                      <a:path extrusionOk="0" h="7175" w="1595">
                        <a:moveTo>
                          <a:pt x="1069" y="1"/>
                        </a:moveTo>
                        <a:cubicBezTo>
                          <a:pt x="1019" y="1"/>
                          <a:pt x="968" y="10"/>
                          <a:pt x="919" y="31"/>
                        </a:cubicBezTo>
                        <a:lnTo>
                          <a:pt x="828" y="70"/>
                        </a:lnTo>
                        <a:cubicBezTo>
                          <a:pt x="567" y="174"/>
                          <a:pt x="417" y="350"/>
                          <a:pt x="398" y="637"/>
                        </a:cubicBezTo>
                        <a:cubicBezTo>
                          <a:pt x="378" y="982"/>
                          <a:pt x="111" y="1576"/>
                          <a:pt x="72" y="2025"/>
                        </a:cubicBezTo>
                        <a:cubicBezTo>
                          <a:pt x="7" y="2657"/>
                          <a:pt x="0" y="3283"/>
                          <a:pt x="46" y="3915"/>
                        </a:cubicBezTo>
                        <a:cubicBezTo>
                          <a:pt x="111" y="4587"/>
                          <a:pt x="176" y="5277"/>
                          <a:pt x="332" y="5942"/>
                        </a:cubicBezTo>
                        <a:cubicBezTo>
                          <a:pt x="430" y="6353"/>
                          <a:pt x="476" y="6855"/>
                          <a:pt x="821" y="7141"/>
                        </a:cubicBezTo>
                        <a:cubicBezTo>
                          <a:pt x="844" y="7164"/>
                          <a:pt x="872" y="7174"/>
                          <a:pt x="900" y="7174"/>
                        </a:cubicBezTo>
                        <a:cubicBezTo>
                          <a:pt x="937" y="7174"/>
                          <a:pt x="975" y="7156"/>
                          <a:pt x="997" y="7122"/>
                        </a:cubicBezTo>
                        <a:cubicBezTo>
                          <a:pt x="1238" y="6692"/>
                          <a:pt x="1102" y="6112"/>
                          <a:pt x="1075" y="5636"/>
                        </a:cubicBezTo>
                        <a:cubicBezTo>
                          <a:pt x="1043" y="4991"/>
                          <a:pt x="1017" y="4339"/>
                          <a:pt x="1010" y="3694"/>
                        </a:cubicBezTo>
                        <a:cubicBezTo>
                          <a:pt x="1004" y="3009"/>
                          <a:pt x="997" y="2292"/>
                          <a:pt x="1167" y="1628"/>
                        </a:cubicBezTo>
                        <a:cubicBezTo>
                          <a:pt x="1232" y="1380"/>
                          <a:pt x="1258" y="1204"/>
                          <a:pt x="1408" y="1054"/>
                        </a:cubicBezTo>
                        <a:cubicBezTo>
                          <a:pt x="1551" y="911"/>
                          <a:pt x="1571" y="728"/>
                          <a:pt x="1584" y="533"/>
                        </a:cubicBezTo>
                        <a:cubicBezTo>
                          <a:pt x="1595" y="269"/>
                          <a:pt x="1337" y="1"/>
                          <a:pt x="1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90"/>
                  <p:cNvSpPr/>
                  <p:nvPr/>
                </p:nvSpPr>
                <p:spPr>
                  <a:xfrm>
                    <a:off x="3097199" y="1655184"/>
                    <a:ext cx="106342" cy="74834"/>
                  </a:xfrm>
                  <a:custGeom>
                    <a:rect b="b" l="l" r="r" t="t"/>
                    <a:pathLst>
                      <a:path extrusionOk="0" h="2964" w="4212">
                        <a:moveTo>
                          <a:pt x="2110" y="1"/>
                        </a:moveTo>
                        <a:cubicBezTo>
                          <a:pt x="1412" y="1"/>
                          <a:pt x="712" y="469"/>
                          <a:pt x="444" y="1106"/>
                        </a:cubicBezTo>
                        <a:cubicBezTo>
                          <a:pt x="229" y="1602"/>
                          <a:pt x="86" y="2117"/>
                          <a:pt x="1" y="2645"/>
                        </a:cubicBezTo>
                        <a:cubicBezTo>
                          <a:pt x="451" y="2182"/>
                          <a:pt x="1070" y="1921"/>
                          <a:pt x="1715" y="1921"/>
                        </a:cubicBezTo>
                        <a:cubicBezTo>
                          <a:pt x="2504" y="1928"/>
                          <a:pt x="3234" y="2312"/>
                          <a:pt x="3683" y="2964"/>
                        </a:cubicBezTo>
                        <a:cubicBezTo>
                          <a:pt x="3729" y="2847"/>
                          <a:pt x="3775" y="2736"/>
                          <a:pt x="3833" y="2619"/>
                        </a:cubicBezTo>
                        <a:cubicBezTo>
                          <a:pt x="4211" y="1823"/>
                          <a:pt x="3892" y="989"/>
                          <a:pt x="3299" y="416"/>
                        </a:cubicBezTo>
                        <a:cubicBezTo>
                          <a:pt x="3058" y="181"/>
                          <a:pt x="2738" y="90"/>
                          <a:pt x="2412" y="31"/>
                        </a:cubicBezTo>
                        <a:cubicBezTo>
                          <a:pt x="2312" y="10"/>
                          <a:pt x="2211" y="1"/>
                          <a:pt x="2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90"/>
                  <p:cNvSpPr/>
                  <p:nvPr/>
                </p:nvSpPr>
                <p:spPr>
                  <a:xfrm>
                    <a:off x="3104117" y="1802074"/>
                    <a:ext cx="103868" cy="80994"/>
                  </a:xfrm>
                  <a:custGeom>
                    <a:rect b="b" l="l" r="r" t="t"/>
                    <a:pathLst>
                      <a:path extrusionOk="0" h="3208" w="4114">
                        <a:moveTo>
                          <a:pt x="3312" y="1"/>
                        </a:moveTo>
                        <a:cubicBezTo>
                          <a:pt x="2855" y="574"/>
                          <a:pt x="2165" y="907"/>
                          <a:pt x="1435" y="913"/>
                        </a:cubicBezTo>
                        <a:cubicBezTo>
                          <a:pt x="920" y="913"/>
                          <a:pt x="418" y="737"/>
                          <a:pt x="1" y="424"/>
                        </a:cubicBezTo>
                        <a:lnTo>
                          <a:pt x="1" y="424"/>
                        </a:lnTo>
                        <a:cubicBezTo>
                          <a:pt x="397" y="1687"/>
                          <a:pt x="1621" y="3207"/>
                          <a:pt x="3010" y="3207"/>
                        </a:cubicBezTo>
                        <a:cubicBezTo>
                          <a:pt x="3084" y="3207"/>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0"/>
                  <p:cNvSpPr/>
                  <p:nvPr/>
                </p:nvSpPr>
                <p:spPr>
                  <a:xfrm>
                    <a:off x="3097199" y="1736910"/>
                    <a:ext cx="70617" cy="70617"/>
                  </a:xfrm>
                  <a:custGeom>
                    <a:rect b="b" l="l" r="r" t="t"/>
                    <a:pathLst>
                      <a:path extrusionOk="0" fill="none" h="2797" w="2797">
                        <a:moveTo>
                          <a:pt x="2797" y="1200"/>
                        </a:moveTo>
                        <a:cubicBezTo>
                          <a:pt x="2797" y="2262"/>
                          <a:pt x="1506" y="2797"/>
                          <a:pt x="757" y="2041"/>
                        </a:cubicBezTo>
                        <a:cubicBezTo>
                          <a:pt x="1" y="1291"/>
                          <a:pt x="535" y="1"/>
                          <a:pt x="1604" y="7"/>
                        </a:cubicBezTo>
                        <a:cubicBezTo>
                          <a:pt x="2263" y="7"/>
                          <a:pt x="2797" y="542"/>
                          <a:pt x="2797"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90"/>
                  <p:cNvSpPr/>
                  <p:nvPr/>
                </p:nvSpPr>
                <p:spPr>
                  <a:xfrm>
                    <a:off x="3227527" y="1655184"/>
                    <a:ext cx="106342" cy="74834"/>
                  </a:xfrm>
                  <a:custGeom>
                    <a:rect b="b" l="l" r="r" t="t"/>
                    <a:pathLst>
                      <a:path extrusionOk="0" h="2964" w="4212">
                        <a:moveTo>
                          <a:pt x="2102" y="1"/>
                        </a:moveTo>
                        <a:cubicBezTo>
                          <a:pt x="2001" y="1"/>
                          <a:pt x="1900" y="10"/>
                          <a:pt x="1800" y="31"/>
                        </a:cubicBezTo>
                        <a:cubicBezTo>
                          <a:pt x="1474" y="90"/>
                          <a:pt x="1154" y="181"/>
                          <a:pt x="913" y="416"/>
                        </a:cubicBezTo>
                        <a:cubicBezTo>
                          <a:pt x="320" y="989"/>
                          <a:pt x="1" y="1823"/>
                          <a:pt x="385" y="2619"/>
                        </a:cubicBezTo>
                        <a:cubicBezTo>
                          <a:pt x="438" y="2729"/>
                          <a:pt x="483" y="2847"/>
                          <a:pt x="529" y="2964"/>
                        </a:cubicBezTo>
                        <a:cubicBezTo>
                          <a:pt x="978" y="2312"/>
                          <a:pt x="1715" y="1928"/>
                          <a:pt x="2497" y="1921"/>
                        </a:cubicBezTo>
                        <a:cubicBezTo>
                          <a:pt x="3142" y="1921"/>
                          <a:pt x="3761" y="2182"/>
                          <a:pt x="4211" y="2645"/>
                        </a:cubicBezTo>
                        <a:cubicBezTo>
                          <a:pt x="4126" y="2117"/>
                          <a:pt x="3983" y="1602"/>
                          <a:pt x="3775" y="1106"/>
                        </a:cubicBezTo>
                        <a:cubicBezTo>
                          <a:pt x="3501" y="469"/>
                          <a:pt x="2801"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90"/>
                  <p:cNvSpPr/>
                  <p:nvPr/>
                </p:nvSpPr>
                <p:spPr>
                  <a:xfrm>
                    <a:off x="3223083" y="1802074"/>
                    <a:ext cx="103868" cy="80994"/>
                  </a:xfrm>
                  <a:custGeom>
                    <a:rect b="b" l="l" r="r" t="t"/>
                    <a:pathLst>
                      <a:path extrusionOk="0" h="3208" w="4114">
                        <a:moveTo>
                          <a:pt x="803" y="1"/>
                        </a:moveTo>
                        <a:cubicBezTo>
                          <a:pt x="627" y="763"/>
                          <a:pt x="255" y="1428"/>
                          <a:pt x="99" y="2210"/>
                        </a:cubicBezTo>
                        <a:cubicBezTo>
                          <a:pt x="1" y="2686"/>
                          <a:pt x="425" y="3142"/>
                          <a:pt x="881" y="3194"/>
                        </a:cubicBezTo>
                        <a:cubicBezTo>
                          <a:pt x="956" y="3203"/>
                          <a:pt x="1030" y="3207"/>
                          <a:pt x="1104" y="3207"/>
                        </a:cubicBezTo>
                        <a:cubicBezTo>
                          <a:pt x="2493" y="3207"/>
                          <a:pt x="3717" y="1687"/>
                          <a:pt x="4113" y="424"/>
                        </a:cubicBezTo>
                        <a:lnTo>
                          <a:pt x="4113" y="424"/>
                        </a:lnTo>
                        <a:cubicBezTo>
                          <a:pt x="3696" y="737"/>
                          <a:pt x="3194" y="913"/>
                          <a:pt x="2680" y="913"/>
                        </a:cubicBezTo>
                        <a:cubicBezTo>
                          <a:pt x="1950" y="907"/>
                          <a:pt x="1259" y="574"/>
                          <a:pt x="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90"/>
                  <p:cNvSpPr/>
                  <p:nvPr/>
                </p:nvSpPr>
                <p:spPr>
                  <a:xfrm>
                    <a:off x="3263252" y="1736910"/>
                    <a:ext cx="70617" cy="70617"/>
                  </a:xfrm>
                  <a:custGeom>
                    <a:rect b="b" l="l" r="r" t="t"/>
                    <a:pathLst>
                      <a:path extrusionOk="0" fill="none" h="2797" w="2797">
                        <a:moveTo>
                          <a:pt x="0" y="1200"/>
                        </a:moveTo>
                        <a:cubicBezTo>
                          <a:pt x="0" y="2262"/>
                          <a:pt x="1291" y="2797"/>
                          <a:pt x="2040" y="2041"/>
                        </a:cubicBezTo>
                        <a:cubicBezTo>
                          <a:pt x="2796" y="1291"/>
                          <a:pt x="2262" y="7"/>
                          <a:pt x="1199" y="7"/>
                        </a:cubicBezTo>
                        <a:cubicBezTo>
                          <a:pt x="541" y="1"/>
                          <a:pt x="7" y="535"/>
                          <a:pt x="0"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50" name="Google Shape;10450;p90"/>
              <p:cNvSpPr/>
              <p:nvPr/>
            </p:nvSpPr>
            <p:spPr>
              <a:xfrm>
                <a:off x="3010499" y="1542757"/>
                <a:ext cx="406788" cy="325163"/>
              </a:xfrm>
              <a:custGeom>
                <a:rect b="b" l="l" r="r" t="t"/>
                <a:pathLst>
                  <a:path extrusionOk="0" h="12879" w="16112">
                    <a:moveTo>
                      <a:pt x="1004" y="8740"/>
                    </a:move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8" y="3448"/>
                      <a:pt x="4048" y="3448"/>
                    </a:cubicBezTo>
                    <a:cubicBezTo>
                      <a:pt x="6231" y="4790"/>
                      <a:pt x="13544" y="6504"/>
                      <a:pt x="14215" y="6726"/>
                    </a:cubicBezTo>
                    <a:cubicBezTo>
                      <a:pt x="14557" y="6840"/>
                      <a:pt x="14772" y="11921"/>
                      <a:pt x="14748" y="12624"/>
                    </a:cubicBezTo>
                    <a:lnTo>
                      <a:pt x="14748" y="12624"/>
                    </a:lnTo>
                    <a:lnTo>
                      <a:pt x="15206" y="9548"/>
                    </a:lnTo>
                    <a:cubicBezTo>
                      <a:pt x="15206" y="9548"/>
                      <a:pt x="16112" y="6166"/>
                      <a:pt x="14437" y="3441"/>
                    </a:cubicBezTo>
                    <a:cubicBezTo>
                      <a:pt x="13260" y="1523"/>
                      <a:pt x="11251"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51" name="Google Shape;10451;p90"/>
          <p:cNvGrpSpPr/>
          <p:nvPr/>
        </p:nvGrpSpPr>
        <p:grpSpPr>
          <a:xfrm>
            <a:off x="4910904" y="1542757"/>
            <a:ext cx="558677" cy="1310345"/>
            <a:chOff x="4910904" y="1542757"/>
            <a:chExt cx="558677" cy="1310345"/>
          </a:xfrm>
        </p:grpSpPr>
        <p:sp>
          <p:nvSpPr>
            <p:cNvPr id="10452" name="Google Shape;10452;p90"/>
            <p:cNvSpPr/>
            <p:nvPr/>
          </p:nvSpPr>
          <p:spPr>
            <a:xfrm>
              <a:off x="496175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3" name="Google Shape;10453;p90"/>
            <p:cNvGrpSpPr/>
            <p:nvPr/>
          </p:nvGrpSpPr>
          <p:grpSpPr>
            <a:xfrm>
              <a:off x="4910904" y="1542757"/>
              <a:ext cx="558677" cy="1277423"/>
              <a:chOff x="4910904" y="1542757"/>
              <a:chExt cx="558677" cy="1277423"/>
            </a:xfrm>
          </p:grpSpPr>
          <p:sp>
            <p:nvSpPr>
              <p:cNvPr id="10454" name="Google Shape;10454;p90"/>
              <p:cNvSpPr/>
              <p:nvPr/>
            </p:nvSpPr>
            <p:spPr>
              <a:xfrm>
                <a:off x="5007172" y="1674397"/>
                <a:ext cx="366821" cy="342104"/>
              </a:xfrm>
              <a:custGeom>
                <a:rect b="b" l="l" r="r" t="t"/>
                <a:pathLst>
                  <a:path extrusionOk="0" h="13550" w="14529">
                    <a:moveTo>
                      <a:pt x="2151" y="0"/>
                    </a:moveTo>
                    <a:cubicBezTo>
                      <a:pt x="959" y="0"/>
                      <a:pt x="0" y="958"/>
                      <a:pt x="0" y="2157"/>
                    </a:cubicBezTo>
                    <a:lnTo>
                      <a:pt x="0" y="11393"/>
                    </a:lnTo>
                    <a:cubicBezTo>
                      <a:pt x="0" y="12585"/>
                      <a:pt x="959"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5" name="Google Shape;10455;p90"/>
              <p:cNvGrpSpPr/>
              <p:nvPr/>
            </p:nvGrpSpPr>
            <p:grpSpPr>
              <a:xfrm>
                <a:off x="4910904" y="1547529"/>
                <a:ext cx="558677" cy="1272651"/>
                <a:chOff x="4910904" y="1547529"/>
                <a:chExt cx="558677" cy="1272651"/>
              </a:xfrm>
            </p:grpSpPr>
            <p:sp>
              <p:nvSpPr>
                <p:cNvPr id="10456" name="Google Shape;10456;p90"/>
                <p:cNvSpPr/>
                <p:nvPr/>
              </p:nvSpPr>
              <p:spPr>
                <a:xfrm>
                  <a:off x="4910904" y="1547529"/>
                  <a:ext cx="558677" cy="1272651"/>
                </a:xfrm>
                <a:custGeom>
                  <a:rect b="b" l="l" r="r" t="t"/>
                  <a:pathLst>
                    <a:path extrusionOk="0" h="50407" w="22128">
                      <a:moveTo>
                        <a:pt x="11074" y="0"/>
                      </a:moveTo>
                      <a:cubicBezTo>
                        <a:pt x="7098" y="0"/>
                        <a:pt x="3872" y="3226"/>
                        <a:pt x="3872" y="7202"/>
                      </a:cubicBezTo>
                      <a:lnTo>
                        <a:pt x="3872" y="7208"/>
                      </a:lnTo>
                      <a:cubicBezTo>
                        <a:pt x="3853" y="7208"/>
                        <a:pt x="3833" y="7202"/>
                        <a:pt x="3813" y="7202"/>
                      </a:cubicBezTo>
                      <a:cubicBezTo>
                        <a:pt x="3810" y="7202"/>
                        <a:pt x="3806" y="7202"/>
                        <a:pt x="3803" y="7202"/>
                      </a:cubicBezTo>
                      <a:cubicBezTo>
                        <a:pt x="3137" y="7202"/>
                        <a:pt x="2634" y="7811"/>
                        <a:pt x="2764" y="8466"/>
                      </a:cubicBezTo>
                      <a:cubicBezTo>
                        <a:pt x="2861" y="8983"/>
                        <a:pt x="3315" y="9322"/>
                        <a:pt x="3805" y="9322"/>
                      </a:cubicBezTo>
                      <a:cubicBezTo>
                        <a:pt x="3940" y="9322"/>
                        <a:pt x="4077" y="9297"/>
                        <a:pt x="4211" y="9242"/>
                      </a:cubicBezTo>
                      <a:cubicBezTo>
                        <a:pt x="4980" y="11569"/>
                        <a:pt x="6994" y="13413"/>
                        <a:pt x="9197" y="14104"/>
                      </a:cubicBezTo>
                      <a:lnTo>
                        <a:pt x="9197" y="16124"/>
                      </a:lnTo>
                      <a:lnTo>
                        <a:pt x="6909" y="16124"/>
                      </a:lnTo>
                      <a:cubicBezTo>
                        <a:pt x="6909" y="16124"/>
                        <a:pt x="6903" y="16170"/>
                        <a:pt x="6883" y="16183"/>
                      </a:cubicBezTo>
                      <a:cubicBezTo>
                        <a:pt x="6303" y="16183"/>
                        <a:pt x="5795" y="16561"/>
                        <a:pt x="5612" y="17109"/>
                      </a:cubicBezTo>
                      <a:lnTo>
                        <a:pt x="281" y="32861"/>
                      </a:lnTo>
                      <a:cubicBezTo>
                        <a:pt x="1" y="33565"/>
                        <a:pt x="372" y="34367"/>
                        <a:pt x="1096" y="34608"/>
                      </a:cubicBezTo>
                      <a:cubicBezTo>
                        <a:pt x="1236" y="34655"/>
                        <a:pt x="1379" y="34677"/>
                        <a:pt x="1519" y="34677"/>
                      </a:cubicBezTo>
                      <a:cubicBezTo>
                        <a:pt x="2099" y="34677"/>
                        <a:pt x="2634" y="34295"/>
                        <a:pt x="2797" y="33702"/>
                      </a:cubicBezTo>
                      <a:lnTo>
                        <a:pt x="2973" y="33187"/>
                      </a:lnTo>
                      <a:lnTo>
                        <a:pt x="3553" y="33428"/>
                      </a:lnTo>
                      <a:cubicBezTo>
                        <a:pt x="3553" y="33428"/>
                        <a:pt x="4061" y="32412"/>
                        <a:pt x="3514" y="31577"/>
                      </a:cubicBezTo>
                      <a:lnTo>
                        <a:pt x="6779" y="21918"/>
                      </a:lnTo>
                      <a:lnTo>
                        <a:pt x="6779" y="21918"/>
                      </a:lnTo>
                      <a:cubicBezTo>
                        <a:pt x="6779" y="27699"/>
                        <a:pt x="5997" y="29166"/>
                        <a:pt x="5997" y="32360"/>
                      </a:cubicBezTo>
                      <a:cubicBezTo>
                        <a:pt x="5997" y="35560"/>
                        <a:pt x="7906" y="48490"/>
                        <a:pt x="7906" y="48490"/>
                      </a:cubicBezTo>
                      <a:lnTo>
                        <a:pt x="5599" y="50407"/>
                      </a:lnTo>
                      <a:lnTo>
                        <a:pt x="10064" y="50407"/>
                      </a:lnTo>
                      <a:lnTo>
                        <a:pt x="10807" y="31630"/>
                      </a:lnTo>
                      <a:lnTo>
                        <a:pt x="11191" y="31630"/>
                      </a:lnTo>
                      <a:lnTo>
                        <a:pt x="11934" y="50407"/>
                      </a:lnTo>
                      <a:lnTo>
                        <a:pt x="16399" y="50407"/>
                      </a:lnTo>
                      <a:lnTo>
                        <a:pt x="14085" y="48503"/>
                      </a:lnTo>
                      <a:cubicBezTo>
                        <a:pt x="14085" y="48503"/>
                        <a:pt x="15995" y="34171"/>
                        <a:pt x="15995" y="31590"/>
                      </a:cubicBezTo>
                      <a:cubicBezTo>
                        <a:pt x="15995" y="29010"/>
                        <a:pt x="15336" y="27680"/>
                        <a:pt x="15336" y="21821"/>
                      </a:cubicBezTo>
                      <a:lnTo>
                        <a:pt x="15336" y="21821"/>
                      </a:lnTo>
                      <a:lnTo>
                        <a:pt x="18641" y="31584"/>
                      </a:lnTo>
                      <a:cubicBezTo>
                        <a:pt x="18093" y="32418"/>
                        <a:pt x="18602" y="33435"/>
                        <a:pt x="18602" y="33435"/>
                      </a:cubicBezTo>
                      <a:lnTo>
                        <a:pt x="19182" y="33187"/>
                      </a:lnTo>
                      <a:lnTo>
                        <a:pt x="19351" y="33709"/>
                      </a:lnTo>
                      <a:cubicBezTo>
                        <a:pt x="19530" y="34280"/>
                        <a:pt x="20058" y="34650"/>
                        <a:pt x="20625" y="34650"/>
                      </a:cubicBezTo>
                      <a:cubicBezTo>
                        <a:pt x="20762" y="34650"/>
                        <a:pt x="20902" y="34628"/>
                        <a:pt x="21039" y="34582"/>
                      </a:cubicBezTo>
                      <a:cubicBezTo>
                        <a:pt x="21750" y="34347"/>
                        <a:pt x="22128" y="33578"/>
                        <a:pt x="21874" y="32874"/>
                      </a:cubicBezTo>
                      <a:lnTo>
                        <a:pt x="21874" y="32868"/>
                      </a:lnTo>
                      <a:lnTo>
                        <a:pt x="16542" y="17128"/>
                      </a:lnTo>
                      <a:cubicBezTo>
                        <a:pt x="16379" y="16613"/>
                        <a:pt x="15923" y="16242"/>
                        <a:pt x="15382" y="16190"/>
                      </a:cubicBezTo>
                      <a:cubicBezTo>
                        <a:pt x="15369" y="16170"/>
                        <a:pt x="15356" y="16150"/>
                        <a:pt x="15350" y="16131"/>
                      </a:cubicBezTo>
                      <a:lnTo>
                        <a:pt x="12951" y="16131"/>
                      </a:lnTo>
                      <a:lnTo>
                        <a:pt x="12951" y="14104"/>
                      </a:lnTo>
                      <a:cubicBezTo>
                        <a:pt x="15147" y="13413"/>
                        <a:pt x="17148" y="11595"/>
                        <a:pt x="17930" y="9281"/>
                      </a:cubicBezTo>
                      <a:cubicBezTo>
                        <a:pt x="18015" y="9301"/>
                        <a:pt x="18100" y="9314"/>
                        <a:pt x="18185" y="9314"/>
                      </a:cubicBezTo>
                      <a:cubicBezTo>
                        <a:pt x="18189" y="9314"/>
                        <a:pt x="18193" y="9314"/>
                        <a:pt x="18197" y="9314"/>
                      </a:cubicBezTo>
                      <a:cubicBezTo>
                        <a:pt x="18758" y="9314"/>
                        <a:pt x="19221" y="8873"/>
                        <a:pt x="19247" y="8310"/>
                      </a:cubicBezTo>
                      <a:cubicBezTo>
                        <a:pt x="19273" y="7743"/>
                        <a:pt x="18843" y="7254"/>
                        <a:pt x="18276" y="7215"/>
                      </a:cubicBezTo>
                      <a:lnTo>
                        <a:pt x="18276" y="7202"/>
                      </a:lnTo>
                      <a:cubicBezTo>
                        <a:pt x="18276" y="3226"/>
                        <a:pt x="15056" y="0"/>
                        <a:pt x="1107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7" name="Google Shape;10457;p90"/>
                <p:cNvGrpSpPr/>
                <p:nvPr/>
              </p:nvGrpSpPr>
              <p:grpSpPr>
                <a:xfrm>
                  <a:off x="5086525" y="1888799"/>
                  <a:ext cx="204808" cy="326677"/>
                  <a:chOff x="5086525" y="1888799"/>
                  <a:chExt cx="204808" cy="326677"/>
                </a:xfrm>
              </p:grpSpPr>
              <p:grpSp>
                <p:nvGrpSpPr>
                  <p:cNvPr id="10458" name="Google Shape;10458;p90"/>
                  <p:cNvGrpSpPr/>
                  <p:nvPr/>
                </p:nvGrpSpPr>
                <p:grpSpPr>
                  <a:xfrm>
                    <a:off x="5147044" y="1888799"/>
                    <a:ext cx="80312" cy="199127"/>
                    <a:chOff x="5147044" y="1888799"/>
                    <a:chExt cx="80312" cy="199127"/>
                  </a:xfrm>
                </p:grpSpPr>
                <p:sp>
                  <p:nvSpPr>
                    <p:cNvPr id="10459" name="Google Shape;10459;p90"/>
                    <p:cNvSpPr/>
                    <p:nvPr/>
                  </p:nvSpPr>
                  <p:spPr>
                    <a:xfrm>
                      <a:off x="5176002" y="1888799"/>
                      <a:ext cx="24717" cy="164235"/>
                    </a:xfrm>
                    <a:custGeom>
                      <a:rect b="b" l="l" r="r" t="t"/>
                      <a:pathLst>
                        <a:path extrusionOk="0" h="6505" w="979">
                          <a:moveTo>
                            <a:pt x="489" y="0"/>
                          </a:moveTo>
                          <a:cubicBezTo>
                            <a:pt x="222" y="0"/>
                            <a:pt x="0" y="222"/>
                            <a:pt x="0" y="489"/>
                          </a:cubicBezTo>
                          <a:cubicBezTo>
                            <a:pt x="0" y="646"/>
                            <a:pt x="72" y="789"/>
                            <a:pt x="196" y="887"/>
                          </a:cubicBezTo>
                          <a:cubicBezTo>
                            <a:pt x="72" y="978"/>
                            <a:pt x="0" y="1121"/>
                            <a:pt x="0" y="1278"/>
                          </a:cubicBezTo>
                          <a:cubicBezTo>
                            <a:pt x="0" y="1434"/>
                            <a:pt x="72" y="1578"/>
                            <a:pt x="196" y="1675"/>
                          </a:cubicBezTo>
                          <a:cubicBezTo>
                            <a:pt x="72" y="1767"/>
                            <a:pt x="0" y="1910"/>
                            <a:pt x="0" y="2066"/>
                          </a:cubicBezTo>
                          <a:cubicBezTo>
                            <a:pt x="0" y="2223"/>
                            <a:pt x="72" y="2366"/>
                            <a:pt x="196" y="2464"/>
                          </a:cubicBezTo>
                          <a:cubicBezTo>
                            <a:pt x="72" y="2555"/>
                            <a:pt x="0" y="2699"/>
                            <a:pt x="0" y="2855"/>
                          </a:cubicBezTo>
                          <a:cubicBezTo>
                            <a:pt x="0" y="3011"/>
                            <a:pt x="72" y="3155"/>
                            <a:pt x="196" y="3253"/>
                          </a:cubicBezTo>
                          <a:cubicBezTo>
                            <a:pt x="72" y="3344"/>
                            <a:pt x="0" y="3487"/>
                            <a:pt x="0" y="3644"/>
                          </a:cubicBezTo>
                          <a:cubicBezTo>
                            <a:pt x="0" y="3800"/>
                            <a:pt x="72" y="3943"/>
                            <a:pt x="196" y="4041"/>
                          </a:cubicBezTo>
                          <a:cubicBezTo>
                            <a:pt x="72" y="4132"/>
                            <a:pt x="0" y="4276"/>
                            <a:pt x="0" y="4432"/>
                          </a:cubicBezTo>
                          <a:cubicBezTo>
                            <a:pt x="0" y="4589"/>
                            <a:pt x="72" y="4732"/>
                            <a:pt x="196" y="4830"/>
                          </a:cubicBezTo>
                          <a:cubicBezTo>
                            <a:pt x="72" y="4921"/>
                            <a:pt x="0" y="5064"/>
                            <a:pt x="0" y="5221"/>
                          </a:cubicBezTo>
                          <a:cubicBezTo>
                            <a:pt x="0" y="5377"/>
                            <a:pt x="72" y="5521"/>
                            <a:pt x="196" y="5618"/>
                          </a:cubicBezTo>
                          <a:cubicBezTo>
                            <a:pt x="72" y="5710"/>
                            <a:pt x="0" y="5853"/>
                            <a:pt x="0" y="6010"/>
                          </a:cubicBezTo>
                          <a:cubicBezTo>
                            <a:pt x="0" y="6283"/>
                            <a:pt x="216" y="6498"/>
                            <a:pt x="489" y="6505"/>
                          </a:cubicBezTo>
                          <a:cubicBezTo>
                            <a:pt x="763" y="6498"/>
                            <a:pt x="978" y="6283"/>
                            <a:pt x="978" y="6010"/>
                          </a:cubicBezTo>
                          <a:cubicBezTo>
                            <a:pt x="978" y="5853"/>
                            <a:pt x="906" y="5710"/>
                            <a:pt x="783" y="5618"/>
                          </a:cubicBezTo>
                          <a:cubicBezTo>
                            <a:pt x="906" y="5521"/>
                            <a:pt x="978" y="5377"/>
                            <a:pt x="978" y="5221"/>
                          </a:cubicBezTo>
                          <a:cubicBezTo>
                            <a:pt x="978" y="5064"/>
                            <a:pt x="906" y="4921"/>
                            <a:pt x="783" y="4830"/>
                          </a:cubicBezTo>
                          <a:cubicBezTo>
                            <a:pt x="906" y="4732"/>
                            <a:pt x="978" y="4589"/>
                            <a:pt x="978" y="4432"/>
                          </a:cubicBezTo>
                          <a:cubicBezTo>
                            <a:pt x="978" y="4276"/>
                            <a:pt x="906" y="4132"/>
                            <a:pt x="783" y="4041"/>
                          </a:cubicBezTo>
                          <a:cubicBezTo>
                            <a:pt x="906" y="3943"/>
                            <a:pt x="978" y="3800"/>
                            <a:pt x="978" y="3644"/>
                          </a:cubicBezTo>
                          <a:cubicBezTo>
                            <a:pt x="978" y="3487"/>
                            <a:pt x="906" y="3344"/>
                            <a:pt x="783" y="3253"/>
                          </a:cubicBezTo>
                          <a:cubicBezTo>
                            <a:pt x="906" y="3155"/>
                            <a:pt x="978" y="3011"/>
                            <a:pt x="978" y="2855"/>
                          </a:cubicBezTo>
                          <a:cubicBezTo>
                            <a:pt x="978" y="2699"/>
                            <a:pt x="906" y="2555"/>
                            <a:pt x="783" y="2464"/>
                          </a:cubicBezTo>
                          <a:cubicBezTo>
                            <a:pt x="906" y="2366"/>
                            <a:pt x="978" y="2223"/>
                            <a:pt x="978" y="2066"/>
                          </a:cubicBezTo>
                          <a:cubicBezTo>
                            <a:pt x="978" y="1910"/>
                            <a:pt x="906" y="1767"/>
                            <a:pt x="783" y="1675"/>
                          </a:cubicBezTo>
                          <a:cubicBezTo>
                            <a:pt x="906" y="1578"/>
                            <a:pt x="978" y="1434"/>
                            <a:pt x="978" y="1278"/>
                          </a:cubicBezTo>
                          <a:cubicBezTo>
                            <a:pt x="978" y="1121"/>
                            <a:pt x="906" y="978"/>
                            <a:pt x="783" y="887"/>
                          </a:cubicBezTo>
                          <a:cubicBezTo>
                            <a:pt x="906" y="789"/>
                            <a:pt x="978" y="646"/>
                            <a:pt x="978" y="489"/>
                          </a:cubicBezTo>
                          <a:cubicBezTo>
                            <a:pt x="978" y="222"/>
                            <a:pt x="756" y="0"/>
                            <a:pt x="4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90"/>
                    <p:cNvSpPr/>
                    <p:nvPr/>
                  </p:nvSpPr>
                  <p:spPr>
                    <a:xfrm>
                      <a:off x="5147044" y="2033063"/>
                      <a:ext cx="80312" cy="54863"/>
                    </a:xfrm>
                    <a:custGeom>
                      <a:rect b="b" l="l" r="r" t="t"/>
                      <a:pathLst>
                        <a:path extrusionOk="0" h="2173" w="3181">
                          <a:moveTo>
                            <a:pt x="1589" y="0"/>
                          </a:moveTo>
                          <a:cubicBezTo>
                            <a:pt x="1451" y="0"/>
                            <a:pt x="1312" y="58"/>
                            <a:pt x="1213" y="172"/>
                          </a:cubicBezTo>
                          <a:cubicBezTo>
                            <a:pt x="1115" y="289"/>
                            <a:pt x="1076" y="445"/>
                            <a:pt x="1108" y="595"/>
                          </a:cubicBezTo>
                          <a:cubicBezTo>
                            <a:pt x="1095" y="594"/>
                            <a:pt x="1082" y="594"/>
                            <a:pt x="1069" y="594"/>
                          </a:cubicBezTo>
                          <a:cubicBezTo>
                            <a:pt x="927" y="594"/>
                            <a:pt x="793" y="657"/>
                            <a:pt x="698" y="765"/>
                          </a:cubicBezTo>
                          <a:cubicBezTo>
                            <a:pt x="600" y="882"/>
                            <a:pt x="554" y="1039"/>
                            <a:pt x="587" y="1188"/>
                          </a:cubicBezTo>
                          <a:cubicBezTo>
                            <a:pt x="579" y="1188"/>
                            <a:pt x="572" y="1188"/>
                            <a:pt x="564" y="1188"/>
                          </a:cubicBezTo>
                          <a:cubicBezTo>
                            <a:pt x="422" y="1188"/>
                            <a:pt x="276" y="1246"/>
                            <a:pt x="183" y="1358"/>
                          </a:cubicBezTo>
                          <a:cubicBezTo>
                            <a:pt x="0" y="1566"/>
                            <a:pt x="20" y="1879"/>
                            <a:pt x="228" y="2055"/>
                          </a:cubicBezTo>
                          <a:cubicBezTo>
                            <a:pt x="320" y="2133"/>
                            <a:pt x="437" y="2173"/>
                            <a:pt x="554" y="2173"/>
                          </a:cubicBezTo>
                          <a:cubicBezTo>
                            <a:pt x="698" y="2173"/>
                            <a:pt x="835" y="2114"/>
                            <a:pt x="926" y="2003"/>
                          </a:cubicBezTo>
                          <a:cubicBezTo>
                            <a:pt x="1024" y="1886"/>
                            <a:pt x="1069" y="1729"/>
                            <a:pt x="1037" y="1573"/>
                          </a:cubicBezTo>
                          <a:lnTo>
                            <a:pt x="1037" y="1573"/>
                          </a:lnTo>
                          <a:cubicBezTo>
                            <a:pt x="1051" y="1574"/>
                            <a:pt x="1065" y="1575"/>
                            <a:pt x="1079" y="1575"/>
                          </a:cubicBezTo>
                          <a:cubicBezTo>
                            <a:pt x="1220" y="1575"/>
                            <a:pt x="1353" y="1517"/>
                            <a:pt x="1447" y="1410"/>
                          </a:cubicBezTo>
                          <a:cubicBezTo>
                            <a:pt x="1545" y="1293"/>
                            <a:pt x="1584" y="1136"/>
                            <a:pt x="1552" y="980"/>
                          </a:cubicBezTo>
                          <a:lnTo>
                            <a:pt x="1552" y="980"/>
                          </a:lnTo>
                          <a:cubicBezTo>
                            <a:pt x="1565" y="983"/>
                            <a:pt x="1576" y="985"/>
                            <a:pt x="1587" y="985"/>
                          </a:cubicBezTo>
                          <a:cubicBezTo>
                            <a:pt x="1597" y="985"/>
                            <a:pt x="1607" y="983"/>
                            <a:pt x="1617" y="980"/>
                          </a:cubicBezTo>
                          <a:cubicBezTo>
                            <a:pt x="1623" y="1091"/>
                            <a:pt x="1669" y="1201"/>
                            <a:pt x="1741" y="1286"/>
                          </a:cubicBezTo>
                          <a:cubicBezTo>
                            <a:pt x="1836" y="1388"/>
                            <a:pt x="1970" y="1451"/>
                            <a:pt x="2107" y="1451"/>
                          </a:cubicBezTo>
                          <a:cubicBezTo>
                            <a:pt x="2119" y="1451"/>
                            <a:pt x="2132" y="1450"/>
                            <a:pt x="2145" y="1449"/>
                          </a:cubicBezTo>
                          <a:lnTo>
                            <a:pt x="2145" y="1449"/>
                          </a:lnTo>
                          <a:cubicBezTo>
                            <a:pt x="2112" y="1599"/>
                            <a:pt x="2158" y="1762"/>
                            <a:pt x="2262" y="1873"/>
                          </a:cubicBezTo>
                          <a:cubicBezTo>
                            <a:pt x="2357" y="1986"/>
                            <a:pt x="2493" y="2043"/>
                            <a:pt x="2629" y="2043"/>
                          </a:cubicBezTo>
                          <a:cubicBezTo>
                            <a:pt x="2744" y="2043"/>
                            <a:pt x="2860" y="2002"/>
                            <a:pt x="2953" y="1918"/>
                          </a:cubicBezTo>
                          <a:cubicBezTo>
                            <a:pt x="3161" y="1736"/>
                            <a:pt x="3181" y="1430"/>
                            <a:pt x="2998" y="1221"/>
                          </a:cubicBezTo>
                          <a:cubicBezTo>
                            <a:pt x="2903" y="1120"/>
                            <a:pt x="2769" y="1056"/>
                            <a:pt x="2632" y="1056"/>
                          </a:cubicBezTo>
                          <a:cubicBezTo>
                            <a:pt x="2620" y="1056"/>
                            <a:pt x="2607" y="1057"/>
                            <a:pt x="2594" y="1058"/>
                          </a:cubicBezTo>
                          <a:cubicBezTo>
                            <a:pt x="2620" y="908"/>
                            <a:pt x="2581" y="752"/>
                            <a:pt x="2477" y="634"/>
                          </a:cubicBezTo>
                          <a:cubicBezTo>
                            <a:pt x="2388" y="533"/>
                            <a:pt x="2254" y="470"/>
                            <a:pt x="2118" y="470"/>
                          </a:cubicBezTo>
                          <a:cubicBezTo>
                            <a:pt x="2105" y="470"/>
                            <a:pt x="2092" y="470"/>
                            <a:pt x="2079" y="471"/>
                          </a:cubicBezTo>
                          <a:cubicBezTo>
                            <a:pt x="2073" y="335"/>
                            <a:pt x="2014" y="211"/>
                            <a:pt x="1910" y="120"/>
                          </a:cubicBezTo>
                          <a:cubicBezTo>
                            <a:pt x="1818" y="40"/>
                            <a:pt x="1704" y="0"/>
                            <a:pt x="15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1" name="Google Shape;10461;p90"/>
                  <p:cNvSpPr/>
                  <p:nvPr/>
                </p:nvSpPr>
                <p:spPr>
                  <a:xfrm>
                    <a:off x="5086525" y="2017965"/>
                    <a:ext cx="91143" cy="197511"/>
                  </a:xfrm>
                  <a:custGeom>
                    <a:rect b="b" l="l" r="r" t="t"/>
                    <a:pathLst>
                      <a:path extrusionOk="0" h="7823" w="3610">
                        <a:moveTo>
                          <a:pt x="2684" y="1"/>
                        </a:moveTo>
                        <a:cubicBezTo>
                          <a:pt x="2130" y="1"/>
                          <a:pt x="892" y="2034"/>
                          <a:pt x="481" y="2784"/>
                        </a:cubicBezTo>
                        <a:cubicBezTo>
                          <a:pt x="64" y="3540"/>
                          <a:pt x="234" y="5071"/>
                          <a:pt x="175" y="5879"/>
                        </a:cubicBezTo>
                        <a:cubicBezTo>
                          <a:pt x="120" y="6646"/>
                          <a:pt x="1" y="7823"/>
                          <a:pt x="492" y="7823"/>
                        </a:cubicBezTo>
                        <a:cubicBezTo>
                          <a:pt x="523" y="7823"/>
                          <a:pt x="556" y="7818"/>
                          <a:pt x="592" y="7809"/>
                        </a:cubicBezTo>
                        <a:cubicBezTo>
                          <a:pt x="1198" y="7639"/>
                          <a:pt x="2202" y="6746"/>
                          <a:pt x="2782" y="6499"/>
                        </a:cubicBezTo>
                        <a:cubicBezTo>
                          <a:pt x="3355" y="6244"/>
                          <a:pt x="3382" y="5045"/>
                          <a:pt x="3329" y="4100"/>
                        </a:cubicBezTo>
                        <a:cubicBezTo>
                          <a:pt x="3271" y="3149"/>
                          <a:pt x="3610" y="222"/>
                          <a:pt x="26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90"/>
                  <p:cNvSpPr/>
                  <p:nvPr/>
                </p:nvSpPr>
                <p:spPr>
                  <a:xfrm>
                    <a:off x="5200190" y="2017965"/>
                    <a:ext cx="91143" cy="197511"/>
                  </a:xfrm>
                  <a:custGeom>
                    <a:rect b="b" l="l" r="r" t="t"/>
                    <a:pathLst>
                      <a:path extrusionOk="0" h="7823" w="3610">
                        <a:moveTo>
                          <a:pt x="920" y="1"/>
                        </a:moveTo>
                        <a:cubicBezTo>
                          <a:pt x="1" y="222"/>
                          <a:pt x="339" y="3149"/>
                          <a:pt x="281" y="4100"/>
                        </a:cubicBezTo>
                        <a:cubicBezTo>
                          <a:pt x="222" y="5045"/>
                          <a:pt x="255" y="6244"/>
                          <a:pt x="828" y="6499"/>
                        </a:cubicBezTo>
                        <a:cubicBezTo>
                          <a:pt x="1408" y="6746"/>
                          <a:pt x="2412" y="7639"/>
                          <a:pt x="3018" y="7809"/>
                        </a:cubicBezTo>
                        <a:cubicBezTo>
                          <a:pt x="3054" y="7818"/>
                          <a:pt x="3087" y="7823"/>
                          <a:pt x="3118" y="7823"/>
                        </a:cubicBezTo>
                        <a:cubicBezTo>
                          <a:pt x="3609" y="7823"/>
                          <a:pt x="3491" y="6646"/>
                          <a:pt x="3435" y="5879"/>
                        </a:cubicBezTo>
                        <a:cubicBezTo>
                          <a:pt x="3377" y="5071"/>
                          <a:pt x="3546" y="3540"/>
                          <a:pt x="3129" y="2784"/>
                        </a:cubicBezTo>
                        <a:cubicBezTo>
                          <a:pt x="2718" y="2034"/>
                          <a:pt x="1480" y="1"/>
                          <a:pt x="9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63" name="Google Shape;10463;p90"/>
              <p:cNvSpPr/>
              <p:nvPr/>
            </p:nvSpPr>
            <p:spPr>
              <a:xfrm>
                <a:off x="4983465" y="1542757"/>
                <a:ext cx="406813" cy="325163"/>
              </a:xfrm>
              <a:custGeom>
                <a:rect b="b" l="l" r="r" t="t"/>
                <a:pathLst>
                  <a:path extrusionOk="0" h="12879" w="16113">
                    <a:moveTo>
                      <a:pt x="1005" y="8740"/>
                    </a:moveTo>
                    <a:cubicBezTo>
                      <a:pt x="1007" y="8824"/>
                      <a:pt x="1025" y="8949"/>
                      <a:pt x="1055" y="9103"/>
                    </a:cubicBezTo>
                    <a:lnTo>
                      <a:pt x="1055" y="9103"/>
                    </a:lnTo>
                    <a:cubicBezTo>
                      <a:pt x="1031" y="8968"/>
                      <a:pt x="1014" y="8846"/>
                      <a:pt x="1005" y="8740"/>
                    </a:cubicBezTo>
                    <a:close/>
                    <a:moveTo>
                      <a:pt x="8531" y="0"/>
                    </a:moveTo>
                    <a:cubicBezTo>
                      <a:pt x="7378" y="0"/>
                      <a:pt x="6098" y="274"/>
                      <a:pt x="4700" y="906"/>
                    </a:cubicBezTo>
                    <a:cubicBezTo>
                      <a:pt x="1" y="3031"/>
                      <a:pt x="1005" y="8740"/>
                      <a:pt x="1005" y="8740"/>
                    </a:cubicBezTo>
                    <a:cubicBezTo>
                      <a:pt x="952" y="6113"/>
                      <a:pt x="4048" y="3448"/>
                      <a:pt x="4048" y="3448"/>
                    </a:cubicBezTo>
                    <a:cubicBezTo>
                      <a:pt x="6232" y="4790"/>
                      <a:pt x="13544" y="6504"/>
                      <a:pt x="14216" y="6726"/>
                    </a:cubicBezTo>
                    <a:cubicBezTo>
                      <a:pt x="14558"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3" y="12879"/>
                      <a:pt x="2113" y="12879"/>
                    </a:cubicBezTo>
                    <a:cubicBezTo>
                      <a:pt x="2113"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64" name="Google Shape;10464;p90"/>
          <p:cNvGrpSpPr/>
          <p:nvPr/>
        </p:nvGrpSpPr>
        <p:grpSpPr>
          <a:xfrm>
            <a:off x="5901010" y="1542757"/>
            <a:ext cx="557541" cy="1310345"/>
            <a:chOff x="5901010" y="1542757"/>
            <a:chExt cx="557541" cy="1310345"/>
          </a:xfrm>
        </p:grpSpPr>
        <p:sp>
          <p:nvSpPr>
            <p:cNvPr id="10465" name="Google Shape;10465;p90"/>
            <p:cNvSpPr/>
            <p:nvPr/>
          </p:nvSpPr>
          <p:spPr>
            <a:xfrm>
              <a:off x="5950722"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6" name="Google Shape;10466;p90"/>
            <p:cNvGrpSpPr/>
            <p:nvPr/>
          </p:nvGrpSpPr>
          <p:grpSpPr>
            <a:xfrm>
              <a:off x="5901010" y="1542757"/>
              <a:ext cx="557541" cy="1277423"/>
              <a:chOff x="5901010" y="1542757"/>
              <a:chExt cx="557541" cy="1277423"/>
            </a:xfrm>
          </p:grpSpPr>
          <p:sp>
            <p:nvSpPr>
              <p:cNvPr id="10467" name="Google Shape;10467;p90"/>
              <p:cNvSpPr/>
              <p:nvPr/>
            </p:nvSpPr>
            <p:spPr>
              <a:xfrm>
                <a:off x="5993996"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90"/>
              <p:cNvSpPr/>
              <p:nvPr/>
            </p:nvSpPr>
            <p:spPr>
              <a:xfrm>
                <a:off x="6132554" y="1726054"/>
                <a:ext cx="682" cy="25"/>
              </a:xfrm>
              <a:custGeom>
                <a:rect b="b" l="l" r="r" t="t"/>
                <a:pathLst>
                  <a:path extrusionOk="0" h="1" w="27">
                    <a:moveTo>
                      <a:pt x="0" y="1"/>
                    </a:moveTo>
                    <a:lnTo>
                      <a:pt x="26" y="1"/>
                    </a:lnTo>
                    <a:cubicBezTo>
                      <a:pt x="13" y="1"/>
                      <a:pt x="7" y="1"/>
                      <a:pt x="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9" name="Google Shape;10469;p90"/>
              <p:cNvGrpSpPr/>
              <p:nvPr/>
            </p:nvGrpSpPr>
            <p:grpSpPr>
              <a:xfrm>
                <a:off x="5901010" y="1547529"/>
                <a:ext cx="557541" cy="1272651"/>
                <a:chOff x="5901010" y="1547529"/>
                <a:chExt cx="557541" cy="1272651"/>
              </a:xfrm>
            </p:grpSpPr>
            <p:sp>
              <p:nvSpPr>
                <p:cNvPr id="10470" name="Google Shape;10470;p90"/>
                <p:cNvSpPr/>
                <p:nvPr/>
              </p:nvSpPr>
              <p:spPr>
                <a:xfrm>
                  <a:off x="5901010" y="1547529"/>
                  <a:ext cx="557541" cy="1272651"/>
                </a:xfrm>
                <a:custGeom>
                  <a:rect b="b" l="l" r="r" t="t"/>
                  <a:pathLst>
                    <a:path extrusionOk="0" h="50407" w="22083">
                      <a:moveTo>
                        <a:pt x="10944" y="0"/>
                      </a:moveTo>
                      <a:cubicBezTo>
                        <a:pt x="6968" y="0"/>
                        <a:pt x="3742" y="3226"/>
                        <a:pt x="3742" y="7202"/>
                      </a:cubicBezTo>
                      <a:lnTo>
                        <a:pt x="3742" y="7208"/>
                      </a:lnTo>
                      <a:cubicBezTo>
                        <a:pt x="3722" y="7208"/>
                        <a:pt x="3703" y="7202"/>
                        <a:pt x="3677" y="7202"/>
                      </a:cubicBezTo>
                      <a:cubicBezTo>
                        <a:pt x="3673" y="7202"/>
                        <a:pt x="3670" y="7202"/>
                        <a:pt x="3666" y="7202"/>
                      </a:cubicBezTo>
                      <a:cubicBezTo>
                        <a:pt x="3007" y="7202"/>
                        <a:pt x="2504" y="7811"/>
                        <a:pt x="2627" y="8466"/>
                      </a:cubicBezTo>
                      <a:cubicBezTo>
                        <a:pt x="2730" y="8983"/>
                        <a:pt x="3181" y="9322"/>
                        <a:pt x="3669" y="9322"/>
                      </a:cubicBezTo>
                      <a:cubicBezTo>
                        <a:pt x="3804" y="9322"/>
                        <a:pt x="3941" y="9297"/>
                        <a:pt x="4074" y="9242"/>
                      </a:cubicBezTo>
                      <a:cubicBezTo>
                        <a:pt x="4843" y="11575"/>
                        <a:pt x="6864" y="13413"/>
                        <a:pt x="9067" y="14110"/>
                      </a:cubicBezTo>
                      <a:lnTo>
                        <a:pt x="9067" y="16131"/>
                      </a:lnTo>
                      <a:lnTo>
                        <a:pt x="6864" y="16131"/>
                      </a:lnTo>
                      <a:cubicBezTo>
                        <a:pt x="6864" y="16131"/>
                        <a:pt x="6851" y="16177"/>
                        <a:pt x="6838" y="16183"/>
                      </a:cubicBezTo>
                      <a:cubicBezTo>
                        <a:pt x="6258" y="16190"/>
                        <a:pt x="5743" y="16561"/>
                        <a:pt x="5560" y="17115"/>
                      </a:cubicBezTo>
                      <a:lnTo>
                        <a:pt x="229" y="32861"/>
                      </a:lnTo>
                      <a:cubicBezTo>
                        <a:pt x="1" y="33559"/>
                        <a:pt x="379" y="34315"/>
                        <a:pt x="1076" y="34543"/>
                      </a:cubicBezTo>
                      <a:cubicBezTo>
                        <a:pt x="1217" y="34590"/>
                        <a:pt x="1359" y="34613"/>
                        <a:pt x="1499" y="34613"/>
                      </a:cubicBezTo>
                      <a:cubicBezTo>
                        <a:pt x="2054" y="34613"/>
                        <a:pt x="2570" y="34259"/>
                        <a:pt x="2758" y="33702"/>
                      </a:cubicBezTo>
                      <a:lnTo>
                        <a:pt x="2934" y="33187"/>
                      </a:lnTo>
                      <a:lnTo>
                        <a:pt x="3507" y="33435"/>
                      </a:lnTo>
                      <a:cubicBezTo>
                        <a:pt x="3507" y="33435"/>
                        <a:pt x="4016" y="32418"/>
                        <a:pt x="3468" y="31577"/>
                      </a:cubicBezTo>
                      <a:lnTo>
                        <a:pt x="6740" y="21925"/>
                      </a:lnTo>
                      <a:lnTo>
                        <a:pt x="6740" y="21925"/>
                      </a:lnTo>
                      <a:cubicBezTo>
                        <a:pt x="6740" y="27706"/>
                        <a:pt x="5958" y="29172"/>
                        <a:pt x="5958" y="32366"/>
                      </a:cubicBezTo>
                      <a:cubicBezTo>
                        <a:pt x="5958" y="35560"/>
                        <a:pt x="7861" y="48497"/>
                        <a:pt x="7861" y="48497"/>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10"/>
                        <a:pt x="15291" y="27680"/>
                        <a:pt x="15291" y="21821"/>
                      </a:cubicBezTo>
                      <a:lnTo>
                        <a:pt x="15291" y="21821"/>
                      </a:lnTo>
                      <a:lnTo>
                        <a:pt x="18596" y="31584"/>
                      </a:lnTo>
                      <a:cubicBezTo>
                        <a:pt x="18048" y="32418"/>
                        <a:pt x="18556" y="33435"/>
                        <a:pt x="18556" y="33435"/>
                      </a:cubicBezTo>
                      <a:lnTo>
                        <a:pt x="19136" y="33187"/>
                      </a:lnTo>
                      <a:lnTo>
                        <a:pt x="19312" y="33709"/>
                      </a:lnTo>
                      <a:cubicBezTo>
                        <a:pt x="19486" y="34280"/>
                        <a:pt x="20013" y="34650"/>
                        <a:pt x="20580" y="34650"/>
                      </a:cubicBezTo>
                      <a:cubicBezTo>
                        <a:pt x="20717" y="34650"/>
                        <a:pt x="20857" y="34628"/>
                        <a:pt x="20994" y="34582"/>
                      </a:cubicBezTo>
                      <a:cubicBezTo>
                        <a:pt x="21704" y="34347"/>
                        <a:pt x="22082" y="33578"/>
                        <a:pt x="21828" y="32874"/>
                      </a:cubicBezTo>
                      <a:lnTo>
                        <a:pt x="16503" y="17128"/>
                      </a:lnTo>
                      <a:cubicBezTo>
                        <a:pt x="16334" y="16613"/>
                        <a:pt x="15878" y="16242"/>
                        <a:pt x="15337" y="16190"/>
                      </a:cubicBezTo>
                      <a:cubicBezTo>
                        <a:pt x="15324" y="16170"/>
                        <a:pt x="15311" y="16150"/>
                        <a:pt x="15304" y="16131"/>
                      </a:cubicBezTo>
                      <a:lnTo>
                        <a:pt x="12827" y="16131"/>
                      </a:lnTo>
                      <a:lnTo>
                        <a:pt x="12827" y="14104"/>
                      </a:lnTo>
                      <a:cubicBezTo>
                        <a:pt x="15017" y="13413"/>
                        <a:pt x="17018" y="11588"/>
                        <a:pt x="17794" y="9281"/>
                      </a:cubicBezTo>
                      <a:cubicBezTo>
                        <a:pt x="17879" y="9301"/>
                        <a:pt x="17963" y="9314"/>
                        <a:pt x="18048" y="9314"/>
                      </a:cubicBezTo>
                      <a:cubicBezTo>
                        <a:pt x="18052" y="9314"/>
                        <a:pt x="18056" y="9314"/>
                        <a:pt x="18060" y="9314"/>
                      </a:cubicBezTo>
                      <a:cubicBezTo>
                        <a:pt x="18622" y="9314"/>
                        <a:pt x="19091" y="8873"/>
                        <a:pt x="19117" y="8310"/>
                      </a:cubicBezTo>
                      <a:cubicBezTo>
                        <a:pt x="19136" y="7743"/>
                        <a:pt x="18713" y="7254"/>
                        <a:pt x="18146" y="7215"/>
                      </a:cubicBezTo>
                      <a:lnTo>
                        <a:pt x="18146" y="7202"/>
                      </a:lnTo>
                      <a:cubicBezTo>
                        <a:pt x="18146" y="3226"/>
                        <a:pt x="14920" y="0"/>
                        <a:pt x="1094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1" name="Google Shape;10471;p90"/>
                <p:cNvGrpSpPr/>
                <p:nvPr/>
              </p:nvGrpSpPr>
              <p:grpSpPr>
                <a:xfrm>
                  <a:off x="5939032" y="1575982"/>
                  <a:ext cx="472785" cy="1194182"/>
                  <a:chOff x="5939032" y="1575983"/>
                  <a:chExt cx="472785" cy="1194182"/>
                </a:xfrm>
              </p:grpSpPr>
              <p:grpSp>
                <p:nvGrpSpPr>
                  <p:cNvPr id="10472" name="Google Shape;10472;p90"/>
                  <p:cNvGrpSpPr/>
                  <p:nvPr/>
                </p:nvGrpSpPr>
                <p:grpSpPr>
                  <a:xfrm>
                    <a:off x="5939032" y="1717495"/>
                    <a:ext cx="472785" cy="1052669"/>
                    <a:chOff x="5939032" y="1717495"/>
                    <a:chExt cx="472785" cy="1052669"/>
                  </a:xfrm>
                </p:grpSpPr>
                <p:sp>
                  <p:nvSpPr>
                    <p:cNvPr id="10473" name="Google Shape;10473;p90"/>
                    <p:cNvSpPr/>
                    <p:nvPr/>
                  </p:nvSpPr>
                  <p:spPr>
                    <a:xfrm>
                      <a:off x="5971930" y="1961992"/>
                      <a:ext cx="207560" cy="288352"/>
                    </a:xfrm>
                    <a:custGeom>
                      <a:rect b="b" l="l" r="r" t="t"/>
                      <a:pathLst>
                        <a:path extrusionOk="0" h="11421" w="8221">
                          <a:moveTo>
                            <a:pt x="7978" y="1"/>
                          </a:moveTo>
                          <a:cubicBezTo>
                            <a:pt x="7896" y="1"/>
                            <a:pt x="7816" y="46"/>
                            <a:pt x="7789" y="152"/>
                          </a:cubicBezTo>
                          <a:cubicBezTo>
                            <a:pt x="7535" y="1077"/>
                            <a:pt x="6903" y="1240"/>
                            <a:pt x="6101" y="1455"/>
                          </a:cubicBezTo>
                          <a:cubicBezTo>
                            <a:pt x="5821" y="1527"/>
                            <a:pt x="5541" y="1611"/>
                            <a:pt x="5267" y="1709"/>
                          </a:cubicBezTo>
                          <a:cubicBezTo>
                            <a:pt x="3788" y="2302"/>
                            <a:pt x="3625" y="2824"/>
                            <a:pt x="3188" y="4212"/>
                          </a:cubicBezTo>
                          <a:lnTo>
                            <a:pt x="3149" y="4342"/>
                          </a:lnTo>
                          <a:cubicBezTo>
                            <a:pt x="2321" y="6988"/>
                            <a:pt x="1057" y="9361"/>
                            <a:pt x="53" y="11127"/>
                          </a:cubicBezTo>
                          <a:cubicBezTo>
                            <a:pt x="1" y="11218"/>
                            <a:pt x="34" y="11342"/>
                            <a:pt x="125" y="11394"/>
                          </a:cubicBezTo>
                          <a:cubicBezTo>
                            <a:pt x="157" y="11414"/>
                            <a:pt x="190" y="11420"/>
                            <a:pt x="223" y="11420"/>
                          </a:cubicBezTo>
                          <a:cubicBezTo>
                            <a:pt x="294" y="11420"/>
                            <a:pt x="366" y="11381"/>
                            <a:pt x="399" y="11323"/>
                          </a:cubicBezTo>
                          <a:cubicBezTo>
                            <a:pt x="1415" y="9537"/>
                            <a:pt x="2686" y="7138"/>
                            <a:pt x="3527" y="4460"/>
                          </a:cubicBezTo>
                          <a:lnTo>
                            <a:pt x="3566" y="4329"/>
                          </a:lnTo>
                          <a:cubicBezTo>
                            <a:pt x="3996" y="2967"/>
                            <a:pt x="4114" y="2596"/>
                            <a:pt x="5417" y="2081"/>
                          </a:cubicBezTo>
                          <a:cubicBezTo>
                            <a:pt x="5671" y="1983"/>
                            <a:pt x="5932" y="1898"/>
                            <a:pt x="6206" y="1833"/>
                          </a:cubicBezTo>
                          <a:cubicBezTo>
                            <a:pt x="7014" y="1618"/>
                            <a:pt x="7855" y="1396"/>
                            <a:pt x="8174" y="256"/>
                          </a:cubicBezTo>
                          <a:cubicBezTo>
                            <a:pt x="8221" y="100"/>
                            <a:pt x="8098" y="1"/>
                            <a:pt x="79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90"/>
                    <p:cNvSpPr/>
                    <p:nvPr/>
                  </p:nvSpPr>
                  <p:spPr>
                    <a:xfrm>
                      <a:off x="5961907" y="2188537"/>
                      <a:ext cx="52010" cy="152293"/>
                    </a:xfrm>
                    <a:custGeom>
                      <a:rect b="b" l="l" r="r" t="t"/>
                      <a:pathLst>
                        <a:path extrusionOk="0" h="6032" w="2060">
                          <a:moveTo>
                            <a:pt x="1766" y="0"/>
                          </a:moveTo>
                          <a:cubicBezTo>
                            <a:pt x="1658" y="0"/>
                            <a:pt x="1551" y="77"/>
                            <a:pt x="1571" y="225"/>
                          </a:cubicBezTo>
                          <a:cubicBezTo>
                            <a:pt x="1656" y="1437"/>
                            <a:pt x="1232" y="2460"/>
                            <a:pt x="776" y="3549"/>
                          </a:cubicBezTo>
                          <a:cubicBezTo>
                            <a:pt x="476" y="4266"/>
                            <a:pt x="163" y="5009"/>
                            <a:pt x="20" y="5804"/>
                          </a:cubicBezTo>
                          <a:cubicBezTo>
                            <a:pt x="0" y="5908"/>
                            <a:pt x="72" y="6012"/>
                            <a:pt x="176" y="6032"/>
                          </a:cubicBezTo>
                          <a:lnTo>
                            <a:pt x="215" y="6032"/>
                          </a:lnTo>
                          <a:cubicBezTo>
                            <a:pt x="307" y="6032"/>
                            <a:pt x="385" y="5960"/>
                            <a:pt x="404" y="5869"/>
                          </a:cubicBezTo>
                          <a:cubicBezTo>
                            <a:pt x="541" y="5120"/>
                            <a:pt x="848" y="4396"/>
                            <a:pt x="1141" y="3699"/>
                          </a:cubicBezTo>
                          <a:cubicBezTo>
                            <a:pt x="1591" y="2617"/>
                            <a:pt x="2060" y="1502"/>
                            <a:pt x="1962" y="192"/>
                          </a:cubicBezTo>
                          <a:cubicBezTo>
                            <a:pt x="1959" y="63"/>
                            <a:pt x="1862" y="0"/>
                            <a:pt x="17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90"/>
                    <p:cNvSpPr/>
                    <p:nvPr/>
                  </p:nvSpPr>
                  <p:spPr>
                    <a:xfrm>
                      <a:off x="5939032" y="2264810"/>
                      <a:ext cx="58195" cy="53499"/>
                    </a:xfrm>
                    <a:custGeom>
                      <a:rect b="b" l="l" r="r" t="t"/>
                      <a:pathLst>
                        <a:path extrusionOk="0" h="2119" w="2305">
                          <a:moveTo>
                            <a:pt x="2027" y="1"/>
                          </a:moveTo>
                          <a:cubicBezTo>
                            <a:pt x="2001" y="1"/>
                            <a:pt x="1972" y="7"/>
                            <a:pt x="1943" y="19"/>
                          </a:cubicBezTo>
                          <a:cubicBezTo>
                            <a:pt x="1167" y="345"/>
                            <a:pt x="261" y="997"/>
                            <a:pt x="33" y="1864"/>
                          </a:cubicBezTo>
                          <a:cubicBezTo>
                            <a:pt x="0" y="1968"/>
                            <a:pt x="66" y="2079"/>
                            <a:pt x="170" y="2112"/>
                          </a:cubicBezTo>
                          <a:cubicBezTo>
                            <a:pt x="189" y="2112"/>
                            <a:pt x="202" y="2112"/>
                            <a:pt x="222" y="2118"/>
                          </a:cubicBezTo>
                          <a:cubicBezTo>
                            <a:pt x="313" y="2112"/>
                            <a:pt x="391" y="2053"/>
                            <a:pt x="411" y="1968"/>
                          </a:cubicBezTo>
                          <a:cubicBezTo>
                            <a:pt x="607" y="1238"/>
                            <a:pt x="1408" y="671"/>
                            <a:pt x="2093" y="384"/>
                          </a:cubicBezTo>
                          <a:cubicBezTo>
                            <a:pt x="2304" y="293"/>
                            <a:pt x="2215" y="1"/>
                            <a:pt x="2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90"/>
                    <p:cNvSpPr/>
                    <p:nvPr/>
                  </p:nvSpPr>
                  <p:spPr>
                    <a:xfrm>
                      <a:off x="5992683" y="2128978"/>
                      <a:ext cx="45849" cy="36786"/>
                    </a:xfrm>
                    <a:custGeom>
                      <a:rect b="b" l="l" r="r" t="t"/>
                      <a:pathLst>
                        <a:path extrusionOk="0" h="1457" w="1816">
                          <a:moveTo>
                            <a:pt x="1532" y="0"/>
                          </a:moveTo>
                          <a:cubicBezTo>
                            <a:pt x="1499" y="0"/>
                            <a:pt x="1464" y="9"/>
                            <a:pt x="1428" y="29"/>
                          </a:cubicBezTo>
                          <a:cubicBezTo>
                            <a:pt x="919" y="316"/>
                            <a:pt x="456" y="687"/>
                            <a:pt x="72" y="1130"/>
                          </a:cubicBezTo>
                          <a:cubicBezTo>
                            <a:pt x="0" y="1215"/>
                            <a:pt x="7" y="1339"/>
                            <a:pt x="91" y="1411"/>
                          </a:cubicBezTo>
                          <a:cubicBezTo>
                            <a:pt x="124" y="1437"/>
                            <a:pt x="170" y="1456"/>
                            <a:pt x="215" y="1456"/>
                          </a:cubicBezTo>
                          <a:cubicBezTo>
                            <a:pt x="274" y="1456"/>
                            <a:pt x="333" y="1430"/>
                            <a:pt x="365" y="1391"/>
                          </a:cubicBezTo>
                          <a:cubicBezTo>
                            <a:pt x="724" y="981"/>
                            <a:pt x="1147" y="635"/>
                            <a:pt x="1623" y="368"/>
                          </a:cubicBezTo>
                          <a:cubicBezTo>
                            <a:pt x="1816" y="263"/>
                            <a:pt x="1711" y="0"/>
                            <a:pt x="15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90"/>
                    <p:cNvSpPr/>
                    <p:nvPr/>
                  </p:nvSpPr>
                  <p:spPr>
                    <a:xfrm>
                      <a:off x="6042042" y="1957699"/>
                      <a:ext cx="140654" cy="63901"/>
                    </a:xfrm>
                    <a:custGeom>
                      <a:rect b="b" l="l" r="r" t="t"/>
                      <a:pathLst>
                        <a:path extrusionOk="0" h="2531" w="5571">
                          <a:moveTo>
                            <a:pt x="5282" y="1"/>
                          </a:moveTo>
                          <a:cubicBezTo>
                            <a:pt x="5229" y="1"/>
                            <a:pt x="5174" y="24"/>
                            <a:pt x="5130" y="80"/>
                          </a:cubicBezTo>
                          <a:cubicBezTo>
                            <a:pt x="4550" y="778"/>
                            <a:pt x="3598" y="915"/>
                            <a:pt x="2673" y="1045"/>
                          </a:cubicBezTo>
                          <a:cubicBezTo>
                            <a:pt x="1656" y="1188"/>
                            <a:pt x="607" y="1332"/>
                            <a:pt x="53" y="2225"/>
                          </a:cubicBezTo>
                          <a:cubicBezTo>
                            <a:pt x="0" y="2322"/>
                            <a:pt x="27" y="2440"/>
                            <a:pt x="118" y="2498"/>
                          </a:cubicBezTo>
                          <a:cubicBezTo>
                            <a:pt x="150" y="2518"/>
                            <a:pt x="183" y="2531"/>
                            <a:pt x="222" y="2531"/>
                          </a:cubicBezTo>
                          <a:cubicBezTo>
                            <a:pt x="294" y="2531"/>
                            <a:pt x="352" y="2492"/>
                            <a:pt x="391" y="2433"/>
                          </a:cubicBezTo>
                          <a:cubicBezTo>
                            <a:pt x="848" y="1697"/>
                            <a:pt x="1760" y="1566"/>
                            <a:pt x="2725" y="1436"/>
                          </a:cubicBezTo>
                          <a:cubicBezTo>
                            <a:pt x="3722" y="1293"/>
                            <a:pt x="4758" y="1149"/>
                            <a:pt x="5436" y="335"/>
                          </a:cubicBezTo>
                          <a:cubicBezTo>
                            <a:pt x="5571" y="185"/>
                            <a:pt x="5432" y="1"/>
                            <a:pt x="5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90"/>
                    <p:cNvSpPr/>
                    <p:nvPr/>
                  </p:nvSpPr>
                  <p:spPr>
                    <a:xfrm>
                      <a:off x="6010937" y="2054751"/>
                      <a:ext cx="54206" cy="51278"/>
                    </a:xfrm>
                    <a:custGeom>
                      <a:rect b="b" l="l" r="r" t="t"/>
                      <a:pathLst>
                        <a:path extrusionOk="0" h="2031" w="2147">
                          <a:moveTo>
                            <a:pt x="1864" y="1"/>
                          </a:moveTo>
                          <a:cubicBezTo>
                            <a:pt x="1829" y="1"/>
                            <a:pt x="1792" y="12"/>
                            <a:pt x="1754" y="36"/>
                          </a:cubicBezTo>
                          <a:cubicBezTo>
                            <a:pt x="1115" y="440"/>
                            <a:pt x="313" y="949"/>
                            <a:pt x="40" y="1770"/>
                          </a:cubicBezTo>
                          <a:cubicBezTo>
                            <a:pt x="1" y="1900"/>
                            <a:pt x="98" y="2030"/>
                            <a:pt x="229" y="2030"/>
                          </a:cubicBezTo>
                          <a:cubicBezTo>
                            <a:pt x="313" y="2030"/>
                            <a:pt x="392" y="1978"/>
                            <a:pt x="418" y="1894"/>
                          </a:cubicBezTo>
                          <a:cubicBezTo>
                            <a:pt x="639" y="1203"/>
                            <a:pt x="1343" y="760"/>
                            <a:pt x="1962" y="369"/>
                          </a:cubicBezTo>
                          <a:cubicBezTo>
                            <a:pt x="2146" y="250"/>
                            <a:pt x="2034" y="1"/>
                            <a:pt x="18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90"/>
                    <p:cNvSpPr/>
                    <p:nvPr/>
                  </p:nvSpPr>
                  <p:spPr>
                    <a:xfrm>
                      <a:off x="6080545" y="1991077"/>
                      <a:ext cx="98112" cy="100460"/>
                    </a:xfrm>
                    <a:custGeom>
                      <a:rect b="b" l="l" r="r" t="t"/>
                      <a:pathLst>
                        <a:path extrusionOk="0" h="3979" w="3886">
                          <a:moveTo>
                            <a:pt x="3668" y="0"/>
                          </a:moveTo>
                          <a:cubicBezTo>
                            <a:pt x="3578" y="0"/>
                            <a:pt x="3498" y="68"/>
                            <a:pt x="3481" y="166"/>
                          </a:cubicBezTo>
                          <a:cubicBezTo>
                            <a:pt x="3338" y="1131"/>
                            <a:pt x="2555" y="1659"/>
                            <a:pt x="1721" y="2219"/>
                          </a:cubicBezTo>
                          <a:cubicBezTo>
                            <a:pt x="1109" y="2630"/>
                            <a:pt x="476" y="3060"/>
                            <a:pt x="79" y="3679"/>
                          </a:cubicBezTo>
                          <a:cubicBezTo>
                            <a:pt x="1" y="3809"/>
                            <a:pt x="92" y="3979"/>
                            <a:pt x="248" y="3979"/>
                          </a:cubicBezTo>
                          <a:cubicBezTo>
                            <a:pt x="313" y="3979"/>
                            <a:pt x="372" y="3946"/>
                            <a:pt x="411" y="3894"/>
                          </a:cubicBezTo>
                          <a:cubicBezTo>
                            <a:pt x="757" y="3340"/>
                            <a:pt x="1356" y="2943"/>
                            <a:pt x="1936" y="2552"/>
                          </a:cubicBezTo>
                          <a:cubicBezTo>
                            <a:pt x="2803" y="1965"/>
                            <a:pt x="3703" y="1359"/>
                            <a:pt x="3865" y="225"/>
                          </a:cubicBezTo>
                          <a:cubicBezTo>
                            <a:pt x="3885" y="121"/>
                            <a:pt x="3813" y="16"/>
                            <a:pt x="3703" y="3"/>
                          </a:cubicBezTo>
                          <a:cubicBezTo>
                            <a:pt x="3691" y="1"/>
                            <a:pt x="3680"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90"/>
                    <p:cNvSpPr/>
                    <p:nvPr/>
                  </p:nvSpPr>
                  <p:spPr>
                    <a:xfrm>
                      <a:off x="6079055" y="2034073"/>
                      <a:ext cx="106342" cy="106999"/>
                    </a:xfrm>
                    <a:custGeom>
                      <a:rect b="b" l="l" r="r" t="t"/>
                      <a:pathLst>
                        <a:path extrusionOk="0" h="4238" w="4212">
                          <a:moveTo>
                            <a:pt x="3821" y="0"/>
                          </a:moveTo>
                          <a:cubicBezTo>
                            <a:pt x="3709" y="0"/>
                            <a:pt x="3595" y="86"/>
                            <a:pt x="3625" y="236"/>
                          </a:cubicBezTo>
                          <a:cubicBezTo>
                            <a:pt x="3781" y="1259"/>
                            <a:pt x="2797" y="1878"/>
                            <a:pt x="1761" y="2530"/>
                          </a:cubicBezTo>
                          <a:cubicBezTo>
                            <a:pt x="1096" y="2947"/>
                            <a:pt x="405" y="3377"/>
                            <a:pt x="60" y="3938"/>
                          </a:cubicBezTo>
                          <a:cubicBezTo>
                            <a:pt x="1" y="4029"/>
                            <a:pt x="27" y="4146"/>
                            <a:pt x="125" y="4205"/>
                          </a:cubicBezTo>
                          <a:cubicBezTo>
                            <a:pt x="151" y="4225"/>
                            <a:pt x="190" y="4238"/>
                            <a:pt x="229" y="4238"/>
                          </a:cubicBezTo>
                          <a:cubicBezTo>
                            <a:pt x="294" y="4238"/>
                            <a:pt x="359" y="4199"/>
                            <a:pt x="392" y="4140"/>
                          </a:cubicBezTo>
                          <a:cubicBezTo>
                            <a:pt x="692" y="3664"/>
                            <a:pt x="1311" y="3273"/>
                            <a:pt x="1969" y="2863"/>
                          </a:cubicBezTo>
                          <a:cubicBezTo>
                            <a:pt x="3019" y="2204"/>
                            <a:pt x="4211" y="1455"/>
                            <a:pt x="4009" y="171"/>
                          </a:cubicBezTo>
                          <a:cubicBezTo>
                            <a:pt x="3995" y="53"/>
                            <a:pt x="3909" y="0"/>
                            <a:pt x="38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90"/>
                    <p:cNvSpPr/>
                    <p:nvPr/>
                  </p:nvSpPr>
                  <p:spPr>
                    <a:xfrm>
                      <a:off x="6079055" y="2075378"/>
                      <a:ext cx="110281" cy="119168"/>
                    </a:xfrm>
                    <a:custGeom>
                      <a:rect b="b" l="l" r="r" t="t"/>
                      <a:pathLst>
                        <a:path extrusionOk="0" h="4720" w="4368">
                          <a:moveTo>
                            <a:pt x="3823" y="1"/>
                          </a:moveTo>
                          <a:cubicBezTo>
                            <a:pt x="3699" y="1"/>
                            <a:pt x="3574" y="113"/>
                            <a:pt x="3631" y="268"/>
                          </a:cubicBezTo>
                          <a:cubicBezTo>
                            <a:pt x="3898" y="972"/>
                            <a:pt x="2634" y="2035"/>
                            <a:pt x="1624" y="2882"/>
                          </a:cubicBezTo>
                          <a:cubicBezTo>
                            <a:pt x="952" y="3449"/>
                            <a:pt x="320" y="3977"/>
                            <a:pt x="53" y="4427"/>
                          </a:cubicBezTo>
                          <a:cubicBezTo>
                            <a:pt x="1" y="4518"/>
                            <a:pt x="33" y="4642"/>
                            <a:pt x="125" y="4694"/>
                          </a:cubicBezTo>
                          <a:cubicBezTo>
                            <a:pt x="157" y="4713"/>
                            <a:pt x="190" y="4720"/>
                            <a:pt x="229" y="4720"/>
                          </a:cubicBezTo>
                          <a:cubicBezTo>
                            <a:pt x="294" y="4720"/>
                            <a:pt x="359" y="4687"/>
                            <a:pt x="398" y="4629"/>
                          </a:cubicBezTo>
                          <a:cubicBezTo>
                            <a:pt x="627" y="4231"/>
                            <a:pt x="1233" y="3723"/>
                            <a:pt x="1878" y="3188"/>
                          </a:cubicBezTo>
                          <a:cubicBezTo>
                            <a:pt x="3097" y="2159"/>
                            <a:pt x="4368" y="1096"/>
                            <a:pt x="4003" y="132"/>
                          </a:cubicBezTo>
                          <a:cubicBezTo>
                            <a:pt x="3969" y="40"/>
                            <a:pt x="3896" y="1"/>
                            <a:pt x="38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90"/>
                    <p:cNvSpPr/>
                    <p:nvPr/>
                  </p:nvSpPr>
                  <p:spPr>
                    <a:xfrm>
                      <a:off x="6074940" y="2138977"/>
                      <a:ext cx="105434" cy="88644"/>
                    </a:xfrm>
                    <a:custGeom>
                      <a:rect b="b" l="l" r="r" t="t"/>
                      <a:pathLst>
                        <a:path extrusionOk="0" h="3511" w="4176">
                          <a:moveTo>
                            <a:pt x="3899" y="0"/>
                          </a:moveTo>
                          <a:cubicBezTo>
                            <a:pt x="3836" y="0"/>
                            <a:pt x="3772" y="32"/>
                            <a:pt x="3729" y="109"/>
                          </a:cubicBezTo>
                          <a:cubicBezTo>
                            <a:pt x="3338" y="741"/>
                            <a:pt x="2686" y="1112"/>
                            <a:pt x="1995" y="1504"/>
                          </a:cubicBezTo>
                          <a:cubicBezTo>
                            <a:pt x="1233" y="1940"/>
                            <a:pt x="438" y="2390"/>
                            <a:pt x="47" y="3231"/>
                          </a:cubicBezTo>
                          <a:cubicBezTo>
                            <a:pt x="1" y="3328"/>
                            <a:pt x="47" y="3446"/>
                            <a:pt x="144" y="3491"/>
                          </a:cubicBezTo>
                          <a:cubicBezTo>
                            <a:pt x="170" y="3504"/>
                            <a:pt x="196" y="3511"/>
                            <a:pt x="223" y="3511"/>
                          </a:cubicBezTo>
                          <a:cubicBezTo>
                            <a:pt x="301" y="3511"/>
                            <a:pt x="372" y="3465"/>
                            <a:pt x="405" y="3394"/>
                          </a:cubicBezTo>
                          <a:cubicBezTo>
                            <a:pt x="744" y="2670"/>
                            <a:pt x="1448" y="2266"/>
                            <a:pt x="2191" y="1849"/>
                          </a:cubicBezTo>
                          <a:cubicBezTo>
                            <a:pt x="2895" y="1445"/>
                            <a:pt x="3625" y="1034"/>
                            <a:pt x="4068" y="317"/>
                          </a:cubicBezTo>
                          <a:cubicBezTo>
                            <a:pt x="4176" y="156"/>
                            <a:pt x="4039" y="0"/>
                            <a:pt x="38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90"/>
                    <p:cNvSpPr/>
                    <p:nvPr/>
                  </p:nvSpPr>
                  <p:spPr>
                    <a:xfrm>
                      <a:off x="6070496" y="2176419"/>
                      <a:ext cx="111417" cy="96622"/>
                    </a:xfrm>
                    <a:custGeom>
                      <a:rect b="b" l="l" r="r" t="t"/>
                      <a:pathLst>
                        <a:path extrusionOk="0" h="3827" w="4413">
                          <a:moveTo>
                            <a:pt x="4147" y="0"/>
                          </a:moveTo>
                          <a:cubicBezTo>
                            <a:pt x="4084" y="0"/>
                            <a:pt x="4021" y="31"/>
                            <a:pt x="3983" y="105"/>
                          </a:cubicBezTo>
                          <a:cubicBezTo>
                            <a:pt x="3599" y="842"/>
                            <a:pt x="2875" y="1252"/>
                            <a:pt x="2113" y="1696"/>
                          </a:cubicBezTo>
                          <a:cubicBezTo>
                            <a:pt x="1304" y="2158"/>
                            <a:pt x="464" y="2647"/>
                            <a:pt x="60" y="3547"/>
                          </a:cubicBezTo>
                          <a:cubicBezTo>
                            <a:pt x="1" y="3677"/>
                            <a:pt x="92" y="3820"/>
                            <a:pt x="236" y="3827"/>
                          </a:cubicBezTo>
                          <a:cubicBezTo>
                            <a:pt x="314" y="3820"/>
                            <a:pt x="386" y="3781"/>
                            <a:pt x="418" y="3709"/>
                          </a:cubicBezTo>
                          <a:cubicBezTo>
                            <a:pt x="777" y="2921"/>
                            <a:pt x="1520" y="2491"/>
                            <a:pt x="2315" y="2034"/>
                          </a:cubicBezTo>
                          <a:cubicBezTo>
                            <a:pt x="3090" y="1591"/>
                            <a:pt x="3892" y="1122"/>
                            <a:pt x="4329" y="288"/>
                          </a:cubicBezTo>
                          <a:cubicBezTo>
                            <a:pt x="4412" y="134"/>
                            <a:pt x="4279" y="0"/>
                            <a:pt x="4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90"/>
                    <p:cNvSpPr/>
                    <p:nvPr/>
                  </p:nvSpPr>
                  <p:spPr>
                    <a:xfrm>
                      <a:off x="6070850" y="2217572"/>
                      <a:ext cx="111569" cy="96622"/>
                    </a:xfrm>
                    <a:custGeom>
                      <a:rect b="b" l="l" r="r" t="t"/>
                      <a:pathLst>
                        <a:path extrusionOk="0" h="3827" w="4419">
                          <a:moveTo>
                            <a:pt x="4133" y="0"/>
                          </a:moveTo>
                          <a:cubicBezTo>
                            <a:pt x="4090" y="0"/>
                            <a:pt x="4044" y="16"/>
                            <a:pt x="4002" y="53"/>
                          </a:cubicBezTo>
                          <a:cubicBezTo>
                            <a:pt x="3539" y="489"/>
                            <a:pt x="2998" y="835"/>
                            <a:pt x="2470" y="1167"/>
                          </a:cubicBezTo>
                          <a:cubicBezTo>
                            <a:pt x="1525" y="1773"/>
                            <a:pt x="547" y="2392"/>
                            <a:pt x="39" y="3546"/>
                          </a:cubicBezTo>
                          <a:cubicBezTo>
                            <a:pt x="0" y="3644"/>
                            <a:pt x="46" y="3761"/>
                            <a:pt x="143" y="3807"/>
                          </a:cubicBezTo>
                          <a:cubicBezTo>
                            <a:pt x="169" y="3820"/>
                            <a:pt x="196" y="3826"/>
                            <a:pt x="222" y="3826"/>
                          </a:cubicBezTo>
                          <a:cubicBezTo>
                            <a:pt x="300" y="3820"/>
                            <a:pt x="372" y="3774"/>
                            <a:pt x="404" y="3702"/>
                          </a:cubicBezTo>
                          <a:cubicBezTo>
                            <a:pt x="860" y="2660"/>
                            <a:pt x="1747" y="2099"/>
                            <a:pt x="2685" y="1499"/>
                          </a:cubicBezTo>
                          <a:cubicBezTo>
                            <a:pt x="3226" y="1154"/>
                            <a:pt x="3780" y="802"/>
                            <a:pt x="4276" y="339"/>
                          </a:cubicBezTo>
                          <a:cubicBezTo>
                            <a:pt x="4418" y="202"/>
                            <a:pt x="4290" y="0"/>
                            <a:pt x="41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90"/>
                    <p:cNvSpPr/>
                    <p:nvPr/>
                  </p:nvSpPr>
                  <p:spPr>
                    <a:xfrm>
                      <a:off x="6093875" y="2268370"/>
                      <a:ext cx="90134" cy="393356"/>
                    </a:xfrm>
                    <a:custGeom>
                      <a:rect b="b" l="l" r="r" t="t"/>
                      <a:pathLst>
                        <a:path extrusionOk="0" h="15580" w="3570">
                          <a:moveTo>
                            <a:pt x="3284" y="1"/>
                          </a:moveTo>
                          <a:cubicBezTo>
                            <a:pt x="3242" y="1"/>
                            <a:pt x="3197" y="17"/>
                            <a:pt x="3155" y="54"/>
                          </a:cubicBezTo>
                          <a:cubicBezTo>
                            <a:pt x="0" y="2811"/>
                            <a:pt x="313" y="6989"/>
                            <a:pt x="613" y="11030"/>
                          </a:cubicBezTo>
                          <a:cubicBezTo>
                            <a:pt x="730" y="12575"/>
                            <a:pt x="835" y="14035"/>
                            <a:pt x="750" y="15371"/>
                          </a:cubicBezTo>
                          <a:cubicBezTo>
                            <a:pt x="737" y="15475"/>
                            <a:pt x="822" y="15573"/>
                            <a:pt x="932" y="15579"/>
                          </a:cubicBezTo>
                          <a:lnTo>
                            <a:pt x="946" y="15579"/>
                          </a:lnTo>
                          <a:cubicBezTo>
                            <a:pt x="1050" y="15579"/>
                            <a:pt x="1135" y="15501"/>
                            <a:pt x="1141" y="15397"/>
                          </a:cubicBezTo>
                          <a:cubicBezTo>
                            <a:pt x="1232" y="14028"/>
                            <a:pt x="1122" y="12562"/>
                            <a:pt x="1004" y="11004"/>
                          </a:cubicBezTo>
                          <a:cubicBezTo>
                            <a:pt x="711" y="7054"/>
                            <a:pt x="411" y="2974"/>
                            <a:pt x="3416" y="348"/>
                          </a:cubicBezTo>
                          <a:cubicBezTo>
                            <a:pt x="3569" y="215"/>
                            <a:pt x="3441" y="1"/>
                            <a:pt x="3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90"/>
                    <p:cNvSpPr/>
                    <p:nvPr/>
                  </p:nvSpPr>
                  <p:spPr>
                    <a:xfrm>
                      <a:off x="6104631" y="2464821"/>
                      <a:ext cx="36003" cy="133711"/>
                    </a:xfrm>
                    <a:custGeom>
                      <a:rect b="b" l="l" r="r" t="t"/>
                      <a:pathLst>
                        <a:path extrusionOk="0" h="5296" w="1426">
                          <a:moveTo>
                            <a:pt x="253" y="0"/>
                          </a:moveTo>
                          <a:cubicBezTo>
                            <a:pt x="128" y="0"/>
                            <a:pt x="1" y="119"/>
                            <a:pt x="63" y="277"/>
                          </a:cubicBezTo>
                          <a:cubicBezTo>
                            <a:pt x="748" y="1965"/>
                            <a:pt x="1028" y="3405"/>
                            <a:pt x="1028" y="5100"/>
                          </a:cubicBezTo>
                          <a:cubicBezTo>
                            <a:pt x="1028" y="5204"/>
                            <a:pt x="1119" y="5295"/>
                            <a:pt x="1223" y="5295"/>
                          </a:cubicBezTo>
                          <a:cubicBezTo>
                            <a:pt x="1334" y="5295"/>
                            <a:pt x="1425" y="5204"/>
                            <a:pt x="1425" y="5093"/>
                          </a:cubicBezTo>
                          <a:cubicBezTo>
                            <a:pt x="1425" y="3379"/>
                            <a:pt x="1119" y="1841"/>
                            <a:pt x="428" y="127"/>
                          </a:cubicBezTo>
                          <a:cubicBezTo>
                            <a:pt x="393" y="38"/>
                            <a:pt x="323" y="0"/>
                            <a:pt x="2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90"/>
                    <p:cNvSpPr/>
                    <p:nvPr/>
                  </p:nvSpPr>
                  <p:spPr>
                    <a:xfrm>
                      <a:off x="6111321" y="2647587"/>
                      <a:ext cx="27015" cy="122577"/>
                    </a:xfrm>
                    <a:custGeom>
                      <a:rect b="b" l="l" r="r" t="t"/>
                      <a:pathLst>
                        <a:path extrusionOk="0" h="4855" w="1070">
                          <a:moveTo>
                            <a:pt x="199" y="0"/>
                          </a:moveTo>
                          <a:cubicBezTo>
                            <a:pt x="100" y="0"/>
                            <a:pt x="0" y="67"/>
                            <a:pt x="0" y="201"/>
                          </a:cubicBezTo>
                          <a:cubicBezTo>
                            <a:pt x="0" y="1758"/>
                            <a:pt x="202" y="3108"/>
                            <a:pt x="665" y="4711"/>
                          </a:cubicBezTo>
                          <a:cubicBezTo>
                            <a:pt x="685" y="4796"/>
                            <a:pt x="763" y="4854"/>
                            <a:pt x="854" y="4854"/>
                          </a:cubicBezTo>
                          <a:cubicBezTo>
                            <a:pt x="867" y="4854"/>
                            <a:pt x="887" y="4854"/>
                            <a:pt x="906" y="4848"/>
                          </a:cubicBezTo>
                          <a:cubicBezTo>
                            <a:pt x="1011" y="4822"/>
                            <a:pt x="1069" y="4711"/>
                            <a:pt x="1043" y="4607"/>
                          </a:cubicBezTo>
                          <a:cubicBezTo>
                            <a:pt x="587" y="3036"/>
                            <a:pt x="398" y="1719"/>
                            <a:pt x="398" y="201"/>
                          </a:cubicBezTo>
                          <a:cubicBezTo>
                            <a:pt x="398" y="67"/>
                            <a:pt x="299"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90"/>
                    <p:cNvSpPr/>
                    <p:nvPr/>
                  </p:nvSpPr>
                  <p:spPr>
                    <a:xfrm>
                      <a:off x="6109655" y="2649077"/>
                      <a:ext cx="29817" cy="63497"/>
                    </a:xfrm>
                    <a:custGeom>
                      <a:rect b="b" l="l" r="r" t="t"/>
                      <a:pathLst>
                        <a:path extrusionOk="0" h="2515" w="1181">
                          <a:moveTo>
                            <a:pt x="272" y="0"/>
                          </a:moveTo>
                          <a:cubicBezTo>
                            <a:pt x="129" y="0"/>
                            <a:pt x="1" y="168"/>
                            <a:pt x="112" y="318"/>
                          </a:cubicBezTo>
                          <a:cubicBezTo>
                            <a:pt x="562" y="852"/>
                            <a:pt x="705" y="1862"/>
                            <a:pt x="777" y="2345"/>
                          </a:cubicBezTo>
                          <a:cubicBezTo>
                            <a:pt x="790" y="2442"/>
                            <a:pt x="875" y="2514"/>
                            <a:pt x="972" y="2514"/>
                          </a:cubicBezTo>
                          <a:cubicBezTo>
                            <a:pt x="985" y="2514"/>
                            <a:pt x="992" y="2514"/>
                            <a:pt x="1005" y="2508"/>
                          </a:cubicBezTo>
                          <a:cubicBezTo>
                            <a:pt x="1109" y="2495"/>
                            <a:pt x="1181" y="2390"/>
                            <a:pt x="1168" y="2286"/>
                          </a:cubicBezTo>
                          <a:cubicBezTo>
                            <a:pt x="1044" y="1452"/>
                            <a:pt x="868" y="611"/>
                            <a:pt x="418" y="70"/>
                          </a:cubicBezTo>
                          <a:cubicBezTo>
                            <a:pt x="374" y="21"/>
                            <a:pt x="323"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90"/>
                    <p:cNvSpPr/>
                    <p:nvPr/>
                  </p:nvSpPr>
                  <p:spPr>
                    <a:xfrm>
                      <a:off x="6083170" y="2514407"/>
                      <a:ext cx="31913" cy="78520"/>
                    </a:xfrm>
                    <a:custGeom>
                      <a:rect b="b" l="l" r="r" t="t"/>
                      <a:pathLst>
                        <a:path extrusionOk="0" h="3110" w="1264">
                          <a:moveTo>
                            <a:pt x="1037" y="1"/>
                          </a:moveTo>
                          <a:cubicBezTo>
                            <a:pt x="957" y="1"/>
                            <a:pt x="878" y="45"/>
                            <a:pt x="848" y="144"/>
                          </a:cubicBezTo>
                          <a:cubicBezTo>
                            <a:pt x="770" y="451"/>
                            <a:pt x="659" y="744"/>
                            <a:pt x="522" y="1031"/>
                          </a:cubicBezTo>
                          <a:cubicBezTo>
                            <a:pt x="268" y="1624"/>
                            <a:pt x="1" y="2236"/>
                            <a:pt x="144" y="2947"/>
                          </a:cubicBezTo>
                          <a:cubicBezTo>
                            <a:pt x="157" y="3045"/>
                            <a:pt x="242" y="3110"/>
                            <a:pt x="333" y="3110"/>
                          </a:cubicBezTo>
                          <a:cubicBezTo>
                            <a:pt x="346" y="3110"/>
                            <a:pt x="359" y="3110"/>
                            <a:pt x="372" y="3103"/>
                          </a:cubicBezTo>
                          <a:cubicBezTo>
                            <a:pt x="477" y="3084"/>
                            <a:pt x="548" y="2979"/>
                            <a:pt x="529" y="2875"/>
                          </a:cubicBezTo>
                          <a:cubicBezTo>
                            <a:pt x="411" y="2282"/>
                            <a:pt x="640" y="1748"/>
                            <a:pt x="887" y="1187"/>
                          </a:cubicBezTo>
                          <a:cubicBezTo>
                            <a:pt x="1031" y="881"/>
                            <a:pt x="1148" y="561"/>
                            <a:pt x="1233" y="236"/>
                          </a:cubicBezTo>
                          <a:cubicBezTo>
                            <a:pt x="1263" y="90"/>
                            <a:pt x="1150" y="1"/>
                            <a:pt x="10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90"/>
                    <p:cNvSpPr/>
                    <p:nvPr/>
                  </p:nvSpPr>
                  <p:spPr>
                    <a:xfrm>
                      <a:off x="6063099" y="2396148"/>
                      <a:ext cx="57691" cy="73218"/>
                    </a:xfrm>
                    <a:custGeom>
                      <a:rect b="b" l="l" r="r" t="t"/>
                      <a:pathLst>
                        <a:path extrusionOk="0" h="2900" w="2285">
                          <a:moveTo>
                            <a:pt x="1998" y="0"/>
                          </a:moveTo>
                          <a:cubicBezTo>
                            <a:pt x="1951" y="0"/>
                            <a:pt x="1902" y="19"/>
                            <a:pt x="1858" y="64"/>
                          </a:cubicBezTo>
                          <a:cubicBezTo>
                            <a:pt x="1754" y="168"/>
                            <a:pt x="1624" y="292"/>
                            <a:pt x="1493" y="416"/>
                          </a:cubicBezTo>
                          <a:cubicBezTo>
                            <a:pt x="861" y="996"/>
                            <a:pt x="1" y="1791"/>
                            <a:pt x="463" y="2788"/>
                          </a:cubicBezTo>
                          <a:cubicBezTo>
                            <a:pt x="496" y="2854"/>
                            <a:pt x="561" y="2899"/>
                            <a:pt x="639" y="2899"/>
                          </a:cubicBezTo>
                          <a:cubicBezTo>
                            <a:pt x="672" y="2899"/>
                            <a:pt x="698" y="2893"/>
                            <a:pt x="724" y="2880"/>
                          </a:cubicBezTo>
                          <a:cubicBezTo>
                            <a:pt x="822" y="2834"/>
                            <a:pt x="868" y="2717"/>
                            <a:pt x="815" y="2619"/>
                          </a:cubicBezTo>
                          <a:cubicBezTo>
                            <a:pt x="476" y="1882"/>
                            <a:pt x="1154" y="1257"/>
                            <a:pt x="1754" y="703"/>
                          </a:cubicBezTo>
                          <a:cubicBezTo>
                            <a:pt x="1897" y="579"/>
                            <a:pt x="2028" y="455"/>
                            <a:pt x="2145" y="338"/>
                          </a:cubicBezTo>
                          <a:cubicBezTo>
                            <a:pt x="2284" y="194"/>
                            <a:pt x="2150" y="0"/>
                            <a:pt x="19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90"/>
                    <p:cNvSpPr/>
                    <p:nvPr/>
                  </p:nvSpPr>
                  <p:spPr>
                    <a:xfrm>
                      <a:off x="6107458" y="2398496"/>
                      <a:ext cx="39765" cy="70870"/>
                    </a:xfrm>
                    <a:custGeom>
                      <a:rect b="b" l="l" r="r" t="t"/>
                      <a:pathLst>
                        <a:path extrusionOk="0" h="2807" w="1575">
                          <a:moveTo>
                            <a:pt x="294" y="1"/>
                          </a:moveTo>
                          <a:cubicBezTo>
                            <a:pt x="144" y="1"/>
                            <a:pt x="1" y="185"/>
                            <a:pt x="147" y="336"/>
                          </a:cubicBezTo>
                          <a:cubicBezTo>
                            <a:pt x="597" y="903"/>
                            <a:pt x="1118" y="1978"/>
                            <a:pt x="929" y="2545"/>
                          </a:cubicBezTo>
                          <a:cubicBezTo>
                            <a:pt x="890" y="2650"/>
                            <a:pt x="948" y="2761"/>
                            <a:pt x="1053" y="2800"/>
                          </a:cubicBezTo>
                          <a:cubicBezTo>
                            <a:pt x="1072" y="2800"/>
                            <a:pt x="1092" y="2806"/>
                            <a:pt x="1111" y="2806"/>
                          </a:cubicBezTo>
                          <a:cubicBezTo>
                            <a:pt x="1196" y="2806"/>
                            <a:pt x="1274" y="2754"/>
                            <a:pt x="1300" y="2676"/>
                          </a:cubicBezTo>
                          <a:cubicBezTo>
                            <a:pt x="1574" y="1861"/>
                            <a:pt x="844" y="584"/>
                            <a:pt x="453" y="95"/>
                          </a:cubicBezTo>
                          <a:cubicBezTo>
                            <a:pt x="410" y="28"/>
                            <a:pt x="351"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90"/>
                    <p:cNvSpPr/>
                    <p:nvPr/>
                  </p:nvSpPr>
                  <p:spPr>
                    <a:xfrm>
                      <a:off x="6084660" y="2269784"/>
                      <a:ext cx="96269" cy="88341"/>
                    </a:xfrm>
                    <a:custGeom>
                      <a:rect b="b" l="l" r="r" t="t"/>
                      <a:pathLst>
                        <a:path extrusionOk="0" h="3499" w="3813">
                          <a:moveTo>
                            <a:pt x="3536" y="0"/>
                          </a:moveTo>
                          <a:cubicBezTo>
                            <a:pt x="3492" y="0"/>
                            <a:pt x="3445" y="17"/>
                            <a:pt x="3403" y="57"/>
                          </a:cubicBezTo>
                          <a:cubicBezTo>
                            <a:pt x="3057" y="396"/>
                            <a:pt x="2627" y="663"/>
                            <a:pt x="2171" y="950"/>
                          </a:cubicBezTo>
                          <a:cubicBezTo>
                            <a:pt x="1278" y="1510"/>
                            <a:pt x="359" y="2091"/>
                            <a:pt x="33" y="3244"/>
                          </a:cubicBezTo>
                          <a:cubicBezTo>
                            <a:pt x="0" y="3348"/>
                            <a:pt x="66" y="3459"/>
                            <a:pt x="170" y="3492"/>
                          </a:cubicBezTo>
                          <a:cubicBezTo>
                            <a:pt x="183" y="3492"/>
                            <a:pt x="203" y="3498"/>
                            <a:pt x="222" y="3498"/>
                          </a:cubicBezTo>
                          <a:cubicBezTo>
                            <a:pt x="313" y="3498"/>
                            <a:pt x="392" y="3433"/>
                            <a:pt x="411" y="3348"/>
                          </a:cubicBezTo>
                          <a:cubicBezTo>
                            <a:pt x="698" y="2338"/>
                            <a:pt x="1513" y="1823"/>
                            <a:pt x="2379" y="1282"/>
                          </a:cubicBezTo>
                          <a:cubicBezTo>
                            <a:pt x="2836" y="996"/>
                            <a:pt x="3298" y="702"/>
                            <a:pt x="3676" y="337"/>
                          </a:cubicBezTo>
                          <a:cubicBezTo>
                            <a:pt x="3813" y="196"/>
                            <a:pt x="3687" y="0"/>
                            <a:pt x="35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90"/>
                    <p:cNvSpPr/>
                    <p:nvPr/>
                  </p:nvSpPr>
                  <p:spPr>
                    <a:xfrm>
                      <a:off x="6171612" y="1962168"/>
                      <a:ext cx="207459" cy="288175"/>
                    </a:xfrm>
                    <a:custGeom>
                      <a:rect b="b" l="l" r="r" t="t"/>
                      <a:pathLst>
                        <a:path extrusionOk="0" h="11414" w="8217">
                          <a:moveTo>
                            <a:pt x="238" y="0"/>
                          </a:moveTo>
                          <a:cubicBezTo>
                            <a:pt x="120" y="0"/>
                            <a:pt x="0" y="100"/>
                            <a:pt x="43" y="249"/>
                          </a:cubicBezTo>
                          <a:cubicBezTo>
                            <a:pt x="363" y="1389"/>
                            <a:pt x="1204" y="1611"/>
                            <a:pt x="2012" y="1826"/>
                          </a:cubicBezTo>
                          <a:cubicBezTo>
                            <a:pt x="2279" y="1891"/>
                            <a:pt x="2540" y="1976"/>
                            <a:pt x="2800" y="2074"/>
                          </a:cubicBezTo>
                          <a:cubicBezTo>
                            <a:pt x="4104" y="2589"/>
                            <a:pt x="4221" y="2960"/>
                            <a:pt x="4645" y="4322"/>
                          </a:cubicBezTo>
                          <a:lnTo>
                            <a:pt x="4690" y="4453"/>
                          </a:lnTo>
                          <a:cubicBezTo>
                            <a:pt x="5525" y="7131"/>
                            <a:pt x="6802" y="9530"/>
                            <a:pt x="7812" y="11316"/>
                          </a:cubicBezTo>
                          <a:cubicBezTo>
                            <a:pt x="7851" y="11374"/>
                            <a:pt x="7917" y="11413"/>
                            <a:pt x="7988" y="11413"/>
                          </a:cubicBezTo>
                          <a:cubicBezTo>
                            <a:pt x="8021" y="11413"/>
                            <a:pt x="8053" y="11407"/>
                            <a:pt x="8086" y="11387"/>
                          </a:cubicBezTo>
                          <a:cubicBezTo>
                            <a:pt x="8184" y="11335"/>
                            <a:pt x="8216" y="11211"/>
                            <a:pt x="8158" y="11120"/>
                          </a:cubicBezTo>
                          <a:cubicBezTo>
                            <a:pt x="7154" y="9347"/>
                            <a:pt x="5890" y="6981"/>
                            <a:pt x="5062" y="4335"/>
                          </a:cubicBezTo>
                          <a:lnTo>
                            <a:pt x="5023" y="4205"/>
                          </a:lnTo>
                          <a:cubicBezTo>
                            <a:pt x="4593" y="2817"/>
                            <a:pt x="4430" y="2295"/>
                            <a:pt x="2944" y="1709"/>
                          </a:cubicBezTo>
                          <a:cubicBezTo>
                            <a:pt x="2670" y="1604"/>
                            <a:pt x="2396" y="1520"/>
                            <a:pt x="2116" y="1448"/>
                          </a:cubicBezTo>
                          <a:cubicBezTo>
                            <a:pt x="1314" y="1233"/>
                            <a:pt x="682" y="1064"/>
                            <a:pt x="421" y="145"/>
                          </a:cubicBezTo>
                          <a:cubicBezTo>
                            <a:pt x="393" y="43"/>
                            <a:pt x="316" y="0"/>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90"/>
                    <p:cNvSpPr/>
                    <p:nvPr/>
                  </p:nvSpPr>
                  <p:spPr>
                    <a:xfrm>
                      <a:off x="6336908" y="2188765"/>
                      <a:ext cx="51858" cy="152066"/>
                    </a:xfrm>
                    <a:custGeom>
                      <a:rect b="b" l="l" r="r" t="t"/>
                      <a:pathLst>
                        <a:path extrusionOk="0" h="6023" w="2054">
                          <a:moveTo>
                            <a:pt x="294" y="0"/>
                          </a:moveTo>
                          <a:cubicBezTo>
                            <a:pt x="201" y="0"/>
                            <a:pt x="108" y="59"/>
                            <a:pt x="99" y="183"/>
                          </a:cubicBezTo>
                          <a:cubicBezTo>
                            <a:pt x="1" y="1487"/>
                            <a:pt x="464" y="2601"/>
                            <a:pt x="920" y="3683"/>
                          </a:cubicBezTo>
                          <a:cubicBezTo>
                            <a:pt x="1213" y="4381"/>
                            <a:pt x="1520" y="5104"/>
                            <a:pt x="1650" y="5860"/>
                          </a:cubicBezTo>
                          <a:cubicBezTo>
                            <a:pt x="1669" y="5951"/>
                            <a:pt x="1748" y="6023"/>
                            <a:pt x="1845" y="6023"/>
                          </a:cubicBezTo>
                          <a:lnTo>
                            <a:pt x="1878" y="6023"/>
                          </a:lnTo>
                          <a:cubicBezTo>
                            <a:pt x="1982" y="6003"/>
                            <a:pt x="2054" y="5899"/>
                            <a:pt x="2041" y="5795"/>
                          </a:cubicBezTo>
                          <a:cubicBezTo>
                            <a:pt x="1898" y="4993"/>
                            <a:pt x="1585" y="4257"/>
                            <a:pt x="1285" y="3533"/>
                          </a:cubicBezTo>
                          <a:cubicBezTo>
                            <a:pt x="829" y="2451"/>
                            <a:pt x="399" y="1422"/>
                            <a:pt x="490" y="209"/>
                          </a:cubicBezTo>
                          <a:cubicBezTo>
                            <a:pt x="500" y="73"/>
                            <a:pt x="39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90"/>
                    <p:cNvSpPr/>
                    <p:nvPr/>
                  </p:nvSpPr>
                  <p:spPr>
                    <a:xfrm>
                      <a:off x="6353596" y="2264861"/>
                      <a:ext cx="58221" cy="53449"/>
                    </a:xfrm>
                    <a:custGeom>
                      <a:rect b="b" l="l" r="r" t="t"/>
                      <a:pathLst>
                        <a:path extrusionOk="0" h="2117" w="2306">
                          <a:moveTo>
                            <a:pt x="282" y="1"/>
                          </a:moveTo>
                          <a:cubicBezTo>
                            <a:pt x="92" y="1"/>
                            <a:pt x="1" y="290"/>
                            <a:pt x="213" y="382"/>
                          </a:cubicBezTo>
                          <a:cubicBezTo>
                            <a:pt x="898" y="676"/>
                            <a:pt x="1699" y="1243"/>
                            <a:pt x="1895" y="1966"/>
                          </a:cubicBezTo>
                          <a:cubicBezTo>
                            <a:pt x="1914" y="2051"/>
                            <a:pt x="1993" y="2110"/>
                            <a:pt x="2084" y="2116"/>
                          </a:cubicBezTo>
                          <a:cubicBezTo>
                            <a:pt x="2103" y="2116"/>
                            <a:pt x="2116" y="2110"/>
                            <a:pt x="2136" y="2110"/>
                          </a:cubicBezTo>
                          <a:cubicBezTo>
                            <a:pt x="2240" y="2084"/>
                            <a:pt x="2305" y="1973"/>
                            <a:pt x="2273" y="1868"/>
                          </a:cubicBezTo>
                          <a:cubicBezTo>
                            <a:pt x="2045" y="995"/>
                            <a:pt x="1139" y="343"/>
                            <a:pt x="363" y="17"/>
                          </a:cubicBezTo>
                          <a:cubicBezTo>
                            <a:pt x="335" y="6"/>
                            <a:pt x="308"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90"/>
                    <p:cNvSpPr/>
                    <p:nvPr/>
                  </p:nvSpPr>
                  <p:spPr>
                    <a:xfrm>
                      <a:off x="6311938" y="2128802"/>
                      <a:ext cx="46228" cy="36962"/>
                    </a:xfrm>
                    <a:custGeom>
                      <a:rect b="b" l="l" r="r" t="t"/>
                      <a:pathLst>
                        <a:path extrusionOk="0" h="1464" w="1831">
                          <a:moveTo>
                            <a:pt x="286" y="1"/>
                          </a:moveTo>
                          <a:cubicBezTo>
                            <a:pt x="108" y="1"/>
                            <a:pt x="1" y="278"/>
                            <a:pt x="208" y="381"/>
                          </a:cubicBezTo>
                          <a:cubicBezTo>
                            <a:pt x="684" y="642"/>
                            <a:pt x="1107" y="988"/>
                            <a:pt x="1459" y="1398"/>
                          </a:cubicBezTo>
                          <a:cubicBezTo>
                            <a:pt x="1498" y="1437"/>
                            <a:pt x="1550" y="1463"/>
                            <a:pt x="1609" y="1463"/>
                          </a:cubicBezTo>
                          <a:cubicBezTo>
                            <a:pt x="1655" y="1463"/>
                            <a:pt x="1700" y="1444"/>
                            <a:pt x="1739" y="1418"/>
                          </a:cubicBezTo>
                          <a:cubicBezTo>
                            <a:pt x="1818" y="1346"/>
                            <a:pt x="1831" y="1222"/>
                            <a:pt x="1759" y="1137"/>
                          </a:cubicBezTo>
                          <a:cubicBezTo>
                            <a:pt x="1374" y="694"/>
                            <a:pt x="912" y="323"/>
                            <a:pt x="397" y="36"/>
                          </a:cubicBezTo>
                          <a:cubicBezTo>
                            <a:pt x="358" y="12"/>
                            <a:pt x="321"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90"/>
                    <p:cNvSpPr/>
                    <p:nvPr/>
                  </p:nvSpPr>
                  <p:spPr>
                    <a:xfrm>
                      <a:off x="6168153" y="1957699"/>
                      <a:ext cx="140654" cy="63901"/>
                    </a:xfrm>
                    <a:custGeom>
                      <a:rect b="b" l="l" r="r" t="t"/>
                      <a:pathLst>
                        <a:path extrusionOk="0" h="2531" w="5571">
                          <a:moveTo>
                            <a:pt x="289" y="1"/>
                          </a:moveTo>
                          <a:cubicBezTo>
                            <a:pt x="139" y="1"/>
                            <a:pt x="0" y="185"/>
                            <a:pt x="135" y="335"/>
                          </a:cubicBezTo>
                          <a:cubicBezTo>
                            <a:pt x="813" y="1149"/>
                            <a:pt x="1849" y="1293"/>
                            <a:pt x="2846" y="1436"/>
                          </a:cubicBezTo>
                          <a:cubicBezTo>
                            <a:pt x="3811" y="1573"/>
                            <a:pt x="4723" y="1697"/>
                            <a:pt x="5179" y="2433"/>
                          </a:cubicBezTo>
                          <a:cubicBezTo>
                            <a:pt x="5218" y="2492"/>
                            <a:pt x="5284" y="2531"/>
                            <a:pt x="5349" y="2531"/>
                          </a:cubicBezTo>
                          <a:cubicBezTo>
                            <a:pt x="5388" y="2531"/>
                            <a:pt x="5421" y="2518"/>
                            <a:pt x="5453" y="2498"/>
                          </a:cubicBezTo>
                          <a:cubicBezTo>
                            <a:pt x="5544" y="2440"/>
                            <a:pt x="5570" y="2322"/>
                            <a:pt x="5518" y="2225"/>
                          </a:cubicBezTo>
                          <a:cubicBezTo>
                            <a:pt x="4964" y="1332"/>
                            <a:pt x="3915" y="1188"/>
                            <a:pt x="2898" y="1045"/>
                          </a:cubicBezTo>
                          <a:cubicBezTo>
                            <a:pt x="1973" y="915"/>
                            <a:pt x="1021" y="778"/>
                            <a:pt x="441" y="80"/>
                          </a:cubicBezTo>
                          <a:cubicBezTo>
                            <a:pt x="397" y="24"/>
                            <a:pt x="342" y="1"/>
                            <a:pt x="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90"/>
                    <p:cNvSpPr/>
                    <p:nvPr/>
                  </p:nvSpPr>
                  <p:spPr>
                    <a:xfrm>
                      <a:off x="6285554" y="2054751"/>
                      <a:ext cx="54181" cy="51278"/>
                    </a:xfrm>
                    <a:custGeom>
                      <a:rect b="b" l="l" r="r" t="t"/>
                      <a:pathLst>
                        <a:path extrusionOk="0" h="2031" w="2146">
                          <a:moveTo>
                            <a:pt x="282" y="1"/>
                          </a:moveTo>
                          <a:cubicBezTo>
                            <a:pt x="112" y="1"/>
                            <a:pt x="0" y="250"/>
                            <a:pt x="184" y="369"/>
                          </a:cubicBezTo>
                          <a:cubicBezTo>
                            <a:pt x="803" y="760"/>
                            <a:pt x="1507" y="1203"/>
                            <a:pt x="1735" y="1894"/>
                          </a:cubicBezTo>
                          <a:cubicBezTo>
                            <a:pt x="1761" y="1978"/>
                            <a:pt x="1833" y="2030"/>
                            <a:pt x="1924" y="2030"/>
                          </a:cubicBezTo>
                          <a:cubicBezTo>
                            <a:pt x="1944" y="2030"/>
                            <a:pt x="1963" y="2030"/>
                            <a:pt x="1983" y="2017"/>
                          </a:cubicBezTo>
                          <a:cubicBezTo>
                            <a:pt x="2087" y="1985"/>
                            <a:pt x="2146" y="1874"/>
                            <a:pt x="2113" y="1770"/>
                          </a:cubicBezTo>
                          <a:cubicBezTo>
                            <a:pt x="1839" y="949"/>
                            <a:pt x="1038" y="440"/>
                            <a:pt x="393" y="36"/>
                          </a:cubicBezTo>
                          <a:cubicBezTo>
                            <a:pt x="355" y="12"/>
                            <a:pt x="317"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90"/>
                    <p:cNvSpPr/>
                    <p:nvPr/>
                  </p:nvSpPr>
                  <p:spPr>
                    <a:xfrm>
                      <a:off x="6171865" y="1990698"/>
                      <a:ext cx="97935" cy="100839"/>
                    </a:xfrm>
                    <a:custGeom>
                      <a:rect b="b" l="l" r="r" t="t"/>
                      <a:pathLst>
                        <a:path extrusionOk="0" h="3994" w="3879">
                          <a:moveTo>
                            <a:pt x="227" y="0"/>
                          </a:moveTo>
                          <a:cubicBezTo>
                            <a:pt x="115" y="0"/>
                            <a:pt x="1" y="88"/>
                            <a:pt x="33" y="240"/>
                          </a:cubicBezTo>
                          <a:cubicBezTo>
                            <a:pt x="196" y="1374"/>
                            <a:pt x="1096" y="1980"/>
                            <a:pt x="1963" y="2560"/>
                          </a:cubicBezTo>
                          <a:cubicBezTo>
                            <a:pt x="2543" y="2951"/>
                            <a:pt x="3136" y="3355"/>
                            <a:pt x="3488" y="3903"/>
                          </a:cubicBezTo>
                          <a:cubicBezTo>
                            <a:pt x="3520" y="3961"/>
                            <a:pt x="3585" y="3994"/>
                            <a:pt x="3657" y="3994"/>
                          </a:cubicBezTo>
                          <a:cubicBezTo>
                            <a:pt x="3690" y="3994"/>
                            <a:pt x="3729" y="3987"/>
                            <a:pt x="3761" y="3968"/>
                          </a:cubicBezTo>
                          <a:cubicBezTo>
                            <a:pt x="3853" y="3909"/>
                            <a:pt x="3879" y="3785"/>
                            <a:pt x="3820" y="3694"/>
                          </a:cubicBezTo>
                          <a:cubicBezTo>
                            <a:pt x="3429" y="3075"/>
                            <a:pt x="2797" y="2645"/>
                            <a:pt x="2184" y="2234"/>
                          </a:cubicBezTo>
                          <a:cubicBezTo>
                            <a:pt x="1350" y="1674"/>
                            <a:pt x="561" y="1146"/>
                            <a:pt x="418" y="181"/>
                          </a:cubicBezTo>
                          <a:cubicBezTo>
                            <a:pt x="406" y="57"/>
                            <a:pt x="317" y="0"/>
                            <a:pt x="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90"/>
                    <p:cNvSpPr/>
                    <p:nvPr/>
                  </p:nvSpPr>
                  <p:spPr>
                    <a:xfrm>
                      <a:off x="6165452" y="2034199"/>
                      <a:ext cx="106999" cy="106873"/>
                    </a:xfrm>
                    <a:custGeom>
                      <a:rect b="b" l="l" r="r" t="t"/>
                      <a:pathLst>
                        <a:path extrusionOk="0" h="4233" w="4238">
                          <a:moveTo>
                            <a:pt x="396" y="1"/>
                          </a:moveTo>
                          <a:cubicBezTo>
                            <a:pt x="307" y="1"/>
                            <a:pt x="220" y="54"/>
                            <a:pt x="203" y="172"/>
                          </a:cubicBezTo>
                          <a:cubicBezTo>
                            <a:pt x="1" y="1450"/>
                            <a:pt x="1193" y="2199"/>
                            <a:pt x="2249" y="2858"/>
                          </a:cubicBezTo>
                          <a:cubicBezTo>
                            <a:pt x="2901" y="3275"/>
                            <a:pt x="3527" y="3659"/>
                            <a:pt x="3820" y="4141"/>
                          </a:cubicBezTo>
                          <a:cubicBezTo>
                            <a:pt x="3859" y="4194"/>
                            <a:pt x="3924" y="4233"/>
                            <a:pt x="3989" y="4233"/>
                          </a:cubicBezTo>
                          <a:cubicBezTo>
                            <a:pt x="4146" y="4233"/>
                            <a:pt x="4237" y="4063"/>
                            <a:pt x="4159" y="3933"/>
                          </a:cubicBezTo>
                          <a:cubicBezTo>
                            <a:pt x="3807" y="3379"/>
                            <a:pt x="3123" y="2949"/>
                            <a:pt x="2458" y="2532"/>
                          </a:cubicBezTo>
                          <a:cubicBezTo>
                            <a:pt x="1415" y="1873"/>
                            <a:pt x="431" y="1261"/>
                            <a:pt x="594" y="231"/>
                          </a:cubicBezTo>
                          <a:cubicBezTo>
                            <a:pt x="619" y="86"/>
                            <a:pt x="507" y="1"/>
                            <a:pt x="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90"/>
                    <p:cNvSpPr/>
                    <p:nvPr/>
                  </p:nvSpPr>
                  <p:spPr>
                    <a:xfrm>
                      <a:off x="6161665" y="2075378"/>
                      <a:ext cx="110104" cy="119168"/>
                    </a:xfrm>
                    <a:custGeom>
                      <a:rect b="b" l="l" r="r" t="t"/>
                      <a:pathLst>
                        <a:path extrusionOk="0" h="4720" w="4361">
                          <a:moveTo>
                            <a:pt x="543" y="1"/>
                          </a:moveTo>
                          <a:cubicBezTo>
                            <a:pt x="471" y="1"/>
                            <a:pt x="400" y="40"/>
                            <a:pt x="366" y="132"/>
                          </a:cubicBezTo>
                          <a:cubicBezTo>
                            <a:pt x="1" y="1096"/>
                            <a:pt x="1265" y="2159"/>
                            <a:pt x="2490" y="3188"/>
                          </a:cubicBezTo>
                          <a:cubicBezTo>
                            <a:pt x="3129" y="3723"/>
                            <a:pt x="3735" y="4231"/>
                            <a:pt x="3970" y="4629"/>
                          </a:cubicBezTo>
                          <a:cubicBezTo>
                            <a:pt x="4003" y="4687"/>
                            <a:pt x="4068" y="4720"/>
                            <a:pt x="4139" y="4720"/>
                          </a:cubicBezTo>
                          <a:cubicBezTo>
                            <a:pt x="4172" y="4720"/>
                            <a:pt x="4211" y="4713"/>
                            <a:pt x="4237" y="4694"/>
                          </a:cubicBezTo>
                          <a:cubicBezTo>
                            <a:pt x="4335" y="4642"/>
                            <a:pt x="4361" y="4518"/>
                            <a:pt x="4309" y="4427"/>
                          </a:cubicBezTo>
                          <a:cubicBezTo>
                            <a:pt x="4048" y="3970"/>
                            <a:pt x="3409" y="3442"/>
                            <a:pt x="2745" y="2882"/>
                          </a:cubicBezTo>
                          <a:cubicBezTo>
                            <a:pt x="1728" y="2035"/>
                            <a:pt x="463" y="972"/>
                            <a:pt x="731" y="268"/>
                          </a:cubicBezTo>
                          <a:cubicBezTo>
                            <a:pt x="788" y="113"/>
                            <a:pt x="665" y="1"/>
                            <a:pt x="5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90"/>
                    <p:cNvSpPr/>
                    <p:nvPr/>
                  </p:nvSpPr>
                  <p:spPr>
                    <a:xfrm>
                      <a:off x="6170956" y="2139279"/>
                      <a:ext cx="105434" cy="88341"/>
                    </a:xfrm>
                    <a:custGeom>
                      <a:rect b="b" l="l" r="r" t="t"/>
                      <a:pathLst>
                        <a:path extrusionOk="0" h="3499" w="4176">
                          <a:moveTo>
                            <a:pt x="269" y="1"/>
                          </a:moveTo>
                          <a:cubicBezTo>
                            <a:pt x="132" y="1"/>
                            <a:pt x="0" y="147"/>
                            <a:pt x="95" y="305"/>
                          </a:cubicBezTo>
                          <a:cubicBezTo>
                            <a:pt x="539" y="1022"/>
                            <a:pt x="1269" y="1439"/>
                            <a:pt x="1973" y="1837"/>
                          </a:cubicBezTo>
                          <a:cubicBezTo>
                            <a:pt x="2716" y="2254"/>
                            <a:pt x="3419" y="2658"/>
                            <a:pt x="3758" y="3382"/>
                          </a:cubicBezTo>
                          <a:cubicBezTo>
                            <a:pt x="3784" y="3453"/>
                            <a:pt x="3856" y="3499"/>
                            <a:pt x="3934" y="3499"/>
                          </a:cubicBezTo>
                          <a:cubicBezTo>
                            <a:pt x="4078" y="3499"/>
                            <a:pt x="4175" y="3349"/>
                            <a:pt x="4117" y="3219"/>
                          </a:cubicBezTo>
                          <a:cubicBezTo>
                            <a:pt x="3726" y="2378"/>
                            <a:pt x="2931" y="1928"/>
                            <a:pt x="2168" y="1492"/>
                          </a:cubicBezTo>
                          <a:cubicBezTo>
                            <a:pt x="1477" y="1100"/>
                            <a:pt x="819" y="729"/>
                            <a:pt x="434" y="97"/>
                          </a:cubicBezTo>
                          <a:cubicBezTo>
                            <a:pt x="391" y="29"/>
                            <a:pt x="329" y="1"/>
                            <a:pt x="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90"/>
                    <p:cNvSpPr/>
                    <p:nvPr/>
                  </p:nvSpPr>
                  <p:spPr>
                    <a:xfrm>
                      <a:off x="6168936" y="2176419"/>
                      <a:ext cx="111569" cy="96622"/>
                    </a:xfrm>
                    <a:custGeom>
                      <a:rect b="b" l="l" r="r" t="t"/>
                      <a:pathLst>
                        <a:path extrusionOk="0" h="3827" w="4419">
                          <a:moveTo>
                            <a:pt x="268" y="0"/>
                          </a:moveTo>
                          <a:cubicBezTo>
                            <a:pt x="134" y="0"/>
                            <a:pt x="1" y="134"/>
                            <a:pt x="84" y="288"/>
                          </a:cubicBezTo>
                          <a:cubicBezTo>
                            <a:pt x="521" y="1122"/>
                            <a:pt x="1316" y="1578"/>
                            <a:pt x="2105" y="2034"/>
                          </a:cubicBezTo>
                          <a:cubicBezTo>
                            <a:pt x="2893" y="2491"/>
                            <a:pt x="3643" y="2921"/>
                            <a:pt x="3995" y="3709"/>
                          </a:cubicBezTo>
                          <a:cubicBezTo>
                            <a:pt x="4027" y="3781"/>
                            <a:pt x="4099" y="3827"/>
                            <a:pt x="4177" y="3827"/>
                          </a:cubicBezTo>
                          <a:cubicBezTo>
                            <a:pt x="4321" y="3820"/>
                            <a:pt x="4418" y="3677"/>
                            <a:pt x="4353" y="3547"/>
                          </a:cubicBezTo>
                          <a:cubicBezTo>
                            <a:pt x="3949" y="2647"/>
                            <a:pt x="3108" y="2165"/>
                            <a:pt x="2300" y="1696"/>
                          </a:cubicBezTo>
                          <a:cubicBezTo>
                            <a:pt x="1538" y="1252"/>
                            <a:pt x="814" y="842"/>
                            <a:pt x="436" y="105"/>
                          </a:cubicBezTo>
                          <a:cubicBezTo>
                            <a:pt x="396" y="31"/>
                            <a:pt x="332" y="0"/>
                            <a:pt x="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90"/>
                    <p:cNvSpPr/>
                    <p:nvPr/>
                  </p:nvSpPr>
                  <p:spPr>
                    <a:xfrm>
                      <a:off x="6168229" y="2217496"/>
                      <a:ext cx="112099" cy="96698"/>
                    </a:xfrm>
                    <a:custGeom>
                      <a:rect b="b" l="l" r="r" t="t"/>
                      <a:pathLst>
                        <a:path extrusionOk="0" h="3830" w="4440">
                          <a:moveTo>
                            <a:pt x="286" y="1"/>
                          </a:moveTo>
                          <a:cubicBezTo>
                            <a:pt x="129" y="1"/>
                            <a:pt x="0" y="208"/>
                            <a:pt x="151" y="349"/>
                          </a:cubicBezTo>
                          <a:cubicBezTo>
                            <a:pt x="647" y="812"/>
                            <a:pt x="1201" y="1163"/>
                            <a:pt x="1742" y="1509"/>
                          </a:cubicBezTo>
                          <a:cubicBezTo>
                            <a:pt x="2680" y="2102"/>
                            <a:pt x="3567" y="2663"/>
                            <a:pt x="4023" y="3705"/>
                          </a:cubicBezTo>
                          <a:cubicBezTo>
                            <a:pt x="4055" y="3777"/>
                            <a:pt x="4127" y="3829"/>
                            <a:pt x="4205" y="3829"/>
                          </a:cubicBezTo>
                          <a:cubicBezTo>
                            <a:pt x="4342" y="3823"/>
                            <a:pt x="4440" y="3679"/>
                            <a:pt x="4388" y="3555"/>
                          </a:cubicBezTo>
                          <a:cubicBezTo>
                            <a:pt x="3879" y="2395"/>
                            <a:pt x="2902" y="1776"/>
                            <a:pt x="1957" y="1177"/>
                          </a:cubicBezTo>
                          <a:cubicBezTo>
                            <a:pt x="1429" y="844"/>
                            <a:pt x="888" y="499"/>
                            <a:pt x="425" y="62"/>
                          </a:cubicBezTo>
                          <a:cubicBezTo>
                            <a:pt x="381" y="19"/>
                            <a:pt x="332"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90"/>
                    <p:cNvSpPr/>
                    <p:nvPr/>
                  </p:nvSpPr>
                  <p:spPr>
                    <a:xfrm>
                      <a:off x="6166487" y="2268193"/>
                      <a:ext cx="90487" cy="393533"/>
                    </a:xfrm>
                    <a:custGeom>
                      <a:rect b="b" l="l" r="r" t="t"/>
                      <a:pathLst>
                        <a:path extrusionOk="0" h="15587" w="3584">
                          <a:moveTo>
                            <a:pt x="290" y="0"/>
                          </a:moveTo>
                          <a:cubicBezTo>
                            <a:pt x="130" y="0"/>
                            <a:pt x="1" y="223"/>
                            <a:pt x="168" y="355"/>
                          </a:cubicBezTo>
                          <a:cubicBezTo>
                            <a:pt x="3173" y="2981"/>
                            <a:pt x="2873" y="7068"/>
                            <a:pt x="2580" y="11011"/>
                          </a:cubicBezTo>
                          <a:cubicBezTo>
                            <a:pt x="2462" y="12569"/>
                            <a:pt x="2352" y="14035"/>
                            <a:pt x="2443" y="15404"/>
                          </a:cubicBezTo>
                          <a:cubicBezTo>
                            <a:pt x="2449" y="15508"/>
                            <a:pt x="2534" y="15586"/>
                            <a:pt x="2638" y="15586"/>
                          </a:cubicBezTo>
                          <a:lnTo>
                            <a:pt x="2651" y="15586"/>
                          </a:lnTo>
                          <a:cubicBezTo>
                            <a:pt x="2762" y="15580"/>
                            <a:pt x="2840" y="15482"/>
                            <a:pt x="2834" y="15378"/>
                          </a:cubicBezTo>
                          <a:cubicBezTo>
                            <a:pt x="2749" y="14042"/>
                            <a:pt x="2853" y="12582"/>
                            <a:pt x="2971" y="11037"/>
                          </a:cubicBezTo>
                          <a:cubicBezTo>
                            <a:pt x="3271" y="6996"/>
                            <a:pt x="3583" y="2818"/>
                            <a:pt x="429" y="61"/>
                          </a:cubicBezTo>
                          <a:cubicBezTo>
                            <a:pt x="384" y="18"/>
                            <a:pt x="336"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0"/>
                    <p:cNvSpPr/>
                    <p:nvPr/>
                  </p:nvSpPr>
                  <p:spPr>
                    <a:xfrm>
                      <a:off x="6210216" y="2464896"/>
                      <a:ext cx="36003" cy="133635"/>
                    </a:xfrm>
                    <a:custGeom>
                      <a:rect b="b" l="l" r="r" t="t"/>
                      <a:pathLst>
                        <a:path extrusionOk="0" h="5293" w="1426">
                          <a:moveTo>
                            <a:pt x="1174" y="0"/>
                          </a:moveTo>
                          <a:cubicBezTo>
                            <a:pt x="1103" y="0"/>
                            <a:pt x="1033" y="37"/>
                            <a:pt x="998" y="124"/>
                          </a:cubicBezTo>
                          <a:cubicBezTo>
                            <a:pt x="307" y="1845"/>
                            <a:pt x="0" y="3376"/>
                            <a:pt x="0" y="5097"/>
                          </a:cubicBezTo>
                          <a:cubicBezTo>
                            <a:pt x="0" y="5201"/>
                            <a:pt x="92" y="5292"/>
                            <a:pt x="202" y="5292"/>
                          </a:cubicBezTo>
                          <a:cubicBezTo>
                            <a:pt x="307" y="5292"/>
                            <a:pt x="398" y="5201"/>
                            <a:pt x="398" y="5097"/>
                          </a:cubicBezTo>
                          <a:cubicBezTo>
                            <a:pt x="391" y="3409"/>
                            <a:pt x="685" y="1962"/>
                            <a:pt x="1363" y="274"/>
                          </a:cubicBezTo>
                          <a:cubicBezTo>
                            <a:pt x="1425" y="116"/>
                            <a:pt x="1299" y="0"/>
                            <a:pt x="11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90"/>
                    <p:cNvSpPr/>
                    <p:nvPr/>
                  </p:nvSpPr>
                  <p:spPr>
                    <a:xfrm>
                      <a:off x="6212513" y="2647537"/>
                      <a:ext cx="27015" cy="122627"/>
                    </a:xfrm>
                    <a:custGeom>
                      <a:rect b="b" l="l" r="r" t="t"/>
                      <a:pathLst>
                        <a:path extrusionOk="0" h="4857" w="1070">
                          <a:moveTo>
                            <a:pt x="871" y="1"/>
                          </a:moveTo>
                          <a:cubicBezTo>
                            <a:pt x="771" y="1"/>
                            <a:pt x="672" y="66"/>
                            <a:pt x="672" y="196"/>
                          </a:cubicBezTo>
                          <a:cubicBezTo>
                            <a:pt x="672" y="1715"/>
                            <a:pt x="483" y="3038"/>
                            <a:pt x="27" y="4609"/>
                          </a:cubicBezTo>
                          <a:cubicBezTo>
                            <a:pt x="1" y="4713"/>
                            <a:pt x="59" y="4817"/>
                            <a:pt x="164" y="4850"/>
                          </a:cubicBezTo>
                          <a:cubicBezTo>
                            <a:pt x="183" y="4856"/>
                            <a:pt x="196" y="4856"/>
                            <a:pt x="216" y="4856"/>
                          </a:cubicBezTo>
                          <a:cubicBezTo>
                            <a:pt x="307" y="4856"/>
                            <a:pt x="385" y="4798"/>
                            <a:pt x="405" y="4713"/>
                          </a:cubicBezTo>
                          <a:cubicBezTo>
                            <a:pt x="867" y="3110"/>
                            <a:pt x="1070" y="1754"/>
                            <a:pt x="1070" y="196"/>
                          </a:cubicBezTo>
                          <a:cubicBezTo>
                            <a:pt x="1070" y="66"/>
                            <a:pt x="970" y="1"/>
                            <a:pt x="8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90"/>
                    <p:cNvSpPr/>
                    <p:nvPr/>
                  </p:nvSpPr>
                  <p:spPr>
                    <a:xfrm>
                      <a:off x="6211377" y="2649102"/>
                      <a:ext cx="29944" cy="63472"/>
                    </a:xfrm>
                    <a:custGeom>
                      <a:rect b="b" l="l" r="r" t="t"/>
                      <a:pathLst>
                        <a:path extrusionOk="0" h="2514" w="1186">
                          <a:moveTo>
                            <a:pt x="913" y="0"/>
                          </a:moveTo>
                          <a:cubicBezTo>
                            <a:pt x="864" y="0"/>
                            <a:pt x="812" y="21"/>
                            <a:pt x="769" y="69"/>
                          </a:cubicBezTo>
                          <a:cubicBezTo>
                            <a:pt x="313" y="610"/>
                            <a:pt x="137" y="1457"/>
                            <a:pt x="20" y="2285"/>
                          </a:cubicBezTo>
                          <a:cubicBezTo>
                            <a:pt x="0" y="2396"/>
                            <a:pt x="72" y="2494"/>
                            <a:pt x="183" y="2513"/>
                          </a:cubicBezTo>
                          <a:lnTo>
                            <a:pt x="209" y="2513"/>
                          </a:lnTo>
                          <a:cubicBezTo>
                            <a:pt x="306" y="2513"/>
                            <a:pt x="391" y="2441"/>
                            <a:pt x="404" y="2344"/>
                          </a:cubicBezTo>
                          <a:cubicBezTo>
                            <a:pt x="476" y="1861"/>
                            <a:pt x="626" y="851"/>
                            <a:pt x="1069" y="317"/>
                          </a:cubicBezTo>
                          <a:cubicBezTo>
                            <a:pt x="1185" y="171"/>
                            <a:pt x="1056" y="0"/>
                            <a:pt x="9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90"/>
                    <p:cNvSpPr/>
                    <p:nvPr/>
                  </p:nvSpPr>
                  <p:spPr>
                    <a:xfrm>
                      <a:off x="6235564" y="2514382"/>
                      <a:ext cx="32115" cy="78671"/>
                    </a:xfrm>
                    <a:custGeom>
                      <a:rect b="b" l="l" r="r" t="t"/>
                      <a:pathLst>
                        <a:path extrusionOk="0" h="3116" w="1272">
                          <a:moveTo>
                            <a:pt x="234" y="1"/>
                          </a:moveTo>
                          <a:cubicBezTo>
                            <a:pt x="118" y="1"/>
                            <a:pt x="1" y="94"/>
                            <a:pt x="39" y="243"/>
                          </a:cubicBezTo>
                          <a:cubicBezTo>
                            <a:pt x="124" y="569"/>
                            <a:pt x="241" y="888"/>
                            <a:pt x="385" y="1195"/>
                          </a:cubicBezTo>
                          <a:cubicBezTo>
                            <a:pt x="626" y="1755"/>
                            <a:pt x="860" y="2290"/>
                            <a:pt x="743" y="2883"/>
                          </a:cubicBezTo>
                          <a:cubicBezTo>
                            <a:pt x="724" y="2987"/>
                            <a:pt x="795" y="3091"/>
                            <a:pt x="900" y="3111"/>
                          </a:cubicBezTo>
                          <a:cubicBezTo>
                            <a:pt x="906" y="3114"/>
                            <a:pt x="913" y="3116"/>
                            <a:pt x="919" y="3116"/>
                          </a:cubicBezTo>
                          <a:cubicBezTo>
                            <a:pt x="926" y="3116"/>
                            <a:pt x="932" y="3114"/>
                            <a:pt x="939" y="3111"/>
                          </a:cubicBezTo>
                          <a:cubicBezTo>
                            <a:pt x="1030" y="3111"/>
                            <a:pt x="1115" y="3046"/>
                            <a:pt x="1128" y="2954"/>
                          </a:cubicBezTo>
                          <a:cubicBezTo>
                            <a:pt x="1271" y="2244"/>
                            <a:pt x="1004" y="1631"/>
                            <a:pt x="750" y="1038"/>
                          </a:cubicBezTo>
                          <a:cubicBezTo>
                            <a:pt x="613" y="752"/>
                            <a:pt x="502" y="458"/>
                            <a:pt x="424" y="152"/>
                          </a:cubicBezTo>
                          <a:cubicBezTo>
                            <a:pt x="397" y="47"/>
                            <a:pt x="315" y="1"/>
                            <a:pt x="2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90"/>
                    <p:cNvSpPr/>
                    <p:nvPr/>
                  </p:nvSpPr>
                  <p:spPr>
                    <a:xfrm>
                      <a:off x="6230010" y="2395996"/>
                      <a:ext cx="57893" cy="73369"/>
                    </a:xfrm>
                    <a:custGeom>
                      <a:rect b="b" l="l" r="r" t="t"/>
                      <a:pathLst>
                        <a:path extrusionOk="0" h="2906" w="2293">
                          <a:moveTo>
                            <a:pt x="285" y="1"/>
                          </a:moveTo>
                          <a:cubicBezTo>
                            <a:pt x="133" y="1"/>
                            <a:pt x="0" y="200"/>
                            <a:pt x="148" y="344"/>
                          </a:cubicBezTo>
                          <a:cubicBezTo>
                            <a:pt x="259" y="461"/>
                            <a:pt x="390" y="585"/>
                            <a:pt x="533" y="709"/>
                          </a:cubicBezTo>
                          <a:cubicBezTo>
                            <a:pt x="1133" y="1263"/>
                            <a:pt x="1810" y="1895"/>
                            <a:pt x="1471" y="2625"/>
                          </a:cubicBezTo>
                          <a:cubicBezTo>
                            <a:pt x="1426" y="2723"/>
                            <a:pt x="1465" y="2840"/>
                            <a:pt x="1563" y="2886"/>
                          </a:cubicBezTo>
                          <a:cubicBezTo>
                            <a:pt x="1589" y="2899"/>
                            <a:pt x="1615" y="2905"/>
                            <a:pt x="1647" y="2905"/>
                          </a:cubicBezTo>
                          <a:cubicBezTo>
                            <a:pt x="1726" y="2905"/>
                            <a:pt x="1797" y="2860"/>
                            <a:pt x="1830" y="2794"/>
                          </a:cubicBezTo>
                          <a:cubicBezTo>
                            <a:pt x="2293" y="1797"/>
                            <a:pt x="1426" y="1002"/>
                            <a:pt x="800" y="422"/>
                          </a:cubicBezTo>
                          <a:cubicBezTo>
                            <a:pt x="663" y="298"/>
                            <a:pt x="533" y="181"/>
                            <a:pt x="429" y="70"/>
                          </a:cubicBezTo>
                          <a:cubicBezTo>
                            <a:pt x="385" y="21"/>
                            <a:pt x="334" y="1"/>
                            <a:pt x="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90"/>
                    <p:cNvSpPr/>
                    <p:nvPr/>
                  </p:nvSpPr>
                  <p:spPr>
                    <a:xfrm>
                      <a:off x="6203626" y="2399228"/>
                      <a:ext cx="38502" cy="70138"/>
                    </a:xfrm>
                    <a:custGeom>
                      <a:rect b="b" l="l" r="r" t="t"/>
                      <a:pathLst>
                        <a:path extrusionOk="0" h="2778" w="1525">
                          <a:moveTo>
                            <a:pt x="1265" y="1"/>
                          </a:moveTo>
                          <a:cubicBezTo>
                            <a:pt x="1216" y="1"/>
                            <a:pt x="1166" y="20"/>
                            <a:pt x="1122" y="66"/>
                          </a:cubicBezTo>
                          <a:cubicBezTo>
                            <a:pt x="731" y="555"/>
                            <a:pt x="1" y="1832"/>
                            <a:pt x="274" y="2647"/>
                          </a:cubicBezTo>
                          <a:cubicBezTo>
                            <a:pt x="301" y="2725"/>
                            <a:pt x="379" y="2777"/>
                            <a:pt x="463" y="2777"/>
                          </a:cubicBezTo>
                          <a:cubicBezTo>
                            <a:pt x="483" y="2777"/>
                            <a:pt x="503" y="2771"/>
                            <a:pt x="522" y="2764"/>
                          </a:cubicBezTo>
                          <a:cubicBezTo>
                            <a:pt x="626" y="2732"/>
                            <a:pt x="685" y="2621"/>
                            <a:pt x="646" y="2516"/>
                          </a:cubicBezTo>
                          <a:cubicBezTo>
                            <a:pt x="450" y="1949"/>
                            <a:pt x="978" y="868"/>
                            <a:pt x="1428" y="307"/>
                          </a:cubicBezTo>
                          <a:cubicBezTo>
                            <a:pt x="1525" y="158"/>
                            <a:pt x="1403"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90"/>
                    <p:cNvSpPr/>
                    <p:nvPr/>
                  </p:nvSpPr>
                  <p:spPr>
                    <a:xfrm>
                      <a:off x="6169668" y="2269708"/>
                      <a:ext cx="96521" cy="88417"/>
                    </a:xfrm>
                    <a:custGeom>
                      <a:rect b="b" l="l" r="r" t="t"/>
                      <a:pathLst>
                        <a:path extrusionOk="0" h="3502" w="3823">
                          <a:moveTo>
                            <a:pt x="284" y="1"/>
                          </a:moveTo>
                          <a:cubicBezTo>
                            <a:pt x="130" y="1"/>
                            <a:pt x="1" y="200"/>
                            <a:pt x="146" y="340"/>
                          </a:cubicBezTo>
                          <a:cubicBezTo>
                            <a:pt x="524" y="712"/>
                            <a:pt x="987" y="1005"/>
                            <a:pt x="1443" y="1285"/>
                          </a:cubicBezTo>
                          <a:cubicBezTo>
                            <a:pt x="2310" y="1833"/>
                            <a:pt x="3125" y="2348"/>
                            <a:pt x="3412" y="3358"/>
                          </a:cubicBezTo>
                          <a:cubicBezTo>
                            <a:pt x="3438" y="3443"/>
                            <a:pt x="3510" y="3501"/>
                            <a:pt x="3601" y="3501"/>
                          </a:cubicBezTo>
                          <a:cubicBezTo>
                            <a:pt x="3620" y="3501"/>
                            <a:pt x="3640" y="3501"/>
                            <a:pt x="3653" y="3495"/>
                          </a:cubicBezTo>
                          <a:cubicBezTo>
                            <a:pt x="3757" y="3469"/>
                            <a:pt x="3822" y="3358"/>
                            <a:pt x="3790" y="3254"/>
                          </a:cubicBezTo>
                          <a:cubicBezTo>
                            <a:pt x="3464" y="2100"/>
                            <a:pt x="2545" y="1513"/>
                            <a:pt x="1652" y="960"/>
                          </a:cubicBezTo>
                          <a:cubicBezTo>
                            <a:pt x="1196" y="666"/>
                            <a:pt x="766" y="399"/>
                            <a:pt x="420" y="60"/>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90"/>
                    <p:cNvSpPr/>
                    <p:nvPr/>
                  </p:nvSpPr>
                  <p:spPr>
                    <a:xfrm>
                      <a:off x="6083019" y="1717495"/>
                      <a:ext cx="184862" cy="609020"/>
                    </a:xfrm>
                    <a:custGeom>
                      <a:rect b="b" l="l" r="r" t="t"/>
                      <a:pathLst>
                        <a:path extrusionOk="0" h="24122" w="7322">
                          <a:moveTo>
                            <a:pt x="5019" y="1"/>
                          </a:moveTo>
                          <a:lnTo>
                            <a:pt x="1988" y="340"/>
                          </a:lnTo>
                          <a:cubicBezTo>
                            <a:pt x="2210" y="353"/>
                            <a:pt x="2920" y="1109"/>
                            <a:pt x="3344" y="2744"/>
                          </a:cubicBezTo>
                          <a:cubicBezTo>
                            <a:pt x="2607" y="2881"/>
                            <a:pt x="737" y="3364"/>
                            <a:pt x="85" y="4791"/>
                          </a:cubicBezTo>
                          <a:cubicBezTo>
                            <a:pt x="0" y="4952"/>
                            <a:pt x="133" y="5083"/>
                            <a:pt x="265" y="5083"/>
                          </a:cubicBezTo>
                          <a:cubicBezTo>
                            <a:pt x="336" y="5083"/>
                            <a:pt x="407" y="5045"/>
                            <a:pt x="444" y="4954"/>
                          </a:cubicBezTo>
                          <a:cubicBezTo>
                            <a:pt x="1017" y="3696"/>
                            <a:pt x="2777" y="3253"/>
                            <a:pt x="3435" y="3129"/>
                          </a:cubicBezTo>
                          <a:cubicBezTo>
                            <a:pt x="3442" y="3181"/>
                            <a:pt x="3455" y="3240"/>
                            <a:pt x="3461" y="3292"/>
                          </a:cubicBezTo>
                          <a:lnTo>
                            <a:pt x="3461" y="4576"/>
                          </a:lnTo>
                          <a:cubicBezTo>
                            <a:pt x="3461" y="4576"/>
                            <a:pt x="3455" y="4569"/>
                            <a:pt x="3448" y="4569"/>
                          </a:cubicBezTo>
                          <a:cubicBezTo>
                            <a:pt x="3437" y="4567"/>
                            <a:pt x="3371" y="4554"/>
                            <a:pt x="3263" y="4554"/>
                          </a:cubicBezTo>
                          <a:cubicBezTo>
                            <a:pt x="2879" y="4554"/>
                            <a:pt x="1965" y="4716"/>
                            <a:pt x="1050" y="6068"/>
                          </a:cubicBezTo>
                          <a:cubicBezTo>
                            <a:pt x="943" y="6221"/>
                            <a:pt x="1077" y="6378"/>
                            <a:pt x="1217" y="6378"/>
                          </a:cubicBezTo>
                          <a:cubicBezTo>
                            <a:pt x="1274" y="6378"/>
                            <a:pt x="1332" y="6352"/>
                            <a:pt x="1376" y="6290"/>
                          </a:cubicBezTo>
                          <a:cubicBezTo>
                            <a:pt x="2208" y="5067"/>
                            <a:pt x="2985" y="4947"/>
                            <a:pt x="3263" y="4947"/>
                          </a:cubicBezTo>
                          <a:cubicBezTo>
                            <a:pt x="3324" y="4947"/>
                            <a:pt x="3362" y="4953"/>
                            <a:pt x="3370" y="4954"/>
                          </a:cubicBezTo>
                          <a:cubicBezTo>
                            <a:pt x="3379" y="4956"/>
                            <a:pt x="3389" y="4957"/>
                            <a:pt x="3398" y="4957"/>
                          </a:cubicBezTo>
                          <a:cubicBezTo>
                            <a:pt x="3421" y="4957"/>
                            <a:pt x="3443" y="4952"/>
                            <a:pt x="3461" y="4947"/>
                          </a:cubicBezTo>
                          <a:lnTo>
                            <a:pt x="3461" y="7268"/>
                          </a:lnTo>
                          <a:lnTo>
                            <a:pt x="3461" y="7274"/>
                          </a:lnTo>
                          <a:lnTo>
                            <a:pt x="3461" y="23926"/>
                          </a:lnTo>
                          <a:cubicBezTo>
                            <a:pt x="3461" y="24057"/>
                            <a:pt x="3561" y="24122"/>
                            <a:pt x="3660" y="24122"/>
                          </a:cubicBezTo>
                          <a:cubicBezTo>
                            <a:pt x="3759" y="24122"/>
                            <a:pt x="3859" y="24057"/>
                            <a:pt x="3859" y="23926"/>
                          </a:cubicBezTo>
                          <a:lnTo>
                            <a:pt x="3859" y="23125"/>
                          </a:lnTo>
                          <a:lnTo>
                            <a:pt x="3859" y="23118"/>
                          </a:lnTo>
                          <a:lnTo>
                            <a:pt x="3859" y="4947"/>
                          </a:lnTo>
                          <a:cubicBezTo>
                            <a:pt x="3867" y="4947"/>
                            <a:pt x="3876" y="4947"/>
                            <a:pt x="3885" y="4947"/>
                          </a:cubicBezTo>
                          <a:cubicBezTo>
                            <a:pt x="4154" y="4947"/>
                            <a:pt x="4937" y="5055"/>
                            <a:pt x="5781" y="6290"/>
                          </a:cubicBezTo>
                          <a:cubicBezTo>
                            <a:pt x="5814" y="6342"/>
                            <a:pt x="5879" y="6375"/>
                            <a:pt x="5944" y="6375"/>
                          </a:cubicBezTo>
                          <a:cubicBezTo>
                            <a:pt x="6101" y="6375"/>
                            <a:pt x="6192" y="6199"/>
                            <a:pt x="6107" y="6068"/>
                          </a:cubicBezTo>
                          <a:cubicBezTo>
                            <a:pt x="5177" y="4711"/>
                            <a:pt x="4258" y="4556"/>
                            <a:pt x="3883" y="4556"/>
                          </a:cubicBezTo>
                          <a:cubicBezTo>
                            <a:pt x="3875" y="4556"/>
                            <a:pt x="3867" y="4556"/>
                            <a:pt x="3859" y="4556"/>
                          </a:cubicBezTo>
                          <a:lnTo>
                            <a:pt x="3859" y="3123"/>
                          </a:lnTo>
                          <a:cubicBezTo>
                            <a:pt x="4491" y="3240"/>
                            <a:pt x="6296" y="3676"/>
                            <a:pt x="6883" y="4954"/>
                          </a:cubicBezTo>
                          <a:cubicBezTo>
                            <a:pt x="6917" y="5045"/>
                            <a:pt x="6986" y="5083"/>
                            <a:pt x="7057" y="5083"/>
                          </a:cubicBezTo>
                          <a:cubicBezTo>
                            <a:pt x="7187" y="5083"/>
                            <a:pt x="7322" y="4952"/>
                            <a:pt x="7241" y="4791"/>
                          </a:cubicBezTo>
                          <a:cubicBezTo>
                            <a:pt x="6544" y="3279"/>
                            <a:pt x="4478" y="2823"/>
                            <a:pt x="3859" y="2725"/>
                          </a:cubicBezTo>
                          <a:cubicBezTo>
                            <a:pt x="4041" y="1702"/>
                            <a:pt x="4387" y="639"/>
                            <a:pt x="50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4" name="Google Shape;10514;p90"/>
                  <p:cNvSpPr/>
                  <p:nvPr/>
                </p:nvSpPr>
                <p:spPr>
                  <a:xfrm>
                    <a:off x="6020658" y="1575983"/>
                    <a:ext cx="321880" cy="161054"/>
                  </a:xfrm>
                  <a:custGeom>
                    <a:rect b="b" l="l" r="r" t="t"/>
                    <a:pathLst>
                      <a:path extrusionOk="0" h="6379" w="12749">
                        <a:moveTo>
                          <a:pt x="5794" y="1"/>
                        </a:moveTo>
                        <a:cubicBezTo>
                          <a:pt x="5038" y="1"/>
                          <a:pt x="4543" y="411"/>
                          <a:pt x="4308" y="939"/>
                        </a:cubicBezTo>
                        <a:cubicBezTo>
                          <a:pt x="4056" y="756"/>
                          <a:pt x="3749" y="665"/>
                          <a:pt x="3441" y="665"/>
                        </a:cubicBezTo>
                        <a:cubicBezTo>
                          <a:pt x="3430" y="665"/>
                          <a:pt x="3419" y="665"/>
                          <a:pt x="3409" y="665"/>
                        </a:cubicBezTo>
                        <a:cubicBezTo>
                          <a:pt x="2236" y="665"/>
                          <a:pt x="1753" y="1734"/>
                          <a:pt x="1962" y="2614"/>
                        </a:cubicBezTo>
                        <a:cubicBezTo>
                          <a:pt x="1799" y="2627"/>
                          <a:pt x="1649" y="2679"/>
                          <a:pt x="1506" y="2757"/>
                        </a:cubicBezTo>
                        <a:cubicBezTo>
                          <a:pt x="1460" y="2784"/>
                          <a:pt x="1414" y="2816"/>
                          <a:pt x="1369" y="2855"/>
                        </a:cubicBezTo>
                        <a:cubicBezTo>
                          <a:pt x="0" y="3474"/>
                          <a:pt x="222" y="5951"/>
                          <a:pt x="2053" y="5951"/>
                        </a:cubicBezTo>
                        <a:cubicBezTo>
                          <a:pt x="2063" y="5951"/>
                          <a:pt x="2073" y="5951"/>
                          <a:pt x="2083" y="5951"/>
                        </a:cubicBezTo>
                        <a:cubicBezTo>
                          <a:pt x="2393" y="5951"/>
                          <a:pt x="2700" y="5854"/>
                          <a:pt x="2966" y="5677"/>
                        </a:cubicBezTo>
                        <a:cubicBezTo>
                          <a:pt x="3251" y="6084"/>
                          <a:pt x="3729" y="6323"/>
                          <a:pt x="4229" y="6323"/>
                        </a:cubicBezTo>
                        <a:cubicBezTo>
                          <a:pt x="4243" y="6323"/>
                          <a:pt x="4256" y="6323"/>
                          <a:pt x="4269" y="6323"/>
                        </a:cubicBezTo>
                        <a:cubicBezTo>
                          <a:pt x="4830" y="6323"/>
                          <a:pt x="5253" y="6114"/>
                          <a:pt x="5553" y="5808"/>
                        </a:cubicBezTo>
                        <a:cubicBezTo>
                          <a:pt x="5841" y="6064"/>
                          <a:pt x="6213" y="6213"/>
                          <a:pt x="6599" y="6213"/>
                        </a:cubicBezTo>
                        <a:cubicBezTo>
                          <a:pt x="6616" y="6213"/>
                          <a:pt x="6632" y="6212"/>
                          <a:pt x="6648" y="6212"/>
                        </a:cubicBezTo>
                        <a:cubicBezTo>
                          <a:pt x="6660" y="6212"/>
                          <a:pt x="6671" y="6212"/>
                          <a:pt x="6683" y="6212"/>
                        </a:cubicBezTo>
                        <a:cubicBezTo>
                          <a:pt x="7016" y="6212"/>
                          <a:pt x="7342" y="6121"/>
                          <a:pt x="7626" y="5951"/>
                        </a:cubicBezTo>
                        <a:cubicBezTo>
                          <a:pt x="7821" y="6114"/>
                          <a:pt x="8049" y="6231"/>
                          <a:pt x="8291" y="6303"/>
                        </a:cubicBezTo>
                        <a:lnTo>
                          <a:pt x="8323" y="6316"/>
                        </a:lnTo>
                        <a:cubicBezTo>
                          <a:pt x="8479" y="6358"/>
                          <a:pt x="8640" y="6379"/>
                          <a:pt x="8800" y="6379"/>
                        </a:cubicBezTo>
                        <a:cubicBezTo>
                          <a:pt x="9115" y="6379"/>
                          <a:pt x="9428" y="6298"/>
                          <a:pt x="9705" y="6134"/>
                        </a:cubicBezTo>
                        <a:lnTo>
                          <a:pt x="10063" y="5853"/>
                        </a:lnTo>
                        <a:cubicBezTo>
                          <a:pt x="10213" y="5703"/>
                          <a:pt x="10331" y="5534"/>
                          <a:pt x="10415" y="5345"/>
                        </a:cubicBezTo>
                        <a:cubicBezTo>
                          <a:pt x="10602" y="5463"/>
                          <a:pt x="10812" y="5528"/>
                          <a:pt x="11035" y="5528"/>
                        </a:cubicBezTo>
                        <a:cubicBezTo>
                          <a:pt x="11046" y="5528"/>
                          <a:pt x="11056" y="5528"/>
                          <a:pt x="11067" y="5527"/>
                        </a:cubicBezTo>
                        <a:cubicBezTo>
                          <a:pt x="12605" y="5527"/>
                          <a:pt x="12749" y="3546"/>
                          <a:pt x="11478" y="3194"/>
                        </a:cubicBezTo>
                        <a:cubicBezTo>
                          <a:pt x="11536" y="2497"/>
                          <a:pt x="11119" y="1741"/>
                          <a:pt x="10207" y="1741"/>
                        </a:cubicBezTo>
                        <a:cubicBezTo>
                          <a:pt x="10037" y="1741"/>
                          <a:pt x="9868" y="1773"/>
                          <a:pt x="9711" y="1832"/>
                        </a:cubicBezTo>
                        <a:cubicBezTo>
                          <a:pt x="9672" y="972"/>
                          <a:pt x="8968" y="287"/>
                          <a:pt x="8102" y="281"/>
                        </a:cubicBezTo>
                        <a:cubicBezTo>
                          <a:pt x="7737" y="281"/>
                          <a:pt x="7385" y="411"/>
                          <a:pt x="7104" y="639"/>
                        </a:cubicBezTo>
                        <a:cubicBezTo>
                          <a:pt x="6837" y="261"/>
                          <a:pt x="6400" y="1"/>
                          <a:pt x="5794"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515" name="Google Shape;10515;p90"/>
              <p:cNvSpPr/>
              <p:nvPr/>
            </p:nvSpPr>
            <p:spPr>
              <a:xfrm>
                <a:off x="5970289"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16" name="Google Shape;10516;p90"/>
          <p:cNvGrpSpPr/>
          <p:nvPr/>
        </p:nvGrpSpPr>
        <p:grpSpPr>
          <a:xfrm>
            <a:off x="1924124" y="3064707"/>
            <a:ext cx="550774" cy="1310497"/>
            <a:chOff x="1924124" y="3050537"/>
            <a:chExt cx="550774" cy="1310497"/>
          </a:xfrm>
        </p:grpSpPr>
        <p:sp>
          <p:nvSpPr>
            <p:cNvPr id="10517" name="Google Shape;10517;p90"/>
            <p:cNvSpPr/>
            <p:nvPr/>
          </p:nvSpPr>
          <p:spPr>
            <a:xfrm>
              <a:off x="1972978" y="4311978"/>
              <a:ext cx="453041" cy="49056"/>
            </a:xfrm>
            <a:custGeom>
              <a:rect b="b" l="l" r="r" t="t"/>
              <a:pathLst>
                <a:path extrusionOk="0" h="1943" w="17944">
                  <a:moveTo>
                    <a:pt x="8969" y="0"/>
                  </a:moveTo>
                  <a:cubicBezTo>
                    <a:pt x="4016" y="0"/>
                    <a:pt x="1" y="437"/>
                    <a:pt x="1" y="972"/>
                  </a:cubicBezTo>
                  <a:cubicBezTo>
                    <a:pt x="1" y="1506"/>
                    <a:pt x="4016" y="1943"/>
                    <a:pt x="8969" y="1943"/>
                  </a:cubicBezTo>
                  <a:cubicBezTo>
                    <a:pt x="13922" y="1943"/>
                    <a:pt x="17944" y="1506"/>
                    <a:pt x="17944" y="972"/>
                  </a:cubicBezTo>
                  <a:cubicBezTo>
                    <a:pt x="17944"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90"/>
            <p:cNvSpPr/>
            <p:nvPr/>
          </p:nvSpPr>
          <p:spPr>
            <a:xfrm>
              <a:off x="1924124" y="3050537"/>
              <a:ext cx="550774" cy="1278256"/>
            </a:xfrm>
            <a:custGeom>
              <a:rect b="b" l="l" r="r" t="t"/>
              <a:pathLst>
                <a:path extrusionOk="0" h="50629" w="21815">
                  <a:moveTo>
                    <a:pt x="3780" y="7802"/>
                  </a:moveTo>
                  <a:lnTo>
                    <a:pt x="3780" y="7834"/>
                  </a:lnTo>
                  <a:lnTo>
                    <a:pt x="3761" y="7834"/>
                  </a:lnTo>
                  <a:cubicBezTo>
                    <a:pt x="3761" y="7821"/>
                    <a:pt x="3774" y="7815"/>
                    <a:pt x="3780" y="7802"/>
                  </a:cubicBezTo>
                  <a:close/>
                  <a:moveTo>
                    <a:pt x="10695" y="0"/>
                  </a:moveTo>
                  <a:cubicBezTo>
                    <a:pt x="6752" y="0"/>
                    <a:pt x="3565" y="3187"/>
                    <a:pt x="3559" y="7130"/>
                  </a:cubicBezTo>
                  <a:cubicBezTo>
                    <a:pt x="3565" y="7365"/>
                    <a:pt x="3578" y="7600"/>
                    <a:pt x="3604" y="7834"/>
                  </a:cubicBezTo>
                  <a:cubicBezTo>
                    <a:pt x="2972" y="7906"/>
                    <a:pt x="2549" y="8512"/>
                    <a:pt x="2698" y="9131"/>
                  </a:cubicBezTo>
                  <a:cubicBezTo>
                    <a:pt x="2820" y="9609"/>
                    <a:pt x="3251" y="9920"/>
                    <a:pt x="3713" y="9920"/>
                  </a:cubicBezTo>
                  <a:cubicBezTo>
                    <a:pt x="3843" y="9920"/>
                    <a:pt x="3977" y="9895"/>
                    <a:pt x="4106" y="9842"/>
                  </a:cubicBezTo>
                  <a:cubicBezTo>
                    <a:pt x="4836" y="12044"/>
                    <a:pt x="6687" y="13804"/>
                    <a:pt x="8753" y="14560"/>
                  </a:cubicBezTo>
                  <a:lnTo>
                    <a:pt x="8890" y="14606"/>
                  </a:lnTo>
                  <a:lnTo>
                    <a:pt x="8890" y="16620"/>
                  </a:lnTo>
                  <a:lnTo>
                    <a:pt x="5651" y="16620"/>
                  </a:lnTo>
                  <a:cubicBezTo>
                    <a:pt x="5651" y="16620"/>
                    <a:pt x="5644" y="16685"/>
                    <a:pt x="5625" y="16698"/>
                  </a:cubicBezTo>
                  <a:cubicBezTo>
                    <a:pt x="5051" y="16705"/>
                    <a:pt x="4536" y="17076"/>
                    <a:pt x="4360" y="17623"/>
                  </a:cubicBezTo>
                  <a:lnTo>
                    <a:pt x="215" y="33239"/>
                  </a:lnTo>
                  <a:cubicBezTo>
                    <a:pt x="0" y="33872"/>
                    <a:pt x="293" y="34563"/>
                    <a:pt x="900" y="34849"/>
                  </a:cubicBezTo>
                  <a:cubicBezTo>
                    <a:pt x="1081" y="34936"/>
                    <a:pt x="1273" y="34977"/>
                    <a:pt x="1463" y="34977"/>
                  </a:cubicBezTo>
                  <a:cubicBezTo>
                    <a:pt x="1903" y="34977"/>
                    <a:pt x="2331" y="34756"/>
                    <a:pt x="2581" y="34360"/>
                  </a:cubicBezTo>
                  <a:cubicBezTo>
                    <a:pt x="2620" y="34387"/>
                    <a:pt x="2672" y="34413"/>
                    <a:pt x="2724" y="34419"/>
                  </a:cubicBezTo>
                  <a:cubicBezTo>
                    <a:pt x="2755" y="34427"/>
                    <a:pt x="2786" y="34430"/>
                    <a:pt x="2817" y="34430"/>
                  </a:cubicBezTo>
                  <a:cubicBezTo>
                    <a:pt x="2998" y="34430"/>
                    <a:pt x="3162" y="34303"/>
                    <a:pt x="3207" y="34119"/>
                  </a:cubicBezTo>
                  <a:lnTo>
                    <a:pt x="3565" y="32542"/>
                  </a:lnTo>
                  <a:cubicBezTo>
                    <a:pt x="3604" y="32347"/>
                    <a:pt x="3481" y="32040"/>
                    <a:pt x="3298" y="31949"/>
                  </a:cubicBezTo>
                  <a:lnTo>
                    <a:pt x="6335" y="20954"/>
                  </a:lnTo>
                  <a:cubicBezTo>
                    <a:pt x="6335" y="22844"/>
                    <a:pt x="6381" y="26507"/>
                    <a:pt x="6453" y="30567"/>
                  </a:cubicBezTo>
                  <a:lnTo>
                    <a:pt x="6407" y="30567"/>
                  </a:lnTo>
                  <a:lnTo>
                    <a:pt x="6466" y="32360"/>
                  </a:lnTo>
                  <a:lnTo>
                    <a:pt x="6485" y="32360"/>
                  </a:lnTo>
                  <a:cubicBezTo>
                    <a:pt x="6622" y="40194"/>
                    <a:pt x="6804" y="48732"/>
                    <a:pt x="6804" y="48732"/>
                  </a:cubicBezTo>
                  <a:cubicBezTo>
                    <a:pt x="6804" y="48732"/>
                    <a:pt x="4517" y="49090"/>
                    <a:pt x="4517" y="50622"/>
                  </a:cubicBezTo>
                  <a:lnTo>
                    <a:pt x="8936" y="50622"/>
                  </a:lnTo>
                  <a:lnTo>
                    <a:pt x="10630" y="33428"/>
                  </a:lnTo>
                  <a:lnTo>
                    <a:pt x="10669" y="33461"/>
                  </a:lnTo>
                  <a:lnTo>
                    <a:pt x="11034" y="33461"/>
                  </a:lnTo>
                  <a:lnTo>
                    <a:pt x="11041" y="33455"/>
                  </a:lnTo>
                  <a:lnTo>
                    <a:pt x="12892" y="50628"/>
                  </a:lnTo>
                  <a:lnTo>
                    <a:pt x="17311" y="50628"/>
                  </a:lnTo>
                  <a:cubicBezTo>
                    <a:pt x="17311" y="49097"/>
                    <a:pt x="15023" y="48738"/>
                    <a:pt x="15023" y="48738"/>
                  </a:cubicBezTo>
                  <a:cubicBezTo>
                    <a:pt x="15023" y="48738"/>
                    <a:pt x="15193" y="40102"/>
                    <a:pt x="15316" y="32216"/>
                  </a:cubicBezTo>
                  <a:cubicBezTo>
                    <a:pt x="15323" y="31897"/>
                    <a:pt x="15356" y="30574"/>
                    <a:pt x="15356" y="30574"/>
                  </a:cubicBezTo>
                  <a:lnTo>
                    <a:pt x="15343" y="30574"/>
                  </a:lnTo>
                  <a:cubicBezTo>
                    <a:pt x="15408" y="26481"/>
                    <a:pt x="15453" y="22779"/>
                    <a:pt x="15453" y="20863"/>
                  </a:cubicBezTo>
                  <a:lnTo>
                    <a:pt x="18510" y="31929"/>
                  </a:lnTo>
                  <a:cubicBezTo>
                    <a:pt x="18301" y="31995"/>
                    <a:pt x="18158" y="32334"/>
                    <a:pt x="18204" y="32542"/>
                  </a:cubicBezTo>
                  <a:lnTo>
                    <a:pt x="18562" y="34119"/>
                  </a:lnTo>
                  <a:cubicBezTo>
                    <a:pt x="18605" y="34315"/>
                    <a:pt x="18775" y="34433"/>
                    <a:pt x="18952" y="34433"/>
                  </a:cubicBezTo>
                  <a:cubicBezTo>
                    <a:pt x="19046" y="34433"/>
                    <a:pt x="19141" y="34400"/>
                    <a:pt x="19220" y="34328"/>
                  </a:cubicBezTo>
                  <a:cubicBezTo>
                    <a:pt x="19463" y="34748"/>
                    <a:pt x="19903" y="34984"/>
                    <a:pt x="20358" y="34984"/>
                  </a:cubicBezTo>
                  <a:cubicBezTo>
                    <a:pt x="20538" y="34984"/>
                    <a:pt x="20721" y="34947"/>
                    <a:pt x="20895" y="34869"/>
                  </a:cubicBezTo>
                  <a:cubicBezTo>
                    <a:pt x="21508" y="34589"/>
                    <a:pt x="21814" y="33891"/>
                    <a:pt x="21599" y="33252"/>
                  </a:cubicBezTo>
                  <a:lnTo>
                    <a:pt x="21599" y="33246"/>
                  </a:lnTo>
                  <a:lnTo>
                    <a:pt x="17291" y="17663"/>
                  </a:lnTo>
                  <a:cubicBezTo>
                    <a:pt x="17122" y="17141"/>
                    <a:pt x="16653" y="16744"/>
                    <a:pt x="16138" y="16705"/>
                  </a:cubicBezTo>
                  <a:cubicBezTo>
                    <a:pt x="16125" y="16691"/>
                    <a:pt x="16112" y="16626"/>
                    <a:pt x="16112" y="16626"/>
                  </a:cubicBezTo>
                  <a:lnTo>
                    <a:pt x="12631" y="16626"/>
                  </a:lnTo>
                  <a:lnTo>
                    <a:pt x="12631" y="14704"/>
                  </a:lnTo>
                  <a:lnTo>
                    <a:pt x="12664" y="14691"/>
                  </a:lnTo>
                  <a:lnTo>
                    <a:pt x="12703" y="14678"/>
                  </a:lnTo>
                  <a:cubicBezTo>
                    <a:pt x="14899" y="14013"/>
                    <a:pt x="16913" y="12194"/>
                    <a:pt x="17695" y="9887"/>
                  </a:cubicBezTo>
                  <a:cubicBezTo>
                    <a:pt x="17774" y="9907"/>
                    <a:pt x="17858" y="9920"/>
                    <a:pt x="17950" y="9920"/>
                  </a:cubicBezTo>
                  <a:cubicBezTo>
                    <a:pt x="17954" y="9920"/>
                    <a:pt x="17958" y="9920"/>
                    <a:pt x="17962" y="9920"/>
                  </a:cubicBezTo>
                  <a:cubicBezTo>
                    <a:pt x="18511" y="9920"/>
                    <a:pt x="18973" y="9492"/>
                    <a:pt x="19005" y="8936"/>
                  </a:cubicBezTo>
                  <a:cubicBezTo>
                    <a:pt x="19038" y="8375"/>
                    <a:pt x="18627" y="7893"/>
                    <a:pt x="18067" y="7834"/>
                  </a:cubicBezTo>
                  <a:lnTo>
                    <a:pt x="18067" y="7828"/>
                  </a:lnTo>
                  <a:cubicBezTo>
                    <a:pt x="18067" y="7815"/>
                    <a:pt x="18054" y="7802"/>
                    <a:pt x="18054" y="7789"/>
                  </a:cubicBezTo>
                  <a:cubicBezTo>
                    <a:pt x="18041" y="6061"/>
                    <a:pt x="17637" y="4295"/>
                    <a:pt x="16692" y="2992"/>
                  </a:cubicBezTo>
                  <a:cubicBezTo>
                    <a:pt x="17656" y="2464"/>
                    <a:pt x="17774" y="1786"/>
                    <a:pt x="18158" y="1147"/>
                  </a:cubicBezTo>
                  <a:lnTo>
                    <a:pt x="18158" y="1147"/>
                  </a:lnTo>
                  <a:cubicBezTo>
                    <a:pt x="17949" y="1170"/>
                    <a:pt x="17738" y="1181"/>
                    <a:pt x="17526" y="1181"/>
                  </a:cubicBezTo>
                  <a:cubicBezTo>
                    <a:pt x="15283" y="1181"/>
                    <a:pt x="12905" y="0"/>
                    <a:pt x="1069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9" name="Google Shape;10519;p90"/>
            <p:cNvGrpSpPr/>
            <p:nvPr/>
          </p:nvGrpSpPr>
          <p:grpSpPr>
            <a:xfrm>
              <a:off x="1959824" y="3177406"/>
              <a:ext cx="474931" cy="1079810"/>
              <a:chOff x="1959824" y="3177406"/>
              <a:chExt cx="474931" cy="1079810"/>
            </a:xfrm>
          </p:grpSpPr>
          <p:sp>
            <p:nvSpPr>
              <p:cNvPr id="10520" name="Google Shape;10520;p90"/>
              <p:cNvSpPr/>
              <p:nvPr/>
            </p:nvSpPr>
            <p:spPr>
              <a:xfrm>
                <a:off x="2214193" y="3532512"/>
                <a:ext cx="208368" cy="330439"/>
              </a:xfrm>
              <a:custGeom>
                <a:rect b="b" l="l" r="r" t="t"/>
                <a:pathLst>
                  <a:path extrusionOk="0" h="13088" w="8253">
                    <a:moveTo>
                      <a:pt x="2439" y="0"/>
                    </a:moveTo>
                    <a:cubicBezTo>
                      <a:pt x="2335" y="0"/>
                      <a:pt x="2230" y="11"/>
                      <a:pt x="2126" y="33"/>
                    </a:cubicBezTo>
                    <a:cubicBezTo>
                      <a:pt x="1273" y="202"/>
                      <a:pt x="510" y="1030"/>
                      <a:pt x="86" y="1740"/>
                    </a:cubicBezTo>
                    <a:cubicBezTo>
                      <a:pt x="1" y="1898"/>
                      <a:pt x="130" y="2037"/>
                      <a:pt x="263" y="2037"/>
                    </a:cubicBezTo>
                    <a:cubicBezTo>
                      <a:pt x="323" y="2037"/>
                      <a:pt x="383" y="2009"/>
                      <a:pt x="425" y="1942"/>
                    </a:cubicBezTo>
                    <a:cubicBezTo>
                      <a:pt x="790" y="1329"/>
                      <a:pt x="1475" y="560"/>
                      <a:pt x="2205" y="417"/>
                    </a:cubicBezTo>
                    <a:cubicBezTo>
                      <a:pt x="2284" y="400"/>
                      <a:pt x="2364" y="391"/>
                      <a:pt x="2444" y="391"/>
                    </a:cubicBezTo>
                    <a:cubicBezTo>
                      <a:pt x="2693" y="391"/>
                      <a:pt x="2939" y="474"/>
                      <a:pt x="3137" y="632"/>
                    </a:cubicBezTo>
                    <a:cubicBezTo>
                      <a:pt x="4570" y="1688"/>
                      <a:pt x="5216" y="3598"/>
                      <a:pt x="5776" y="5273"/>
                    </a:cubicBezTo>
                    <a:lnTo>
                      <a:pt x="5854" y="5501"/>
                    </a:lnTo>
                    <a:cubicBezTo>
                      <a:pt x="6650" y="7867"/>
                      <a:pt x="7223" y="10265"/>
                      <a:pt x="7849" y="12937"/>
                    </a:cubicBezTo>
                    <a:cubicBezTo>
                      <a:pt x="7868" y="13022"/>
                      <a:pt x="7947" y="13087"/>
                      <a:pt x="8038" y="13087"/>
                    </a:cubicBezTo>
                    <a:cubicBezTo>
                      <a:pt x="8051" y="13087"/>
                      <a:pt x="8064" y="13087"/>
                      <a:pt x="8077" y="13081"/>
                    </a:cubicBezTo>
                    <a:cubicBezTo>
                      <a:pt x="8188" y="13061"/>
                      <a:pt x="8253" y="12950"/>
                      <a:pt x="8227" y="12846"/>
                    </a:cubicBezTo>
                    <a:cubicBezTo>
                      <a:pt x="7608" y="10167"/>
                      <a:pt x="7021" y="7756"/>
                      <a:pt x="6226" y="5377"/>
                    </a:cubicBezTo>
                    <a:lnTo>
                      <a:pt x="6148" y="5149"/>
                    </a:lnTo>
                    <a:cubicBezTo>
                      <a:pt x="5568" y="3409"/>
                      <a:pt x="4903" y="1447"/>
                      <a:pt x="3365" y="313"/>
                    </a:cubicBezTo>
                    <a:cubicBezTo>
                      <a:pt x="3097" y="109"/>
                      <a:pt x="2772" y="0"/>
                      <a:pt x="24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90"/>
              <p:cNvSpPr/>
              <p:nvPr/>
            </p:nvSpPr>
            <p:spPr>
              <a:xfrm>
                <a:off x="2369061" y="3697530"/>
                <a:ext cx="14517" cy="91850"/>
              </a:xfrm>
              <a:custGeom>
                <a:rect b="b" l="l" r="r" t="t"/>
                <a:pathLst>
                  <a:path extrusionOk="0" h="3638" w="575">
                    <a:moveTo>
                      <a:pt x="353" y="1"/>
                    </a:moveTo>
                    <a:cubicBezTo>
                      <a:pt x="242" y="8"/>
                      <a:pt x="157" y="99"/>
                      <a:pt x="164" y="210"/>
                    </a:cubicBezTo>
                    <a:cubicBezTo>
                      <a:pt x="170" y="607"/>
                      <a:pt x="157" y="1005"/>
                      <a:pt x="111" y="1402"/>
                    </a:cubicBezTo>
                    <a:cubicBezTo>
                      <a:pt x="59" y="2074"/>
                      <a:pt x="1" y="2771"/>
                      <a:pt x="170" y="3488"/>
                    </a:cubicBezTo>
                    <a:cubicBezTo>
                      <a:pt x="190" y="3573"/>
                      <a:pt x="268" y="3638"/>
                      <a:pt x="359" y="3638"/>
                    </a:cubicBezTo>
                    <a:cubicBezTo>
                      <a:pt x="372" y="3638"/>
                      <a:pt x="392" y="3638"/>
                      <a:pt x="405" y="3631"/>
                    </a:cubicBezTo>
                    <a:cubicBezTo>
                      <a:pt x="509" y="3605"/>
                      <a:pt x="574" y="3501"/>
                      <a:pt x="548" y="3397"/>
                    </a:cubicBezTo>
                    <a:cubicBezTo>
                      <a:pt x="398" y="2738"/>
                      <a:pt x="450" y="2080"/>
                      <a:pt x="509" y="1435"/>
                    </a:cubicBezTo>
                    <a:cubicBezTo>
                      <a:pt x="548" y="1024"/>
                      <a:pt x="568" y="607"/>
                      <a:pt x="555" y="190"/>
                    </a:cubicBezTo>
                    <a:cubicBezTo>
                      <a:pt x="548" y="86"/>
                      <a:pt x="457" y="1"/>
                      <a:pt x="3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90"/>
              <p:cNvSpPr/>
              <p:nvPr/>
            </p:nvSpPr>
            <p:spPr>
              <a:xfrm>
                <a:off x="2392238" y="3774560"/>
                <a:ext cx="37745" cy="41658"/>
              </a:xfrm>
              <a:custGeom>
                <a:rect b="b" l="l" r="r" t="t"/>
                <a:pathLst>
                  <a:path extrusionOk="0" h="1650" w="1495">
                    <a:moveTo>
                      <a:pt x="264" y="1"/>
                    </a:moveTo>
                    <a:cubicBezTo>
                      <a:pt x="46" y="1"/>
                      <a:pt x="0" y="349"/>
                      <a:pt x="249" y="391"/>
                    </a:cubicBezTo>
                    <a:cubicBezTo>
                      <a:pt x="777" y="489"/>
                      <a:pt x="1090" y="887"/>
                      <a:pt x="1064" y="1441"/>
                    </a:cubicBezTo>
                    <a:cubicBezTo>
                      <a:pt x="1057" y="1545"/>
                      <a:pt x="1136" y="1643"/>
                      <a:pt x="1247" y="1649"/>
                    </a:cubicBezTo>
                    <a:lnTo>
                      <a:pt x="1260" y="1649"/>
                    </a:lnTo>
                    <a:cubicBezTo>
                      <a:pt x="1364" y="1649"/>
                      <a:pt x="1455" y="1564"/>
                      <a:pt x="1455" y="1460"/>
                    </a:cubicBezTo>
                    <a:cubicBezTo>
                      <a:pt x="1494" y="711"/>
                      <a:pt x="1051" y="137"/>
                      <a:pt x="314" y="7"/>
                    </a:cubicBezTo>
                    <a:cubicBezTo>
                      <a:pt x="297" y="3"/>
                      <a:pt x="280"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90"/>
              <p:cNvSpPr/>
              <p:nvPr/>
            </p:nvSpPr>
            <p:spPr>
              <a:xfrm>
                <a:off x="2342072" y="3613405"/>
                <a:ext cx="19415" cy="47137"/>
              </a:xfrm>
              <a:custGeom>
                <a:rect b="b" l="l" r="r" t="t"/>
                <a:pathLst>
                  <a:path extrusionOk="0" h="1867" w="769">
                    <a:moveTo>
                      <a:pt x="496" y="1"/>
                    </a:moveTo>
                    <a:cubicBezTo>
                      <a:pt x="438" y="1"/>
                      <a:pt x="380" y="28"/>
                      <a:pt x="340" y="94"/>
                    </a:cubicBezTo>
                    <a:cubicBezTo>
                      <a:pt x="1" y="628"/>
                      <a:pt x="1" y="1260"/>
                      <a:pt x="33" y="1684"/>
                    </a:cubicBezTo>
                    <a:cubicBezTo>
                      <a:pt x="40" y="1788"/>
                      <a:pt x="131" y="1867"/>
                      <a:pt x="229" y="1867"/>
                    </a:cubicBezTo>
                    <a:lnTo>
                      <a:pt x="242" y="1867"/>
                    </a:lnTo>
                    <a:cubicBezTo>
                      <a:pt x="353" y="1860"/>
                      <a:pt x="431" y="1762"/>
                      <a:pt x="424" y="1658"/>
                    </a:cubicBezTo>
                    <a:cubicBezTo>
                      <a:pt x="385" y="1058"/>
                      <a:pt x="457" y="641"/>
                      <a:pt x="672" y="309"/>
                    </a:cubicBezTo>
                    <a:cubicBezTo>
                      <a:pt x="768" y="153"/>
                      <a:pt x="633" y="1"/>
                      <a:pt x="4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90"/>
              <p:cNvSpPr/>
              <p:nvPr/>
            </p:nvSpPr>
            <p:spPr>
              <a:xfrm>
                <a:off x="2199246" y="3657891"/>
                <a:ext cx="59104" cy="412393"/>
              </a:xfrm>
              <a:custGeom>
                <a:rect b="b" l="l" r="r" t="t"/>
                <a:pathLst>
                  <a:path extrusionOk="0" h="16334" w="2341">
                    <a:moveTo>
                      <a:pt x="196" y="0"/>
                    </a:moveTo>
                    <a:cubicBezTo>
                      <a:pt x="98" y="0"/>
                      <a:pt x="1" y="65"/>
                      <a:pt x="1" y="196"/>
                    </a:cubicBezTo>
                    <a:lnTo>
                      <a:pt x="1" y="352"/>
                    </a:lnTo>
                    <a:cubicBezTo>
                      <a:pt x="1" y="2451"/>
                      <a:pt x="1" y="4106"/>
                      <a:pt x="750" y="6075"/>
                    </a:cubicBezTo>
                    <a:cubicBezTo>
                      <a:pt x="1271" y="7430"/>
                      <a:pt x="1617" y="8942"/>
                      <a:pt x="1845" y="10845"/>
                    </a:cubicBezTo>
                    <a:cubicBezTo>
                      <a:pt x="1936" y="11582"/>
                      <a:pt x="1695" y="12286"/>
                      <a:pt x="1434" y="13022"/>
                    </a:cubicBezTo>
                    <a:cubicBezTo>
                      <a:pt x="1095" y="14000"/>
                      <a:pt x="737" y="15023"/>
                      <a:pt x="1154" y="16203"/>
                    </a:cubicBezTo>
                    <a:cubicBezTo>
                      <a:pt x="1180" y="16281"/>
                      <a:pt x="1252" y="16333"/>
                      <a:pt x="1337" y="16333"/>
                    </a:cubicBezTo>
                    <a:cubicBezTo>
                      <a:pt x="1363" y="16333"/>
                      <a:pt x="1382" y="16333"/>
                      <a:pt x="1402" y="16327"/>
                    </a:cubicBezTo>
                    <a:cubicBezTo>
                      <a:pt x="1506" y="16288"/>
                      <a:pt x="1558" y="16177"/>
                      <a:pt x="1526" y="16072"/>
                    </a:cubicBezTo>
                    <a:cubicBezTo>
                      <a:pt x="1154" y="15030"/>
                      <a:pt x="1474" y="14117"/>
                      <a:pt x="1806" y="13153"/>
                    </a:cubicBezTo>
                    <a:cubicBezTo>
                      <a:pt x="2067" y="12403"/>
                      <a:pt x="2340" y="11628"/>
                      <a:pt x="2236" y="10800"/>
                    </a:cubicBezTo>
                    <a:cubicBezTo>
                      <a:pt x="2008" y="8864"/>
                      <a:pt x="1649" y="7319"/>
                      <a:pt x="1122" y="5931"/>
                    </a:cubicBezTo>
                    <a:cubicBezTo>
                      <a:pt x="392" y="4035"/>
                      <a:pt x="392" y="2412"/>
                      <a:pt x="392" y="352"/>
                    </a:cubicBezTo>
                    <a:lnTo>
                      <a:pt x="392" y="196"/>
                    </a:lnTo>
                    <a:cubicBezTo>
                      <a:pt x="392" y="65"/>
                      <a:pt x="294" y="0"/>
                      <a:pt x="1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90"/>
              <p:cNvSpPr/>
              <p:nvPr/>
            </p:nvSpPr>
            <p:spPr>
              <a:xfrm>
                <a:off x="2237092" y="3951444"/>
                <a:ext cx="41330" cy="305772"/>
              </a:xfrm>
              <a:custGeom>
                <a:rect b="b" l="l" r="r" t="t"/>
                <a:pathLst>
                  <a:path extrusionOk="0" h="12111" w="1637">
                    <a:moveTo>
                      <a:pt x="550" y="0"/>
                    </a:moveTo>
                    <a:cubicBezTo>
                      <a:pt x="420" y="0"/>
                      <a:pt x="287" y="125"/>
                      <a:pt x="366" y="287"/>
                    </a:cubicBezTo>
                    <a:cubicBezTo>
                      <a:pt x="1226" y="2379"/>
                      <a:pt x="900" y="4465"/>
                      <a:pt x="574" y="6479"/>
                    </a:cubicBezTo>
                    <a:cubicBezTo>
                      <a:pt x="294" y="8265"/>
                      <a:pt x="1" y="10109"/>
                      <a:pt x="522" y="11967"/>
                    </a:cubicBezTo>
                    <a:cubicBezTo>
                      <a:pt x="542" y="12045"/>
                      <a:pt x="620" y="12104"/>
                      <a:pt x="711" y="12110"/>
                    </a:cubicBezTo>
                    <a:cubicBezTo>
                      <a:pt x="731" y="12110"/>
                      <a:pt x="744" y="12104"/>
                      <a:pt x="763" y="12104"/>
                    </a:cubicBezTo>
                    <a:cubicBezTo>
                      <a:pt x="867" y="12071"/>
                      <a:pt x="933" y="11967"/>
                      <a:pt x="900" y="11856"/>
                    </a:cubicBezTo>
                    <a:cubicBezTo>
                      <a:pt x="398" y="10083"/>
                      <a:pt x="672" y="8363"/>
                      <a:pt x="965" y="6544"/>
                    </a:cubicBezTo>
                    <a:cubicBezTo>
                      <a:pt x="1298" y="4472"/>
                      <a:pt x="1636" y="2334"/>
                      <a:pt x="731" y="137"/>
                    </a:cubicBezTo>
                    <a:cubicBezTo>
                      <a:pt x="697" y="41"/>
                      <a:pt x="624" y="0"/>
                      <a:pt x="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0"/>
              <p:cNvSpPr/>
              <p:nvPr/>
            </p:nvSpPr>
            <p:spPr>
              <a:xfrm>
                <a:off x="2212097" y="3799176"/>
                <a:ext cx="72587" cy="157065"/>
              </a:xfrm>
              <a:custGeom>
                <a:rect b="b" l="l" r="r" t="t"/>
                <a:pathLst>
                  <a:path extrusionOk="0" h="6221" w="2875">
                    <a:moveTo>
                      <a:pt x="286" y="0"/>
                    </a:moveTo>
                    <a:cubicBezTo>
                      <a:pt x="119" y="0"/>
                      <a:pt x="1" y="239"/>
                      <a:pt x="176" y="361"/>
                    </a:cubicBezTo>
                    <a:cubicBezTo>
                      <a:pt x="1903" y="1600"/>
                      <a:pt x="2477" y="4096"/>
                      <a:pt x="2431" y="6018"/>
                    </a:cubicBezTo>
                    <a:cubicBezTo>
                      <a:pt x="2431" y="6129"/>
                      <a:pt x="2516" y="6221"/>
                      <a:pt x="2626" y="6221"/>
                    </a:cubicBezTo>
                    <a:cubicBezTo>
                      <a:pt x="2731" y="6221"/>
                      <a:pt x="2822" y="6136"/>
                      <a:pt x="2829" y="6025"/>
                    </a:cubicBezTo>
                    <a:cubicBezTo>
                      <a:pt x="2874" y="4005"/>
                      <a:pt x="2261" y="1372"/>
                      <a:pt x="404" y="42"/>
                    </a:cubicBezTo>
                    <a:cubicBezTo>
                      <a:pt x="364" y="13"/>
                      <a:pt x="324"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90"/>
              <p:cNvSpPr/>
              <p:nvPr/>
            </p:nvSpPr>
            <p:spPr>
              <a:xfrm>
                <a:off x="2210608" y="3495626"/>
                <a:ext cx="44284" cy="95158"/>
              </a:xfrm>
              <a:custGeom>
                <a:rect b="b" l="l" r="r" t="t"/>
                <a:pathLst>
                  <a:path extrusionOk="0" h="3769" w="1754">
                    <a:moveTo>
                      <a:pt x="1538" y="1"/>
                    </a:moveTo>
                    <a:cubicBezTo>
                      <a:pt x="1428" y="8"/>
                      <a:pt x="1343" y="92"/>
                      <a:pt x="1343" y="203"/>
                    </a:cubicBezTo>
                    <a:cubicBezTo>
                      <a:pt x="1356" y="809"/>
                      <a:pt x="1063" y="1220"/>
                      <a:pt x="756" y="1656"/>
                    </a:cubicBezTo>
                    <a:cubicBezTo>
                      <a:pt x="404" y="2152"/>
                      <a:pt x="0" y="2712"/>
                      <a:pt x="91" y="3592"/>
                    </a:cubicBezTo>
                    <a:cubicBezTo>
                      <a:pt x="105" y="3696"/>
                      <a:pt x="189" y="3768"/>
                      <a:pt x="287" y="3768"/>
                    </a:cubicBezTo>
                    <a:lnTo>
                      <a:pt x="313" y="3768"/>
                    </a:lnTo>
                    <a:cubicBezTo>
                      <a:pt x="417" y="3755"/>
                      <a:pt x="496" y="3657"/>
                      <a:pt x="489" y="3553"/>
                    </a:cubicBezTo>
                    <a:cubicBezTo>
                      <a:pt x="404" y="2823"/>
                      <a:pt x="730" y="2367"/>
                      <a:pt x="1076" y="1885"/>
                    </a:cubicBezTo>
                    <a:cubicBezTo>
                      <a:pt x="1415" y="1415"/>
                      <a:pt x="1753" y="926"/>
                      <a:pt x="1740" y="197"/>
                    </a:cubicBezTo>
                    <a:cubicBezTo>
                      <a:pt x="1734" y="86"/>
                      <a:pt x="1649" y="1"/>
                      <a:pt x="15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90"/>
              <p:cNvSpPr/>
              <p:nvPr/>
            </p:nvSpPr>
            <p:spPr>
              <a:xfrm>
                <a:off x="2276756" y="3501104"/>
                <a:ext cx="35145" cy="41608"/>
              </a:xfrm>
              <a:custGeom>
                <a:rect b="b" l="l" r="r" t="t"/>
                <a:pathLst>
                  <a:path extrusionOk="0" h="1648" w="1392">
                    <a:moveTo>
                      <a:pt x="1113" y="1"/>
                    </a:moveTo>
                    <a:cubicBezTo>
                      <a:pt x="1087" y="1"/>
                      <a:pt x="1059" y="6"/>
                      <a:pt x="1030" y="19"/>
                    </a:cubicBezTo>
                    <a:cubicBezTo>
                      <a:pt x="385" y="260"/>
                      <a:pt x="0" y="807"/>
                      <a:pt x="33" y="1459"/>
                    </a:cubicBezTo>
                    <a:cubicBezTo>
                      <a:pt x="33" y="1563"/>
                      <a:pt x="124" y="1648"/>
                      <a:pt x="228" y="1648"/>
                    </a:cubicBezTo>
                    <a:lnTo>
                      <a:pt x="235" y="1648"/>
                    </a:lnTo>
                    <a:cubicBezTo>
                      <a:pt x="346" y="1641"/>
                      <a:pt x="430" y="1550"/>
                      <a:pt x="424" y="1446"/>
                    </a:cubicBezTo>
                    <a:cubicBezTo>
                      <a:pt x="404" y="964"/>
                      <a:pt x="678" y="566"/>
                      <a:pt x="1167" y="384"/>
                    </a:cubicBezTo>
                    <a:cubicBezTo>
                      <a:pt x="1391" y="309"/>
                      <a:pt x="1306" y="1"/>
                      <a:pt x="1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90"/>
              <p:cNvSpPr/>
              <p:nvPr/>
            </p:nvSpPr>
            <p:spPr>
              <a:xfrm>
                <a:off x="2197959" y="3704574"/>
                <a:ext cx="63018" cy="88265"/>
              </a:xfrm>
              <a:custGeom>
                <a:rect b="b" l="l" r="r" t="t"/>
                <a:pathLst>
                  <a:path extrusionOk="0" h="3496" w="2496">
                    <a:moveTo>
                      <a:pt x="256" y="1"/>
                    </a:moveTo>
                    <a:cubicBezTo>
                      <a:pt x="127" y="1"/>
                      <a:pt x="1" y="128"/>
                      <a:pt x="71" y="282"/>
                    </a:cubicBezTo>
                    <a:cubicBezTo>
                      <a:pt x="228" y="576"/>
                      <a:pt x="514" y="915"/>
                      <a:pt x="821" y="1273"/>
                    </a:cubicBezTo>
                    <a:cubicBezTo>
                      <a:pt x="1368" y="1912"/>
                      <a:pt x="2046" y="2714"/>
                      <a:pt x="1857" y="3228"/>
                    </a:cubicBezTo>
                    <a:cubicBezTo>
                      <a:pt x="1818" y="3333"/>
                      <a:pt x="1870" y="3443"/>
                      <a:pt x="1974" y="3483"/>
                    </a:cubicBezTo>
                    <a:cubicBezTo>
                      <a:pt x="1994" y="3489"/>
                      <a:pt x="2020" y="3496"/>
                      <a:pt x="2039" y="3496"/>
                    </a:cubicBezTo>
                    <a:cubicBezTo>
                      <a:pt x="2124" y="3496"/>
                      <a:pt x="2196" y="3443"/>
                      <a:pt x="2228" y="3365"/>
                    </a:cubicBezTo>
                    <a:cubicBezTo>
                      <a:pt x="2496" y="2629"/>
                      <a:pt x="1766" y="1775"/>
                      <a:pt x="1120" y="1019"/>
                    </a:cubicBezTo>
                    <a:cubicBezTo>
                      <a:pt x="827" y="674"/>
                      <a:pt x="553" y="354"/>
                      <a:pt x="423" y="100"/>
                    </a:cubicBezTo>
                    <a:cubicBezTo>
                      <a:pt x="381" y="30"/>
                      <a:pt x="318" y="1"/>
                      <a:pt x="2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90"/>
              <p:cNvSpPr/>
              <p:nvPr/>
            </p:nvSpPr>
            <p:spPr>
              <a:xfrm>
                <a:off x="2219646" y="3748252"/>
                <a:ext cx="22319" cy="27974"/>
              </a:xfrm>
              <a:custGeom>
                <a:rect b="b" l="l" r="r" t="t"/>
                <a:pathLst>
                  <a:path extrusionOk="0" h="1108" w="884">
                    <a:moveTo>
                      <a:pt x="590" y="1"/>
                    </a:moveTo>
                    <a:cubicBezTo>
                      <a:pt x="551" y="1"/>
                      <a:pt x="510" y="14"/>
                      <a:pt x="470" y="45"/>
                    </a:cubicBezTo>
                    <a:cubicBezTo>
                      <a:pt x="203" y="254"/>
                      <a:pt x="40" y="560"/>
                      <a:pt x="7" y="892"/>
                    </a:cubicBezTo>
                    <a:cubicBezTo>
                      <a:pt x="1" y="1003"/>
                      <a:pt x="79" y="1101"/>
                      <a:pt x="190" y="1107"/>
                    </a:cubicBezTo>
                    <a:lnTo>
                      <a:pt x="203" y="1107"/>
                    </a:lnTo>
                    <a:cubicBezTo>
                      <a:pt x="207" y="1108"/>
                      <a:pt x="211" y="1108"/>
                      <a:pt x="215" y="1108"/>
                    </a:cubicBezTo>
                    <a:cubicBezTo>
                      <a:pt x="314" y="1108"/>
                      <a:pt x="392" y="1032"/>
                      <a:pt x="405" y="931"/>
                    </a:cubicBezTo>
                    <a:cubicBezTo>
                      <a:pt x="418" y="710"/>
                      <a:pt x="529" y="508"/>
                      <a:pt x="705" y="364"/>
                    </a:cubicBezTo>
                    <a:cubicBezTo>
                      <a:pt x="884" y="238"/>
                      <a:pt x="756" y="1"/>
                      <a:pt x="5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0"/>
              <p:cNvSpPr/>
              <p:nvPr/>
            </p:nvSpPr>
            <p:spPr>
              <a:xfrm>
                <a:off x="2208134" y="3883023"/>
                <a:ext cx="38906" cy="52641"/>
              </a:xfrm>
              <a:custGeom>
                <a:rect b="b" l="l" r="r" t="t"/>
                <a:pathLst>
                  <a:path extrusionOk="0" h="2085" w="1541">
                    <a:moveTo>
                      <a:pt x="1255" y="1"/>
                    </a:moveTo>
                    <a:cubicBezTo>
                      <a:pt x="1208" y="1"/>
                      <a:pt x="1158" y="20"/>
                      <a:pt x="1115" y="64"/>
                    </a:cubicBezTo>
                    <a:cubicBezTo>
                      <a:pt x="1050" y="136"/>
                      <a:pt x="978" y="208"/>
                      <a:pt x="906" y="273"/>
                    </a:cubicBezTo>
                    <a:cubicBezTo>
                      <a:pt x="463" y="716"/>
                      <a:pt x="0" y="1166"/>
                      <a:pt x="27" y="1896"/>
                    </a:cubicBezTo>
                    <a:cubicBezTo>
                      <a:pt x="33" y="2000"/>
                      <a:pt x="118" y="2085"/>
                      <a:pt x="222" y="2085"/>
                    </a:cubicBezTo>
                    <a:lnTo>
                      <a:pt x="235" y="2085"/>
                    </a:lnTo>
                    <a:cubicBezTo>
                      <a:pt x="339" y="2078"/>
                      <a:pt x="424" y="1987"/>
                      <a:pt x="424" y="1876"/>
                    </a:cubicBezTo>
                    <a:cubicBezTo>
                      <a:pt x="398" y="1329"/>
                      <a:pt x="783" y="951"/>
                      <a:pt x="1180" y="553"/>
                    </a:cubicBezTo>
                    <a:cubicBezTo>
                      <a:pt x="1258" y="482"/>
                      <a:pt x="1330" y="410"/>
                      <a:pt x="1402" y="338"/>
                    </a:cubicBezTo>
                    <a:cubicBezTo>
                      <a:pt x="1541" y="194"/>
                      <a:pt x="1407" y="1"/>
                      <a:pt x="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90"/>
              <p:cNvSpPr/>
              <p:nvPr/>
            </p:nvSpPr>
            <p:spPr>
              <a:xfrm>
                <a:off x="2209573" y="3556194"/>
                <a:ext cx="225182" cy="286004"/>
              </a:xfrm>
              <a:custGeom>
                <a:rect b="b" l="l" r="r" t="t"/>
                <a:pathLst>
                  <a:path extrusionOk="0" h="11328" w="8919">
                    <a:moveTo>
                      <a:pt x="3483" y="1"/>
                    </a:moveTo>
                    <a:cubicBezTo>
                      <a:pt x="3312" y="1"/>
                      <a:pt x="3136" y="18"/>
                      <a:pt x="2955" y="53"/>
                    </a:cubicBezTo>
                    <a:cubicBezTo>
                      <a:pt x="2453" y="150"/>
                      <a:pt x="2088" y="431"/>
                      <a:pt x="1768" y="678"/>
                    </a:cubicBezTo>
                    <a:cubicBezTo>
                      <a:pt x="1424" y="948"/>
                      <a:pt x="1114" y="1188"/>
                      <a:pt x="661" y="1188"/>
                    </a:cubicBezTo>
                    <a:cubicBezTo>
                      <a:pt x="556" y="1188"/>
                      <a:pt x="444" y="1176"/>
                      <a:pt x="321" y="1148"/>
                    </a:cubicBezTo>
                    <a:cubicBezTo>
                      <a:pt x="303" y="1143"/>
                      <a:pt x="286" y="1141"/>
                      <a:pt x="270" y="1141"/>
                    </a:cubicBezTo>
                    <a:cubicBezTo>
                      <a:pt x="57" y="1141"/>
                      <a:pt x="0" y="1472"/>
                      <a:pt x="230" y="1532"/>
                    </a:cubicBezTo>
                    <a:cubicBezTo>
                      <a:pt x="386" y="1567"/>
                      <a:pt x="529" y="1583"/>
                      <a:pt x="662" y="1583"/>
                    </a:cubicBezTo>
                    <a:cubicBezTo>
                      <a:pt x="1244" y="1583"/>
                      <a:pt x="1633" y="1283"/>
                      <a:pt x="2010" y="991"/>
                    </a:cubicBezTo>
                    <a:cubicBezTo>
                      <a:pt x="2322" y="743"/>
                      <a:pt x="2622" y="522"/>
                      <a:pt x="3026" y="437"/>
                    </a:cubicBezTo>
                    <a:cubicBezTo>
                      <a:pt x="3181" y="409"/>
                      <a:pt x="3331" y="394"/>
                      <a:pt x="3476" y="394"/>
                    </a:cubicBezTo>
                    <a:cubicBezTo>
                      <a:pt x="3928" y="394"/>
                      <a:pt x="4331" y="534"/>
                      <a:pt x="4682" y="815"/>
                    </a:cubicBezTo>
                    <a:cubicBezTo>
                      <a:pt x="5718" y="1643"/>
                      <a:pt x="6148" y="3611"/>
                      <a:pt x="6200" y="5045"/>
                    </a:cubicBezTo>
                    <a:cubicBezTo>
                      <a:pt x="6285" y="7404"/>
                      <a:pt x="6709" y="9373"/>
                      <a:pt x="8514" y="11269"/>
                    </a:cubicBezTo>
                    <a:cubicBezTo>
                      <a:pt x="8547" y="11308"/>
                      <a:pt x="8599" y="11328"/>
                      <a:pt x="8657" y="11328"/>
                    </a:cubicBezTo>
                    <a:cubicBezTo>
                      <a:pt x="8827" y="11328"/>
                      <a:pt x="8918" y="11119"/>
                      <a:pt x="8801" y="10996"/>
                    </a:cubicBezTo>
                    <a:cubicBezTo>
                      <a:pt x="7080" y="9184"/>
                      <a:pt x="6676" y="7300"/>
                      <a:pt x="6591" y="5032"/>
                    </a:cubicBezTo>
                    <a:cubicBezTo>
                      <a:pt x="6533" y="3442"/>
                      <a:pt x="6063" y="1415"/>
                      <a:pt x="4923" y="509"/>
                    </a:cubicBezTo>
                    <a:cubicBezTo>
                      <a:pt x="4502" y="172"/>
                      <a:pt x="4021" y="1"/>
                      <a:pt x="34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90"/>
              <p:cNvSpPr/>
              <p:nvPr/>
            </p:nvSpPr>
            <p:spPr>
              <a:xfrm>
                <a:off x="2204675" y="3663471"/>
                <a:ext cx="77863" cy="446780"/>
              </a:xfrm>
              <a:custGeom>
                <a:rect b="b" l="l" r="r" t="t"/>
                <a:pathLst>
                  <a:path extrusionOk="0" h="17696" w="3084">
                    <a:moveTo>
                      <a:pt x="421" y="1"/>
                    </a:moveTo>
                    <a:cubicBezTo>
                      <a:pt x="311" y="1"/>
                      <a:pt x="200" y="83"/>
                      <a:pt x="222" y="229"/>
                    </a:cubicBezTo>
                    <a:cubicBezTo>
                      <a:pt x="385" y="1272"/>
                      <a:pt x="313" y="2406"/>
                      <a:pt x="235" y="3612"/>
                    </a:cubicBezTo>
                    <a:cubicBezTo>
                      <a:pt x="118" y="5443"/>
                      <a:pt x="1" y="7340"/>
                      <a:pt x="796" y="8904"/>
                    </a:cubicBezTo>
                    <a:lnTo>
                      <a:pt x="815" y="8949"/>
                    </a:lnTo>
                    <a:cubicBezTo>
                      <a:pt x="1773" y="10826"/>
                      <a:pt x="2673" y="12606"/>
                      <a:pt x="2269" y="14724"/>
                    </a:cubicBezTo>
                    <a:cubicBezTo>
                      <a:pt x="2191" y="15102"/>
                      <a:pt x="1949" y="15487"/>
                      <a:pt x="1702" y="15865"/>
                    </a:cubicBezTo>
                    <a:cubicBezTo>
                      <a:pt x="1369" y="16379"/>
                      <a:pt x="1017" y="16914"/>
                      <a:pt x="1089" y="17520"/>
                    </a:cubicBezTo>
                    <a:cubicBezTo>
                      <a:pt x="1102" y="17618"/>
                      <a:pt x="1187" y="17689"/>
                      <a:pt x="1285" y="17689"/>
                    </a:cubicBezTo>
                    <a:lnTo>
                      <a:pt x="1311" y="17696"/>
                    </a:lnTo>
                    <a:cubicBezTo>
                      <a:pt x="1415" y="17683"/>
                      <a:pt x="1493" y="17585"/>
                      <a:pt x="1480" y="17481"/>
                    </a:cubicBezTo>
                    <a:cubicBezTo>
                      <a:pt x="1428" y="17018"/>
                      <a:pt x="1721" y="16562"/>
                      <a:pt x="2034" y="16086"/>
                    </a:cubicBezTo>
                    <a:cubicBezTo>
                      <a:pt x="2295" y="15682"/>
                      <a:pt x="2569" y="15265"/>
                      <a:pt x="2660" y="14796"/>
                    </a:cubicBezTo>
                    <a:cubicBezTo>
                      <a:pt x="3083" y="12547"/>
                      <a:pt x="2112" y="10631"/>
                      <a:pt x="1167" y="8780"/>
                    </a:cubicBezTo>
                    <a:lnTo>
                      <a:pt x="1141" y="8728"/>
                    </a:lnTo>
                    <a:cubicBezTo>
                      <a:pt x="398" y="7261"/>
                      <a:pt x="515" y="5417"/>
                      <a:pt x="633" y="3631"/>
                    </a:cubicBezTo>
                    <a:cubicBezTo>
                      <a:pt x="705" y="2464"/>
                      <a:pt x="783" y="1252"/>
                      <a:pt x="613" y="164"/>
                    </a:cubicBezTo>
                    <a:cubicBezTo>
                      <a:pt x="593" y="52"/>
                      <a:pt x="507" y="1"/>
                      <a:pt x="42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0"/>
              <p:cNvSpPr/>
              <p:nvPr/>
            </p:nvSpPr>
            <p:spPr>
              <a:xfrm>
                <a:off x="2190688" y="3807432"/>
                <a:ext cx="26257" cy="34766"/>
              </a:xfrm>
              <a:custGeom>
                <a:rect b="b" l="l" r="r" t="t"/>
                <a:pathLst>
                  <a:path extrusionOk="0" h="1377" w="1040">
                    <a:moveTo>
                      <a:pt x="750" y="0"/>
                    </a:moveTo>
                    <a:cubicBezTo>
                      <a:pt x="707" y="0"/>
                      <a:pt x="662" y="16"/>
                      <a:pt x="620" y="54"/>
                    </a:cubicBezTo>
                    <a:cubicBezTo>
                      <a:pt x="287" y="334"/>
                      <a:pt x="72" y="725"/>
                      <a:pt x="14" y="1155"/>
                    </a:cubicBezTo>
                    <a:cubicBezTo>
                      <a:pt x="1" y="1266"/>
                      <a:pt x="72" y="1364"/>
                      <a:pt x="183" y="1377"/>
                    </a:cubicBezTo>
                    <a:lnTo>
                      <a:pt x="209" y="1377"/>
                    </a:lnTo>
                    <a:cubicBezTo>
                      <a:pt x="307" y="1377"/>
                      <a:pt x="392" y="1305"/>
                      <a:pt x="405" y="1207"/>
                    </a:cubicBezTo>
                    <a:cubicBezTo>
                      <a:pt x="450" y="875"/>
                      <a:pt x="620" y="569"/>
                      <a:pt x="880" y="354"/>
                    </a:cubicBezTo>
                    <a:cubicBezTo>
                      <a:pt x="1039" y="215"/>
                      <a:pt x="908" y="0"/>
                      <a:pt x="7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90"/>
              <p:cNvSpPr/>
              <p:nvPr/>
            </p:nvSpPr>
            <p:spPr>
              <a:xfrm>
                <a:off x="2263628" y="4021784"/>
                <a:ext cx="25980" cy="78772"/>
              </a:xfrm>
              <a:custGeom>
                <a:rect b="b" l="l" r="r" t="t"/>
                <a:pathLst>
                  <a:path extrusionOk="0" h="3120" w="1029">
                    <a:moveTo>
                      <a:pt x="262" y="1"/>
                    </a:moveTo>
                    <a:cubicBezTo>
                      <a:pt x="130" y="1"/>
                      <a:pt x="0" y="137"/>
                      <a:pt x="84" y="291"/>
                    </a:cubicBezTo>
                    <a:cubicBezTo>
                      <a:pt x="455" y="988"/>
                      <a:pt x="631" y="1894"/>
                      <a:pt x="605" y="2917"/>
                    </a:cubicBezTo>
                    <a:cubicBezTo>
                      <a:pt x="599" y="3022"/>
                      <a:pt x="690" y="3113"/>
                      <a:pt x="794" y="3119"/>
                    </a:cubicBezTo>
                    <a:lnTo>
                      <a:pt x="801" y="3119"/>
                    </a:lnTo>
                    <a:cubicBezTo>
                      <a:pt x="911" y="3119"/>
                      <a:pt x="996" y="3035"/>
                      <a:pt x="1003" y="2924"/>
                    </a:cubicBezTo>
                    <a:cubicBezTo>
                      <a:pt x="1029" y="1816"/>
                      <a:pt x="840" y="877"/>
                      <a:pt x="429" y="108"/>
                    </a:cubicBezTo>
                    <a:cubicBezTo>
                      <a:pt x="389" y="32"/>
                      <a:pt x="325" y="1"/>
                      <a:pt x="2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90"/>
              <p:cNvSpPr/>
              <p:nvPr/>
            </p:nvSpPr>
            <p:spPr>
              <a:xfrm>
                <a:off x="2217021" y="3921475"/>
                <a:ext cx="34438" cy="45799"/>
              </a:xfrm>
              <a:custGeom>
                <a:rect b="b" l="l" r="r" t="t"/>
                <a:pathLst>
                  <a:path extrusionOk="0" h="1814" w="1364">
                    <a:moveTo>
                      <a:pt x="1080" y="0"/>
                    </a:moveTo>
                    <a:cubicBezTo>
                      <a:pt x="1052" y="0"/>
                      <a:pt x="1022" y="7"/>
                      <a:pt x="991" y="21"/>
                    </a:cubicBezTo>
                    <a:cubicBezTo>
                      <a:pt x="424" y="275"/>
                      <a:pt x="20" y="927"/>
                      <a:pt x="0" y="1611"/>
                    </a:cubicBezTo>
                    <a:cubicBezTo>
                      <a:pt x="0" y="1722"/>
                      <a:pt x="85" y="1807"/>
                      <a:pt x="196" y="1813"/>
                    </a:cubicBezTo>
                    <a:lnTo>
                      <a:pt x="202" y="1813"/>
                    </a:lnTo>
                    <a:cubicBezTo>
                      <a:pt x="307" y="1813"/>
                      <a:pt x="398" y="1728"/>
                      <a:pt x="398" y="1618"/>
                    </a:cubicBezTo>
                    <a:cubicBezTo>
                      <a:pt x="411" y="1090"/>
                      <a:pt x="730" y="568"/>
                      <a:pt x="1154" y="379"/>
                    </a:cubicBezTo>
                    <a:cubicBezTo>
                      <a:pt x="1364" y="289"/>
                      <a:pt x="1268"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90"/>
              <p:cNvSpPr/>
              <p:nvPr/>
            </p:nvSpPr>
            <p:spPr>
              <a:xfrm>
                <a:off x="1971994" y="3532411"/>
                <a:ext cx="208393" cy="330540"/>
              </a:xfrm>
              <a:custGeom>
                <a:rect b="b" l="l" r="r" t="t"/>
                <a:pathLst>
                  <a:path extrusionOk="0" h="13092" w="8254">
                    <a:moveTo>
                      <a:pt x="5803" y="1"/>
                    </a:moveTo>
                    <a:cubicBezTo>
                      <a:pt x="5475" y="1"/>
                      <a:pt x="5154" y="111"/>
                      <a:pt x="4889" y="317"/>
                    </a:cubicBezTo>
                    <a:cubicBezTo>
                      <a:pt x="3351" y="1451"/>
                      <a:pt x="2686" y="3419"/>
                      <a:pt x="2106" y="5153"/>
                    </a:cubicBezTo>
                    <a:lnTo>
                      <a:pt x="2028" y="5381"/>
                    </a:lnTo>
                    <a:cubicBezTo>
                      <a:pt x="1226" y="7760"/>
                      <a:pt x="646" y="10171"/>
                      <a:pt x="27" y="12850"/>
                    </a:cubicBezTo>
                    <a:cubicBezTo>
                      <a:pt x="1" y="12954"/>
                      <a:pt x="66" y="13059"/>
                      <a:pt x="177" y="13085"/>
                    </a:cubicBezTo>
                    <a:cubicBezTo>
                      <a:pt x="190" y="13091"/>
                      <a:pt x="203" y="13091"/>
                      <a:pt x="222" y="13091"/>
                    </a:cubicBezTo>
                    <a:cubicBezTo>
                      <a:pt x="314" y="13091"/>
                      <a:pt x="392" y="13026"/>
                      <a:pt x="411" y="12935"/>
                    </a:cubicBezTo>
                    <a:cubicBezTo>
                      <a:pt x="1031" y="10269"/>
                      <a:pt x="1611" y="7871"/>
                      <a:pt x="2406" y="5505"/>
                    </a:cubicBezTo>
                    <a:lnTo>
                      <a:pt x="2484" y="5277"/>
                    </a:lnTo>
                    <a:cubicBezTo>
                      <a:pt x="3044" y="3595"/>
                      <a:pt x="3683" y="1692"/>
                      <a:pt x="5117" y="636"/>
                    </a:cubicBezTo>
                    <a:cubicBezTo>
                      <a:pt x="5319" y="478"/>
                      <a:pt x="5563" y="395"/>
                      <a:pt x="5810" y="395"/>
                    </a:cubicBezTo>
                    <a:cubicBezTo>
                      <a:pt x="5890" y="395"/>
                      <a:pt x="5970" y="404"/>
                      <a:pt x="6049" y="421"/>
                    </a:cubicBezTo>
                    <a:cubicBezTo>
                      <a:pt x="6779" y="564"/>
                      <a:pt x="7463" y="1333"/>
                      <a:pt x="7828" y="1946"/>
                    </a:cubicBezTo>
                    <a:cubicBezTo>
                      <a:pt x="7870" y="2012"/>
                      <a:pt x="7930" y="2039"/>
                      <a:pt x="7989" y="2039"/>
                    </a:cubicBezTo>
                    <a:cubicBezTo>
                      <a:pt x="8122" y="2039"/>
                      <a:pt x="8253" y="1898"/>
                      <a:pt x="8167" y="1744"/>
                    </a:cubicBezTo>
                    <a:cubicBezTo>
                      <a:pt x="7744" y="1034"/>
                      <a:pt x="6988" y="206"/>
                      <a:pt x="6127" y="37"/>
                    </a:cubicBezTo>
                    <a:cubicBezTo>
                      <a:pt x="6019" y="12"/>
                      <a:pt x="5911" y="1"/>
                      <a:pt x="5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90"/>
              <p:cNvSpPr/>
              <p:nvPr/>
            </p:nvSpPr>
            <p:spPr>
              <a:xfrm>
                <a:off x="2011481" y="3703135"/>
                <a:ext cx="16815" cy="95133"/>
              </a:xfrm>
              <a:custGeom>
                <a:rect b="b" l="l" r="r" t="t"/>
                <a:pathLst>
                  <a:path extrusionOk="0" h="3768" w="666">
                    <a:moveTo>
                      <a:pt x="230" y="0"/>
                    </a:moveTo>
                    <a:cubicBezTo>
                      <a:pt x="131" y="0"/>
                      <a:pt x="46" y="77"/>
                      <a:pt x="34" y="183"/>
                    </a:cubicBezTo>
                    <a:cubicBezTo>
                      <a:pt x="21" y="620"/>
                      <a:pt x="47" y="1056"/>
                      <a:pt x="112" y="1487"/>
                    </a:cubicBezTo>
                    <a:cubicBezTo>
                      <a:pt x="183" y="2151"/>
                      <a:pt x="262" y="2836"/>
                      <a:pt x="47" y="3507"/>
                    </a:cubicBezTo>
                    <a:cubicBezTo>
                      <a:pt x="1" y="3637"/>
                      <a:pt x="99" y="3768"/>
                      <a:pt x="236" y="3768"/>
                    </a:cubicBezTo>
                    <a:cubicBezTo>
                      <a:pt x="320" y="3768"/>
                      <a:pt x="392" y="3709"/>
                      <a:pt x="418" y="3631"/>
                    </a:cubicBezTo>
                    <a:cubicBezTo>
                      <a:pt x="666" y="2875"/>
                      <a:pt x="581" y="2145"/>
                      <a:pt x="503" y="1441"/>
                    </a:cubicBezTo>
                    <a:cubicBezTo>
                      <a:pt x="438" y="1030"/>
                      <a:pt x="418" y="620"/>
                      <a:pt x="431" y="209"/>
                    </a:cubicBezTo>
                    <a:cubicBezTo>
                      <a:pt x="438" y="98"/>
                      <a:pt x="353" y="7"/>
                      <a:pt x="242" y="1"/>
                    </a:cubicBezTo>
                    <a:cubicBezTo>
                      <a:pt x="238" y="0"/>
                      <a:pt x="234" y="0"/>
                      <a:pt x="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90"/>
              <p:cNvSpPr/>
              <p:nvPr/>
            </p:nvSpPr>
            <p:spPr>
              <a:xfrm>
                <a:off x="1964748" y="3774560"/>
                <a:ext cx="37770" cy="41658"/>
              </a:xfrm>
              <a:custGeom>
                <a:rect b="b" l="l" r="r" t="t"/>
                <a:pathLst>
                  <a:path extrusionOk="0" h="1650" w="1496">
                    <a:moveTo>
                      <a:pt x="1226" y="1"/>
                    </a:moveTo>
                    <a:cubicBezTo>
                      <a:pt x="1209" y="1"/>
                      <a:pt x="1192" y="3"/>
                      <a:pt x="1174" y="7"/>
                    </a:cubicBezTo>
                    <a:cubicBezTo>
                      <a:pt x="444" y="137"/>
                      <a:pt x="1" y="711"/>
                      <a:pt x="34" y="1460"/>
                    </a:cubicBezTo>
                    <a:cubicBezTo>
                      <a:pt x="40" y="1564"/>
                      <a:pt x="125" y="1649"/>
                      <a:pt x="236" y="1649"/>
                    </a:cubicBezTo>
                    <a:lnTo>
                      <a:pt x="242" y="1649"/>
                    </a:lnTo>
                    <a:cubicBezTo>
                      <a:pt x="353" y="1643"/>
                      <a:pt x="438" y="1545"/>
                      <a:pt x="431" y="1441"/>
                    </a:cubicBezTo>
                    <a:cubicBezTo>
                      <a:pt x="399" y="887"/>
                      <a:pt x="718" y="489"/>
                      <a:pt x="1246" y="391"/>
                    </a:cubicBezTo>
                    <a:cubicBezTo>
                      <a:pt x="1495" y="355"/>
                      <a:pt x="1449" y="1"/>
                      <a:pt x="12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90"/>
              <p:cNvSpPr/>
              <p:nvPr/>
            </p:nvSpPr>
            <p:spPr>
              <a:xfrm>
                <a:off x="2036602" y="3620651"/>
                <a:ext cx="19516" cy="47137"/>
              </a:xfrm>
              <a:custGeom>
                <a:rect b="b" l="l" r="r" t="t"/>
                <a:pathLst>
                  <a:path extrusionOk="0" h="1867" w="773">
                    <a:moveTo>
                      <a:pt x="273" y="0"/>
                    </a:moveTo>
                    <a:cubicBezTo>
                      <a:pt x="134" y="0"/>
                      <a:pt x="0" y="153"/>
                      <a:pt x="101" y="309"/>
                    </a:cubicBezTo>
                    <a:cubicBezTo>
                      <a:pt x="316" y="641"/>
                      <a:pt x="394" y="1058"/>
                      <a:pt x="349" y="1651"/>
                    </a:cubicBezTo>
                    <a:cubicBezTo>
                      <a:pt x="336" y="1762"/>
                      <a:pt x="420" y="1860"/>
                      <a:pt x="531" y="1866"/>
                    </a:cubicBezTo>
                    <a:lnTo>
                      <a:pt x="544" y="1866"/>
                    </a:lnTo>
                    <a:cubicBezTo>
                      <a:pt x="642" y="1866"/>
                      <a:pt x="727" y="1788"/>
                      <a:pt x="740" y="1684"/>
                    </a:cubicBezTo>
                    <a:cubicBezTo>
                      <a:pt x="772" y="1254"/>
                      <a:pt x="772" y="628"/>
                      <a:pt x="433" y="94"/>
                    </a:cubicBezTo>
                    <a:cubicBezTo>
                      <a:pt x="391" y="28"/>
                      <a:pt x="331"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90"/>
              <p:cNvSpPr/>
              <p:nvPr/>
            </p:nvSpPr>
            <p:spPr>
              <a:xfrm>
                <a:off x="2136380" y="3657715"/>
                <a:ext cx="59104" cy="412569"/>
              </a:xfrm>
              <a:custGeom>
                <a:rect b="b" l="l" r="r" t="t"/>
                <a:pathLst>
                  <a:path extrusionOk="0" h="16341" w="2341">
                    <a:moveTo>
                      <a:pt x="2139" y="1"/>
                    </a:moveTo>
                    <a:cubicBezTo>
                      <a:pt x="2034" y="1"/>
                      <a:pt x="1943" y="85"/>
                      <a:pt x="1943" y="196"/>
                    </a:cubicBezTo>
                    <a:lnTo>
                      <a:pt x="1943" y="359"/>
                    </a:lnTo>
                    <a:cubicBezTo>
                      <a:pt x="1943" y="2419"/>
                      <a:pt x="1943" y="4042"/>
                      <a:pt x="1220" y="5938"/>
                    </a:cubicBezTo>
                    <a:cubicBezTo>
                      <a:pt x="685" y="7320"/>
                      <a:pt x="333" y="8871"/>
                      <a:pt x="99" y="10800"/>
                    </a:cubicBezTo>
                    <a:cubicBezTo>
                      <a:pt x="1" y="11635"/>
                      <a:pt x="268" y="12410"/>
                      <a:pt x="529" y="13160"/>
                    </a:cubicBezTo>
                    <a:cubicBezTo>
                      <a:pt x="868" y="14118"/>
                      <a:pt x="1180" y="15024"/>
                      <a:pt x="816" y="16079"/>
                    </a:cubicBezTo>
                    <a:cubicBezTo>
                      <a:pt x="776" y="16184"/>
                      <a:pt x="829" y="16295"/>
                      <a:pt x="933" y="16327"/>
                    </a:cubicBezTo>
                    <a:cubicBezTo>
                      <a:pt x="952" y="16340"/>
                      <a:pt x="978" y="16340"/>
                      <a:pt x="998" y="16340"/>
                    </a:cubicBezTo>
                    <a:cubicBezTo>
                      <a:pt x="1083" y="16340"/>
                      <a:pt x="1161" y="16288"/>
                      <a:pt x="1187" y="16203"/>
                    </a:cubicBezTo>
                    <a:cubicBezTo>
                      <a:pt x="1598" y="15030"/>
                      <a:pt x="1246" y="14013"/>
                      <a:pt x="900" y="13029"/>
                    </a:cubicBezTo>
                    <a:cubicBezTo>
                      <a:pt x="646" y="12286"/>
                      <a:pt x="405" y="11589"/>
                      <a:pt x="490" y="10846"/>
                    </a:cubicBezTo>
                    <a:cubicBezTo>
                      <a:pt x="718" y="8949"/>
                      <a:pt x="1063" y="7431"/>
                      <a:pt x="1585" y="6075"/>
                    </a:cubicBezTo>
                    <a:cubicBezTo>
                      <a:pt x="2341" y="4113"/>
                      <a:pt x="2341" y="2458"/>
                      <a:pt x="2341" y="359"/>
                    </a:cubicBezTo>
                    <a:lnTo>
                      <a:pt x="2341" y="196"/>
                    </a:lnTo>
                    <a:cubicBezTo>
                      <a:pt x="2341" y="85"/>
                      <a:pt x="2249" y="1"/>
                      <a:pt x="21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90"/>
              <p:cNvSpPr/>
              <p:nvPr/>
            </p:nvSpPr>
            <p:spPr>
              <a:xfrm>
                <a:off x="2116157" y="3951747"/>
                <a:ext cx="41482" cy="305470"/>
              </a:xfrm>
              <a:custGeom>
                <a:rect b="b" l="l" r="r" t="t"/>
                <a:pathLst>
                  <a:path extrusionOk="0" h="12099" w="1643">
                    <a:moveTo>
                      <a:pt x="1086" y="0"/>
                    </a:moveTo>
                    <a:cubicBezTo>
                      <a:pt x="1016" y="0"/>
                      <a:pt x="947" y="37"/>
                      <a:pt x="913" y="125"/>
                    </a:cubicBezTo>
                    <a:cubicBezTo>
                      <a:pt x="0" y="2322"/>
                      <a:pt x="339" y="4460"/>
                      <a:pt x="671" y="6532"/>
                    </a:cubicBezTo>
                    <a:cubicBezTo>
                      <a:pt x="965" y="8351"/>
                      <a:pt x="1238" y="10071"/>
                      <a:pt x="737" y="11844"/>
                    </a:cubicBezTo>
                    <a:cubicBezTo>
                      <a:pt x="704" y="11968"/>
                      <a:pt x="795" y="12092"/>
                      <a:pt x="926" y="12098"/>
                    </a:cubicBezTo>
                    <a:cubicBezTo>
                      <a:pt x="1017" y="12092"/>
                      <a:pt x="1095" y="12033"/>
                      <a:pt x="1121" y="11948"/>
                    </a:cubicBezTo>
                    <a:cubicBezTo>
                      <a:pt x="1643" y="10091"/>
                      <a:pt x="1349" y="8246"/>
                      <a:pt x="1063" y="6467"/>
                    </a:cubicBezTo>
                    <a:cubicBezTo>
                      <a:pt x="737" y="4453"/>
                      <a:pt x="404" y="2367"/>
                      <a:pt x="1271" y="275"/>
                    </a:cubicBezTo>
                    <a:cubicBezTo>
                      <a:pt x="1338" y="120"/>
                      <a:pt x="1211" y="0"/>
                      <a:pt x="10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90"/>
              <p:cNvSpPr/>
              <p:nvPr/>
            </p:nvSpPr>
            <p:spPr>
              <a:xfrm>
                <a:off x="2110072" y="3799227"/>
                <a:ext cx="72435" cy="157014"/>
              </a:xfrm>
              <a:custGeom>
                <a:rect b="b" l="l" r="r" t="t"/>
                <a:pathLst>
                  <a:path extrusionOk="0" h="6219" w="2869">
                    <a:moveTo>
                      <a:pt x="2583" y="1"/>
                    </a:moveTo>
                    <a:cubicBezTo>
                      <a:pt x="2547" y="1"/>
                      <a:pt x="2508" y="13"/>
                      <a:pt x="2470" y="40"/>
                    </a:cubicBezTo>
                    <a:cubicBezTo>
                      <a:pt x="613" y="1370"/>
                      <a:pt x="0" y="4003"/>
                      <a:pt x="46" y="6030"/>
                    </a:cubicBezTo>
                    <a:cubicBezTo>
                      <a:pt x="46" y="6134"/>
                      <a:pt x="137" y="6219"/>
                      <a:pt x="248" y="6219"/>
                    </a:cubicBezTo>
                    <a:cubicBezTo>
                      <a:pt x="358" y="6219"/>
                      <a:pt x="443" y="6127"/>
                      <a:pt x="437" y="6016"/>
                    </a:cubicBezTo>
                    <a:cubicBezTo>
                      <a:pt x="398" y="4094"/>
                      <a:pt x="965" y="1598"/>
                      <a:pt x="2698" y="359"/>
                    </a:cubicBezTo>
                    <a:cubicBezTo>
                      <a:pt x="2869" y="237"/>
                      <a:pt x="2747" y="1"/>
                      <a:pt x="2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90"/>
              <p:cNvSpPr/>
              <p:nvPr/>
            </p:nvSpPr>
            <p:spPr>
              <a:xfrm>
                <a:off x="2139688" y="3495626"/>
                <a:ext cx="44284" cy="95158"/>
              </a:xfrm>
              <a:custGeom>
                <a:rect b="b" l="l" r="r" t="t"/>
                <a:pathLst>
                  <a:path extrusionOk="0" h="3769" w="1754">
                    <a:moveTo>
                      <a:pt x="215" y="1"/>
                    </a:moveTo>
                    <a:cubicBezTo>
                      <a:pt x="104" y="1"/>
                      <a:pt x="20" y="86"/>
                      <a:pt x="20" y="197"/>
                    </a:cubicBezTo>
                    <a:cubicBezTo>
                      <a:pt x="0" y="933"/>
                      <a:pt x="346" y="1415"/>
                      <a:pt x="678" y="1885"/>
                    </a:cubicBezTo>
                    <a:cubicBezTo>
                      <a:pt x="1023" y="2367"/>
                      <a:pt x="1349" y="2823"/>
                      <a:pt x="1271" y="3553"/>
                    </a:cubicBezTo>
                    <a:cubicBezTo>
                      <a:pt x="1258" y="3664"/>
                      <a:pt x="1336" y="3755"/>
                      <a:pt x="1447" y="3768"/>
                    </a:cubicBezTo>
                    <a:lnTo>
                      <a:pt x="1467" y="3768"/>
                    </a:lnTo>
                    <a:cubicBezTo>
                      <a:pt x="1564" y="3768"/>
                      <a:pt x="1649" y="3696"/>
                      <a:pt x="1662" y="3592"/>
                    </a:cubicBezTo>
                    <a:cubicBezTo>
                      <a:pt x="1753" y="2712"/>
                      <a:pt x="1356" y="2152"/>
                      <a:pt x="1004" y="1656"/>
                    </a:cubicBezTo>
                    <a:cubicBezTo>
                      <a:pt x="691" y="1220"/>
                      <a:pt x="398" y="809"/>
                      <a:pt x="411" y="203"/>
                    </a:cubicBezTo>
                    <a:cubicBezTo>
                      <a:pt x="417" y="99"/>
                      <a:pt x="326" y="8"/>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90"/>
              <p:cNvSpPr/>
              <p:nvPr/>
            </p:nvSpPr>
            <p:spPr>
              <a:xfrm>
                <a:off x="2082956" y="3501155"/>
                <a:ext cx="34867" cy="41557"/>
              </a:xfrm>
              <a:custGeom>
                <a:rect b="b" l="l" r="r" t="t"/>
                <a:pathLst>
                  <a:path extrusionOk="0" h="1646" w="1381">
                    <a:moveTo>
                      <a:pt x="277" y="0"/>
                    </a:moveTo>
                    <a:cubicBezTo>
                      <a:pt x="83" y="0"/>
                      <a:pt x="0" y="301"/>
                      <a:pt x="214" y="382"/>
                    </a:cubicBezTo>
                    <a:cubicBezTo>
                      <a:pt x="703" y="564"/>
                      <a:pt x="976" y="962"/>
                      <a:pt x="957" y="1444"/>
                    </a:cubicBezTo>
                    <a:cubicBezTo>
                      <a:pt x="957" y="1548"/>
                      <a:pt x="1041" y="1639"/>
                      <a:pt x="1146" y="1646"/>
                    </a:cubicBezTo>
                    <a:lnTo>
                      <a:pt x="1159" y="1646"/>
                    </a:lnTo>
                    <a:cubicBezTo>
                      <a:pt x="1263" y="1646"/>
                      <a:pt x="1348" y="1561"/>
                      <a:pt x="1354" y="1457"/>
                    </a:cubicBezTo>
                    <a:cubicBezTo>
                      <a:pt x="1380" y="812"/>
                      <a:pt x="996" y="258"/>
                      <a:pt x="357" y="17"/>
                    </a:cubicBezTo>
                    <a:cubicBezTo>
                      <a:pt x="329" y="5"/>
                      <a:pt x="302" y="0"/>
                      <a:pt x="2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90"/>
              <p:cNvSpPr/>
              <p:nvPr/>
            </p:nvSpPr>
            <p:spPr>
              <a:xfrm>
                <a:off x="2133603" y="3704624"/>
                <a:ext cx="63119" cy="88215"/>
              </a:xfrm>
              <a:custGeom>
                <a:rect b="b" l="l" r="r" t="t"/>
                <a:pathLst>
                  <a:path extrusionOk="0" h="3494" w="2500">
                    <a:moveTo>
                      <a:pt x="2240" y="1"/>
                    </a:moveTo>
                    <a:cubicBezTo>
                      <a:pt x="2179" y="1"/>
                      <a:pt x="2119" y="29"/>
                      <a:pt x="2079" y="98"/>
                    </a:cubicBezTo>
                    <a:cubicBezTo>
                      <a:pt x="1942" y="352"/>
                      <a:pt x="1669" y="678"/>
                      <a:pt x="1382" y="1017"/>
                    </a:cubicBezTo>
                    <a:cubicBezTo>
                      <a:pt x="730" y="1773"/>
                      <a:pt x="0" y="2627"/>
                      <a:pt x="274" y="3363"/>
                    </a:cubicBezTo>
                    <a:cubicBezTo>
                      <a:pt x="300" y="3441"/>
                      <a:pt x="372" y="3494"/>
                      <a:pt x="456" y="3494"/>
                    </a:cubicBezTo>
                    <a:cubicBezTo>
                      <a:pt x="476" y="3494"/>
                      <a:pt x="502" y="3487"/>
                      <a:pt x="521" y="3481"/>
                    </a:cubicBezTo>
                    <a:cubicBezTo>
                      <a:pt x="626" y="3441"/>
                      <a:pt x="678" y="3331"/>
                      <a:pt x="639" y="3226"/>
                    </a:cubicBezTo>
                    <a:cubicBezTo>
                      <a:pt x="450" y="2712"/>
                      <a:pt x="1134" y="1910"/>
                      <a:pt x="1682" y="1271"/>
                    </a:cubicBezTo>
                    <a:cubicBezTo>
                      <a:pt x="1981" y="913"/>
                      <a:pt x="2275" y="580"/>
                      <a:pt x="2425" y="287"/>
                    </a:cubicBezTo>
                    <a:cubicBezTo>
                      <a:pt x="2500" y="132"/>
                      <a:pt x="2370" y="1"/>
                      <a:pt x="2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90"/>
              <p:cNvSpPr/>
              <p:nvPr/>
            </p:nvSpPr>
            <p:spPr>
              <a:xfrm>
                <a:off x="2153372" y="3748479"/>
                <a:ext cx="21713" cy="27747"/>
              </a:xfrm>
              <a:custGeom>
                <a:rect b="b" l="l" r="r" t="t"/>
                <a:pathLst>
                  <a:path extrusionOk="0" h="1099" w="860">
                    <a:moveTo>
                      <a:pt x="279" y="1"/>
                    </a:moveTo>
                    <a:cubicBezTo>
                      <a:pt x="117" y="1"/>
                      <a:pt x="1" y="222"/>
                      <a:pt x="156" y="355"/>
                    </a:cubicBezTo>
                    <a:cubicBezTo>
                      <a:pt x="325" y="492"/>
                      <a:pt x="436" y="701"/>
                      <a:pt x="455" y="922"/>
                    </a:cubicBezTo>
                    <a:cubicBezTo>
                      <a:pt x="468" y="1027"/>
                      <a:pt x="553" y="1098"/>
                      <a:pt x="651" y="1098"/>
                    </a:cubicBezTo>
                    <a:lnTo>
                      <a:pt x="670" y="1098"/>
                    </a:lnTo>
                    <a:cubicBezTo>
                      <a:pt x="781" y="1085"/>
                      <a:pt x="859" y="994"/>
                      <a:pt x="846" y="883"/>
                    </a:cubicBezTo>
                    <a:cubicBezTo>
                      <a:pt x="820" y="551"/>
                      <a:pt x="651" y="245"/>
                      <a:pt x="390" y="36"/>
                    </a:cubicBezTo>
                    <a:cubicBezTo>
                      <a:pt x="353" y="11"/>
                      <a:pt x="31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90"/>
              <p:cNvSpPr/>
              <p:nvPr/>
            </p:nvSpPr>
            <p:spPr>
              <a:xfrm>
                <a:off x="2147691" y="3883023"/>
                <a:ext cx="38755" cy="52641"/>
              </a:xfrm>
              <a:custGeom>
                <a:rect b="b" l="l" r="r" t="t"/>
                <a:pathLst>
                  <a:path extrusionOk="0" h="2085" w="1535">
                    <a:moveTo>
                      <a:pt x="281" y="1"/>
                    </a:moveTo>
                    <a:cubicBezTo>
                      <a:pt x="130" y="1"/>
                      <a:pt x="0" y="194"/>
                      <a:pt x="139" y="338"/>
                    </a:cubicBezTo>
                    <a:cubicBezTo>
                      <a:pt x="211" y="410"/>
                      <a:pt x="283" y="482"/>
                      <a:pt x="354" y="553"/>
                    </a:cubicBezTo>
                    <a:cubicBezTo>
                      <a:pt x="759" y="951"/>
                      <a:pt x="1137" y="1329"/>
                      <a:pt x="1117" y="1876"/>
                    </a:cubicBezTo>
                    <a:cubicBezTo>
                      <a:pt x="1111" y="1987"/>
                      <a:pt x="1195" y="2078"/>
                      <a:pt x="1306" y="2085"/>
                    </a:cubicBezTo>
                    <a:lnTo>
                      <a:pt x="1313" y="2085"/>
                    </a:lnTo>
                    <a:cubicBezTo>
                      <a:pt x="1417" y="2085"/>
                      <a:pt x="1508" y="2000"/>
                      <a:pt x="1508" y="1896"/>
                    </a:cubicBezTo>
                    <a:cubicBezTo>
                      <a:pt x="1534" y="1166"/>
                      <a:pt x="1078" y="716"/>
                      <a:pt x="635" y="273"/>
                    </a:cubicBezTo>
                    <a:cubicBezTo>
                      <a:pt x="563" y="208"/>
                      <a:pt x="491" y="136"/>
                      <a:pt x="420" y="64"/>
                    </a:cubicBezTo>
                    <a:cubicBezTo>
                      <a:pt x="376" y="20"/>
                      <a:pt x="327"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90"/>
              <p:cNvSpPr/>
              <p:nvPr/>
            </p:nvSpPr>
            <p:spPr>
              <a:xfrm>
                <a:off x="1959824" y="3556194"/>
                <a:ext cx="225561" cy="286004"/>
              </a:xfrm>
              <a:custGeom>
                <a:rect b="b" l="l" r="r" t="t"/>
                <a:pathLst>
                  <a:path extrusionOk="0" h="11328" w="8934">
                    <a:moveTo>
                      <a:pt x="5434" y="0"/>
                    </a:moveTo>
                    <a:cubicBezTo>
                      <a:pt x="4897" y="0"/>
                      <a:pt x="4415" y="169"/>
                      <a:pt x="3996" y="509"/>
                    </a:cubicBezTo>
                    <a:cubicBezTo>
                      <a:pt x="2855" y="1415"/>
                      <a:pt x="2386" y="3442"/>
                      <a:pt x="2334" y="5032"/>
                    </a:cubicBezTo>
                    <a:cubicBezTo>
                      <a:pt x="2249" y="7300"/>
                      <a:pt x="1845" y="9190"/>
                      <a:pt x="124" y="10996"/>
                    </a:cubicBezTo>
                    <a:cubicBezTo>
                      <a:pt x="0" y="11119"/>
                      <a:pt x="92" y="11328"/>
                      <a:pt x="268" y="11328"/>
                    </a:cubicBezTo>
                    <a:cubicBezTo>
                      <a:pt x="320" y="11328"/>
                      <a:pt x="372" y="11308"/>
                      <a:pt x="411" y="11269"/>
                    </a:cubicBezTo>
                    <a:cubicBezTo>
                      <a:pt x="2210" y="9366"/>
                      <a:pt x="2640" y="7404"/>
                      <a:pt x="2725" y="5045"/>
                    </a:cubicBezTo>
                    <a:cubicBezTo>
                      <a:pt x="2777" y="3611"/>
                      <a:pt x="3207" y="1643"/>
                      <a:pt x="4243" y="815"/>
                    </a:cubicBezTo>
                    <a:cubicBezTo>
                      <a:pt x="4594" y="534"/>
                      <a:pt x="4997" y="394"/>
                      <a:pt x="5449" y="394"/>
                    </a:cubicBezTo>
                    <a:cubicBezTo>
                      <a:pt x="5594" y="394"/>
                      <a:pt x="5744" y="409"/>
                      <a:pt x="5899" y="437"/>
                    </a:cubicBezTo>
                    <a:cubicBezTo>
                      <a:pt x="6303" y="515"/>
                      <a:pt x="6603" y="743"/>
                      <a:pt x="6909" y="991"/>
                    </a:cubicBezTo>
                    <a:cubicBezTo>
                      <a:pt x="7290" y="1282"/>
                      <a:pt x="7679" y="1585"/>
                      <a:pt x="8254" y="1585"/>
                    </a:cubicBezTo>
                    <a:cubicBezTo>
                      <a:pt x="8388" y="1585"/>
                      <a:pt x="8532" y="1569"/>
                      <a:pt x="8688" y="1532"/>
                    </a:cubicBezTo>
                    <a:cubicBezTo>
                      <a:pt x="8934" y="1478"/>
                      <a:pt x="8877" y="1139"/>
                      <a:pt x="8664" y="1139"/>
                    </a:cubicBezTo>
                    <a:cubicBezTo>
                      <a:pt x="8645" y="1139"/>
                      <a:pt x="8625" y="1142"/>
                      <a:pt x="8604" y="1148"/>
                    </a:cubicBezTo>
                    <a:cubicBezTo>
                      <a:pt x="8482" y="1176"/>
                      <a:pt x="8369" y="1188"/>
                      <a:pt x="8265" y="1188"/>
                    </a:cubicBezTo>
                    <a:cubicBezTo>
                      <a:pt x="7811" y="1188"/>
                      <a:pt x="7500" y="948"/>
                      <a:pt x="7150" y="678"/>
                    </a:cubicBezTo>
                    <a:cubicBezTo>
                      <a:pt x="6837" y="431"/>
                      <a:pt x="6472" y="150"/>
                      <a:pt x="5971" y="53"/>
                    </a:cubicBezTo>
                    <a:cubicBezTo>
                      <a:pt x="5786" y="18"/>
                      <a:pt x="5607" y="0"/>
                      <a:pt x="54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90"/>
              <p:cNvSpPr/>
              <p:nvPr/>
            </p:nvSpPr>
            <p:spPr>
              <a:xfrm>
                <a:off x="2112042" y="3663320"/>
                <a:ext cx="78015" cy="446780"/>
              </a:xfrm>
              <a:custGeom>
                <a:rect b="b" l="l" r="r" t="t"/>
                <a:pathLst>
                  <a:path extrusionOk="0" h="17696" w="3090">
                    <a:moveTo>
                      <a:pt x="2666" y="0"/>
                    </a:moveTo>
                    <a:cubicBezTo>
                      <a:pt x="2580" y="0"/>
                      <a:pt x="2494" y="51"/>
                      <a:pt x="2477" y="163"/>
                    </a:cubicBezTo>
                    <a:cubicBezTo>
                      <a:pt x="2301" y="1252"/>
                      <a:pt x="2379" y="2464"/>
                      <a:pt x="2457" y="3631"/>
                    </a:cubicBezTo>
                    <a:cubicBezTo>
                      <a:pt x="2568" y="5416"/>
                      <a:pt x="2685" y="7261"/>
                      <a:pt x="1942" y="8727"/>
                    </a:cubicBezTo>
                    <a:lnTo>
                      <a:pt x="1916" y="8779"/>
                    </a:lnTo>
                    <a:cubicBezTo>
                      <a:pt x="978" y="10630"/>
                      <a:pt x="0" y="12547"/>
                      <a:pt x="430" y="14795"/>
                    </a:cubicBezTo>
                    <a:cubicBezTo>
                      <a:pt x="515" y="15264"/>
                      <a:pt x="789" y="15675"/>
                      <a:pt x="1050" y="16086"/>
                    </a:cubicBezTo>
                    <a:cubicBezTo>
                      <a:pt x="1362" y="16561"/>
                      <a:pt x="1656" y="17018"/>
                      <a:pt x="1604" y="17480"/>
                    </a:cubicBezTo>
                    <a:cubicBezTo>
                      <a:pt x="1591" y="17585"/>
                      <a:pt x="1669" y="17682"/>
                      <a:pt x="1780" y="17695"/>
                    </a:cubicBezTo>
                    <a:lnTo>
                      <a:pt x="1799" y="17695"/>
                    </a:lnTo>
                    <a:cubicBezTo>
                      <a:pt x="1903" y="17695"/>
                      <a:pt x="1988" y="17617"/>
                      <a:pt x="1995" y="17519"/>
                    </a:cubicBezTo>
                    <a:cubicBezTo>
                      <a:pt x="2066" y="16913"/>
                      <a:pt x="1721" y="16379"/>
                      <a:pt x="1382" y="15864"/>
                    </a:cubicBezTo>
                    <a:cubicBezTo>
                      <a:pt x="1141" y="15493"/>
                      <a:pt x="887" y="15108"/>
                      <a:pt x="815" y="14723"/>
                    </a:cubicBezTo>
                    <a:cubicBezTo>
                      <a:pt x="417" y="12605"/>
                      <a:pt x="1317" y="10826"/>
                      <a:pt x="2268" y="8949"/>
                    </a:cubicBezTo>
                    <a:lnTo>
                      <a:pt x="2294" y="8903"/>
                    </a:lnTo>
                    <a:cubicBezTo>
                      <a:pt x="3090" y="7346"/>
                      <a:pt x="2966" y="5442"/>
                      <a:pt x="2848" y="3611"/>
                    </a:cubicBezTo>
                    <a:cubicBezTo>
                      <a:pt x="2770" y="2405"/>
                      <a:pt x="2698" y="1271"/>
                      <a:pt x="2861" y="228"/>
                    </a:cubicBezTo>
                    <a:cubicBezTo>
                      <a:pt x="2887" y="83"/>
                      <a:pt x="2776" y="0"/>
                      <a:pt x="266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90"/>
              <p:cNvSpPr/>
              <p:nvPr/>
            </p:nvSpPr>
            <p:spPr>
              <a:xfrm>
                <a:off x="2177786" y="3807407"/>
                <a:ext cx="26257" cy="34791"/>
              </a:xfrm>
              <a:custGeom>
                <a:rect b="b" l="l" r="r" t="t"/>
                <a:pathLst>
                  <a:path extrusionOk="0" h="1378" w="1040">
                    <a:moveTo>
                      <a:pt x="283" y="1"/>
                    </a:moveTo>
                    <a:cubicBezTo>
                      <a:pt x="127" y="1"/>
                      <a:pt x="0" y="210"/>
                      <a:pt x="153" y="348"/>
                    </a:cubicBezTo>
                    <a:cubicBezTo>
                      <a:pt x="414" y="563"/>
                      <a:pt x="583" y="870"/>
                      <a:pt x="635" y="1208"/>
                    </a:cubicBezTo>
                    <a:cubicBezTo>
                      <a:pt x="648" y="1306"/>
                      <a:pt x="727" y="1378"/>
                      <a:pt x="831" y="1378"/>
                    </a:cubicBezTo>
                    <a:lnTo>
                      <a:pt x="857" y="1378"/>
                    </a:lnTo>
                    <a:cubicBezTo>
                      <a:pt x="961" y="1358"/>
                      <a:pt x="1040" y="1261"/>
                      <a:pt x="1027" y="1156"/>
                    </a:cubicBezTo>
                    <a:cubicBezTo>
                      <a:pt x="961" y="726"/>
                      <a:pt x="746" y="335"/>
                      <a:pt x="414" y="55"/>
                    </a:cubicBezTo>
                    <a:cubicBezTo>
                      <a:pt x="371" y="17"/>
                      <a:pt x="326" y="1"/>
                      <a:pt x="2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90"/>
              <p:cNvSpPr/>
              <p:nvPr/>
            </p:nvSpPr>
            <p:spPr>
              <a:xfrm>
                <a:off x="2104947" y="4021784"/>
                <a:ext cx="26005" cy="78772"/>
              </a:xfrm>
              <a:custGeom>
                <a:rect b="b" l="l" r="r" t="t"/>
                <a:pathLst>
                  <a:path extrusionOk="0" h="3120" w="1030">
                    <a:moveTo>
                      <a:pt x="768" y="1"/>
                    </a:moveTo>
                    <a:cubicBezTo>
                      <a:pt x="704" y="1"/>
                      <a:pt x="641" y="32"/>
                      <a:pt x="601" y="108"/>
                    </a:cubicBezTo>
                    <a:cubicBezTo>
                      <a:pt x="196" y="877"/>
                      <a:pt x="1" y="1822"/>
                      <a:pt x="34" y="2924"/>
                    </a:cubicBezTo>
                    <a:cubicBezTo>
                      <a:pt x="34" y="3035"/>
                      <a:pt x="125" y="3119"/>
                      <a:pt x="229" y="3119"/>
                    </a:cubicBezTo>
                    <a:lnTo>
                      <a:pt x="236" y="3119"/>
                    </a:lnTo>
                    <a:cubicBezTo>
                      <a:pt x="346" y="3113"/>
                      <a:pt x="431" y="3022"/>
                      <a:pt x="425" y="2917"/>
                    </a:cubicBezTo>
                    <a:cubicBezTo>
                      <a:pt x="399" y="1894"/>
                      <a:pt x="581" y="988"/>
                      <a:pt x="946" y="291"/>
                    </a:cubicBezTo>
                    <a:cubicBezTo>
                      <a:pt x="1030" y="137"/>
                      <a:pt x="899" y="1"/>
                      <a:pt x="7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90"/>
              <p:cNvSpPr/>
              <p:nvPr/>
            </p:nvSpPr>
            <p:spPr>
              <a:xfrm>
                <a:off x="2143273" y="3921475"/>
                <a:ext cx="34438" cy="45799"/>
              </a:xfrm>
              <a:custGeom>
                <a:rect b="b" l="l" r="r" t="t"/>
                <a:pathLst>
                  <a:path extrusionOk="0" h="1814" w="1364">
                    <a:moveTo>
                      <a:pt x="284" y="0"/>
                    </a:moveTo>
                    <a:cubicBezTo>
                      <a:pt x="97" y="0"/>
                      <a:pt x="0" y="289"/>
                      <a:pt x="210" y="379"/>
                    </a:cubicBezTo>
                    <a:cubicBezTo>
                      <a:pt x="640" y="568"/>
                      <a:pt x="953" y="1090"/>
                      <a:pt x="966" y="1618"/>
                    </a:cubicBezTo>
                    <a:cubicBezTo>
                      <a:pt x="966" y="1728"/>
                      <a:pt x="1051" y="1813"/>
                      <a:pt x="1162" y="1813"/>
                    </a:cubicBezTo>
                    <a:lnTo>
                      <a:pt x="1168" y="1813"/>
                    </a:lnTo>
                    <a:cubicBezTo>
                      <a:pt x="1279" y="1807"/>
                      <a:pt x="1364" y="1722"/>
                      <a:pt x="1364" y="1611"/>
                    </a:cubicBezTo>
                    <a:cubicBezTo>
                      <a:pt x="1344" y="927"/>
                      <a:pt x="947" y="275"/>
                      <a:pt x="373" y="21"/>
                    </a:cubicBezTo>
                    <a:cubicBezTo>
                      <a:pt x="342" y="7"/>
                      <a:pt x="312" y="0"/>
                      <a:pt x="2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90"/>
              <p:cNvSpPr/>
              <p:nvPr/>
            </p:nvSpPr>
            <p:spPr>
              <a:xfrm>
                <a:off x="2065965" y="3199069"/>
                <a:ext cx="117350" cy="370154"/>
              </a:xfrm>
              <a:custGeom>
                <a:rect b="b" l="l" r="r" t="t"/>
                <a:pathLst>
                  <a:path extrusionOk="0" h="14661" w="4648">
                    <a:moveTo>
                      <a:pt x="787" y="1"/>
                    </a:moveTo>
                    <a:cubicBezTo>
                      <a:pt x="713" y="1"/>
                      <a:pt x="640" y="41"/>
                      <a:pt x="606" y="133"/>
                    </a:cubicBezTo>
                    <a:cubicBezTo>
                      <a:pt x="580" y="224"/>
                      <a:pt x="0" y="2310"/>
                      <a:pt x="2099" y="4330"/>
                    </a:cubicBezTo>
                    <a:cubicBezTo>
                      <a:pt x="4061" y="6207"/>
                      <a:pt x="4250" y="8847"/>
                      <a:pt x="4250" y="8860"/>
                    </a:cubicBezTo>
                    <a:lnTo>
                      <a:pt x="4250" y="14465"/>
                    </a:lnTo>
                    <a:cubicBezTo>
                      <a:pt x="4250" y="14576"/>
                      <a:pt x="4341" y="14660"/>
                      <a:pt x="4452" y="14660"/>
                    </a:cubicBezTo>
                    <a:cubicBezTo>
                      <a:pt x="4556" y="14660"/>
                      <a:pt x="4641" y="14576"/>
                      <a:pt x="4647" y="14471"/>
                    </a:cubicBezTo>
                    <a:lnTo>
                      <a:pt x="4647" y="8847"/>
                    </a:lnTo>
                    <a:cubicBezTo>
                      <a:pt x="4641" y="8729"/>
                      <a:pt x="4445" y="6025"/>
                      <a:pt x="2373" y="4043"/>
                    </a:cubicBezTo>
                    <a:cubicBezTo>
                      <a:pt x="457" y="2199"/>
                      <a:pt x="958" y="328"/>
                      <a:pt x="984" y="244"/>
                    </a:cubicBezTo>
                    <a:cubicBezTo>
                      <a:pt x="1016" y="97"/>
                      <a:pt x="901" y="1"/>
                      <a:pt x="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90"/>
              <p:cNvSpPr/>
              <p:nvPr/>
            </p:nvSpPr>
            <p:spPr>
              <a:xfrm>
                <a:off x="2083234" y="3194499"/>
                <a:ext cx="117350" cy="370431"/>
              </a:xfrm>
              <a:custGeom>
                <a:rect b="b" l="l" r="r" t="t"/>
                <a:pathLst>
                  <a:path extrusionOk="0" h="14672" w="4648">
                    <a:moveTo>
                      <a:pt x="789" y="0"/>
                    </a:moveTo>
                    <a:cubicBezTo>
                      <a:pt x="711" y="0"/>
                      <a:pt x="635" y="44"/>
                      <a:pt x="607" y="144"/>
                    </a:cubicBezTo>
                    <a:cubicBezTo>
                      <a:pt x="581" y="236"/>
                      <a:pt x="1" y="2321"/>
                      <a:pt x="2099" y="4335"/>
                    </a:cubicBezTo>
                    <a:cubicBezTo>
                      <a:pt x="4061" y="6212"/>
                      <a:pt x="4250" y="8852"/>
                      <a:pt x="4250" y="8865"/>
                    </a:cubicBezTo>
                    <a:lnTo>
                      <a:pt x="4250" y="14476"/>
                    </a:lnTo>
                    <a:cubicBezTo>
                      <a:pt x="4250" y="14587"/>
                      <a:pt x="4341" y="14672"/>
                      <a:pt x="4452" y="14672"/>
                    </a:cubicBezTo>
                    <a:cubicBezTo>
                      <a:pt x="4556" y="14672"/>
                      <a:pt x="4641" y="14587"/>
                      <a:pt x="4648" y="14483"/>
                    </a:cubicBezTo>
                    <a:lnTo>
                      <a:pt x="4648" y="8858"/>
                    </a:lnTo>
                    <a:cubicBezTo>
                      <a:pt x="4641" y="8741"/>
                      <a:pt x="4446" y="6036"/>
                      <a:pt x="2373" y="4055"/>
                    </a:cubicBezTo>
                    <a:cubicBezTo>
                      <a:pt x="457" y="2210"/>
                      <a:pt x="959" y="340"/>
                      <a:pt x="985" y="255"/>
                    </a:cubicBezTo>
                    <a:cubicBezTo>
                      <a:pt x="1028" y="102"/>
                      <a:pt x="907" y="0"/>
                      <a:pt x="78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90"/>
              <p:cNvSpPr/>
              <p:nvPr/>
            </p:nvSpPr>
            <p:spPr>
              <a:xfrm>
                <a:off x="2104796" y="3190257"/>
                <a:ext cx="49359" cy="67966"/>
              </a:xfrm>
              <a:custGeom>
                <a:rect b="b" l="l" r="r" t="t"/>
                <a:pathLst>
                  <a:path extrusionOk="0" h="2692" w="1955">
                    <a:moveTo>
                      <a:pt x="1720" y="0"/>
                    </a:moveTo>
                    <a:cubicBezTo>
                      <a:pt x="1638" y="0"/>
                      <a:pt x="1556" y="48"/>
                      <a:pt x="1532" y="156"/>
                    </a:cubicBezTo>
                    <a:cubicBezTo>
                      <a:pt x="1141" y="1811"/>
                      <a:pt x="202" y="2313"/>
                      <a:pt x="189" y="2320"/>
                    </a:cubicBezTo>
                    <a:cubicBezTo>
                      <a:pt x="0" y="2411"/>
                      <a:pt x="72" y="2691"/>
                      <a:pt x="274" y="2691"/>
                    </a:cubicBezTo>
                    <a:cubicBezTo>
                      <a:pt x="307" y="2691"/>
                      <a:pt x="339" y="2685"/>
                      <a:pt x="365" y="2672"/>
                    </a:cubicBezTo>
                    <a:cubicBezTo>
                      <a:pt x="411" y="2646"/>
                      <a:pt x="1473" y="2098"/>
                      <a:pt x="1917" y="247"/>
                    </a:cubicBezTo>
                    <a:cubicBezTo>
                      <a:pt x="1955" y="95"/>
                      <a:pt x="1837" y="0"/>
                      <a:pt x="1720"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90"/>
              <p:cNvSpPr/>
              <p:nvPr/>
            </p:nvSpPr>
            <p:spPr>
              <a:xfrm>
                <a:off x="2024483" y="3177406"/>
                <a:ext cx="70617" cy="87558"/>
              </a:xfrm>
              <a:custGeom>
                <a:rect b="b" l="l" r="r" t="t"/>
                <a:pathLst>
                  <a:path extrusionOk="0" h="3468" w="2797">
                    <a:moveTo>
                      <a:pt x="828" y="0"/>
                    </a:moveTo>
                    <a:cubicBezTo>
                      <a:pt x="738" y="0"/>
                      <a:pt x="660" y="56"/>
                      <a:pt x="633" y="143"/>
                    </a:cubicBezTo>
                    <a:cubicBezTo>
                      <a:pt x="1" y="2412"/>
                      <a:pt x="2425" y="3441"/>
                      <a:pt x="2445" y="3448"/>
                    </a:cubicBezTo>
                    <a:cubicBezTo>
                      <a:pt x="2471" y="3461"/>
                      <a:pt x="2497" y="3461"/>
                      <a:pt x="2523" y="3461"/>
                    </a:cubicBezTo>
                    <a:lnTo>
                      <a:pt x="2523" y="3467"/>
                    </a:lnTo>
                    <a:cubicBezTo>
                      <a:pt x="2738" y="3467"/>
                      <a:pt x="2797" y="3168"/>
                      <a:pt x="2601" y="3083"/>
                    </a:cubicBezTo>
                    <a:cubicBezTo>
                      <a:pt x="2510" y="3050"/>
                      <a:pt x="477" y="2177"/>
                      <a:pt x="1011" y="254"/>
                    </a:cubicBezTo>
                    <a:cubicBezTo>
                      <a:pt x="1044" y="143"/>
                      <a:pt x="985" y="39"/>
                      <a:pt x="881" y="7"/>
                    </a:cubicBezTo>
                    <a:cubicBezTo>
                      <a:pt x="863" y="2"/>
                      <a:pt x="846" y="0"/>
                      <a:pt x="8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90"/>
              <p:cNvSpPr/>
              <p:nvPr/>
            </p:nvSpPr>
            <p:spPr>
              <a:xfrm>
                <a:off x="2211921" y="3198816"/>
                <a:ext cx="117174" cy="370406"/>
              </a:xfrm>
              <a:custGeom>
                <a:rect b="b" l="l" r="r" t="t"/>
                <a:pathLst>
                  <a:path extrusionOk="0" h="14671" w="4641">
                    <a:moveTo>
                      <a:pt x="3854" y="1"/>
                    </a:moveTo>
                    <a:cubicBezTo>
                      <a:pt x="3734" y="1"/>
                      <a:pt x="3612" y="103"/>
                      <a:pt x="3663" y="260"/>
                    </a:cubicBezTo>
                    <a:cubicBezTo>
                      <a:pt x="3663" y="280"/>
                      <a:pt x="4198" y="2202"/>
                      <a:pt x="2262" y="4053"/>
                    </a:cubicBezTo>
                    <a:cubicBezTo>
                      <a:pt x="196" y="6041"/>
                      <a:pt x="13" y="8746"/>
                      <a:pt x="7" y="8870"/>
                    </a:cubicBezTo>
                    <a:lnTo>
                      <a:pt x="7" y="14475"/>
                    </a:lnTo>
                    <a:cubicBezTo>
                      <a:pt x="0" y="14586"/>
                      <a:pt x="92" y="14670"/>
                      <a:pt x="196" y="14670"/>
                    </a:cubicBezTo>
                    <a:cubicBezTo>
                      <a:pt x="307" y="14670"/>
                      <a:pt x="398" y="14586"/>
                      <a:pt x="398" y="14475"/>
                    </a:cubicBezTo>
                    <a:lnTo>
                      <a:pt x="398" y="8883"/>
                    </a:lnTo>
                    <a:cubicBezTo>
                      <a:pt x="398" y="8857"/>
                      <a:pt x="580" y="6211"/>
                      <a:pt x="2536" y="4340"/>
                    </a:cubicBezTo>
                    <a:cubicBezTo>
                      <a:pt x="4641" y="2326"/>
                      <a:pt x="4061" y="234"/>
                      <a:pt x="4041" y="149"/>
                    </a:cubicBezTo>
                    <a:cubicBezTo>
                      <a:pt x="4013" y="45"/>
                      <a:pt x="3934" y="1"/>
                      <a:pt x="38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90"/>
              <p:cNvSpPr/>
              <p:nvPr/>
            </p:nvSpPr>
            <p:spPr>
              <a:xfrm>
                <a:off x="2194651" y="3194600"/>
                <a:ext cx="117022" cy="370330"/>
              </a:xfrm>
              <a:custGeom>
                <a:rect b="b" l="l" r="r" t="t"/>
                <a:pathLst>
                  <a:path extrusionOk="0" h="14668" w="4635">
                    <a:moveTo>
                      <a:pt x="3857" y="1"/>
                    </a:moveTo>
                    <a:cubicBezTo>
                      <a:pt x="3738" y="1"/>
                      <a:pt x="3617" y="101"/>
                      <a:pt x="3656" y="251"/>
                    </a:cubicBezTo>
                    <a:cubicBezTo>
                      <a:pt x="3682" y="329"/>
                      <a:pt x="4184" y="2206"/>
                      <a:pt x="2262" y="4051"/>
                    </a:cubicBezTo>
                    <a:cubicBezTo>
                      <a:pt x="196" y="6032"/>
                      <a:pt x="7" y="8737"/>
                      <a:pt x="0" y="8861"/>
                    </a:cubicBezTo>
                    <a:lnTo>
                      <a:pt x="0" y="14472"/>
                    </a:lnTo>
                    <a:cubicBezTo>
                      <a:pt x="0" y="14583"/>
                      <a:pt x="91" y="14668"/>
                      <a:pt x="202" y="14668"/>
                    </a:cubicBezTo>
                    <a:cubicBezTo>
                      <a:pt x="306" y="14668"/>
                      <a:pt x="398" y="14583"/>
                      <a:pt x="398" y="14472"/>
                    </a:cubicBezTo>
                    <a:lnTo>
                      <a:pt x="398" y="8874"/>
                    </a:lnTo>
                    <a:cubicBezTo>
                      <a:pt x="398" y="8848"/>
                      <a:pt x="580" y="6208"/>
                      <a:pt x="2535" y="4331"/>
                    </a:cubicBezTo>
                    <a:cubicBezTo>
                      <a:pt x="4634" y="2317"/>
                      <a:pt x="4060" y="232"/>
                      <a:pt x="4041" y="140"/>
                    </a:cubicBezTo>
                    <a:cubicBezTo>
                      <a:pt x="4010" y="43"/>
                      <a:pt x="3934" y="1"/>
                      <a:pt x="3857"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90"/>
              <p:cNvSpPr/>
              <p:nvPr/>
            </p:nvSpPr>
            <p:spPr>
              <a:xfrm>
                <a:off x="2240753" y="3190358"/>
                <a:ext cx="49182" cy="67865"/>
              </a:xfrm>
              <a:custGeom>
                <a:rect b="b" l="l" r="r" t="t"/>
                <a:pathLst>
                  <a:path extrusionOk="0" h="2688" w="1948">
                    <a:moveTo>
                      <a:pt x="230" y="1"/>
                    </a:moveTo>
                    <a:cubicBezTo>
                      <a:pt x="116" y="1"/>
                      <a:pt x="1" y="94"/>
                      <a:pt x="32" y="243"/>
                    </a:cubicBezTo>
                    <a:cubicBezTo>
                      <a:pt x="468" y="2094"/>
                      <a:pt x="1537" y="2642"/>
                      <a:pt x="1583" y="2668"/>
                    </a:cubicBezTo>
                    <a:cubicBezTo>
                      <a:pt x="1609" y="2681"/>
                      <a:pt x="1641" y="2687"/>
                      <a:pt x="1667" y="2687"/>
                    </a:cubicBezTo>
                    <a:lnTo>
                      <a:pt x="1674" y="2687"/>
                    </a:lnTo>
                    <a:cubicBezTo>
                      <a:pt x="1883" y="2687"/>
                      <a:pt x="1948" y="2407"/>
                      <a:pt x="1765" y="2316"/>
                    </a:cubicBezTo>
                    <a:cubicBezTo>
                      <a:pt x="1752" y="2309"/>
                      <a:pt x="814" y="1814"/>
                      <a:pt x="416" y="152"/>
                    </a:cubicBezTo>
                    <a:cubicBezTo>
                      <a:pt x="389" y="47"/>
                      <a:pt x="310" y="1"/>
                      <a:pt x="23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90"/>
              <p:cNvSpPr/>
              <p:nvPr/>
            </p:nvSpPr>
            <p:spPr>
              <a:xfrm>
                <a:off x="2299504" y="3177507"/>
                <a:ext cx="70743" cy="87281"/>
              </a:xfrm>
              <a:custGeom>
                <a:rect b="b" l="l" r="r" t="t"/>
                <a:pathLst>
                  <a:path extrusionOk="0" h="3457" w="2802">
                    <a:moveTo>
                      <a:pt x="1983" y="1"/>
                    </a:moveTo>
                    <a:cubicBezTo>
                      <a:pt x="1866" y="1"/>
                      <a:pt x="1749" y="95"/>
                      <a:pt x="1785" y="244"/>
                    </a:cubicBezTo>
                    <a:cubicBezTo>
                      <a:pt x="2326" y="2173"/>
                      <a:pt x="292" y="3046"/>
                      <a:pt x="201" y="3079"/>
                    </a:cubicBezTo>
                    <a:cubicBezTo>
                      <a:pt x="1" y="3163"/>
                      <a:pt x="56" y="3457"/>
                      <a:pt x="272" y="3457"/>
                    </a:cubicBezTo>
                    <a:cubicBezTo>
                      <a:pt x="274" y="3457"/>
                      <a:pt x="277" y="3457"/>
                      <a:pt x="279" y="3457"/>
                    </a:cubicBezTo>
                    <a:cubicBezTo>
                      <a:pt x="305" y="3457"/>
                      <a:pt x="331" y="3457"/>
                      <a:pt x="351" y="3444"/>
                    </a:cubicBezTo>
                    <a:cubicBezTo>
                      <a:pt x="377" y="3437"/>
                      <a:pt x="2801" y="2408"/>
                      <a:pt x="2169" y="139"/>
                    </a:cubicBezTo>
                    <a:cubicBezTo>
                      <a:pt x="2138" y="43"/>
                      <a:pt x="2060" y="1"/>
                      <a:pt x="19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90"/>
              <p:cNvSpPr/>
              <p:nvPr/>
            </p:nvSpPr>
            <p:spPr>
              <a:xfrm>
                <a:off x="2158118" y="3552180"/>
                <a:ext cx="33099" cy="33983"/>
              </a:xfrm>
              <a:custGeom>
                <a:rect b="b" l="l" r="r" t="t"/>
                <a:pathLst>
                  <a:path extrusionOk="0" h="1346" w="1311">
                    <a:moveTo>
                      <a:pt x="856" y="1"/>
                    </a:moveTo>
                    <a:cubicBezTo>
                      <a:pt x="825" y="1"/>
                      <a:pt x="792" y="8"/>
                      <a:pt x="763" y="23"/>
                    </a:cubicBezTo>
                    <a:lnTo>
                      <a:pt x="756" y="23"/>
                    </a:lnTo>
                    <a:lnTo>
                      <a:pt x="737" y="10"/>
                    </a:lnTo>
                    <a:lnTo>
                      <a:pt x="717" y="10"/>
                    </a:lnTo>
                    <a:cubicBezTo>
                      <a:pt x="639" y="10"/>
                      <a:pt x="209" y="335"/>
                      <a:pt x="209" y="335"/>
                    </a:cubicBezTo>
                    <a:cubicBezTo>
                      <a:pt x="117" y="440"/>
                      <a:pt x="52" y="550"/>
                      <a:pt x="7" y="674"/>
                    </a:cubicBezTo>
                    <a:lnTo>
                      <a:pt x="0" y="700"/>
                    </a:lnTo>
                    <a:lnTo>
                      <a:pt x="0" y="720"/>
                    </a:lnTo>
                    <a:cubicBezTo>
                      <a:pt x="46" y="922"/>
                      <a:pt x="98" y="1111"/>
                      <a:pt x="150" y="1274"/>
                    </a:cubicBezTo>
                    <a:lnTo>
                      <a:pt x="170" y="1320"/>
                    </a:lnTo>
                    <a:lnTo>
                      <a:pt x="222" y="1326"/>
                    </a:lnTo>
                    <a:lnTo>
                      <a:pt x="287" y="1339"/>
                    </a:lnTo>
                    <a:lnTo>
                      <a:pt x="326" y="1346"/>
                    </a:lnTo>
                    <a:lnTo>
                      <a:pt x="359" y="1326"/>
                    </a:lnTo>
                    <a:lnTo>
                      <a:pt x="398" y="1293"/>
                    </a:lnTo>
                    <a:lnTo>
                      <a:pt x="398" y="1254"/>
                    </a:lnTo>
                    <a:cubicBezTo>
                      <a:pt x="424" y="792"/>
                      <a:pt x="678" y="440"/>
                      <a:pt x="1154" y="212"/>
                    </a:cubicBezTo>
                    <a:lnTo>
                      <a:pt x="1310" y="140"/>
                    </a:lnTo>
                    <a:lnTo>
                      <a:pt x="1154" y="62"/>
                    </a:lnTo>
                    <a:cubicBezTo>
                      <a:pt x="1069" y="23"/>
                      <a:pt x="978" y="3"/>
                      <a:pt x="887" y="3"/>
                    </a:cubicBezTo>
                    <a:cubicBezTo>
                      <a:pt x="877" y="1"/>
                      <a:pt x="867" y="1"/>
                      <a:pt x="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90"/>
              <p:cNvSpPr/>
              <p:nvPr/>
            </p:nvSpPr>
            <p:spPr>
              <a:xfrm>
                <a:off x="2155796" y="3550110"/>
                <a:ext cx="40194" cy="38351"/>
              </a:xfrm>
              <a:custGeom>
                <a:rect b="b" l="l" r="r" t="t"/>
                <a:pathLst>
                  <a:path extrusionOk="0" h="1519" w="1592">
                    <a:moveTo>
                      <a:pt x="979" y="163"/>
                    </a:moveTo>
                    <a:cubicBezTo>
                      <a:pt x="1063" y="163"/>
                      <a:pt x="1141" y="183"/>
                      <a:pt x="1213" y="222"/>
                    </a:cubicBezTo>
                    <a:cubicBezTo>
                      <a:pt x="594" y="515"/>
                      <a:pt x="425" y="971"/>
                      <a:pt x="411" y="1330"/>
                    </a:cubicBezTo>
                    <a:lnTo>
                      <a:pt x="398" y="1343"/>
                    </a:lnTo>
                    <a:lnTo>
                      <a:pt x="320" y="1330"/>
                    </a:lnTo>
                    <a:cubicBezTo>
                      <a:pt x="262" y="1154"/>
                      <a:pt x="216" y="971"/>
                      <a:pt x="177" y="789"/>
                    </a:cubicBezTo>
                    <a:cubicBezTo>
                      <a:pt x="216" y="672"/>
                      <a:pt x="281" y="567"/>
                      <a:pt x="359" y="476"/>
                    </a:cubicBezTo>
                    <a:cubicBezTo>
                      <a:pt x="503" y="365"/>
                      <a:pt x="653" y="268"/>
                      <a:pt x="809" y="176"/>
                    </a:cubicBezTo>
                    <a:cubicBezTo>
                      <a:pt x="822" y="183"/>
                      <a:pt x="835" y="183"/>
                      <a:pt x="842" y="183"/>
                    </a:cubicBezTo>
                    <a:cubicBezTo>
                      <a:pt x="855" y="183"/>
                      <a:pt x="868" y="183"/>
                      <a:pt x="881" y="176"/>
                    </a:cubicBezTo>
                    <a:cubicBezTo>
                      <a:pt x="913" y="170"/>
                      <a:pt x="946" y="163"/>
                      <a:pt x="979" y="163"/>
                    </a:cubicBezTo>
                    <a:close/>
                    <a:moveTo>
                      <a:pt x="979" y="0"/>
                    </a:moveTo>
                    <a:cubicBezTo>
                      <a:pt x="939" y="0"/>
                      <a:pt x="894" y="7"/>
                      <a:pt x="855" y="13"/>
                    </a:cubicBezTo>
                    <a:lnTo>
                      <a:pt x="809" y="13"/>
                    </a:lnTo>
                    <a:cubicBezTo>
                      <a:pt x="757" y="13"/>
                      <a:pt x="731" y="26"/>
                      <a:pt x="483" y="183"/>
                    </a:cubicBezTo>
                    <a:cubicBezTo>
                      <a:pt x="398" y="235"/>
                      <a:pt x="314" y="300"/>
                      <a:pt x="236" y="365"/>
                    </a:cubicBezTo>
                    <a:cubicBezTo>
                      <a:pt x="138" y="476"/>
                      <a:pt x="66" y="593"/>
                      <a:pt x="20" y="730"/>
                    </a:cubicBezTo>
                    <a:lnTo>
                      <a:pt x="1" y="776"/>
                    </a:lnTo>
                    <a:lnTo>
                      <a:pt x="7" y="821"/>
                    </a:lnTo>
                    <a:cubicBezTo>
                      <a:pt x="53" y="1030"/>
                      <a:pt x="105" y="1213"/>
                      <a:pt x="164" y="1382"/>
                    </a:cubicBezTo>
                    <a:lnTo>
                      <a:pt x="196" y="1480"/>
                    </a:lnTo>
                    <a:lnTo>
                      <a:pt x="294" y="1493"/>
                    </a:lnTo>
                    <a:lnTo>
                      <a:pt x="359" y="1506"/>
                    </a:lnTo>
                    <a:lnTo>
                      <a:pt x="431" y="1519"/>
                    </a:lnTo>
                    <a:lnTo>
                      <a:pt x="490" y="1473"/>
                    </a:lnTo>
                    <a:lnTo>
                      <a:pt x="496" y="1467"/>
                    </a:lnTo>
                    <a:lnTo>
                      <a:pt x="561" y="1421"/>
                    </a:lnTo>
                    <a:lnTo>
                      <a:pt x="568" y="1336"/>
                    </a:lnTo>
                    <a:cubicBezTo>
                      <a:pt x="587" y="906"/>
                      <a:pt x="829" y="580"/>
                      <a:pt x="1278" y="365"/>
                    </a:cubicBezTo>
                    <a:lnTo>
                      <a:pt x="1591" y="215"/>
                    </a:lnTo>
                    <a:lnTo>
                      <a:pt x="1278" y="72"/>
                    </a:lnTo>
                    <a:cubicBezTo>
                      <a:pt x="1181" y="26"/>
                      <a:pt x="1083" y="0"/>
                      <a:pt x="97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90"/>
              <p:cNvSpPr/>
              <p:nvPr/>
            </p:nvSpPr>
            <p:spPr>
              <a:xfrm>
                <a:off x="2202529" y="3560310"/>
                <a:ext cx="27520" cy="26182"/>
              </a:xfrm>
              <a:custGeom>
                <a:rect b="b" l="l" r="r" t="t"/>
                <a:pathLst>
                  <a:path extrusionOk="0" h="1037" w="1090">
                    <a:moveTo>
                      <a:pt x="620" y="0"/>
                    </a:moveTo>
                    <a:lnTo>
                      <a:pt x="379" y="157"/>
                    </a:lnTo>
                    <a:lnTo>
                      <a:pt x="438" y="235"/>
                    </a:lnTo>
                    <a:cubicBezTo>
                      <a:pt x="340" y="274"/>
                      <a:pt x="33" y="424"/>
                      <a:pt x="20" y="633"/>
                    </a:cubicBezTo>
                    <a:cubicBezTo>
                      <a:pt x="1" y="848"/>
                      <a:pt x="196" y="952"/>
                      <a:pt x="366" y="985"/>
                    </a:cubicBezTo>
                    <a:lnTo>
                      <a:pt x="385" y="985"/>
                    </a:lnTo>
                    <a:cubicBezTo>
                      <a:pt x="438" y="978"/>
                      <a:pt x="483" y="978"/>
                      <a:pt x="529" y="978"/>
                    </a:cubicBezTo>
                    <a:cubicBezTo>
                      <a:pt x="627" y="978"/>
                      <a:pt x="724" y="991"/>
                      <a:pt x="822" y="1011"/>
                    </a:cubicBezTo>
                    <a:lnTo>
                      <a:pt x="926" y="1037"/>
                    </a:lnTo>
                    <a:lnTo>
                      <a:pt x="926" y="926"/>
                    </a:lnTo>
                    <a:cubicBezTo>
                      <a:pt x="920" y="782"/>
                      <a:pt x="926" y="587"/>
                      <a:pt x="1031" y="502"/>
                    </a:cubicBezTo>
                    <a:lnTo>
                      <a:pt x="1089" y="450"/>
                    </a:lnTo>
                    <a:lnTo>
                      <a:pt x="939" y="255"/>
                    </a:lnTo>
                    <a:lnTo>
                      <a:pt x="881" y="287"/>
                    </a:lnTo>
                    <a:cubicBezTo>
                      <a:pt x="816" y="320"/>
                      <a:pt x="750" y="359"/>
                      <a:pt x="698" y="404"/>
                    </a:cubicBezTo>
                    <a:cubicBezTo>
                      <a:pt x="698" y="339"/>
                      <a:pt x="718" y="281"/>
                      <a:pt x="744" y="228"/>
                    </a:cubicBezTo>
                    <a:lnTo>
                      <a:pt x="783" y="176"/>
                    </a:lnTo>
                    <a:lnTo>
                      <a:pt x="62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0"/>
              <p:cNvSpPr/>
              <p:nvPr/>
            </p:nvSpPr>
            <p:spPr>
              <a:xfrm>
                <a:off x="2200408" y="3557507"/>
                <a:ext cx="32443" cy="31458"/>
              </a:xfrm>
              <a:custGeom>
                <a:rect b="b" l="l" r="r" t="t"/>
                <a:pathLst>
                  <a:path extrusionOk="0" h="1246" w="1285">
                    <a:moveTo>
                      <a:pt x="691" y="209"/>
                    </a:moveTo>
                    <a:lnTo>
                      <a:pt x="691" y="216"/>
                    </a:lnTo>
                    <a:lnTo>
                      <a:pt x="763" y="287"/>
                    </a:lnTo>
                    <a:cubicBezTo>
                      <a:pt x="711" y="379"/>
                      <a:pt x="691" y="476"/>
                      <a:pt x="698" y="581"/>
                    </a:cubicBezTo>
                    <a:cubicBezTo>
                      <a:pt x="698" y="607"/>
                      <a:pt x="711" y="626"/>
                      <a:pt x="737" y="633"/>
                    </a:cubicBezTo>
                    <a:lnTo>
                      <a:pt x="750" y="633"/>
                    </a:lnTo>
                    <a:cubicBezTo>
                      <a:pt x="769" y="633"/>
                      <a:pt x="789" y="620"/>
                      <a:pt x="795" y="607"/>
                    </a:cubicBezTo>
                    <a:cubicBezTo>
                      <a:pt x="854" y="548"/>
                      <a:pt x="919" y="502"/>
                      <a:pt x="997" y="463"/>
                    </a:cubicBezTo>
                    <a:lnTo>
                      <a:pt x="1063" y="548"/>
                    </a:lnTo>
                    <a:cubicBezTo>
                      <a:pt x="932" y="659"/>
                      <a:pt x="919" y="874"/>
                      <a:pt x="926" y="1043"/>
                    </a:cubicBezTo>
                    <a:cubicBezTo>
                      <a:pt x="821" y="1017"/>
                      <a:pt x="717" y="1004"/>
                      <a:pt x="613" y="1004"/>
                    </a:cubicBezTo>
                    <a:cubicBezTo>
                      <a:pt x="567" y="1004"/>
                      <a:pt x="515" y="1004"/>
                      <a:pt x="463" y="1011"/>
                    </a:cubicBezTo>
                    <a:cubicBezTo>
                      <a:pt x="461" y="1011"/>
                      <a:pt x="458" y="1011"/>
                      <a:pt x="456" y="1011"/>
                    </a:cubicBezTo>
                    <a:cubicBezTo>
                      <a:pt x="396" y="1011"/>
                      <a:pt x="170" y="943"/>
                      <a:pt x="183" y="750"/>
                    </a:cubicBezTo>
                    <a:cubicBezTo>
                      <a:pt x="196" y="581"/>
                      <a:pt x="476" y="444"/>
                      <a:pt x="587" y="411"/>
                    </a:cubicBezTo>
                    <a:cubicBezTo>
                      <a:pt x="600" y="405"/>
                      <a:pt x="613" y="392"/>
                      <a:pt x="619" y="372"/>
                    </a:cubicBezTo>
                    <a:cubicBezTo>
                      <a:pt x="626" y="353"/>
                      <a:pt x="619" y="339"/>
                      <a:pt x="613" y="326"/>
                    </a:cubicBezTo>
                    <a:lnTo>
                      <a:pt x="580" y="281"/>
                    </a:lnTo>
                    <a:lnTo>
                      <a:pt x="691" y="209"/>
                    </a:lnTo>
                    <a:close/>
                    <a:moveTo>
                      <a:pt x="717" y="1"/>
                    </a:moveTo>
                    <a:lnTo>
                      <a:pt x="606" y="72"/>
                    </a:lnTo>
                    <a:lnTo>
                      <a:pt x="495" y="144"/>
                    </a:lnTo>
                    <a:lnTo>
                      <a:pt x="352" y="235"/>
                    </a:lnTo>
                    <a:lnTo>
                      <a:pt x="404" y="307"/>
                    </a:lnTo>
                    <a:cubicBezTo>
                      <a:pt x="254" y="385"/>
                      <a:pt x="39" y="522"/>
                      <a:pt x="20" y="737"/>
                    </a:cubicBezTo>
                    <a:cubicBezTo>
                      <a:pt x="0" y="998"/>
                      <a:pt x="235" y="1135"/>
                      <a:pt x="437" y="1174"/>
                    </a:cubicBezTo>
                    <a:lnTo>
                      <a:pt x="476" y="1174"/>
                    </a:lnTo>
                    <a:cubicBezTo>
                      <a:pt x="522" y="1174"/>
                      <a:pt x="567" y="1167"/>
                      <a:pt x="613" y="1167"/>
                    </a:cubicBezTo>
                    <a:cubicBezTo>
                      <a:pt x="704" y="1167"/>
                      <a:pt x="795" y="1180"/>
                      <a:pt x="887" y="1200"/>
                    </a:cubicBezTo>
                    <a:lnTo>
                      <a:pt x="1095" y="1245"/>
                    </a:lnTo>
                    <a:lnTo>
                      <a:pt x="1089" y="1037"/>
                    </a:lnTo>
                    <a:cubicBezTo>
                      <a:pt x="1089" y="965"/>
                      <a:pt x="1082" y="744"/>
                      <a:pt x="1167" y="672"/>
                    </a:cubicBezTo>
                    <a:lnTo>
                      <a:pt x="1284" y="574"/>
                    </a:lnTo>
                    <a:lnTo>
                      <a:pt x="1186" y="450"/>
                    </a:lnTo>
                    <a:lnTo>
                      <a:pt x="1121" y="366"/>
                    </a:lnTo>
                    <a:lnTo>
                      <a:pt x="1043" y="261"/>
                    </a:lnTo>
                    <a:lnTo>
                      <a:pt x="945" y="313"/>
                    </a:lnTo>
                    <a:lnTo>
                      <a:pt x="971" y="274"/>
                    </a:lnTo>
                    <a:lnTo>
                      <a:pt x="880" y="177"/>
                    </a:lnTo>
                    <a:lnTo>
                      <a:pt x="815" y="105"/>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90"/>
              <p:cNvSpPr/>
              <p:nvPr/>
            </p:nvSpPr>
            <p:spPr>
              <a:xfrm>
                <a:off x="2137037" y="3585330"/>
                <a:ext cx="29338" cy="46077"/>
              </a:xfrm>
              <a:custGeom>
                <a:rect b="b" l="l" r="r" t="t"/>
                <a:pathLst>
                  <a:path extrusionOk="0" h="1825" w="1162">
                    <a:moveTo>
                      <a:pt x="900" y="0"/>
                    </a:moveTo>
                    <a:cubicBezTo>
                      <a:pt x="796" y="0"/>
                      <a:pt x="692" y="13"/>
                      <a:pt x="594" y="46"/>
                    </a:cubicBezTo>
                    <a:cubicBezTo>
                      <a:pt x="392" y="111"/>
                      <a:pt x="222" y="261"/>
                      <a:pt x="125" y="450"/>
                    </a:cubicBezTo>
                    <a:cubicBezTo>
                      <a:pt x="1" y="710"/>
                      <a:pt x="7" y="1375"/>
                      <a:pt x="183" y="1662"/>
                    </a:cubicBezTo>
                    <a:cubicBezTo>
                      <a:pt x="229" y="1753"/>
                      <a:pt x="320" y="1818"/>
                      <a:pt x="425" y="1825"/>
                    </a:cubicBezTo>
                    <a:lnTo>
                      <a:pt x="431" y="1818"/>
                    </a:lnTo>
                    <a:cubicBezTo>
                      <a:pt x="457" y="1818"/>
                      <a:pt x="483" y="1818"/>
                      <a:pt x="509" y="1812"/>
                    </a:cubicBezTo>
                    <a:cubicBezTo>
                      <a:pt x="542" y="1799"/>
                      <a:pt x="568" y="1773"/>
                      <a:pt x="587" y="1740"/>
                    </a:cubicBezTo>
                    <a:cubicBezTo>
                      <a:pt x="614" y="1669"/>
                      <a:pt x="614" y="1584"/>
                      <a:pt x="574" y="1512"/>
                    </a:cubicBezTo>
                    <a:cubicBezTo>
                      <a:pt x="568" y="1480"/>
                      <a:pt x="555" y="1440"/>
                      <a:pt x="555" y="1408"/>
                    </a:cubicBezTo>
                    <a:cubicBezTo>
                      <a:pt x="561" y="763"/>
                      <a:pt x="822" y="359"/>
                      <a:pt x="1044" y="143"/>
                    </a:cubicBezTo>
                    <a:lnTo>
                      <a:pt x="1161" y="13"/>
                    </a:lnTo>
                    <a:lnTo>
                      <a:pt x="99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90"/>
              <p:cNvSpPr/>
              <p:nvPr/>
            </p:nvSpPr>
            <p:spPr>
              <a:xfrm>
                <a:off x="2134916" y="3583184"/>
                <a:ext cx="36053" cy="50217"/>
              </a:xfrm>
              <a:custGeom>
                <a:rect b="b" l="l" r="r" t="t"/>
                <a:pathLst>
                  <a:path extrusionOk="0" h="1989" w="1428">
                    <a:moveTo>
                      <a:pt x="978" y="0"/>
                    </a:moveTo>
                    <a:cubicBezTo>
                      <a:pt x="978" y="0"/>
                      <a:pt x="979" y="0"/>
                      <a:pt x="980" y="0"/>
                    </a:cubicBezTo>
                    <a:lnTo>
                      <a:pt x="980" y="0"/>
                    </a:lnTo>
                    <a:cubicBezTo>
                      <a:pt x="981" y="0"/>
                      <a:pt x="983" y="0"/>
                      <a:pt x="984" y="0"/>
                    </a:cubicBezTo>
                    <a:close/>
                    <a:moveTo>
                      <a:pt x="984" y="163"/>
                    </a:moveTo>
                    <a:cubicBezTo>
                      <a:pt x="1010" y="163"/>
                      <a:pt x="1036" y="163"/>
                      <a:pt x="1063" y="170"/>
                    </a:cubicBezTo>
                    <a:cubicBezTo>
                      <a:pt x="854" y="378"/>
                      <a:pt x="561" y="795"/>
                      <a:pt x="554" y="1486"/>
                    </a:cubicBezTo>
                    <a:cubicBezTo>
                      <a:pt x="554" y="1597"/>
                      <a:pt x="671" y="1786"/>
                      <a:pt x="567" y="1812"/>
                    </a:cubicBezTo>
                    <a:cubicBezTo>
                      <a:pt x="548" y="1819"/>
                      <a:pt x="528" y="1819"/>
                      <a:pt x="509" y="1825"/>
                    </a:cubicBezTo>
                    <a:cubicBezTo>
                      <a:pt x="176" y="1825"/>
                      <a:pt x="137" y="854"/>
                      <a:pt x="280" y="574"/>
                    </a:cubicBezTo>
                    <a:cubicBezTo>
                      <a:pt x="365" y="398"/>
                      <a:pt x="522" y="268"/>
                      <a:pt x="704" y="202"/>
                    </a:cubicBezTo>
                    <a:cubicBezTo>
                      <a:pt x="795" y="176"/>
                      <a:pt x="887" y="163"/>
                      <a:pt x="984" y="163"/>
                    </a:cubicBezTo>
                    <a:close/>
                    <a:moveTo>
                      <a:pt x="980" y="0"/>
                    </a:moveTo>
                    <a:lnTo>
                      <a:pt x="980" y="0"/>
                    </a:lnTo>
                    <a:cubicBezTo>
                      <a:pt x="864" y="1"/>
                      <a:pt x="755" y="14"/>
                      <a:pt x="652" y="52"/>
                    </a:cubicBezTo>
                    <a:cubicBezTo>
                      <a:pt x="424" y="124"/>
                      <a:pt x="241" y="287"/>
                      <a:pt x="137" y="496"/>
                    </a:cubicBezTo>
                    <a:cubicBezTo>
                      <a:pt x="0" y="776"/>
                      <a:pt x="0" y="1473"/>
                      <a:pt x="196" y="1786"/>
                    </a:cubicBezTo>
                    <a:cubicBezTo>
                      <a:pt x="254" y="1903"/>
                      <a:pt x="378" y="1982"/>
                      <a:pt x="509" y="1988"/>
                    </a:cubicBezTo>
                    <a:cubicBezTo>
                      <a:pt x="541" y="1982"/>
                      <a:pt x="580" y="1982"/>
                      <a:pt x="613" y="1969"/>
                    </a:cubicBezTo>
                    <a:cubicBezTo>
                      <a:pt x="665" y="1956"/>
                      <a:pt x="717" y="1916"/>
                      <a:pt x="743" y="1864"/>
                    </a:cubicBezTo>
                    <a:cubicBezTo>
                      <a:pt x="782" y="1767"/>
                      <a:pt x="782" y="1662"/>
                      <a:pt x="737" y="1571"/>
                    </a:cubicBezTo>
                    <a:cubicBezTo>
                      <a:pt x="730" y="1545"/>
                      <a:pt x="724" y="1519"/>
                      <a:pt x="717" y="1486"/>
                    </a:cubicBezTo>
                    <a:cubicBezTo>
                      <a:pt x="724" y="874"/>
                      <a:pt x="971" y="489"/>
                      <a:pt x="1180" y="281"/>
                    </a:cubicBezTo>
                    <a:lnTo>
                      <a:pt x="1428" y="33"/>
                    </a:lnTo>
                    <a:lnTo>
                      <a:pt x="1076" y="7"/>
                    </a:lnTo>
                    <a:cubicBezTo>
                      <a:pt x="1044" y="7"/>
                      <a:pt x="1012" y="1"/>
                      <a:pt x="98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90"/>
              <p:cNvSpPr/>
              <p:nvPr/>
            </p:nvSpPr>
            <p:spPr>
              <a:xfrm>
                <a:off x="2154811" y="3552584"/>
                <a:ext cx="99576" cy="131666"/>
              </a:xfrm>
              <a:custGeom>
                <a:rect b="b" l="l" r="r" t="t"/>
                <a:pathLst>
                  <a:path extrusionOk="0" h="5215" w="3944">
                    <a:moveTo>
                      <a:pt x="2041" y="0"/>
                    </a:moveTo>
                    <a:lnTo>
                      <a:pt x="1989" y="13"/>
                    </a:lnTo>
                    <a:cubicBezTo>
                      <a:pt x="1897" y="33"/>
                      <a:pt x="1813" y="59"/>
                      <a:pt x="1721" y="85"/>
                    </a:cubicBezTo>
                    <a:cubicBezTo>
                      <a:pt x="1259" y="235"/>
                      <a:pt x="705" y="567"/>
                      <a:pt x="692" y="1277"/>
                    </a:cubicBezTo>
                    <a:cubicBezTo>
                      <a:pt x="672" y="1291"/>
                      <a:pt x="27" y="1701"/>
                      <a:pt x="20" y="2711"/>
                    </a:cubicBezTo>
                    <a:cubicBezTo>
                      <a:pt x="14" y="3226"/>
                      <a:pt x="1" y="4438"/>
                      <a:pt x="1747" y="5012"/>
                    </a:cubicBezTo>
                    <a:cubicBezTo>
                      <a:pt x="1956" y="5084"/>
                      <a:pt x="2510" y="5214"/>
                      <a:pt x="2725" y="5214"/>
                    </a:cubicBezTo>
                    <a:cubicBezTo>
                      <a:pt x="2751" y="5214"/>
                      <a:pt x="2777" y="5214"/>
                      <a:pt x="2797" y="5208"/>
                    </a:cubicBezTo>
                    <a:cubicBezTo>
                      <a:pt x="2816" y="5208"/>
                      <a:pt x="2835" y="5209"/>
                      <a:pt x="2854" y="5209"/>
                    </a:cubicBezTo>
                    <a:cubicBezTo>
                      <a:pt x="2990" y="5209"/>
                      <a:pt x="3121" y="5188"/>
                      <a:pt x="3247" y="5142"/>
                    </a:cubicBezTo>
                    <a:cubicBezTo>
                      <a:pt x="3540" y="5058"/>
                      <a:pt x="3892" y="4803"/>
                      <a:pt x="3911" y="4093"/>
                    </a:cubicBezTo>
                    <a:cubicBezTo>
                      <a:pt x="3918" y="3865"/>
                      <a:pt x="3924" y="3565"/>
                      <a:pt x="3911" y="3285"/>
                    </a:cubicBezTo>
                    <a:cubicBezTo>
                      <a:pt x="3944" y="2992"/>
                      <a:pt x="3774" y="2359"/>
                      <a:pt x="3709" y="2229"/>
                    </a:cubicBezTo>
                    <a:cubicBezTo>
                      <a:pt x="3644" y="2060"/>
                      <a:pt x="3540" y="1903"/>
                      <a:pt x="3409" y="1779"/>
                    </a:cubicBezTo>
                    <a:cubicBezTo>
                      <a:pt x="3168" y="1551"/>
                      <a:pt x="2849" y="1440"/>
                      <a:pt x="2425" y="1440"/>
                    </a:cubicBezTo>
                    <a:lnTo>
                      <a:pt x="2282" y="1440"/>
                    </a:lnTo>
                    <a:cubicBezTo>
                      <a:pt x="2256" y="1434"/>
                      <a:pt x="2223" y="1434"/>
                      <a:pt x="2197" y="1434"/>
                    </a:cubicBezTo>
                    <a:lnTo>
                      <a:pt x="2139" y="1434"/>
                    </a:lnTo>
                    <a:cubicBezTo>
                      <a:pt x="2041" y="1408"/>
                      <a:pt x="1702" y="1304"/>
                      <a:pt x="1728" y="991"/>
                    </a:cubicBezTo>
                    <a:cubicBezTo>
                      <a:pt x="1747" y="730"/>
                      <a:pt x="2106" y="548"/>
                      <a:pt x="2256" y="476"/>
                    </a:cubicBezTo>
                    <a:lnTo>
                      <a:pt x="2347" y="437"/>
                    </a:lnTo>
                    <a:lnTo>
                      <a:pt x="204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90"/>
              <p:cNvSpPr/>
              <p:nvPr/>
            </p:nvSpPr>
            <p:spPr>
              <a:xfrm>
                <a:off x="2152842" y="3550110"/>
                <a:ext cx="103540" cy="136109"/>
              </a:xfrm>
              <a:custGeom>
                <a:rect b="b" l="l" r="r" t="t"/>
                <a:pathLst>
                  <a:path extrusionOk="0" h="5391" w="4101">
                    <a:moveTo>
                      <a:pt x="2086" y="189"/>
                    </a:moveTo>
                    <a:lnTo>
                      <a:pt x="2301" y="502"/>
                    </a:lnTo>
                    <a:cubicBezTo>
                      <a:pt x="2125" y="580"/>
                      <a:pt x="1754" y="782"/>
                      <a:pt x="1728" y="1082"/>
                    </a:cubicBezTo>
                    <a:cubicBezTo>
                      <a:pt x="1702" y="1415"/>
                      <a:pt x="2008" y="1571"/>
                      <a:pt x="2217" y="1617"/>
                    </a:cubicBezTo>
                    <a:cubicBezTo>
                      <a:pt x="2236" y="1610"/>
                      <a:pt x="2256" y="1610"/>
                      <a:pt x="2275" y="1610"/>
                    </a:cubicBezTo>
                    <a:cubicBezTo>
                      <a:pt x="2314" y="1610"/>
                      <a:pt x="2347" y="1617"/>
                      <a:pt x="2379" y="1623"/>
                    </a:cubicBezTo>
                    <a:cubicBezTo>
                      <a:pt x="2406" y="1630"/>
                      <a:pt x="2438" y="1636"/>
                      <a:pt x="2464" y="1649"/>
                    </a:cubicBezTo>
                    <a:cubicBezTo>
                      <a:pt x="2458" y="1636"/>
                      <a:pt x="2451" y="1623"/>
                      <a:pt x="2445" y="1617"/>
                    </a:cubicBezTo>
                    <a:lnTo>
                      <a:pt x="2503" y="1617"/>
                    </a:lnTo>
                    <a:cubicBezTo>
                      <a:pt x="2901" y="1617"/>
                      <a:pt x="3207" y="1721"/>
                      <a:pt x="3429" y="1929"/>
                    </a:cubicBezTo>
                    <a:cubicBezTo>
                      <a:pt x="3553" y="2047"/>
                      <a:pt x="3650" y="2190"/>
                      <a:pt x="3716" y="2353"/>
                    </a:cubicBezTo>
                    <a:cubicBezTo>
                      <a:pt x="3748" y="2392"/>
                      <a:pt x="3944" y="3083"/>
                      <a:pt x="3905" y="3376"/>
                    </a:cubicBezTo>
                    <a:cubicBezTo>
                      <a:pt x="3918" y="3637"/>
                      <a:pt x="3918" y="3911"/>
                      <a:pt x="3905" y="4185"/>
                    </a:cubicBezTo>
                    <a:cubicBezTo>
                      <a:pt x="3892" y="4706"/>
                      <a:pt x="3690" y="5045"/>
                      <a:pt x="3298" y="5162"/>
                    </a:cubicBezTo>
                    <a:cubicBezTo>
                      <a:pt x="3176" y="5203"/>
                      <a:pt x="3042" y="5228"/>
                      <a:pt x="2912" y="5228"/>
                    </a:cubicBezTo>
                    <a:cubicBezTo>
                      <a:pt x="2898" y="5228"/>
                      <a:pt x="2883" y="5228"/>
                      <a:pt x="2868" y="5227"/>
                    </a:cubicBezTo>
                    <a:cubicBezTo>
                      <a:pt x="2849" y="5227"/>
                      <a:pt x="2829" y="5234"/>
                      <a:pt x="2803" y="5234"/>
                    </a:cubicBezTo>
                    <a:cubicBezTo>
                      <a:pt x="2601" y="5234"/>
                      <a:pt x="2067" y="5110"/>
                      <a:pt x="1858" y="5038"/>
                    </a:cubicBezTo>
                    <a:cubicBezTo>
                      <a:pt x="164" y="4478"/>
                      <a:pt x="177" y="3311"/>
                      <a:pt x="183" y="2809"/>
                    </a:cubicBezTo>
                    <a:cubicBezTo>
                      <a:pt x="190" y="1845"/>
                      <a:pt x="796" y="1460"/>
                      <a:pt x="822" y="1447"/>
                    </a:cubicBezTo>
                    <a:cubicBezTo>
                      <a:pt x="841" y="1434"/>
                      <a:pt x="854" y="1408"/>
                      <a:pt x="861" y="1382"/>
                    </a:cubicBezTo>
                    <a:cubicBezTo>
                      <a:pt x="874" y="717"/>
                      <a:pt x="1395" y="404"/>
                      <a:pt x="1832" y="261"/>
                    </a:cubicBezTo>
                    <a:cubicBezTo>
                      <a:pt x="1917" y="235"/>
                      <a:pt x="2001" y="209"/>
                      <a:pt x="2086" y="189"/>
                    </a:cubicBezTo>
                    <a:close/>
                    <a:moveTo>
                      <a:pt x="2158" y="0"/>
                    </a:moveTo>
                    <a:lnTo>
                      <a:pt x="2158" y="7"/>
                    </a:lnTo>
                    <a:lnTo>
                      <a:pt x="2054" y="33"/>
                    </a:lnTo>
                    <a:cubicBezTo>
                      <a:pt x="1962" y="52"/>
                      <a:pt x="1871" y="79"/>
                      <a:pt x="1780" y="105"/>
                    </a:cubicBezTo>
                    <a:cubicBezTo>
                      <a:pt x="1109" y="326"/>
                      <a:pt x="724" y="756"/>
                      <a:pt x="698" y="1330"/>
                    </a:cubicBezTo>
                    <a:cubicBezTo>
                      <a:pt x="548" y="1441"/>
                      <a:pt x="27" y="1884"/>
                      <a:pt x="20" y="2803"/>
                    </a:cubicBezTo>
                    <a:cubicBezTo>
                      <a:pt x="14" y="3292"/>
                      <a:pt x="1" y="4595"/>
                      <a:pt x="1806" y="5188"/>
                    </a:cubicBezTo>
                    <a:cubicBezTo>
                      <a:pt x="2021" y="5260"/>
                      <a:pt x="2575" y="5390"/>
                      <a:pt x="2803" y="5390"/>
                    </a:cubicBezTo>
                    <a:cubicBezTo>
                      <a:pt x="2836" y="5390"/>
                      <a:pt x="2862" y="5390"/>
                      <a:pt x="2888" y="5384"/>
                    </a:cubicBezTo>
                    <a:cubicBezTo>
                      <a:pt x="2904" y="5384"/>
                      <a:pt x="2919" y="5385"/>
                      <a:pt x="2935" y="5385"/>
                    </a:cubicBezTo>
                    <a:cubicBezTo>
                      <a:pt x="3076" y="5385"/>
                      <a:pt x="3216" y="5359"/>
                      <a:pt x="3351" y="5312"/>
                    </a:cubicBezTo>
                    <a:cubicBezTo>
                      <a:pt x="3670" y="5214"/>
                      <a:pt x="4055" y="4941"/>
                      <a:pt x="4074" y="4185"/>
                    </a:cubicBezTo>
                    <a:cubicBezTo>
                      <a:pt x="4081" y="3963"/>
                      <a:pt x="4081" y="3663"/>
                      <a:pt x="4074" y="3383"/>
                    </a:cubicBezTo>
                    <a:cubicBezTo>
                      <a:pt x="4100" y="3090"/>
                      <a:pt x="3950" y="2464"/>
                      <a:pt x="3865" y="2288"/>
                    </a:cubicBezTo>
                    <a:cubicBezTo>
                      <a:pt x="3794" y="2105"/>
                      <a:pt x="3676" y="1943"/>
                      <a:pt x="3540" y="1806"/>
                    </a:cubicBezTo>
                    <a:cubicBezTo>
                      <a:pt x="3285" y="1564"/>
                      <a:pt x="2947" y="1447"/>
                      <a:pt x="2503" y="1447"/>
                    </a:cubicBezTo>
                    <a:lnTo>
                      <a:pt x="2366" y="1447"/>
                    </a:lnTo>
                    <a:cubicBezTo>
                      <a:pt x="2340" y="1447"/>
                      <a:pt x="2308" y="1441"/>
                      <a:pt x="2275" y="1441"/>
                    </a:cubicBezTo>
                    <a:lnTo>
                      <a:pt x="2230" y="1441"/>
                    </a:lnTo>
                    <a:cubicBezTo>
                      <a:pt x="2132" y="1421"/>
                      <a:pt x="1871" y="1330"/>
                      <a:pt x="1891" y="1089"/>
                    </a:cubicBezTo>
                    <a:cubicBezTo>
                      <a:pt x="1910" y="867"/>
                      <a:pt x="2262" y="691"/>
                      <a:pt x="2373" y="646"/>
                    </a:cubicBezTo>
                    <a:lnTo>
                      <a:pt x="2549" y="561"/>
                    </a:lnTo>
                    <a:lnTo>
                      <a:pt x="2438" y="398"/>
                    </a:lnTo>
                    <a:lnTo>
                      <a:pt x="2217" y="92"/>
                    </a:lnTo>
                    <a:lnTo>
                      <a:pt x="215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70" name="Google Shape;10570;p90"/>
          <p:cNvGrpSpPr/>
          <p:nvPr/>
        </p:nvGrpSpPr>
        <p:grpSpPr>
          <a:xfrm>
            <a:off x="2942205" y="3064707"/>
            <a:ext cx="550623" cy="1310497"/>
            <a:chOff x="2942205" y="3050537"/>
            <a:chExt cx="550623" cy="1310497"/>
          </a:xfrm>
        </p:grpSpPr>
        <p:sp>
          <p:nvSpPr>
            <p:cNvPr id="10571" name="Google Shape;10571;p90"/>
            <p:cNvSpPr/>
            <p:nvPr/>
          </p:nvSpPr>
          <p:spPr>
            <a:xfrm>
              <a:off x="2991084" y="4311978"/>
              <a:ext cx="453016" cy="49056"/>
            </a:xfrm>
            <a:custGeom>
              <a:rect b="b" l="l" r="r" t="t"/>
              <a:pathLst>
                <a:path extrusionOk="0" h="1943" w="17943">
                  <a:moveTo>
                    <a:pt x="8975" y="0"/>
                  </a:moveTo>
                  <a:cubicBezTo>
                    <a:pt x="4015" y="0"/>
                    <a:pt x="0" y="437"/>
                    <a:pt x="0" y="972"/>
                  </a:cubicBezTo>
                  <a:cubicBezTo>
                    <a:pt x="0" y="1506"/>
                    <a:pt x="4021"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2" name="Google Shape;10572;p90"/>
            <p:cNvGrpSpPr/>
            <p:nvPr/>
          </p:nvGrpSpPr>
          <p:grpSpPr>
            <a:xfrm>
              <a:off x="2942205" y="3050537"/>
              <a:ext cx="550623" cy="1278079"/>
              <a:chOff x="2942205" y="3050537"/>
              <a:chExt cx="550623" cy="1278079"/>
            </a:xfrm>
          </p:grpSpPr>
          <p:sp>
            <p:nvSpPr>
              <p:cNvPr id="10573" name="Google Shape;10573;p90"/>
              <p:cNvSpPr/>
              <p:nvPr/>
            </p:nvSpPr>
            <p:spPr>
              <a:xfrm>
                <a:off x="2942205" y="3050537"/>
                <a:ext cx="550623" cy="1278079"/>
              </a:xfrm>
              <a:custGeom>
                <a:rect b="b" l="l" r="r" t="t"/>
                <a:pathLst>
                  <a:path extrusionOk="0" h="50622" w="21809">
                    <a:moveTo>
                      <a:pt x="3774" y="7802"/>
                    </a:moveTo>
                    <a:lnTo>
                      <a:pt x="3774" y="7834"/>
                    </a:lnTo>
                    <a:lnTo>
                      <a:pt x="3755" y="7834"/>
                    </a:lnTo>
                    <a:lnTo>
                      <a:pt x="3774" y="7802"/>
                    </a:lnTo>
                    <a:close/>
                    <a:moveTo>
                      <a:pt x="10689" y="0"/>
                    </a:moveTo>
                    <a:cubicBezTo>
                      <a:pt x="6753" y="0"/>
                      <a:pt x="3559" y="3187"/>
                      <a:pt x="3559" y="7130"/>
                    </a:cubicBezTo>
                    <a:cubicBezTo>
                      <a:pt x="3559" y="7365"/>
                      <a:pt x="3572" y="7600"/>
                      <a:pt x="3598" y="7834"/>
                    </a:cubicBezTo>
                    <a:cubicBezTo>
                      <a:pt x="2972" y="7906"/>
                      <a:pt x="2542" y="8512"/>
                      <a:pt x="2699" y="9131"/>
                    </a:cubicBezTo>
                    <a:cubicBezTo>
                      <a:pt x="2821" y="9609"/>
                      <a:pt x="3247" y="9920"/>
                      <a:pt x="3710" y="9920"/>
                    </a:cubicBezTo>
                    <a:cubicBezTo>
                      <a:pt x="3841" y="9920"/>
                      <a:pt x="3976" y="9895"/>
                      <a:pt x="4106" y="9842"/>
                    </a:cubicBezTo>
                    <a:cubicBezTo>
                      <a:pt x="4830" y="12044"/>
                      <a:pt x="6681" y="13804"/>
                      <a:pt x="8747" y="14560"/>
                    </a:cubicBezTo>
                    <a:cubicBezTo>
                      <a:pt x="8793" y="14573"/>
                      <a:pt x="8871" y="14593"/>
                      <a:pt x="8871" y="14606"/>
                    </a:cubicBezTo>
                    <a:lnTo>
                      <a:pt x="8871" y="16620"/>
                    </a:lnTo>
                    <a:lnTo>
                      <a:pt x="5651" y="16620"/>
                    </a:lnTo>
                    <a:cubicBezTo>
                      <a:pt x="5651" y="16620"/>
                      <a:pt x="5645" y="16685"/>
                      <a:pt x="5625" y="16698"/>
                    </a:cubicBezTo>
                    <a:cubicBezTo>
                      <a:pt x="5051" y="16705"/>
                      <a:pt x="4537" y="17076"/>
                      <a:pt x="4361" y="17623"/>
                    </a:cubicBezTo>
                    <a:lnTo>
                      <a:pt x="215" y="33239"/>
                    </a:lnTo>
                    <a:cubicBezTo>
                      <a:pt x="0" y="33872"/>
                      <a:pt x="294" y="34563"/>
                      <a:pt x="900" y="34849"/>
                    </a:cubicBezTo>
                    <a:cubicBezTo>
                      <a:pt x="1081" y="34936"/>
                      <a:pt x="1273" y="34977"/>
                      <a:pt x="1463" y="34977"/>
                    </a:cubicBezTo>
                    <a:cubicBezTo>
                      <a:pt x="1903" y="34977"/>
                      <a:pt x="2329" y="34756"/>
                      <a:pt x="2575" y="34360"/>
                    </a:cubicBezTo>
                    <a:cubicBezTo>
                      <a:pt x="2647" y="34407"/>
                      <a:pt x="2726" y="34429"/>
                      <a:pt x="2804" y="34429"/>
                    </a:cubicBezTo>
                    <a:cubicBezTo>
                      <a:pt x="2987" y="34429"/>
                      <a:pt x="3161" y="34309"/>
                      <a:pt x="3207"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85" y="32360"/>
                    </a:lnTo>
                    <a:cubicBezTo>
                      <a:pt x="6622" y="40187"/>
                      <a:pt x="6798" y="48725"/>
                      <a:pt x="6798" y="48725"/>
                    </a:cubicBezTo>
                    <a:cubicBezTo>
                      <a:pt x="6798" y="48725"/>
                      <a:pt x="4517" y="49090"/>
                      <a:pt x="4517" y="50615"/>
                    </a:cubicBezTo>
                    <a:lnTo>
                      <a:pt x="8936" y="50615"/>
                    </a:lnTo>
                    <a:lnTo>
                      <a:pt x="10631" y="33428"/>
                    </a:lnTo>
                    <a:lnTo>
                      <a:pt x="10663" y="33455"/>
                    </a:lnTo>
                    <a:lnTo>
                      <a:pt x="11035" y="33455"/>
                    </a:lnTo>
                    <a:lnTo>
                      <a:pt x="11035" y="33448"/>
                    </a:lnTo>
                    <a:lnTo>
                      <a:pt x="12892" y="50622"/>
                    </a:lnTo>
                    <a:lnTo>
                      <a:pt x="17311" y="50622"/>
                    </a:lnTo>
                    <a:cubicBezTo>
                      <a:pt x="17311" y="49090"/>
                      <a:pt x="15023" y="48732"/>
                      <a:pt x="15023" y="48732"/>
                    </a:cubicBezTo>
                    <a:cubicBezTo>
                      <a:pt x="15023" y="48732"/>
                      <a:pt x="15193" y="40096"/>
                      <a:pt x="15317" y="32216"/>
                    </a:cubicBezTo>
                    <a:cubicBezTo>
                      <a:pt x="15323" y="31897"/>
                      <a:pt x="15356" y="30567"/>
                      <a:pt x="15356" y="30567"/>
                    </a:cubicBezTo>
                    <a:lnTo>
                      <a:pt x="15343" y="30567"/>
                    </a:lnTo>
                    <a:cubicBezTo>
                      <a:pt x="15408" y="26474"/>
                      <a:pt x="15454" y="22779"/>
                      <a:pt x="15454" y="20863"/>
                    </a:cubicBezTo>
                    <a:lnTo>
                      <a:pt x="18510" y="31923"/>
                    </a:lnTo>
                    <a:cubicBezTo>
                      <a:pt x="18302" y="31988"/>
                      <a:pt x="18152" y="32334"/>
                      <a:pt x="18204" y="32542"/>
                    </a:cubicBezTo>
                    <a:lnTo>
                      <a:pt x="18562" y="34113"/>
                    </a:lnTo>
                    <a:cubicBezTo>
                      <a:pt x="18602" y="34305"/>
                      <a:pt x="18769" y="34428"/>
                      <a:pt x="18956" y="34428"/>
                    </a:cubicBezTo>
                    <a:cubicBezTo>
                      <a:pt x="18985" y="34428"/>
                      <a:pt x="19015" y="34425"/>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8" y="34582"/>
                      <a:pt x="21808" y="33885"/>
                      <a:pt x="21600" y="33246"/>
                    </a:cubicBezTo>
                    <a:lnTo>
                      <a:pt x="17292" y="17663"/>
                    </a:lnTo>
                    <a:cubicBezTo>
                      <a:pt x="17116" y="17141"/>
                      <a:pt x="16653" y="16744"/>
                      <a:pt x="16138" y="16705"/>
                    </a:cubicBezTo>
                    <a:cubicBezTo>
                      <a:pt x="16125" y="16691"/>
                      <a:pt x="16112" y="16626"/>
                      <a:pt x="16112" y="16626"/>
                    </a:cubicBezTo>
                    <a:lnTo>
                      <a:pt x="12612" y="16626"/>
                    </a:lnTo>
                    <a:lnTo>
                      <a:pt x="12612" y="14704"/>
                    </a:lnTo>
                    <a:cubicBezTo>
                      <a:pt x="12612" y="14704"/>
                      <a:pt x="12638" y="14697"/>
                      <a:pt x="12651" y="14691"/>
                    </a:cubicBezTo>
                    <a:cubicBezTo>
                      <a:pt x="12664" y="14691"/>
                      <a:pt x="12684" y="14684"/>
                      <a:pt x="12697" y="14678"/>
                    </a:cubicBezTo>
                    <a:cubicBezTo>
                      <a:pt x="14893" y="14013"/>
                      <a:pt x="16913" y="12201"/>
                      <a:pt x="17689" y="9887"/>
                    </a:cubicBezTo>
                    <a:cubicBezTo>
                      <a:pt x="17774" y="9907"/>
                      <a:pt x="17859" y="9920"/>
                      <a:pt x="17943" y="9920"/>
                    </a:cubicBezTo>
                    <a:cubicBezTo>
                      <a:pt x="17947" y="9920"/>
                      <a:pt x="17952" y="9920"/>
                      <a:pt x="17956" y="9920"/>
                    </a:cubicBezTo>
                    <a:cubicBezTo>
                      <a:pt x="18511" y="9920"/>
                      <a:pt x="18973" y="9485"/>
                      <a:pt x="19006" y="8929"/>
                    </a:cubicBezTo>
                    <a:cubicBezTo>
                      <a:pt x="19032" y="8369"/>
                      <a:pt x="18608" y="7880"/>
                      <a:pt x="18048" y="7834"/>
                    </a:cubicBezTo>
                    <a:lnTo>
                      <a:pt x="18048" y="7828"/>
                    </a:lnTo>
                    <a:cubicBezTo>
                      <a:pt x="18048" y="7815"/>
                      <a:pt x="18041" y="7802"/>
                      <a:pt x="18041" y="7789"/>
                    </a:cubicBezTo>
                    <a:cubicBezTo>
                      <a:pt x="18035" y="6068"/>
                      <a:pt x="17637" y="4295"/>
                      <a:pt x="16685" y="2998"/>
                    </a:cubicBezTo>
                    <a:cubicBezTo>
                      <a:pt x="17656" y="2464"/>
                      <a:pt x="17774" y="1786"/>
                      <a:pt x="18152" y="1147"/>
                    </a:cubicBezTo>
                    <a:lnTo>
                      <a:pt x="18152" y="1147"/>
                    </a:lnTo>
                    <a:cubicBezTo>
                      <a:pt x="17943" y="1170"/>
                      <a:pt x="17732" y="1181"/>
                      <a:pt x="17520" y="1181"/>
                    </a:cubicBezTo>
                    <a:cubicBezTo>
                      <a:pt x="15276" y="1181"/>
                      <a:pt x="12899" y="0"/>
                      <a:pt x="1068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4" name="Google Shape;10574;p90"/>
              <p:cNvGrpSpPr/>
              <p:nvPr/>
            </p:nvGrpSpPr>
            <p:grpSpPr>
              <a:xfrm>
                <a:off x="2976264" y="3168065"/>
                <a:ext cx="478718" cy="1086021"/>
                <a:chOff x="2976264" y="3168065"/>
                <a:chExt cx="478718" cy="1086021"/>
              </a:xfrm>
            </p:grpSpPr>
            <p:sp>
              <p:nvSpPr>
                <p:cNvPr id="10575" name="Google Shape;10575;p90"/>
                <p:cNvSpPr/>
                <p:nvPr/>
              </p:nvSpPr>
              <p:spPr>
                <a:xfrm>
                  <a:off x="2976264" y="3716491"/>
                  <a:ext cx="68522" cy="119951"/>
                </a:xfrm>
                <a:custGeom>
                  <a:rect b="b" l="l" r="r" t="t"/>
                  <a:pathLst>
                    <a:path extrusionOk="0" h="4751" w="2714">
                      <a:moveTo>
                        <a:pt x="2269" y="1"/>
                      </a:moveTo>
                      <a:cubicBezTo>
                        <a:pt x="2234" y="1"/>
                        <a:pt x="2197" y="6"/>
                        <a:pt x="2158" y="19"/>
                      </a:cubicBezTo>
                      <a:cubicBezTo>
                        <a:pt x="450" y="593"/>
                        <a:pt x="1" y="3161"/>
                        <a:pt x="79" y="4699"/>
                      </a:cubicBezTo>
                      <a:cubicBezTo>
                        <a:pt x="79" y="4731"/>
                        <a:pt x="106" y="4750"/>
                        <a:pt x="132" y="4750"/>
                      </a:cubicBezTo>
                      <a:cubicBezTo>
                        <a:pt x="149" y="4750"/>
                        <a:pt x="166" y="4742"/>
                        <a:pt x="176" y="4725"/>
                      </a:cubicBezTo>
                      <a:cubicBezTo>
                        <a:pt x="535" y="4079"/>
                        <a:pt x="763" y="3402"/>
                        <a:pt x="1024" y="2717"/>
                      </a:cubicBezTo>
                      <a:cubicBezTo>
                        <a:pt x="1369" y="1818"/>
                        <a:pt x="1871" y="1303"/>
                        <a:pt x="2510" y="619"/>
                      </a:cubicBezTo>
                      <a:cubicBezTo>
                        <a:pt x="2713" y="398"/>
                        <a:pt x="2559" y="1"/>
                        <a:pt x="2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90"/>
                <p:cNvSpPr/>
                <p:nvPr/>
              </p:nvSpPr>
              <p:spPr>
                <a:xfrm>
                  <a:off x="3000047" y="3758831"/>
                  <a:ext cx="39588" cy="65871"/>
                </a:xfrm>
                <a:custGeom>
                  <a:rect b="b" l="l" r="r" t="t"/>
                  <a:pathLst>
                    <a:path extrusionOk="0" h="2609" w="1568">
                      <a:moveTo>
                        <a:pt x="1310" y="1"/>
                      </a:moveTo>
                      <a:cubicBezTo>
                        <a:pt x="1276" y="1"/>
                        <a:pt x="1242" y="12"/>
                        <a:pt x="1209" y="37"/>
                      </a:cubicBezTo>
                      <a:cubicBezTo>
                        <a:pt x="883" y="284"/>
                        <a:pt x="720" y="656"/>
                        <a:pt x="564" y="1027"/>
                      </a:cubicBezTo>
                      <a:cubicBezTo>
                        <a:pt x="369" y="1464"/>
                        <a:pt x="186" y="1920"/>
                        <a:pt x="36" y="2376"/>
                      </a:cubicBezTo>
                      <a:cubicBezTo>
                        <a:pt x="0" y="2489"/>
                        <a:pt x="105" y="2609"/>
                        <a:pt x="211" y="2609"/>
                      </a:cubicBezTo>
                      <a:cubicBezTo>
                        <a:pt x="240" y="2609"/>
                        <a:pt x="270" y="2600"/>
                        <a:pt x="297" y="2578"/>
                      </a:cubicBezTo>
                      <a:cubicBezTo>
                        <a:pt x="668" y="2318"/>
                        <a:pt x="962" y="1959"/>
                        <a:pt x="1144" y="1542"/>
                      </a:cubicBezTo>
                      <a:cubicBezTo>
                        <a:pt x="1340" y="1138"/>
                        <a:pt x="1568" y="675"/>
                        <a:pt x="1522" y="219"/>
                      </a:cubicBezTo>
                      <a:cubicBezTo>
                        <a:pt x="1512" y="110"/>
                        <a:pt x="1416" y="1"/>
                        <a:pt x="1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0"/>
                <p:cNvSpPr/>
                <p:nvPr/>
              </p:nvSpPr>
              <p:spPr>
                <a:xfrm>
                  <a:off x="3021684" y="3580659"/>
                  <a:ext cx="59912" cy="110205"/>
                </a:xfrm>
                <a:custGeom>
                  <a:rect b="b" l="l" r="r" t="t"/>
                  <a:pathLst>
                    <a:path extrusionOk="0" h="4365" w="2373">
                      <a:moveTo>
                        <a:pt x="1377" y="0"/>
                      </a:moveTo>
                      <a:cubicBezTo>
                        <a:pt x="925" y="0"/>
                        <a:pt x="616" y="342"/>
                        <a:pt x="509" y="772"/>
                      </a:cubicBezTo>
                      <a:cubicBezTo>
                        <a:pt x="274" y="1743"/>
                        <a:pt x="0" y="2870"/>
                        <a:pt x="20" y="3874"/>
                      </a:cubicBezTo>
                      <a:cubicBezTo>
                        <a:pt x="29" y="4173"/>
                        <a:pt x="324" y="4364"/>
                        <a:pt x="606" y="4364"/>
                      </a:cubicBezTo>
                      <a:cubicBezTo>
                        <a:pt x="730" y="4364"/>
                        <a:pt x="852" y="4327"/>
                        <a:pt x="945" y="4245"/>
                      </a:cubicBezTo>
                      <a:cubicBezTo>
                        <a:pt x="1819" y="3463"/>
                        <a:pt x="2014" y="2088"/>
                        <a:pt x="2262" y="1000"/>
                      </a:cubicBezTo>
                      <a:cubicBezTo>
                        <a:pt x="2373" y="530"/>
                        <a:pt x="1949" y="68"/>
                        <a:pt x="1506" y="9"/>
                      </a:cubicBezTo>
                      <a:cubicBezTo>
                        <a:pt x="1462" y="3"/>
                        <a:pt x="1419" y="0"/>
                        <a:pt x="13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90"/>
                <p:cNvSpPr/>
                <p:nvPr/>
              </p:nvSpPr>
              <p:spPr>
                <a:xfrm>
                  <a:off x="3064554" y="3484820"/>
                  <a:ext cx="76626" cy="82383"/>
                </a:xfrm>
                <a:custGeom>
                  <a:rect b="b" l="l" r="r" t="t"/>
                  <a:pathLst>
                    <a:path extrusionOk="0" h="3263" w="3035">
                      <a:moveTo>
                        <a:pt x="2038" y="1"/>
                      </a:moveTo>
                      <a:cubicBezTo>
                        <a:pt x="1451" y="1"/>
                        <a:pt x="821" y="436"/>
                        <a:pt x="518" y="898"/>
                      </a:cubicBezTo>
                      <a:cubicBezTo>
                        <a:pt x="277" y="1257"/>
                        <a:pt x="290" y="1596"/>
                        <a:pt x="192" y="1993"/>
                      </a:cubicBezTo>
                      <a:cubicBezTo>
                        <a:pt x="108" y="2352"/>
                        <a:pt x="49" y="2717"/>
                        <a:pt x="16" y="3082"/>
                      </a:cubicBezTo>
                      <a:cubicBezTo>
                        <a:pt x="1" y="3196"/>
                        <a:pt x="100" y="3263"/>
                        <a:pt x="199" y="3263"/>
                      </a:cubicBezTo>
                      <a:cubicBezTo>
                        <a:pt x="264" y="3263"/>
                        <a:pt x="329" y="3235"/>
                        <a:pt x="362" y="3173"/>
                      </a:cubicBezTo>
                      <a:cubicBezTo>
                        <a:pt x="486" y="2932"/>
                        <a:pt x="597" y="2684"/>
                        <a:pt x="714" y="2443"/>
                      </a:cubicBezTo>
                      <a:cubicBezTo>
                        <a:pt x="838" y="2182"/>
                        <a:pt x="1027" y="2019"/>
                        <a:pt x="1203" y="1798"/>
                      </a:cubicBezTo>
                      <a:cubicBezTo>
                        <a:pt x="1333" y="1622"/>
                        <a:pt x="1502" y="1485"/>
                        <a:pt x="1705" y="1387"/>
                      </a:cubicBezTo>
                      <a:cubicBezTo>
                        <a:pt x="2030" y="1263"/>
                        <a:pt x="2356" y="1361"/>
                        <a:pt x="2682" y="1165"/>
                      </a:cubicBezTo>
                      <a:cubicBezTo>
                        <a:pt x="2982" y="989"/>
                        <a:pt x="3034" y="572"/>
                        <a:pt x="2793" y="325"/>
                      </a:cubicBezTo>
                      <a:cubicBezTo>
                        <a:pt x="2576" y="95"/>
                        <a:pt x="2311" y="1"/>
                        <a:pt x="20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90"/>
                <p:cNvSpPr/>
                <p:nvPr/>
              </p:nvSpPr>
              <p:spPr>
                <a:xfrm>
                  <a:off x="3110378" y="3514536"/>
                  <a:ext cx="118764" cy="101596"/>
                </a:xfrm>
                <a:custGeom>
                  <a:rect b="b" l="l" r="r" t="t"/>
                  <a:pathLst>
                    <a:path extrusionOk="0" h="4024" w="4704">
                      <a:moveTo>
                        <a:pt x="2490" y="1"/>
                      </a:moveTo>
                      <a:cubicBezTo>
                        <a:pt x="2445" y="1"/>
                        <a:pt x="2399" y="3"/>
                        <a:pt x="2353" y="8"/>
                      </a:cubicBezTo>
                      <a:cubicBezTo>
                        <a:pt x="1473" y="106"/>
                        <a:pt x="574" y="640"/>
                        <a:pt x="385" y="914"/>
                      </a:cubicBezTo>
                      <a:cubicBezTo>
                        <a:pt x="0" y="1468"/>
                        <a:pt x="137" y="2100"/>
                        <a:pt x="391" y="2674"/>
                      </a:cubicBezTo>
                      <a:cubicBezTo>
                        <a:pt x="742" y="3475"/>
                        <a:pt x="1557" y="4023"/>
                        <a:pt x="2372" y="4023"/>
                      </a:cubicBezTo>
                      <a:cubicBezTo>
                        <a:pt x="2783" y="4023"/>
                        <a:pt x="3194" y="3884"/>
                        <a:pt x="3546" y="3567"/>
                      </a:cubicBezTo>
                      <a:cubicBezTo>
                        <a:pt x="4703" y="2523"/>
                        <a:pt x="3958" y="1"/>
                        <a:pt x="24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90"/>
                <p:cNvSpPr/>
                <p:nvPr/>
              </p:nvSpPr>
              <p:spPr>
                <a:xfrm>
                  <a:off x="3162388" y="3474090"/>
                  <a:ext cx="36104" cy="28504"/>
                </a:xfrm>
                <a:custGeom>
                  <a:rect b="b" l="l" r="r" t="t"/>
                  <a:pathLst>
                    <a:path extrusionOk="0" h="1129" w="1430">
                      <a:moveTo>
                        <a:pt x="413" y="0"/>
                      </a:moveTo>
                      <a:cubicBezTo>
                        <a:pt x="204" y="0"/>
                        <a:pt x="1" y="207"/>
                        <a:pt x="52" y="424"/>
                      </a:cubicBezTo>
                      <a:cubicBezTo>
                        <a:pt x="26" y="541"/>
                        <a:pt x="13" y="658"/>
                        <a:pt x="19" y="782"/>
                      </a:cubicBezTo>
                      <a:cubicBezTo>
                        <a:pt x="19" y="919"/>
                        <a:pt x="111" y="1043"/>
                        <a:pt x="241" y="1076"/>
                      </a:cubicBezTo>
                      <a:cubicBezTo>
                        <a:pt x="495" y="1108"/>
                        <a:pt x="749" y="1128"/>
                        <a:pt x="1004" y="1128"/>
                      </a:cubicBezTo>
                      <a:cubicBezTo>
                        <a:pt x="1011" y="1128"/>
                        <a:pt x="1019" y="1128"/>
                        <a:pt x="1026" y="1128"/>
                      </a:cubicBezTo>
                      <a:cubicBezTo>
                        <a:pt x="1322" y="1128"/>
                        <a:pt x="1429" y="751"/>
                        <a:pt x="1245" y="548"/>
                      </a:cubicBezTo>
                      <a:cubicBezTo>
                        <a:pt x="1147" y="437"/>
                        <a:pt x="1036" y="346"/>
                        <a:pt x="912" y="267"/>
                      </a:cubicBezTo>
                      <a:cubicBezTo>
                        <a:pt x="762" y="170"/>
                        <a:pt x="678" y="65"/>
                        <a:pt x="502" y="13"/>
                      </a:cubicBezTo>
                      <a:cubicBezTo>
                        <a:pt x="473" y="4"/>
                        <a:pt x="443" y="0"/>
                        <a:pt x="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90"/>
                <p:cNvSpPr/>
                <p:nvPr/>
              </p:nvSpPr>
              <p:spPr>
                <a:xfrm>
                  <a:off x="3179001" y="3433012"/>
                  <a:ext cx="38351" cy="58675"/>
                </a:xfrm>
                <a:custGeom>
                  <a:rect b="b" l="l" r="r" t="t"/>
                  <a:pathLst>
                    <a:path extrusionOk="0" h="2324" w="1519">
                      <a:moveTo>
                        <a:pt x="259" y="1"/>
                      </a:moveTo>
                      <a:cubicBezTo>
                        <a:pt x="245" y="1"/>
                        <a:pt x="229" y="9"/>
                        <a:pt x="222" y="24"/>
                      </a:cubicBezTo>
                      <a:lnTo>
                        <a:pt x="222" y="37"/>
                      </a:lnTo>
                      <a:cubicBezTo>
                        <a:pt x="52" y="128"/>
                        <a:pt x="0" y="408"/>
                        <a:pt x="202" y="526"/>
                      </a:cubicBezTo>
                      <a:cubicBezTo>
                        <a:pt x="248" y="1132"/>
                        <a:pt x="541" y="1686"/>
                        <a:pt x="887" y="2201"/>
                      </a:cubicBezTo>
                      <a:cubicBezTo>
                        <a:pt x="941" y="2280"/>
                        <a:pt x="1038" y="2324"/>
                        <a:pt x="1129" y="2324"/>
                      </a:cubicBezTo>
                      <a:cubicBezTo>
                        <a:pt x="1233" y="2324"/>
                        <a:pt x="1332" y="2267"/>
                        <a:pt x="1356" y="2142"/>
                      </a:cubicBezTo>
                      <a:cubicBezTo>
                        <a:pt x="1519" y="1347"/>
                        <a:pt x="1317" y="278"/>
                        <a:pt x="417" y="24"/>
                      </a:cubicBezTo>
                      <a:cubicBezTo>
                        <a:pt x="393" y="16"/>
                        <a:pt x="366" y="10"/>
                        <a:pt x="339" y="10"/>
                      </a:cubicBezTo>
                      <a:cubicBezTo>
                        <a:pt x="322" y="10"/>
                        <a:pt x="304" y="12"/>
                        <a:pt x="287" y="17"/>
                      </a:cubicBezTo>
                      <a:cubicBezTo>
                        <a:pt x="281" y="6"/>
                        <a:pt x="270" y="1"/>
                        <a:pt x="2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90"/>
                <p:cNvSpPr/>
                <p:nvPr/>
              </p:nvSpPr>
              <p:spPr>
                <a:xfrm>
                  <a:off x="3156859" y="3628907"/>
                  <a:ext cx="50621" cy="52212"/>
                </a:xfrm>
                <a:custGeom>
                  <a:rect b="b" l="l" r="r" t="t"/>
                  <a:pathLst>
                    <a:path extrusionOk="0" h="2068" w="2005">
                      <a:moveTo>
                        <a:pt x="1455" y="1"/>
                      </a:moveTo>
                      <a:cubicBezTo>
                        <a:pt x="1388" y="1"/>
                        <a:pt x="1321" y="9"/>
                        <a:pt x="1255" y="27"/>
                      </a:cubicBezTo>
                      <a:cubicBezTo>
                        <a:pt x="1131" y="47"/>
                        <a:pt x="1014" y="99"/>
                        <a:pt x="916" y="190"/>
                      </a:cubicBezTo>
                      <a:cubicBezTo>
                        <a:pt x="525" y="464"/>
                        <a:pt x="245" y="985"/>
                        <a:pt x="121" y="1396"/>
                      </a:cubicBezTo>
                      <a:cubicBezTo>
                        <a:pt x="1" y="1784"/>
                        <a:pt x="289" y="2067"/>
                        <a:pt x="658" y="2067"/>
                      </a:cubicBezTo>
                      <a:cubicBezTo>
                        <a:pt x="729" y="2067"/>
                        <a:pt x="803" y="2057"/>
                        <a:pt x="877" y="2035"/>
                      </a:cubicBezTo>
                      <a:cubicBezTo>
                        <a:pt x="1242" y="1924"/>
                        <a:pt x="1555" y="1891"/>
                        <a:pt x="1783" y="1578"/>
                      </a:cubicBezTo>
                      <a:cubicBezTo>
                        <a:pt x="1979" y="1311"/>
                        <a:pt x="2005" y="946"/>
                        <a:pt x="1998" y="633"/>
                      </a:cubicBezTo>
                      <a:cubicBezTo>
                        <a:pt x="1992" y="568"/>
                        <a:pt x="1985" y="510"/>
                        <a:pt x="1966" y="451"/>
                      </a:cubicBezTo>
                      <a:cubicBezTo>
                        <a:pt x="1992" y="262"/>
                        <a:pt x="1874" y="86"/>
                        <a:pt x="1692" y="34"/>
                      </a:cubicBezTo>
                      <a:cubicBezTo>
                        <a:pt x="1614" y="13"/>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0"/>
                <p:cNvSpPr/>
                <p:nvPr/>
              </p:nvSpPr>
              <p:spPr>
                <a:xfrm>
                  <a:off x="3156859" y="3684098"/>
                  <a:ext cx="50621" cy="52288"/>
                </a:xfrm>
                <a:custGeom>
                  <a:rect b="b" l="l" r="r" t="t"/>
                  <a:pathLst>
                    <a:path extrusionOk="0" h="2071" w="2005">
                      <a:moveTo>
                        <a:pt x="1464" y="1"/>
                      </a:moveTo>
                      <a:cubicBezTo>
                        <a:pt x="1394" y="1"/>
                        <a:pt x="1324" y="9"/>
                        <a:pt x="1255" y="25"/>
                      </a:cubicBezTo>
                      <a:cubicBezTo>
                        <a:pt x="1131" y="44"/>
                        <a:pt x="1008" y="103"/>
                        <a:pt x="916" y="188"/>
                      </a:cubicBezTo>
                      <a:cubicBezTo>
                        <a:pt x="525" y="461"/>
                        <a:pt x="245" y="989"/>
                        <a:pt x="121" y="1400"/>
                      </a:cubicBezTo>
                      <a:cubicBezTo>
                        <a:pt x="1" y="1788"/>
                        <a:pt x="289" y="2071"/>
                        <a:pt x="658" y="2071"/>
                      </a:cubicBezTo>
                      <a:cubicBezTo>
                        <a:pt x="729" y="2071"/>
                        <a:pt x="803" y="2061"/>
                        <a:pt x="877" y="2039"/>
                      </a:cubicBezTo>
                      <a:cubicBezTo>
                        <a:pt x="1242" y="1928"/>
                        <a:pt x="1555" y="1895"/>
                        <a:pt x="1783" y="1582"/>
                      </a:cubicBezTo>
                      <a:cubicBezTo>
                        <a:pt x="1979" y="1322"/>
                        <a:pt x="2005" y="950"/>
                        <a:pt x="1998" y="637"/>
                      </a:cubicBezTo>
                      <a:cubicBezTo>
                        <a:pt x="1992" y="572"/>
                        <a:pt x="1985" y="513"/>
                        <a:pt x="1966" y="455"/>
                      </a:cubicBezTo>
                      <a:cubicBezTo>
                        <a:pt x="1992" y="266"/>
                        <a:pt x="1874" y="83"/>
                        <a:pt x="1692" y="31"/>
                      </a:cubicBezTo>
                      <a:cubicBezTo>
                        <a:pt x="1617" y="11"/>
                        <a:pt x="1540" y="1"/>
                        <a:pt x="14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0"/>
                <p:cNvSpPr/>
                <p:nvPr/>
              </p:nvSpPr>
              <p:spPr>
                <a:xfrm>
                  <a:off x="3156859" y="3739491"/>
                  <a:ext cx="50621" cy="52187"/>
                </a:xfrm>
                <a:custGeom>
                  <a:rect b="b" l="l" r="r" t="t"/>
                  <a:pathLst>
                    <a:path extrusionOk="0" h="2067" w="2005">
                      <a:moveTo>
                        <a:pt x="1455" y="1"/>
                      </a:moveTo>
                      <a:cubicBezTo>
                        <a:pt x="1388" y="1"/>
                        <a:pt x="1321" y="9"/>
                        <a:pt x="1255" y="27"/>
                      </a:cubicBezTo>
                      <a:cubicBezTo>
                        <a:pt x="1131" y="47"/>
                        <a:pt x="1014" y="99"/>
                        <a:pt x="916" y="190"/>
                      </a:cubicBezTo>
                      <a:cubicBezTo>
                        <a:pt x="525" y="464"/>
                        <a:pt x="245" y="985"/>
                        <a:pt x="121" y="1402"/>
                      </a:cubicBezTo>
                      <a:cubicBezTo>
                        <a:pt x="1" y="1785"/>
                        <a:pt x="289" y="2067"/>
                        <a:pt x="658" y="2067"/>
                      </a:cubicBezTo>
                      <a:cubicBezTo>
                        <a:pt x="729" y="2067"/>
                        <a:pt x="803" y="2056"/>
                        <a:pt x="877" y="2034"/>
                      </a:cubicBezTo>
                      <a:cubicBezTo>
                        <a:pt x="1242" y="1924"/>
                        <a:pt x="1555" y="1898"/>
                        <a:pt x="1783" y="1585"/>
                      </a:cubicBezTo>
                      <a:cubicBezTo>
                        <a:pt x="1979" y="1318"/>
                        <a:pt x="2005" y="946"/>
                        <a:pt x="1998" y="633"/>
                      </a:cubicBezTo>
                      <a:cubicBezTo>
                        <a:pt x="1992" y="575"/>
                        <a:pt x="1985" y="509"/>
                        <a:pt x="1966" y="451"/>
                      </a:cubicBezTo>
                      <a:cubicBezTo>
                        <a:pt x="1992" y="262"/>
                        <a:pt x="1874" y="86"/>
                        <a:pt x="1692" y="34"/>
                      </a:cubicBezTo>
                      <a:cubicBezTo>
                        <a:pt x="1614" y="12"/>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90"/>
                <p:cNvSpPr/>
                <p:nvPr/>
              </p:nvSpPr>
              <p:spPr>
                <a:xfrm>
                  <a:off x="3118129" y="3629437"/>
                  <a:ext cx="32923" cy="44511"/>
                </a:xfrm>
                <a:custGeom>
                  <a:rect b="b" l="l" r="r" t="t"/>
                  <a:pathLst>
                    <a:path extrusionOk="0" h="1763" w="1304">
                      <a:moveTo>
                        <a:pt x="478" y="1"/>
                      </a:moveTo>
                      <a:cubicBezTo>
                        <a:pt x="239" y="1"/>
                        <a:pt x="1" y="207"/>
                        <a:pt x="52" y="528"/>
                      </a:cubicBezTo>
                      <a:cubicBezTo>
                        <a:pt x="117" y="919"/>
                        <a:pt x="208" y="1668"/>
                        <a:pt x="691" y="1753"/>
                      </a:cubicBezTo>
                      <a:cubicBezTo>
                        <a:pt x="726" y="1759"/>
                        <a:pt x="762" y="1763"/>
                        <a:pt x="798" y="1763"/>
                      </a:cubicBezTo>
                      <a:cubicBezTo>
                        <a:pt x="947" y="1763"/>
                        <a:pt x="1093" y="1704"/>
                        <a:pt x="1166" y="1557"/>
                      </a:cubicBezTo>
                      <a:cubicBezTo>
                        <a:pt x="1303" y="1297"/>
                        <a:pt x="1205" y="1056"/>
                        <a:pt x="1082" y="801"/>
                      </a:cubicBezTo>
                      <a:cubicBezTo>
                        <a:pt x="997" y="638"/>
                        <a:pt x="925" y="476"/>
                        <a:pt x="867" y="300"/>
                      </a:cubicBezTo>
                      <a:cubicBezTo>
                        <a:pt x="794" y="91"/>
                        <a:pt x="636" y="1"/>
                        <a:pt x="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90"/>
                <p:cNvSpPr/>
                <p:nvPr/>
              </p:nvSpPr>
              <p:spPr>
                <a:xfrm>
                  <a:off x="3114872" y="3672282"/>
                  <a:ext cx="31761" cy="47667"/>
                </a:xfrm>
                <a:custGeom>
                  <a:rect b="b" l="l" r="r" t="t"/>
                  <a:pathLst>
                    <a:path extrusionOk="0" h="1888" w="1258">
                      <a:moveTo>
                        <a:pt x="271" y="0"/>
                      </a:moveTo>
                      <a:cubicBezTo>
                        <a:pt x="141" y="0"/>
                        <a:pt x="1" y="104"/>
                        <a:pt x="5" y="251"/>
                      </a:cubicBezTo>
                      <a:cubicBezTo>
                        <a:pt x="5" y="760"/>
                        <a:pt x="50" y="1522"/>
                        <a:pt x="533" y="1822"/>
                      </a:cubicBezTo>
                      <a:cubicBezTo>
                        <a:pt x="606" y="1868"/>
                        <a:pt x="681" y="1888"/>
                        <a:pt x="754" y="1888"/>
                      </a:cubicBezTo>
                      <a:cubicBezTo>
                        <a:pt x="1025" y="1888"/>
                        <a:pt x="1258" y="1607"/>
                        <a:pt x="1191" y="1314"/>
                      </a:cubicBezTo>
                      <a:cubicBezTo>
                        <a:pt x="1132" y="1086"/>
                        <a:pt x="950" y="936"/>
                        <a:pt x="826" y="747"/>
                      </a:cubicBezTo>
                      <a:cubicBezTo>
                        <a:pt x="683" y="551"/>
                        <a:pt x="565" y="343"/>
                        <a:pt x="461" y="121"/>
                      </a:cubicBezTo>
                      <a:cubicBezTo>
                        <a:pt x="422" y="36"/>
                        <a:pt x="349"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90"/>
                <p:cNvSpPr/>
                <p:nvPr/>
              </p:nvSpPr>
              <p:spPr>
                <a:xfrm>
                  <a:off x="3107071" y="3719823"/>
                  <a:ext cx="39033" cy="45143"/>
                </a:xfrm>
                <a:custGeom>
                  <a:rect b="b" l="l" r="r" t="t"/>
                  <a:pathLst>
                    <a:path extrusionOk="0" h="1788" w="1546">
                      <a:moveTo>
                        <a:pt x="288" y="1"/>
                      </a:moveTo>
                      <a:cubicBezTo>
                        <a:pt x="192" y="1"/>
                        <a:pt x="103" y="51"/>
                        <a:pt x="86" y="167"/>
                      </a:cubicBezTo>
                      <a:cubicBezTo>
                        <a:pt x="1" y="689"/>
                        <a:pt x="183" y="1119"/>
                        <a:pt x="496" y="1536"/>
                      </a:cubicBezTo>
                      <a:cubicBezTo>
                        <a:pt x="608" y="1688"/>
                        <a:pt x="771" y="1787"/>
                        <a:pt x="944" y="1787"/>
                      </a:cubicBezTo>
                      <a:cubicBezTo>
                        <a:pt x="1024" y="1787"/>
                        <a:pt x="1107" y="1766"/>
                        <a:pt x="1187" y="1718"/>
                      </a:cubicBezTo>
                      <a:cubicBezTo>
                        <a:pt x="1448" y="1562"/>
                        <a:pt x="1546" y="1138"/>
                        <a:pt x="1291" y="923"/>
                      </a:cubicBezTo>
                      <a:cubicBezTo>
                        <a:pt x="992" y="695"/>
                        <a:pt x="731" y="421"/>
                        <a:pt x="509" y="109"/>
                      </a:cubicBezTo>
                      <a:cubicBezTo>
                        <a:pt x="463" y="41"/>
                        <a:pt x="373"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90"/>
                <p:cNvSpPr/>
                <p:nvPr/>
              </p:nvSpPr>
              <p:spPr>
                <a:xfrm>
                  <a:off x="3109697" y="3774535"/>
                  <a:ext cx="33933" cy="37619"/>
                </a:xfrm>
                <a:custGeom>
                  <a:rect b="b" l="l" r="r" t="t"/>
                  <a:pathLst>
                    <a:path extrusionOk="0" h="1490" w="1344">
                      <a:moveTo>
                        <a:pt x="201" y="0"/>
                      </a:moveTo>
                      <a:cubicBezTo>
                        <a:pt x="86" y="0"/>
                        <a:pt x="0" y="123"/>
                        <a:pt x="21" y="242"/>
                      </a:cubicBezTo>
                      <a:cubicBezTo>
                        <a:pt x="27" y="288"/>
                        <a:pt x="1" y="392"/>
                        <a:pt x="1" y="464"/>
                      </a:cubicBezTo>
                      <a:cubicBezTo>
                        <a:pt x="14" y="588"/>
                        <a:pt x="40" y="705"/>
                        <a:pt x="86" y="822"/>
                      </a:cubicBezTo>
                      <a:cubicBezTo>
                        <a:pt x="125" y="933"/>
                        <a:pt x="177" y="1037"/>
                        <a:pt x="229" y="1135"/>
                      </a:cubicBezTo>
                      <a:cubicBezTo>
                        <a:pt x="366" y="1363"/>
                        <a:pt x="536" y="1455"/>
                        <a:pt x="790" y="1487"/>
                      </a:cubicBezTo>
                      <a:cubicBezTo>
                        <a:pt x="802" y="1488"/>
                        <a:pt x="813" y="1489"/>
                        <a:pt x="825" y="1489"/>
                      </a:cubicBezTo>
                      <a:cubicBezTo>
                        <a:pt x="996" y="1489"/>
                        <a:pt x="1167" y="1360"/>
                        <a:pt x="1246" y="1220"/>
                      </a:cubicBezTo>
                      <a:cubicBezTo>
                        <a:pt x="1344" y="1057"/>
                        <a:pt x="1344" y="855"/>
                        <a:pt x="1253" y="686"/>
                      </a:cubicBezTo>
                      <a:cubicBezTo>
                        <a:pt x="1187" y="562"/>
                        <a:pt x="1083" y="470"/>
                        <a:pt x="953" y="418"/>
                      </a:cubicBezTo>
                      <a:cubicBezTo>
                        <a:pt x="914" y="399"/>
                        <a:pt x="875" y="373"/>
                        <a:pt x="842" y="353"/>
                      </a:cubicBezTo>
                      <a:cubicBezTo>
                        <a:pt x="842" y="353"/>
                        <a:pt x="769" y="301"/>
                        <a:pt x="770" y="301"/>
                      </a:cubicBezTo>
                      <a:lnTo>
                        <a:pt x="770" y="301"/>
                      </a:lnTo>
                      <a:cubicBezTo>
                        <a:pt x="770" y="301"/>
                        <a:pt x="776" y="304"/>
                        <a:pt x="790" y="314"/>
                      </a:cubicBezTo>
                      <a:cubicBezTo>
                        <a:pt x="705" y="242"/>
                        <a:pt x="614" y="184"/>
                        <a:pt x="523" y="125"/>
                      </a:cubicBezTo>
                      <a:cubicBezTo>
                        <a:pt x="444" y="86"/>
                        <a:pt x="360" y="73"/>
                        <a:pt x="295" y="27"/>
                      </a:cubicBezTo>
                      <a:cubicBezTo>
                        <a:pt x="262" y="8"/>
                        <a:pt x="231"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90"/>
                <p:cNvSpPr/>
                <p:nvPr/>
              </p:nvSpPr>
              <p:spPr>
                <a:xfrm>
                  <a:off x="3177688" y="3800363"/>
                  <a:ext cx="78823" cy="63775"/>
                </a:xfrm>
                <a:custGeom>
                  <a:rect b="b" l="l" r="r" t="t"/>
                  <a:pathLst>
                    <a:path extrusionOk="0" h="2526" w="3122">
                      <a:moveTo>
                        <a:pt x="1559" y="0"/>
                      </a:moveTo>
                      <a:cubicBezTo>
                        <a:pt x="1157" y="0"/>
                        <a:pt x="761" y="81"/>
                        <a:pt x="385" y="269"/>
                      </a:cubicBezTo>
                      <a:cubicBezTo>
                        <a:pt x="72" y="432"/>
                        <a:pt x="0" y="764"/>
                        <a:pt x="91" y="1057"/>
                      </a:cubicBezTo>
                      <a:cubicBezTo>
                        <a:pt x="169" y="1742"/>
                        <a:pt x="587" y="2380"/>
                        <a:pt x="1317" y="2504"/>
                      </a:cubicBezTo>
                      <a:cubicBezTo>
                        <a:pt x="1402" y="2519"/>
                        <a:pt x="1484" y="2526"/>
                        <a:pt x="1563" y="2526"/>
                      </a:cubicBezTo>
                      <a:cubicBezTo>
                        <a:pt x="2403" y="2526"/>
                        <a:pt x="2895" y="1739"/>
                        <a:pt x="3050" y="953"/>
                      </a:cubicBezTo>
                      <a:cubicBezTo>
                        <a:pt x="3122" y="608"/>
                        <a:pt x="2959" y="269"/>
                        <a:pt x="2607" y="164"/>
                      </a:cubicBezTo>
                      <a:cubicBezTo>
                        <a:pt x="2261" y="61"/>
                        <a:pt x="1908" y="0"/>
                        <a:pt x="1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90"/>
                <p:cNvSpPr/>
                <p:nvPr/>
              </p:nvSpPr>
              <p:spPr>
                <a:xfrm>
                  <a:off x="3111843" y="3828792"/>
                  <a:ext cx="48500" cy="114649"/>
                </a:xfrm>
                <a:custGeom>
                  <a:rect b="b" l="l" r="r" t="t"/>
                  <a:pathLst>
                    <a:path extrusionOk="0" h="4541" w="1921">
                      <a:moveTo>
                        <a:pt x="1024" y="1"/>
                      </a:moveTo>
                      <a:cubicBezTo>
                        <a:pt x="744" y="1"/>
                        <a:pt x="470" y="146"/>
                        <a:pt x="379" y="492"/>
                      </a:cubicBezTo>
                      <a:cubicBezTo>
                        <a:pt x="40" y="1737"/>
                        <a:pt x="1" y="3236"/>
                        <a:pt x="496" y="4448"/>
                      </a:cubicBezTo>
                      <a:cubicBezTo>
                        <a:pt x="516" y="4510"/>
                        <a:pt x="570" y="4541"/>
                        <a:pt x="623" y="4541"/>
                      </a:cubicBezTo>
                      <a:cubicBezTo>
                        <a:pt x="677" y="4541"/>
                        <a:pt x="731" y="4510"/>
                        <a:pt x="751" y="4448"/>
                      </a:cubicBezTo>
                      <a:cubicBezTo>
                        <a:pt x="1220" y="3307"/>
                        <a:pt x="1265" y="2023"/>
                        <a:pt x="1722" y="863"/>
                      </a:cubicBezTo>
                      <a:cubicBezTo>
                        <a:pt x="1921" y="358"/>
                        <a:pt x="1464" y="1"/>
                        <a:pt x="10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90"/>
                <p:cNvSpPr/>
                <p:nvPr/>
              </p:nvSpPr>
              <p:spPr>
                <a:xfrm>
                  <a:off x="3106414" y="3951495"/>
                  <a:ext cx="48526" cy="129141"/>
                </a:xfrm>
                <a:custGeom>
                  <a:rect b="b" l="l" r="r" t="t"/>
                  <a:pathLst>
                    <a:path extrusionOk="0" h="5115" w="1922">
                      <a:moveTo>
                        <a:pt x="1324" y="0"/>
                      </a:moveTo>
                      <a:cubicBezTo>
                        <a:pt x="1159" y="0"/>
                        <a:pt x="988" y="76"/>
                        <a:pt x="868" y="246"/>
                      </a:cubicBezTo>
                      <a:cubicBezTo>
                        <a:pt x="27" y="1439"/>
                        <a:pt x="1" y="3733"/>
                        <a:pt x="803" y="4952"/>
                      </a:cubicBezTo>
                      <a:cubicBezTo>
                        <a:pt x="872" y="5058"/>
                        <a:pt x="999" y="5114"/>
                        <a:pt x="1121" y="5114"/>
                      </a:cubicBezTo>
                      <a:cubicBezTo>
                        <a:pt x="1262" y="5114"/>
                        <a:pt x="1397" y="5038"/>
                        <a:pt x="1428" y="4874"/>
                      </a:cubicBezTo>
                      <a:cubicBezTo>
                        <a:pt x="1546" y="4222"/>
                        <a:pt x="1428" y="3570"/>
                        <a:pt x="1409" y="2912"/>
                      </a:cubicBezTo>
                      <a:cubicBezTo>
                        <a:pt x="1389" y="2104"/>
                        <a:pt x="1669" y="1419"/>
                        <a:pt x="1832" y="657"/>
                      </a:cubicBezTo>
                      <a:cubicBezTo>
                        <a:pt x="1921" y="262"/>
                        <a:pt x="1632" y="0"/>
                        <a:pt x="13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90"/>
                <p:cNvSpPr/>
                <p:nvPr/>
              </p:nvSpPr>
              <p:spPr>
                <a:xfrm>
                  <a:off x="3155344" y="3867471"/>
                  <a:ext cx="47869" cy="172491"/>
                </a:xfrm>
                <a:custGeom>
                  <a:rect b="b" l="l" r="r" t="t"/>
                  <a:pathLst>
                    <a:path extrusionOk="0" h="6832" w="1896">
                      <a:moveTo>
                        <a:pt x="944" y="1"/>
                      </a:moveTo>
                      <a:cubicBezTo>
                        <a:pt x="580" y="1"/>
                        <a:pt x="217" y="240"/>
                        <a:pt x="201" y="720"/>
                      </a:cubicBezTo>
                      <a:cubicBezTo>
                        <a:pt x="149" y="2655"/>
                        <a:pt x="214" y="4545"/>
                        <a:pt x="18" y="6481"/>
                      </a:cubicBezTo>
                      <a:cubicBezTo>
                        <a:pt x="0" y="6682"/>
                        <a:pt x="200" y="6831"/>
                        <a:pt x="387" y="6831"/>
                      </a:cubicBezTo>
                      <a:cubicBezTo>
                        <a:pt x="472" y="6831"/>
                        <a:pt x="554" y="6800"/>
                        <a:pt x="611" y="6729"/>
                      </a:cubicBezTo>
                      <a:cubicBezTo>
                        <a:pt x="1895" y="5132"/>
                        <a:pt x="1752" y="2649"/>
                        <a:pt x="1687" y="720"/>
                      </a:cubicBezTo>
                      <a:cubicBezTo>
                        <a:pt x="1670" y="240"/>
                        <a:pt x="1307"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90"/>
                <p:cNvSpPr/>
                <p:nvPr/>
              </p:nvSpPr>
              <p:spPr>
                <a:xfrm>
                  <a:off x="3386283" y="3720783"/>
                  <a:ext cx="68698" cy="119926"/>
                </a:xfrm>
                <a:custGeom>
                  <a:rect b="b" l="l" r="r" t="t"/>
                  <a:pathLst>
                    <a:path extrusionOk="0" h="4750" w="2721">
                      <a:moveTo>
                        <a:pt x="445" y="0"/>
                      </a:moveTo>
                      <a:cubicBezTo>
                        <a:pt x="155" y="0"/>
                        <a:pt x="1" y="397"/>
                        <a:pt x="204" y="618"/>
                      </a:cubicBezTo>
                      <a:cubicBezTo>
                        <a:pt x="850" y="1302"/>
                        <a:pt x="1345" y="1817"/>
                        <a:pt x="1690" y="2723"/>
                      </a:cubicBezTo>
                      <a:cubicBezTo>
                        <a:pt x="1958" y="3408"/>
                        <a:pt x="2186" y="4085"/>
                        <a:pt x="2538" y="4724"/>
                      </a:cubicBezTo>
                      <a:cubicBezTo>
                        <a:pt x="2550" y="4742"/>
                        <a:pt x="2569" y="4750"/>
                        <a:pt x="2587" y="4750"/>
                      </a:cubicBezTo>
                      <a:cubicBezTo>
                        <a:pt x="2615" y="4750"/>
                        <a:pt x="2642" y="4730"/>
                        <a:pt x="2642" y="4698"/>
                      </a:cubicBezTo>
                      <a:cubicBezTo>
                        <a:pt x="2720" y="3160"/>
                        <a:pt x="2270" y="592"/>
                        <a:pt x="556" y="19"/>
                      </a:cubicBezTo>
                      <a:cubicBezTo>
                        <a:pt x="518" y="6"/>
                        <a:pt x="480" y="0"/>
                        <a:pt x="4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90"/>
                <p:cNvSpPr/>
                <p:nvPr/>
              </p:nvSpPr>
              <p:spPr>
                <a:xfrm>
                  <a:off x="3391585" y="3763148"/>
                  <a:ext cx="39487" cy="65845"/>
                </a:xfrm>
                <a:custGeom>
                  <a:rect b="b" l="l" r="r" t="t"/>
                  <a:pathLst>
                    <a:path extrusionOk="0" h="2608" w="1564">
                      <a:moveTo>
                        <a:pt x="259" y="0"/>
                      </a:moveTo>
                      <a:cubicBezTo>
                        <a:pt x="151" y="0"/>
                        <a:pt x="56" y="113"/>
                        <a:pt x="46" y="218"/>
                      </a:cubicBezTo>
                      <a:cubicBezTo>
                        <a:pt x="1" y="674"/>
                        <a:pt x="229" y="1137"/>
                        <a:pt x="418" y="1541"/>
                      </a:cubicBezTo>
                      <a:cubicBezTo>
                        <a:pt x="607" y="1958"/>
                        <a:pt x="900" y="2316"/>
                        <a:pt x="1265" y="2577"/>
                      </a:cubicBezTo>
                      <a:cubicBezTo>
                        <a:pt x="1294" y="2598"/>
                        <a:pt x="1324" y="2607"/>
                        <a:pt x="1354" y="2607"/>
                      </a:cubicBezTo>
                      <a:cubicBezTo>
                        <a:pt x="1462" y="2607"/>
                        <a:pt x="1563" y="2487"/>
                        <a:pt x="1533" y="2375"/>
                      </a:cubicBezTo>
                      <a:cubicBezTo>
                        <a:pt x="1376" y="1919"/>
                        <a:pt x="1200" y="1462"/>
                        <a:pt x="998" y="1026"/>
                      </a:cubicBezTo>
                      <a:cubicBezTo>
                        <a:pt x="842" y="654"/>
                        <a:pt x="685" y="283"/>
                        <a:pt x="359" y="35"/>
                      </a:cubicBezTo>
                      <a:cubicBezTo>
                        <a:pt x="326" y="11"/>
                        <a:pt x="292"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90"/>
                <p:cNvSpPr/>
                <p:nvPr/>
              </p:nvSpPr>
              <p:spPr>
                <a:xfrm>
                  <a:off x="3350457" y="3580558"/>
                  <a:ext cx="58599" cy="110609"/>
                </a:xfrm>
                <a:custGeom>
                  <a:rect b="b" l="l" r="r" t="t"/>
                  <a:pathLst>
                    <a:path extrusionOk="0" h="4381" w="2321">
                      <a:moveTo>
                        <a:pt x="993" y="0"/>
                      </a:moveTo>
                      <a:cubicBezTo>
                        <a:pt x="958" y="0"/>
                        <a:pt x="923" y="2"/>
                        <a:pt x="887" y="7"/>
                      </a:cubicBezTo>
                      <a:cubicBezTo>
                        <a:pt x="437" y="52"/>
                        <a:pt x="0" y="502"/>
                        <a:pt x="98" y="978"/>
                      </a:cubicBezTo>
                      <a:cubicBezTo>
                        <a:pt x="320" y="2073"/>
                        <a:pt x="489" y="3454"/>
                        <a:pt x="1343" y="4249"/>
                      </a:cubicBezTo>
                      <a:cubicBezTo>
                        <a:pt x="1437" y="4339"/>
                        <a:pt x="1565" y="4380"/>
                        <a:pt x="1695" y="4380"/>
                      </a:cubicBezTo>
                      <a:cubicBezTo>
                        <a:pt x="1972" y="4380"/>
                        <a:pt x="2262" y="4196"/>
                        <a:pt x="2275" y="3904"/>
                      </a:cubicBezTo>
                      <a:cubicBezTo>
                        <a:pt x="2321" y="2900"/>
                        <a:pt x="2080" y="1766"/>
                        <a:pt x="1865" y="789"/>
                      </a:cubicBezTo>
                      <a:cubicBezTo>
                        <a:pt x="1761" y="352"/>
                        <a:pt x="1450" y="0"/>
                        <a:pt x="9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90"/>
                <p:cNvSpPr/>
                <p:nvPr/>
              </p:nvSpPr>
              <p:spPr>
                <a:xfrm>
                  <a:off x="3289913" y="3480452"/>
                  <a:ext cx="76500" cy="82433"/>
                </a:xfrm>
                <a:custGeom>
                  <a:rect b="b" l="l" r="r" t="t"/>
                  <a:pathLst>
                    <a:path extrusionOk="0" h="3265" w="3030">
                      <a:moveTo>
                        <a:pt x="996" y="0"/>
                      </a:moveTo>
                      <a:cubicBezTo>
                        <a:pt x="722" y="0"/>
                        <a:pt x="458" y="94"/>
                        <a:pt x="241" y="322"/>
                      </a:cubicBezTo>
                      <a:cubicBezTo>
                        <a:pt x="0" y="576"/>
                        <a:pt x="52" y="987"/>
                        <a:pt x="352" y="1169"/>
                      </a:cubicBezTo>
                      <a:cubicBezTo>
                        <a:pt x="678" y="1358"/>
                        <a:pt x="1004" y="1260"/>
                        <a:pt x="1330" y="1391"/>
                      </a:cubicBezTo>
                      <a:cubicBezTo>
                        <a:pt x="1525" y="1482"/>
                        <a:pt x="1701" y="1619"/>
                        <a:pt x="1831" y="1795"/>
                      </a:cubicBezTo>
                      <a:cubicBezTo>
                        <a:pt x="2007" y="2016"/>
                        <a:pt x="2190" y="2186"/>
                        <a:pt x="2320" y="2440"/>
                      </a:cubicBezTo>
                      <a:cubicBezTo>
                        <a:pt x="2438" y="2688"/>
                        <a:pt x="2548" y="2929"/>
                        <a:pt x="2672" y="3176"/>
                      </a:cubicBezTo>
                      <a:cubicBezTo>
                        <a:pt x="2705" y="3237"/>
                        <a:pt x="2767" y="3264"/>
                        <a:pt x="2829" y="3264"/>
                      </a:cubicBezTo>
                      <a:cubicBezTo>
                        <a:pt x="2929" y="3264"/>
                        <a:pt x="3030" y="3195"/>
                        <a:pt x="3018" y="3079"/>
                      </a:cubicBezTo>
                      <a:cubicBezTo>
                        <a:pt x="2985" y="2714"/>
                        <a:pt x="2920" y="2349"/>
                        <a:pt x="2842" y="1990"/>
                      </a:cubicBezTo>
                      <a:cubicBezTo>
                        <a:pt x="2744" y="1599"/>
                        <a:pt x="2757" y="1260"/>
                        <a:pt x="2516" y="895"/>
                      </a:cubicBezTo>
                      <a:cubicBezTo>
                        <a:pt x="2213" y="433"/>
                        <a:pt x="1583" y="0"/>
                        <a:pt x="9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90"/>
                <p:cNvSpPr/>
                <p:nvPr/>
              </p:nvSpPr>
              <p:spPr>
                <a:xfrm>
                  <a:off x="3208515" y="3517843"/>
                  <a:ext cx="116467" cy="99551"/>
                </a:xfrm>
                <a:custGeom>
                  <a:rect b="b" l="l" r="r" t="t"/>
                  <a:pathLst>
                    <a:path extrusionOk="0" h="3943" w="4613">
                      <a:moveTo>
                        <a:pt x="2163" y="0"/>
                      </a:moveTo>
                      <a:cubicBezTo>
                        <a:pt x="732" y="0"/>
                        <a:pt x="1" y="2470"/>
                        <a:pt x="1132" y="3494"/>
                      </a:cubicBezTo>
                      <a:cubicBezTo>
                        <a:pt x="1478" y="3806"/>
                        <a:pt x="1883" y="3943"/>
                        <a:pt x="2287" y="3943"/>
                      </a:cubicBezTo>
                      <a:cubicBezTo>
                        <a:pt x="3085" y="3943"/>
                        <a:pt x="3882" y="3408"/>
                        <a:pt x="4228" y="2621"/>
                      </a:cubicBezTo>
                      <a:cubicBezTo>
                        <a:pt x="4469" y="2060"/>
                        <a:pt x="4612" y="1435"/>
                        <a:pt x="4234" y="887"/>
                      </a:cubicBezTo>
                      <a:cubicBezTo>
                        <a:pt x="4052" y="620"/>
                        <a:pt x="3165" y="92"/>
                        <a:pt x="2299" y="7"/>
                      </a:cubicBezTo>
                      <a:cubicBezTo>
                        <a:pt x="2253" y="2"/>
                        <a:pt x="2207" y="0"/>
                        <a:pt x="2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90"/>
                <p:cNvSpPr/>
                <p:nvPr/>
              </p:nvSpPr>
              <p:spPr>
                <a:xfrm>
                  <a:off x="3232576" y="3474090"/>
                  <a:ext cx="36255" cy="28504"/>
                </a:xfrm>
                <a:custGeom>
                  <a:rect b="b" l="l" r="r" t="t"/>
                  <a:pathLst>
                    <a:path extrusionOk="0" h="1129" w="1436">
                      <a:moveTo>
                        <a:pt x="1019" y="0"/>
                      </a:moveTo>
                      <a:cubicBezTo>
                        <a:pt x="989" y="0"/>
                        <a:pt x="958" y="4"/>
                        <a:pt x="928" y="13"/>
                      </a:cubicBezTo>
                      <a:cubicBezTo>
                        <a:pt x="759" y="65"/>
                        <a:pt x="668" y="170"/>
                        <a:pt x="524" y="267"/>
                      </a:cubicBezTo>
                      <a:cubicBezTo>
                        <a:pt x="400" y="346"/>
                        <a:pt x="283" y="437"/>
                        <a:pt x="185" y="548"/>
                      </a:cubicBezTo>
                      <a:cubicBezTo>
                        <a:pt x="1" y="751"/>
                        <a:pt x="108" y="1128"/>
                        <a:pt x="410" y="1128"/>
                      </a:cubicBezTo>
                      <a:cubicBezTo>
                        <a:pt x="418" y="1128"/>
                        <a:pt x="425" y="1128"/>
                        <a:pt x="433" y="1128"/>
                      </a:cubicBezTo>
                      <a:cubicBezTo>
                        <a:pt x="687" y="1128"/>
                        <a:pt x="941" y="1108"/>
                        <a:pt x="1189" y="1076"/>
                      </a:cubicBezTo>
                      <a:cubicBezTo>
                        <a:pt x="1326" y="1043"/>
                        <a:pt x="1417" y="919"/>
                        <a:pt x="1417" y="782"/>
                      </a:cubicBezTo>
                      <a:cubicBezTo>
                        <a:pt x="1424" y="658"/>
                        <a:pt x="1411" y="541"/>
                        <a:pt x="1378" y="424"/>
                      </a:cubicBezTo>
                      <a:cubicBezTo>
                        <a:pt x="1435" y="207"/>
                        <a:pt x="1232" y="0"/>
                        <a:pt x="10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90"/>
                <p:cNvSpPr/>
                <p:nvPr/>
              </p:nvSpPr>
              <p:spPr>
                <a:xfrm>
                  <a:off x="3213716" y="3433012"/>
                  <a:ext cx="38528" cy="58675"/>
                </a:xfrm>
                <a:custGeom>
                  <a:rect b="b" l="l" r="r" t="t"/>
                  <a:pathLst>
                    <a:path extrusionOk="0" h="2324" w="1526">
                      <a:moveTo>
                        <a:pt x="1265" y="1"/>
                      </a:moveTo>
                      <a:cubicBezTo>
                        <a:pt x="1253" y="1"/>
                        <a:pt x="1241" y="6"/>
                        <a:pt x="1232" y="17"/>
                      </a:cubicBezTo>
                      <a:cubicBezTo>
                        <a:pt x="1215" y="12"/>
                        <a:pt x="1198" y="10"/>
                        <a:pt x="1182" y="10"/>
                      </a:cubicBezTo>
                      <a:cubicBezTo>
                        <a:pt x="1156" y="10"/>
                        <a:pt x="1130" y="16"/>
                        <a:pt x="1102" y="24"/>
                      </a:cubicBezTo>
                      <a:cubicBezTo>
                        <a:pt x="209" y="278"/>
                        <a:pt x="0" y="1347"/>
                        <a:pt x="163" y="2142"/>
                      </a:cubicBezTo>
                      <a:cubicBezTo>
                        <a:pt x="188" y="2267"/>
                        <a:pt x="286" y="2324"/>
                        <a:pt x="390" y="2324"/>
                      </a:cubicBezTo>
                      <a:cubicBezTo>
                        <a:pt x="482" y="2324"/>
                        <a:pt x="578" y="2280"/>
                        <a:pt x="633" y="2201"/>
                      </a:cubicBezTo>
                      <a:cubicBezTo>
                        <a:pt x="978" y="1686"/>
                        <a:pt x="1271" y="1132"/>
                        <a:pt x="1317" y="526"/>
                      </a:cubicBezTo>
                      <a:cubicBezTo>
                        <a:pt x="1525" y="408"/>
                        <a:pt x="1467" y="128"/>
                        <a:pt x="1297" y="37"/>
                      </a:cubicBezTo>
                      <a:lnTo>
                        <a:pt x="1297" y="24"/>
                      </a:lnTo>
                      <a:cubicBezTo>
                        <a:pt x="1294" y="9"/>
                        <a:pt x="1280"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90"/>
                <p:cNvSpPr/>
                <p:nvPr/>
              </p:nvSpPr>
              <p:spPr>
                <a:xfrm>
                  <a:off x="3223740" y="3628907"/>
                  <a:ext cx="50621" cy="52212"/>
                </a:xfrm>
                <a:custGeom>
                  <a:rect b="b" l="l" r="r" t="t"/>
                  <a:pathLst>
                    <a:path extrusionOk="0" h="2068" w="2005">
                      <a:moveTo>
                        <a:pt x="544" y="1"/>
                      </a:moveTo>
                      <a:cubicBezTo>
                        <a:pt x="464" y="1"/>
                        <a:pt x="385" y="13"/>
                        <a:pt x="307" y="34"/>
                      </a:cubicBezTo>
                      <a:cubicBezTo>
                        <a:pt x="125" y="86"/>
                        <a:pt x="7" y="262"/>
                        <a:pt x="34" y="451"/>
                      </a:cubicBezTo>
                      <a:cubicBezTo>
                        <a:pt x="14" y="510"/>
                        <a:pt x="7" y="568"/>
                        <a:pt x="7" y="633"/>
                      </a:cubicBezTo>
                      <a:cubicBezTo>
                        <a:pt x="1" y="946"/>
                        <a:pt x="27" y="1311"/>
                        <a:pt x="216" y="1578"/>
                      </a:cubicBezTo>
                      <a:cubicBezTo>
                        <a:pt x="444" y="1891"/>
                        <a:pt x="757" y="1924"/>
                        <a:pt x="1128" y="2035"/>
                      </a:cubicBezTo>
                      <a:cubicBezTo>
                        <a:pt x="1202" y="2057"/>
                        <a:pt x="1275" y="2067"/>
                        <a:pt x="1345" y="2067"/>
                      </a:cubicBezTo>
                      <a:cubicBezTo>
                        <a:pt x="1712" y="2067"/>
                        <a:pt x="2005" y="1784"/>
                        <a:pt x="1885" y="1396"/>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90"/>
                <p:cNvSpPr/>
                <p:nvPr/>
              </p:nvSpPr>
              <p:spPr>
                <a:xfrm>
                  <a:off x="3223740" y="3684098"/>
                  <a:ext cx="50621" cy="52288"/>
                </a:xfrm>
                <a:custGeom>
                  <a:rect b="b" l="l" r="r" t="t"/>
                  <a:pathLst>
                    <a:path extrusionOk="0" h="2071" w="2005">
                      <a:moveTo>
                        <a:pt x="536" y="1"/>
                      </a:moveTo>
                      <a:cubicBezTo>
                        <a:pt x="459" y="1"/>
                        <a:pt x="382" y="11"/>
                        <a:pt x="307" y="31"/>
                      </a:cubicBezTo>
                      <a:cubicBezTo>
                        <a:pt x="125" y="83"/>
                        <a:pt x="7" y="266"/>
                        <a:pt x="34" y="455"/>
                      </a:cubicBezTo>
                      <a:cubicBezTo>
                        <a:pt x="14" y="513"/>
                        <a:pt x="7" y="572"/>
                        <a:pt x="7" y="637"/>
                      </a:cubicBezTo>
                      <a:cubicBezTo>
                        <a:pt x="1" y="950"/>
                        <a:pt x="27" y="1322"/>
                        <a:pt x="216" y="1582"/>
                      </a:cubicBezTo>
                      <a:cubicBezTo>
                        <a:pt x="444" y="1895"/>
                        <a:pt x="757" y="1928"/>
                        <a:pt x="1128" y="2039"/>
                      </a:cubicBezTo>
                      <a:cubicBezTo>
                        <a:pt x="1202" y="2061"/>
                        <a:pt x="1275" y="2071"/>
                        <a:pt x="1345" y="2071"/>
                      </a:cubicBezTo>
                      <a:cubicBezTo>
                        <a:pt x="1712" y="2071"/>
                        <a:pt x="2005" y="1788"/>
                        <a:pt x="1885" y="1400"/>
                      </a:cubicBezTo>
                      <a:cubicBezTo>
                        <a:pt x="1754" y="989"/>
                        <a:pt x="1474" y="461"/>
                        <a:pt x="1083" y="188"/>
                      </a:cubicBezTo>
                      <a:cubicBezTo>
                        <a:pt x="992" y="103"/>
                        <a:pt x="874" y="44"/>
                        <a:pt x="744" y="25"/>
                      </a:cubicBezTo>
                      <a:cubicBezTo>
                        <a:pt x="676" y="9"/>
                        <a:pt x="606" y="1"/>
                        <a:pt x="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90"/>
                <p:cNvSpPr/>
                <p:nvPr/>
              </p:nvSpPr>
              <p:spPr>
                <a:xfrm>
                  <a:off x="3223740" y="3739491"/>
                  <a:ext cx="50621" cy="52187"/>
                </a:xfrm>
                <a:custGeom>
                  <a:rect b="b" l="l" r="r" t="t"/>
                  <a:pathLst>
                    <a:path extrusionOk="0" h="2067" w="2005">
                      <a:moveTo>
                        <a:pt x="544" y="1"/>
                      </a:moveTo>
                      <a:cubicBezTo>
                        <a:pt x="464" y="1"/>
                        <a:pt x="385" y="12"/>
                        <a:pt x="307" y="34"/>
                      </a:cubicBezTo>
                      <a:cubicBezTo>
                        <a:pt x="125" y="86"/>
                        <a:pt x="7" y="262"/>
                        <a:pt x="34" y="451"/>
                      </a:cubicBezTo>
                      <a:cubicBezTo>
                        <a:pt x="14" y="509"/>
                        <a:pt x="7" y="575"/>
                        <a:pt x="7" y="633"/>
                      </a:cubicBezTo>
                      <a:cubicBezTo>
                        <a:pt x="1" y="946"/>
                        <a:pt x="27" y="1318"/>
                        <a:pt x="216" y="1585"/>
                      </a:cubicBezTo>
                      <a:cubicBezTo>
                        <a:pt x="444" y="1898"/>
                        <a:pt x="757" y="1924"/>
                        <a:pt x="1128" y="2034"/>
                      </a:cubicBezTo>
                      <a:cubicBezTo>
                        <a:pt x="1202" y="2056"/>
                        <a:pt x="1275" y="2067"/>
                        <a:pt x="1345" y="2067"/>
                      </a:cubicBezTo>
                      <a:cubicBezTo>
                        <a:pt x="1712" y="2067"/>
                        <a:pt x="2005" y="1785"/>
                        <a:pt x="1885" y="1402"/>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0"/>
                <p:cNvSpPr/>
                <p:nvPr/>
              </p:nvSpPr>
              <p:spPr>
                <a:xfrm>
                  <a:off x="3280016" y="3629437"/>
                  <a:ext cx="32923" cy="44511"/>
                </a:xfrm>
                <a:custGeom>
                  <a:rect b="b" l="l" r="r" t="t"/>
                  <a:pathLst>
                    <a:path extrusionOk="0" h="1763" w="1304">
                      <a:moveTo>
                        <a:pt x="827" y="1"/>
                      </a:moveTo>
                      <a:cubicBezTo>
                        <a:pt x="668" y="1"/>
                        <a:pt x="510" y="91"/>
                        <a:pt x="438" y="300"/>
                      </a:cubicBezTo>
                      <a:cubicBezTo>
                        <a:pt x="379" y="476"/>
                        <a:pt x="307" y="645"/>
                        <a:pt x="229" y="801"/>
                      </a:cubicBezTo>
                      <a:cubicBezTo>
                        <a:pt x="99" y="1056"/>
                        <a:pt x="1" y="1297"/>
                        <a:pt x="138" y="1557"/>
                      </a:cubicBezTo>
                      <a:cubicBezTo>
                        <a:pt x="217" y="1704"/>
                        <a:pt x="363" y="1763"/>
                        <a:pt x="513" y="1763"/>
                      </a:cubicBezTo>
                      <a:cubicBezTo>
                        <a:pt x="549" y="1763"/>
                        <a:pt x="585" y="1759"/>
                        <a:pt x="620" y="1753"/>
                      </a:cubicBezTo>
                      <a:cubicBezTo>
                        <a:pt x="1096" y="1668"/>
                        <a:pt x="1187" y="919"/>
                        <a:pt x="1252" y="528"/>
                      </a:cubicBezTo>
                      <a:cubicBezTo>
                        <a:pt x="1303" y="207"/>
                        <a:pt x="1065" y="1"/>
                        <a:pt x="8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0"/>
                <p:cNvSpPr/>
                <p:nvPr/>
              </p:nvSpPr>
              <p:spPr>
                <a:xfrm>
                  <a:off x="3284460" y="3672282"/>
                  <a:ext cx="31787" cy="47667"/>
                </a:xfrm>
                <a:custGeom>
                  <a:rect b="b" l="l" r="r" t="t"/>
                  <a:pathLst>
                    <a:path extrusionOk="0" h="1888" w="1259">
                      <a:moveTo>
                        <a:pt x="986" y="0"/>
                      </a:moveTo>
                      <a:cubicBezTo>
                        <a:pt x="909" y="0"/>
                        <a:pt x="835" y="36"/>
                        <a:pt x="796" y="121"/>
                      </a:cubicBezTo>
                      <a:cubicBezTo>
                        <a:pt x="698" y="343"/>
                        <a:pt x="574" y="551"/>
                        <a:pt x="438" y="747"/>
                      </a:cubicBezTo>
                      <a:cubicBezTo>
                        <a:pt x="307" y="936"/>
                        <a:pt x="125" y="1086"/>
                        <a:pt x="73" y="1314"/>
                      </a:cubicBezTo>
                      <a:cubicBezTo>
                        <a:pt x="1" y="1607"/>
                        <a:pt x="233" y="1888"/>
                        <a:pt x="504" y="1888"/>
                      </a:cubicBezTo>
                      <a:cubicBezTo>
                        <a:pt x="576" y="1888"/>
                        <a:pt x="651" y="1868"/>
                        <a:pt x="724" y="1822"/>
                      </a:cubicBezTo>
                      <a:cubicBezTo>
                        <a:pt x="1207" y="1522"/>
                        <a:pt x="1259" y="760"/>
                        <a:pt x="1259" y="251"/>
                      </a:cubicBezTo>
                      <a:cubicBezTo>
                        <a:pt x="1259" y="104"/>
                        <a:pt x="1117" y="0"/>
                        <a:pt x="9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90"/>
                <p:cNvSpPr/>
                <p:nvPr/>
              </p:nvSpPr>
              <p:spPr>
                <a:xfrm>
                  <a:off x="3285141" y="3719823"/>
                  <a:ext cx="39007" cy="45143"/>
                </a:xfrm>
                <a:custGeom>
                  <a:rect b="b" l="l" r="r" t="t"/>
                  <a:pathLst>
                    <a:path extrusionOk="0" h="1788" w="1545">
                      <a:moveTo>
                        <a:pt x="1258" y="1"/>
                      </a:moveTo>
                      <a:cubicBezTo>
                        <a:pt x="1173" y="1"/>
                        <a:pt x="1083" y="41"/>
                        <a:pt x="1036" y="109"/>
                      </a:cubicBezTo>
                      <a:cubicBezTo>
                        <a:pt x="815" y="421"/>
                        <a:pt x="554" y="695"/>
                        <a:pt x="254" y="923"/>
                      </a:cubicBezTo>
                      <a:cubicBezTo>
                        <a:pt x="0" y="1138"/>
                        <a:pt x="98" y="1562"/>
                        <a:pt x="358" y="1718"/>
                      </a:cubicBezTo>
                      <a:cubicBezTo>
                        <a:pt x="439" y="1766"/>
                        <a:pt x="521" y="1787"/>
                        <a:pt x="601" y="1787"/>
                      </a:cubicBezTo>
                      <a:cubicBezTo>
                        <a:pt x="775" y="1787"/>
                        <a:pt x="938" y="1688"/>
                        <a:pt x="1049" y="1536"/>
                      </a:cubicBezTo>
                      <a:cubicBezTo>
                        <a:pt x="1362" y="1119"/>
                        <a:pt x="1545" y="689"/>
                        <a:pt x="1460" y="167"/>
                      </a:cubicBezTo>
                      <a:cubicBezTo>
                        <a:pt x="1443" y="51"/>
                        <a:pt x="1353" y="1"/>
                        <a:pt x="1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90"/>
                <p:cNvSpPr/>
                <p:nvPr/>
              </p:nvSpPr>
              <p:spPr>
                <a:xfrm>
                  <a:off x="3287439" y="3774535"/>
                  <a:ext cx="34084" cy="37619"/>
                </a:xfrm>
                <a:custGeom>
                  <a:rect b="b" l="l" r="r" t="t"/>
                  <a:pathLst>
                    <a:path extrusionOk="0" h="1490" w="1350">
                      <a:moveTo>
                        <a:pt x="1147" y="0"/>
                      </a:moveTo>
                      <a:cubicBezTo>
                        <a:pt x="1118" y="0"/>
                        <a:pt x="1087" y="8"/>
                        <a:pt x="1056" y="27"/>
                      </a:cubicBezTo>
                      <a:cubicBezTo>
                        <a:pt x="991" y="73"/>
                        <a:pt x="900" y="86"/>
                        <a:pt x="828" y="125"/>
                      </a:cubicBezTo>
                      <a:cubicBezTo>
                        <a:pt x="733" y="182"/>
                        <a:pt x="651" y="239"/>
                        <a:pt x="569" y="308"/>
                      </a:cubicBezTo>
                      <a:lnTo>
                        <a:pt x="569" y="308"/>
                      </a:lnTo>
                      <a:cubicBezTo>
                        <a:pt x="550" y="322"/>
                        <a:pt x="509" y="353"/>
                        <a:pt x="509" y="353"/>
                      </a:cubicBezTo>
                      <a:cubicBezTo>
                        <a:pt x="470" y="373"/>
                        <a:pt x="430" y="399"/>
                        <a:pt x="391" y="418"/>
                      </a:cubicBezTo>
                      <a:cubicBezTo>
                        <a:pt x="261" y="470"/>
                        <a:pt x="157" y="562"/>
                        <a:pt x="98" y="686"/>
                      </a:cubicBezTo>
                      <a:cubicBezTo>
                        <a:pt x="0" y="855"/>
                        <a:pt x="7" y="1057"/>
                        <a:pt x="98" y="1220"/>
                      </a:cubicBezTo>
                      <a:cubicBezTo>
                        <a:pt x="177" y="1360"/>
                        <a:pt x="354" y="1489"/>
                        <a:pt x="520" y="1489"/>
                      </a:cubicBezTo>
                      <a:cubicBezTo>
                        <a:pt x="531" y="1489"/>
                        <a:pt x="543" y="1488"/>
                        <a:pt x="554" y="1487"/>
                      </a:cubicBezTo>
                      <a:cubicBezTo>
                        <a:pt x="808" y="1455"/>
                        <a:pt x="984" y="1363"/>
                        <a:pt x="1115" y="1135"/>
                      </a:cubicBezTo>
                      <a:cubicBezTo>
                        <a:pt x="1173" y="1037"/>
                        <a:pt x="1219" y="933"/>
                        <a:pt x="1258" y="822"/>
                      </a:cubicBezTo>
                      <a:cubicBezTo>
                        <a:pt x="1304" y="705"/>
                        <a:pt x="1336" y="588"/>
                        <a:pt x="1343" y="464"/>
                      </a:cubicBezTo>
                      <a:cubicBezTo>
                        <a:pt x="1349" y="392"/>
                        <a:pt x="1317" y="288"/>
                        <a:pt x="1330" y="242"/>
                      </a:cubicBezTo>
                      <a:cubicBezTo>
                        <a:pt x="1345" y="123"/>
                        <a:pt x="1258" y="0"/>
                        <a:pt x="1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90"/>
                <p:cNvSpPr/>
                <p:nvPr/>
              </p:nvSpPr>
              <p:spPr>
                <a:xfrm>
                  <a:off x="3275169" y="3828792"/>
                  <a:ext cx="48500" cy="114649"/>
                </a:xfrm>
                <a:custGeom>
                  <a:rect b="b" l="l" r="r" t="t"/>
                  <a:pathLst>
                    <a:path extrusionOk="0" h="4541" w="1921">
                      <a:moveTo>
                        <a:pt x="894" y="1"/>
                      </a:moveTo>
                      <a:cubicBezTo>
                        <a:pt x="455" y="1"/>
                        <a:pt x="1" y="358"/>
                        <a:pt x="199" y="863"/>
                      </a:cubicBezTo>
                      <a:cubicBezTo>
                        <a:pt x="656" y="2023"/>
                        <a:pt x="695" y="3307"/>
                        <a:pt x="1171" y="4448"/>
                      </a:cubicBezTo>
                      <a:cubicBezTo>
                        <a:pt x="1187" y="4510"/>
                        <a:pt x="1239" y="4541"/>
                        <a:pt x="1292" y="4541"/>
                      </a:cubicBezTo>
                      <a:cubicBezTo>
                        <a:pt x="1345" y="4541"/>
                        <a:pt x="1399" y="4510"/>
                        <a:pt x="1418" y="4448"/>
                      </a:cubicBezTo>
                      <a:cubicBezTo>
                        <a:pt x="1920" y="3236"/>
                        <a:pt x="1881" y="1737"/>
                        <a:pt x="1542" y="492"/>
                      </a:cubicBezTo>
                      <a:cubicBezTo>
                        <a:pt x="1448" y="146"/>
                        <a:pt x="1174" y="1"/>
                        <a:pt x="8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90"/>
                <p:cNvSpPr/>
                <p:nvPr/>
              </p:nvSpPr>
              <p:spPr>
                <a:xfrm>
                  <a:off x="3280723" y="3951495"/>
                  <a:ext cx="43602" cy="116214"/>
                </a:xfrm>
                <a:custGeom>
                  <a:rect b="b" l="l" r="r" t="t"/>
                  <a:pathLst>
                    <a:path extrusionOk="0" h="4603" w="1727">
                      <a:moveTo>
                        <a:pt x="537" y="0"/>
                      </a:moveTo>
                      <a:cubicBezTo>
                        <a:pt x="262" y="0"/>
                        <a:pt x="1" y="235"/>
                        <a:pt x="77" y="592"/>
                      </a:cubicBezTo>
                      <a:cubicBezTo>
                        <a:pt x="227" y="1282"/>
                        <a:pt x="481" y="1895"/>
                        <a:pt x="462" y="2619"/>
                      </a:cubicBezTo>
                      <a:cubicBezTo>
                        <a:pt x="442" y="3212"/>
                        <a:pt x="338" y="3798"/>
                        <a:pt x="442" y="4385"/>
                      </a:cubicBezTo>
                      <a:cubicBezTo>
                        <a:pt x="470" y="4534"/>
                        <a:pt x="591" y="4602"/>
                        <a:pt x="718" y="4602"/>
                      </a:cubicBezTo>
                      <a:cubicBezTo>
                        <a:pt x="829" y="4602"/>
                        <a:pt x="945" y="4551"/>
                        <a:pt x="1009" y="4457"/>
                      </a:cubicBezTo>
                      <a:cubicBezTo>
                        <a:pt x="1726" y="3362"/>
                        <a:pt x="1707" y="1296"/>
                        <a:pt x="944" y="220"/>
                      </a:cubicBezTo>
                      <a:cubicBezTo>
                        <a:pt x="837" y="68"/>
                        <a:pt x="685" y="0"/>
                        <a:pt x="5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90"/>
                <p:cNvSpPr/>
                <p:nvPr/>
              </p:nvSpPr>
              <p:spPr>
                <a:xfrm>
                  <a:off x="3232298" y="3867471"/>
                  <a:ext cx="47718" cy="172163"/>
                </a:xfrm>
                <a:custGeom>
                  <a:rect b="b" l="l" r="r" t="t"/>
                  <a:pathLst>
                    <a:path extrusionOk="0" h="6819" w="1890">
                      <a:moveTo>
                        <a:pt x="952" y="1"/>
                      </a:moveTo>
                      <a:cubicBezTo>
                        <a:pt x="589" y="1"/>
                        <a:pt x="226" y="240"/>
                        <a:pt x="209" y="720"/>
                      </a:cubicBezTo>
                      <a:cubicBezTo>
                        <a:pt x="144" y="2642"/>
                        <a:pt x="1" y="5119"/>
                        <a:pt x="1278" y="6716"/>
                      </a:cubicBezTo>
                      <a:cubicBezTo>
                        <a:pt x="1336" y="6787"/>
                        <a:pt x="1418" y="6819"/>
                        <a:pt x="1504" y="6819"/>
                      </a:cubicBezTo>
                      <a:cubicBezTo>
                        <a:pt x="1690" y="6819"/>
                        <a:pt x="1889" y="6671"/>
                        <a:pt x="1871" y="6474"/>
                      </a:cubicBezTo>
                      <a:cubicBezTo>
                        <a:pt x="1682" y="4545"/>
                        <a:pt x="1748" y="2649"/>
                        <a:pt x="1689" y="720"/>
                      </a:cubicBezTo>
                      <a:cubicBezTo>
                        <a:pt x="1676" y="240"/>
                        <a:pt x="1314" y="1"/>
                        <a:pt x="9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90"/>
                <p:cNvSpPr/>
                <p:nvPr/>
              </p:nvSpPr>
              <p:spPr>
                <a:xfrm>
                  <a:off x="3147063" y="4072304"/>
                  <a:ext cx="31307" cy="181782"/>
                </a:xfrm>
                <a:custGeom>
                  <a:rect b="b" l="l" r="r" t="t"/>
                  <a:pathLst>
                    <a:path extrusionOk="0" h="7200" w="1240">
                      <a:moveTo>
                        <a:pt x="599" y="0"/>
                      </a:moveTo>
                      <a:cubicBezTo>
                        <a:pt x="536" y="0"/>
                        <a:pt x="468" y="52"/>
                        <a:pt x="464" y="121"/>
                      </a:cubicBezTo>
                      <a:cubicBezTo>
                        <a:pt x="444" y="1184"/>
                        <a:pt x="457" y="2226"/>
                        <a:pt x="359" y="3276"/>
                      </a:cubicBezTo>
                      <a:cubicBezTo>
                        <a:pt x="261" y="4429"/>
                        <a:pt x="1" y="5596"/>
                        <a:pt x="33" y="6750"/>
                      </a:cubicBezTo>
                      <a:cubicBezTo>
                        <a:pt x="46" y="7054"/>
                        <a:pt x="255" y="7199"/>
                        <a:pt x="471" y="7199"/>
                      </a:cubicBezTo>
                      <a:cubicBezTo>
                        <a:pt x="696" y="7199"/>
                        <a:pt x="929" y="7044"/>
                        <a:pt x="965" y="6750"/>
                      </a:cubicBezTo>
                      <a:cubicBezTo>
                        <a:pt x="1109" y="5609"/>
                        <a:pt x="1148" y="4429"/>
                        <a:pt x="1193" y="3276"/>
                      </a:cubicBezTo>
                      <a:cubicBezTo>
                        <a:pt x="1239" y="2181"/>
                        <a:pt x="1161" y="1073"/>
                        <a:pt x="692" y="63"/>
                      </a:cubicBezTo>
                      <a:cubicBezTo>
                        <a:pt x="672" y="19"/>
                        <a:pt x="636" y="0"/>
                        <a:pt x="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90"/>
                <p:cNvSpPr/>
                <p:nvPr/>
              </p:nvSpPr>
              <p:spPr>
                <a:xfrm>
                  <a:off x="3113989" y="4102121"/>
                  <a:ext cx="40093" cy="120986"/>
                </a:xfrm>
                <a:custGeom>
                  <a:rect b="b" l="l" r="r" t="t"/>
                  <a:pathLst>
                    <a:path extrusionOk="0" h="4792" w="1588">
                      <a:moveTo>
                        <a:pt x="850" y="0"/>
                      </a:moveTo>
                      <a:cubicBezTo>
                        <a:pt x="683" y="0"/>
                        <a:pt x="514" y="82"/>
                        <a:pt x="398" y="276"/>
                      </a:cubicBezTo>
                      <a:cubicBezTo>
                        <a:pt x="1" y="941"/>
                        <a:pt x="27" y="1873"/>
                        <a:pt x="59" y="2616"/>
                      </a:cubicBezTo>
                      <a:cubicBezTo>
                        <a:pt x="85" y="3164"/>
                        <a:pt x="40" y="4376"/>
                        <a:pt x="509" y="4747"/>
                      </a:cubicBezTo>
                      <a:cubicBezTo>
                        <a:pt x="542" y="4777"/>
                        <a:pt x="582" y="4791"/>
                        <a:pt x="623" y="4791"/>
                      </a:cubicBezTo>
                      <a:cubicBezTo>
                        <a:pt x="664" y="4791"/>
                        <a:pt x="705" y="4777"/>
                        <a:pt x="737" y="4747"/>
                      </a:cubicBezTo>
                      <a:cubicBezTo>
                        <a:pt x="1154" y="4402"/>
                        <a:pt x="998" y="3574"/>
                        <a:pt x="998" y="3098"/>
                      </a:cubicBezTo>
                      <a:cubicBezTo>
                        <a:pt x="998" y="2297"/>
                        <a:pt x="991" y="1560"/>
                        <a:pt x="1363" y="837"/>
                      </a:cubicBezTo>
                      <a:cubicBezTo>
                        <a:pt x="1587" y="397"/>
                        <a:pt x="1221" y="0"/>
                        <a:pt x="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90"/>
                <p:cNvSpPr/>
                <p:nvPr/>
              </p:nvSpPr>
              <p:spPr>
                <a:xfrm>
                  <a:off x="3253052" y="4072304"/>
                  <a:ext cx="31282" cy="181782"/>
                </a:xfrm>
                <a:custGeom>
                  <a:rect b="b" l="l" r="r" t="t"/>
                  <a:pathLst>
                    <a:path extrusionOk="0" h="7200" w="1239">
                      <a:moveTo>
                        <a:pt x="642" y="0"/>
                      </a:moveTo>
                      <a:cubicBezTo>
                        <a:pt x="604" y="0"/>
                        <a:pt x="567" y="19"/>
                        <a:pt x="548" y="63"/>
                      </a:cubicBezTo>
                      <a:cubicBezTo>
                        <a:pt x="85" y="1073"/>
                        <a:pt x="0" y="2181"/>
                        <a:pt x="46" y="3276"/>
                      </a:cubicBezTo>
                      <a:cubicBezTo>
                        <a:pt x="91" y="4429"/>
                        <a:pt x="130" y="5609"/>
                        <a:pt x="274" y="6750"/>
                      </a:cubicBezTo>
                      <a:cubicBezTo>
                        <a:pt x="314" y="7044"/>
                        <a:pt x="549" y="7199"/>
                        <a:pt x="773" y="7199"/>
                      </a:cubicBezTo>
                      <a:cubicBezTo>
                        <a:pt x="990" y="7199"/>
                        <a:pt x="1196" y="7054"/>
                        <a:pt x="1206" y="6750"/>
                      </a:cubicBezTo>
                      <a:cubicBezTo>
                        <a:pt x="1238" y="5596"/>
                        <a:pt x="984" y="4429"/>
                        <a:pt x="880" y="3276"/>
                      </a:cubicBezTo>
                      <a:cubicBezTo>
                        <a:pt x="789" y="2226"/>
                        <a:pt x="795" y="1184"/>
                        <a:pt x="776" y="121"/>
                      </a:cubicBezTo>
                      <a:cubicBezTo>
                        <a:pt x="776" y="52"/>
                        <a:pt x="707"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90"/>
                <p:cNvSpPr/>
                <p:nvPr/>
              </p:nvSpPr>
              <p:spPr>
                <a:xfrm>
                  <a:off x="3277491" y="4102121"/>
                  <a:ext cx="40068" cy="120986"/>
                </a:xfrm>
                <a:custGeom>
                  <a:rect b="b" l="l" r="r" t="t"/>
                  <a:pathLst>
                    <a:path extrusionOk="0" h="4792" w="1587">
                      <a:moveTo>
                        <a:pt x="737" y="0"/>
                      </a:moveTo>
                      <a:cubicBezTo>
                        <a:pt x="366" y="0"/>
                        <a:pt x="0" y="397"/>
                        <a:pt x="225" y="837"/>
                      </a:cubicBezTo>
                      <a:cubicBezTo>
                        <a:pt x="596" y="1560"/>
                        <a:pt x="590" y="2297"/>
                        <a:pt x="590" y="3098"/>
                      </a:cubicBezTo>
                      <a:cubicBezTo>
                        <a:pt x="590" y="3574"/>
                        <a:pt x="433" y="4402"/>
                        <a:pt x="844" y="4747"/>
                      </a:cubicBezTo>
                      <a:cubicBezTo>
                        <a:pt x="877" y="4777"/>
                        <a:pt x="917" y="4791"/>
                        <a:pt x="958" y="4791"/>
                      </a:cubicBezTo>
                      <a:cubicBezTo>
                        <a:pt x="999" y="4791"/>
                        <a:pt x="1039" y="4777"/>
                        <a:pt x="1072" y="4747"/>
                      </a:cubicBezTo>
                      <a:cubicBezTo>
                        <a:pt x="1541" y="4376"/>
                        <a:pt x="1496" y="3164"/>
                        <a:pt x="1522" y="2616"/>
                      </a:cubicBezTo>
                      <a:cubicBezTo>
                        <a:pt x="1554" y="1873"/>
                        <a:pt x="1587" y="941"/>
                        <a:pt x="1189" y="276"/>
                      </a:cubicBezTo>
                      <a:cubicBezTo>
                        <a:pt x="1074" y="82"/>
                        <a:pt x="905" y="0"/>
                        <a:pt x="7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0"/>
                <p:cNvSpPr/>
                <p:nvPr/>
              </p:nvSpPr>
              <p:spPr>
                <a:xfrm>
                  <a:off x="3097199" y="3168065"/>
                  <a:ext cx="106494" cy="74859"/>
                </a:xfrm>
                <a:custGeom>
                  <a:rect b="b" l="l" r="r" t="t"/>
                  <a:pathLst>
                    <a:path extrusionOk="0" h="2965" w="4218">
                      <a:moveTo>
                        <a:pt x="2117" y="1"/>
                      </a:moveTo>
                      <a:cubicBezTo>
                        <a:pt x="1413" y="1"/>
                        <a:pt x="712" y="474"/>
                        <a:pt x="444" y="1107"/>
                      </a:cubicBezTo>
                      <a:cubicBezTo>
                        <a:pt x="236" y="1602"/>
                        <a:pt x="86" y="2117"/>
                        <a:pt x="1" y="2651"/>
                      </a:cubicBezTo>
                      <a:cubicBezTo>
                        <a:pt x="451" y="2188"/>
                        <a:pt x="1070" y="1921"/>
                        <a:pt x="1715" y="1921"/>
                      </a:cubicBezTo>
                      <a:cubicBezTo>
                        <a:pt x="2504" y="1928"/>
                        <a:pt x="3240" y="2312"/>
                        <a:pt x="3683" y="2964"/>
                      </a:cubicBezTo>
                      <a:cubicBezTo>
                        <a:pt x="3729" y="2847"/>
                        <a:pt x="3775" y="2729"/>
                        <a:pt x="3833" y="2619"/>
                      </a:cubicBezTo>
                      <a:cubicBezTo>
                        <a:pt x="4218" y="1830"/>
                        <a:pt x="3898" y="989"/>
                        <a:pt x="3305" y="422"/>
                      </a:cubicBezTo>
                      <a:cubicBezTo>
                        <a:pt x="3058" y="188"/>
                        <a:pt x="2738" y="96"/>
                        <a:pt x="2419" y="31"/>
                      </a:cubicBezTo>
                      <a:cubicBezTo>
                        <a:pt x="2319" y="11"/>
                        <a:pt x="2218" y="1"/>
                        <a:pt x="21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90"/>
                <p:cNvSpPr/>
                <p:nvPr/>
              </p:nvSpPr>
              <p:spPr>
                <a:xfrm>
                  <a:off x="3104117" y="3314955"/>
                  <a:ext cx="103868" cy="80994"/>
                </a:xfrm>
                <a:custGeom>
                  <a:rect b="b" l="l" r="r" t="t"/>
                  <a:pathLst>
                    <a:path extrusionOk="0" h="3208" w="4114">
                      <a:moveTo>
                        <a:pt x="3312" y="1"/>
                      </a:moveTo>
                      <a:cubicBezTo>
                        <a:pt x="2855" y="574"/>
                        <a:pt x="2165" y="907"/>
                        <a:pt x="1435" y="913"/>
                      </a:cubicBezTo>
                      <a:cubicBezTo>
                        <a:pt x="920" y="907"/>
                        <a:pt x="411" y="737"/>
                        <a:pt x="1" y="424"/>
                      </a:cubicBezTo>
                      <a:lnTo>
                        <a:pt x="1" y="424"/>
                      </a:lnTo>
                      <a:cubicBezTo>
                        <a:pt x="397" y="1681"/>
                        <a:pt x="1622" y="3208"/>
                        <a:pt x="3011" y="3208"/>
                      </a:cubicBezTo>
                      <a:cubicBezTo>
                        <a:pt x="3085" y="3208"/>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90"/>
                <p:cNvSpPr/>
                <p:nvPr/>
              </p:nvSpPr>
              <p:spPr>
                <a:xfrm>
                  <a:off x="3097199" y="3249967"/>
                  <a:ext cx="70617" cy="70441"/>
                </a:xfrm>
                <a:custGeom>
                  <a:rect b="b" l="l" r="r" t="t"/>
                  <a:pathLst>
                    <a:path extrusionOk="0" fill="none" h="2790" w="2797">
                      <a:moveTo>
                        <a:pt x="2797" y="1193"/>
                      </a:moveTo>
                      <a:cubicBezTo>
                        <a:pt x="2797" y="2255"/>
                        <a:pt x="1513" y="2790"/>
                        <a:pt x="757" y="2040"/>
                      </a:cubicBezTo>
                      <a:cubicBezTo>
                        <a:pt x="1" y="1291"/>
                        <a:pt x="535" y="0"/>
                        <a:pt x="1604" y="0"/>
                      </a:cubicBezTo>
                      <a:cubicBezTo>
                        <a:pt x="2256" y="0"/>
                        <a:pt x="2790" y="535"/>
                        <a:pt x="279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90"/>
                <p:cNvSpPr/>
                <p:nvPr/>
              </p:nvSpPr>
              <p:spPr>
                <a:xfrm>
                  <a:off x="3227527" y="3168065"/>
                  <a:ext cx="106342" cy="74859"/>
                </a:xfrm>
                <a:custGeom>
                  <a:rect b="b" l="l" r="r" t="t"/>
                  <a:pathLst>
                    <a:path extrusionOk="0" h="2965" w="4212">
                      <a:moveTo>
                        <a:pt x="2102" y="1"/>
                      </a:moveTo>
                      <a:cubicBezTo>
                        <a:pt x="2001" y="1"/>
                        <a:pt x="1900" y="11"/>
                        <a:pt x="1800" y="31"/>
                      </a:cubicBezTo>
                      <a:cubicBezTo>
                        <a:pt x="1474" y="96"/>
                        <a:pt x="1154" y="188"/>
                        <a:pt x="913" y="422"/>
                      </a:cubicBezTo>
                      <a:cubicBezTo>
                        <a:pt x="320" y="989"/>
                        <a:pt x="1" y="1830"/>
                        <a:pt x="385" y="2619"/>
                      </a:cubicBezTo>
                      <a:cubicBezTo>
                        <a:pt x="438" y="2729"/>
                        <a:pt x="490" y="2847"/>
                        <a:pt x="529" y="2964"/>
                      </a:cubicBezTo>
                      <a:cubicBezTo>
                        <a:pt x="978" y="2312"/>
                        <a:pt x="1715" y="1928"/>
                        <a:pt x="2504" y="1921"/>
                      </a:cubicBezTo>
                      <a:cubicBezTo>
                        <a:pt x="3142" y="1921"/>
                        <a:pt x="3761" y="2188"/>
                        <a:pt x="4211" y="2651"/>
                      </a:cubicBezTo>
                      <a:cubicBezTo>
                        <a:pt x="4126" y="2117"/>
                        <a:pt x="3983" y="1602"/>
                        <a:pt x="3775" y="1107"/>
                      </a:cubicBezTo>
                      <a:cubicBezTo>
                        <a:pt x="3501" y="474"/>
                        <a:pt x="2804"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90"/>
                <p:cNvSpPr/>
                <p:nvPr/>
              </p:nvSpPr>
              <p:spPr>
                <a:xfrm>
                  <a:off x="3223083" y="3314955"/>
                  <a:ext cx="103868" cy="80994"/>
                </a:xfrm>
                <a:custGeom>
                  <a:rect b="b" l="l" r="r" t="t"/>
                  <a:pathLst>
                    <a:path extrusionOk="0" h="3208" w="4114">
                      <a:moveTo>
                        <a:pt x="809" y="1"/>
                      </a:moveTo>
                      <a:cubicBezTo>
                        <a:pt x="627" y="763"/>
                        <a:pt x="262" y="1428"/>
                        <a:pt x="99" y="2210"/>
                      </a:cubicBezTo>
                      <a:cubicBezTo>
                        <a:pt x="1" y="2686"/>
                        <a:pt x="425" y="3142"/>
                        <a:pt x="881" y="3194"/>
                      </a:cubicBezTo>
                      <a:cubicBezTo>
                        <a:pt x="955" y="3203"/>
                        <a:pt x="1030" y="3208"/>
                        <a:pt x="1103" y="3208"/>
                      </a:cubicBezTo>
                      <a:cubicBezTo>
                        <a:pt x="2493" y="3208"/>
                        <a:pt x="3717" y="1681"/>
                        <a:pt x="4113" y="424"/>
                      </a:cubicBezTo>
                      <a:lnTo>
                        <a:pt x="4113" y="424"/>
                      </a:lnTo>
                      <a:cubicBezTo>
                        <a:pt x="3703" y="737"/>
                        <a:pt x="3194" y="907"/>
                        <a:pt x="2680" y="913"/>
                      </a:cubicBezTo>
                      <a:cubicBezTo>
                        <a:pt x="1950" y="907"/>
                        <a:pt x="1259" y="574"/>
                        <a:pt x="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0"/>
                <p:cNvSpPr/>
                <p:nvPr/>
              </p:nvSpPr>
              <p:spPr>
                <a:xfrm>
                  <a:off x="3263252" y="3249967"/>
                  <a:ext cx="70617" cy="70441"/>
                </a:xfrm>
                <a:custGeom>
                  <a:rect b="b" l="l" r="r" t="t"/>
                  <a:pathLst>
                    <a:path extrusionOk="0" fill="none" h="2790" w="2797">
                      <a:moveTo>
                        <a:pt x="7" y="1193"/>
                      </a:moveTo>
                      <a:cubicBezTo>
                        <a:pt x="0" y="2255"/>
                        <a:pt x="1284" y="2790"/>
                        <a:pt x="2040" y="2040"/>
                      </a:cubicBezTo>
                      <a:cubicBezTo>
                        <a:pt x="2796" y="1291"/>
                        <a:pt x="2262" y="0"/>
                        <a:pt x="1199" y="0"/>
                      </a:cubicBezTo>
                      <a:cubicBezTo>
                        <a:pt x="541" y="0"/>
                        <a:pt x="7" y="535"/>
                        <a:pt x="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620" name="Google Shape;10620;p90"/>
          <p:cNvGrpSpPr/>
          <p:nvPr/>
        </p:nvGrpSpPr>
        <p:grpSpPr>
          <a:xfrm>
            <a:off x="3928852" y="3064707"/>
            <a:ext cx="550799" cy="1310497"/>
            <a:chOff x="3928852" y="3050537"/>
            <a:chExt cx="550799" cy="1310497"/>
          </a:xfrm>
        </p:grpSpPr>
        <p:sp>
          <p:nvSpPr>
            <p:cNvPr id="10621" name="Google Shape;10621;p90"/>
            <p:cNvSpPr/>
            <p:nvPr/>
          </p:nvSpPr>
          <p:spPr>
            <a:xfrm>
              <a:off x="3977731" y="4311978"/>
              <a:ext cx="453041" cy="49056"/>
            </a:xfrm>
            <a:custGeom>
              <a:rect b="b" l="l" r="r" t="t"/>
              <a:pathLst>
                <a:path extrusionOk="0" h="1943" w="17944">
                  <a:moveTo>
                    <a:pt x="8969" y="0"/>
                  </a:moveTo>
                  <a:cubicBezTo>
                    <a:pt x="4015" y="0"/>
                    <a:pt x="0" y="437"/>
                    <a:pt x="0" y="972"/>
                  </a:cubicBezTo>
                  <a:cubicBezTo>
                    <a:pt x="0" y="1506"/>
                    <a:pt x="4015" y="1943"/>
                    <a:pt x="8969" y="1943"/>
                  </a:cubicBezTo>
                  <a:cubicBezTo>
                    <a:pt x="13929" y="1943"/>
                    <a:pt x="17943" y="1506"/>
                    <a:pt x="17943" y="972"/>
                  </a:cubicBezTo>
                  <a:cubicBezTo>
                    <a:pt x="17943" y="437"/>
                    <a:pt x="13929"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2" name="Google Shape;10622;p90"/>
            <p:cNvGrpSpPr/>
            <p:nvPr/>
          </p:nvGrpSpPr>
          <p:grpSpPr>
            <a:xfrm>
              <a:off x="3928852" y="3050537"/>
              <a:ext cx="550799" cy="1278256"/>
              <a:chOff x="3928852" y="3050537"/>
              <a:chExt cx="550799" cy="1278256"/>
            </a:xfrm>
          </p:grpSpPr>
          <p:sp>
            <p:nvSpPr>
              <p:cNvPr id="10623" name="Google Shape;10623;p90"/>
              <p:cNvSpPr/>
              <p:nvPr/>
            </p:nvSpPr>
            <p:spPr>
              <a:xfrm>
                <a:off x="3928852" y="3050537"/>
                <a:ext cx="550799" cy="1278256"/>
              </a:xfrm>
              <a:custGeom>
                <a:rect b="b" l="l" r="r" t="t"/>
                <a:pathLst>
                  <a:path extrusionOk="0" h="50629" w="21816">
                    <a:moveTo>
                      <a:pt x="3781" y="7802"/>
                    </a:moveTo>
                    <a:lnTo>
                      <a:pt x="3781" y="7834"/>
                    </a:lnTo>
                    <a:lnTo>
                      <a:pt x="3755" y="7834"/>
                    </a:lnTo>
                    <a:lnTo>
                      <a:pt x="3781" y="7802"/>
                    </a:lnTo>
                    <a:close/>
                    <a:moveTo>
                      <a:pt x="10690" y="0"/>
                    </a:moveTo>
                    <a:cubicBezTo>
                      <a:pt x="6753" y="0"/>
                      <a:pt x="3559" y="3187"/>
                      <a:pt x="3559" y="7130"/>
                    </a:cubicBezTo>
                    <a:cubicBezTo>
                      <a:pt x="3559" y="7365"/>
                      <a:pt x="3579" y="7600"/>
                      <a:pt x="3605" y="7834"/>
                    </a:cubicBezTo>
                    <a:cubicBezTo>
                      <a:pt x="2973" y="7906"/>
                      <a:pt x="2549" y="8512"/>
                      <a:pt x="2699" y="9131"/>
                    </a:cubicBezTo>
                    <a:cubicBezTo>
                      <a:pt x="2821" y="9609"/>
                      <a:pt x="3252" y="9920"/>
                      <a:pt x="3713" y="9920"/>
                    </a:cubicBezTo>
                    <a:cubicBezTo>
                      <a:pt x="3844" y="9920"/>
                      <a:pt x="3977" y="9895"/>
                      <a:pt x="4107" y="9842"/>
                    </a:cubicBezTo>
                    <a:cubicBezTo>
                      <a:pt x="4837" y="12044"/>
                      <a:pt x="6688" y="13804"/>
                      <a:pt x="8754" y="14560"/>
                    </a:cubicBezTo>
                    <a:cubicBezTo>
                      <a:pt x="8793" y="14573"/>
                      <a:pt x="8884" y="14593"/>
                      <a:pt x="8884" y="14606"/>
                    </a:cubicBezTo>
                    <a:lnTo>
                      <a:pt x="8884" y="16620"/>
                    </a:lnTo>
                    <a:lnTo>
                      <a:pt x="5651" y="16620"/>
                    </a:lnTo>
                    <a:cubicBezTo>
                      <a:pt x="5651" y="16620"/>
                      <a:pt x="5638" y="16685"/>
                      <a:pt x="5625" y="16698"/>
                    </a:cubicBezTo>
                    <a:cubicBezTo>
                      <a:pt x="5045" y="16705"/>
                      <a:pt x="4537" y="17076"/>
                      <a:pt x="4361" y="17623"/>
                    </a:cubicBezTo>
                    <a:lnTo>
                      <a:pt x="216" y="33239"/>
                    </a:lnTo>
                    <a:cubicBezTo>
                      <a:pt x="1" y="33872"/>
                      <a:pt x="294" y="34563"/>
                      <a:pt x="900" y="34849"/>
                    </a:cubicBezTo>
                    <a:cubicBezTo>
                      <a:pt x="1081" y="34936"/>
                      <a:pt x="1274" y="34977"/>
                      <a:pt x="1464" y="34977"/>
                    </a:cubicBezTo>
                    <a:cubicBezTo>
                      <a:pt x="1903" y="34977"/>
                      <a:pt x="2330" y="34756"/>
                      <a:pt x="2575" y="34360"/>
                    </a:cubicBezTo>
                    <a:cubicBezTo>
                      <a:pt x="2621" y="34387"/>
                      <a:pt x="2666"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70" y="33461"/>
                    </a:lnTo>
                    <a:lnTo>
                      <a:pt x="11035" y="33461"/>
                    </a:lnTo>
                    <a:lnTo>
                      <a:pt x="11035" y="33455"/>
                    </a:lnTo>
                    <a:lnTo>
                      <a:pt x="12893"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43" y="30574"/>
                    </a:lnTo>
                    <a:cubicBezTo>
                      <a:pt x="15408" y="26481"/>
                      <a:pt x="15454" y="22785"/>
                      <a:pt x="15454" y="20863"/>
                    </a:cubicBezTo>
                    <a:lnTo>
                      <a:pt x="18511" y="31929"/>
                    </a:lnTo>
                    <a:cubicBezTo>
                      <a:pt x="18302" y="31995"/>
                      <a:pt x="18159" y="32334"/>
                      <a:pt x="18204" y="32542"/>
                    </a:cubicBezTo>
                    <a:lnTo>
                      <a:pt x="18563" y="34119"/>
                    </a:lnTo>
                    <a:cubicBezTo>
                      <a:pt x="18606" y="34317"/>
                      <a:pt x="18779" y="34435"/>
                      <a:pt x="18957" y="34435"/>
                    </a:cubicBezTo>
                    <a:cubicBezTo>
                      <a:pt x="19049" y="34435"/>
                      <a:pt x="19143" y="34403"/>
                      <a:pt x="19221" y="34334"/>
                    </a:cubicBezTo>
                    <a:cubicBezTo>
                      <a:pt x="19463" y="34749"/>
                      <a:pt x="19903" y="34984"/>
                      <a:pt x="20357" y="34984"/>
                    </a:cubicBezTo>
                    <a:cubicBezTo>
                      <a:pt x="20538" y="34984"/>
                      <a:pt x="20722" y="34947"/>
                      <a:pt x="20896" y="34869"/>
                    </a:cubicBezTo>
                    <a:cubicBezTo>
                      <a:pt x="21509" y="34589"/>
                      <a:pt x="21815" y="33891"/>
                      <a:pt x="21600" y="33252"/>
                    </a:cubicBezTo>
                    <a:lnTo>
                      <a:pt x="21600" y="33246"/>
                    </a:lnTo>
                    <a:lnTo>
                      <a:pt x="17292" y="17663"/>
                    </a:lnTo>
                    <a:cubicBezTo>
                      <a:pt x="17116" y="17141"/>
                      <a:pt x="16653" y="16744"/>
                      <a:pt x="16138" y="16705"/>
                    </a:cubicBezTo>
                    <a:cubicBezTo>
                      <a:pt x="16125" y="16691"/>
                      <a:pt x="16112" y="16626"/>
                      <a:pt x="16112" y="16626"/>
                    </a:cubicBezTo>
                    <a:lnTo>
                      <a:pt x="12625" y="16626"/>
                    </a:lnTo>
                    <a:lnTo>
                      <a:pt x="12625" y="14704"/>
                    </a:lnTo>
                    <a:cubicBezTo>
                      <a:pt x="12625" y="14704"/>
                      <a:pt x="12651" y="14697"/>
                      <a:pt x="12658" y="14691"/>
                    </a:cubicBezTo>
                    <a:lnTo>
                      <a:pt x="12704" y="14678"/>
                    </a:lnTo>
                    <a:cubicBezTo>
                      <a:pt x="14900" y="14013"/>
                      <a:pt x="16914" y="12194"/>
                      <a:pt x="17696" y="9887"/>
                    </a:cubicBezTo>
                    <a:cubicBezTo>
                      <a:pt x="17774" y="9907"/>
                      <a:pt x="17859" y="9920"/>
                      <a:pt x="17944" y="9920"/>
                    </a:cubicBezTo>
                    <a:cubicBezTo>
                      <a:pt x="17948" y="9920"/>
                      <a:pt x="17952" y="9920"/>
                      <a:pt x="17956" y="9920"/>
                    </a:cubicBezTo>
                    <a:cubicBezTo>
                      <a:pt x="18511" y="9920"/>
                      <a:pt x="18967" y="9485"/>
                      <a:pt x="18999" y="8929"/>
                    </a:cubicBezTo>
                    <a:cubicBezTo>
                      <a:pt x="19032" y="8375"/>
                      <a:pt x="18615" y="7893"/>
                      <a:pt x="18061" y="7834"/>
                    </a:cubicBezTo>
                    <a:lnTo>
                      <a:pt x="18061" y="7828"/>
                    </a:lnTo>
                    <a:cubicBezTo>
                      <a:pt x="18061" y="7815"/>
                      <a:pt x="18048" y="7802"/>
                      <a:pt x="18048"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4" name="Google Shape;10624;p90"/>
              <p:cNvGrpSpPr/>
              <p:nvPr/>
            </p:nvGrpSpPr>
            <p:grpSpPr>
              <a:xfrm>
                <a:off x="4097202" y="3317252"/>
                <a:ext cx="209832" cy="593417"/>
                <a:chOff x="4097202" y="3317252"/>
                <a:chExt cx="209832" cy="593417"/>
              </a:xfrm>
            </p:grpSpPr>
            <p:grpSp>
              <p:nvGrpSpPr>
                <p:cNvPr id="10625" name="Google Shape;10625;p90"/>
                <p:cNvGrpSpPr/>
                <p:nvPr/>
              </p:nvGrpSpPr>
              <p:grpSpPr>
                <a:xfrm>
                  <a:off x="4155271" y="3317252"/>
                  <a:ext cx="96622" cy="294739"/>
                  <a:chOff x="4155271" y="3317252"/>
                  <a:chExt cx="96622" cy="294739"/>
                </a:xfrm>
              </p:grpSpPr>
              <p:sp>
                <p:nvSpPr>
                  <p:cNvPr id="10626" name="Google Shape;10626;p90"/>
                  <p:cNvSpPr/>
                  <p:nvPr/>
                </p:nvSpPr>
                <p:spPr>
                  <a:xfrm>
                    <a:off x="4191804" y="3350175"/>
                    <a:ext cx="21435" cy="261817"/>
                  </a:xfrm>
                  <a:custGeom>
                    <a:rect b="b" l="l" r="r" t="t"/>
                    <a:pathLst>
                      <a:path extrusionOk="0" h="10370" w="849">
                        <a:moveTo>
                          <a:pt x="1" y="0"/>
                        </a:moveTo>
                        <a:lnTo>
                          <a:pt x="1" y="10370"/>
                        </a:lnTo>
                        <a:lnTo>
                          <a:pt x="848" y="10370"/>
                        </a:lnTo>
                        <a:lnTo>
                          <a:pt x="84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90"/>
                  <p:cNvSpPr/>
                  <p:nvPr/>
                </p:nvSpPr>
                <p:spPr>
                  <a:xfrm>
                    <a:off x="4155271" y="3317252"/>
                    <a:ext cx="96622" cy="60089"/>
                  </a:xfrm>
                  <a:custGeom>
                    <a:rect b="b" l="l" r="r" t="t"/>
                    <a:pathLst>
                      <a:path extrusionOk="0" h="2380" w="3827">
                        <a:moveTo>
                          <a:pt x="1911" y="1"/>
                        </a:moveTo>
                        <a:cubicBezTo>
                          <a:pt x="855" y="1"/>
                          <a:pt x="1" y="535"/>
                          <a:pt x="1" y="1194"/>
                        </a:cubicBezTo>
                        <a:cubicBezTo>
                          <a:pt x="1" y="1852"/>
                          <a:pt x="855" y="2380"/>
                          <a:pt x="1911" y="2380"/>
                        </a:cubicBezTo>
                        <a:cubicBezTo>
                          <a:pt x="2973" y="2380"/>
                          <a:pt x="3827" y="1852"/>
                          <a:pt x="3827" y="1194"/>
                        </a:cubicBezTo>
                        <a:cubicBezTo>
                          <a:pt x="3827" y="535"/>
                          <a:pt x="2973" y="1"/>
                          <a:pt x="1911"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8" name="Google Shape;10628;p90"/>
                <p:cNvSpPr/>
                <p:nvPr/>
              </p:nvSpPr>
              <p:spPr>
                <a:xfrm>
                  <a:off x="4138835" y="3605149"/>
                  <a:ext cx="148455" cy="137346"/>
                </a:xfrm>
                <a:custGeom>
                  <a:rect b="b" l="l" r="r" t="t"/>
                  <a:pathLst>
                    <a:path extrusionOk="0" h="5440" w="5880">
                      <a:moveTo>
                        <a:pt x="3434" y="0"/>
                      </a:moveTo>
                      <a:cubicBezTo>
                        <a:pt x="3129" y="0"/>
                        <a:pt x="2783" y="173"/>
                        <a:pt x="2783" y="173"/>
                      </a:cubicBezTo>
                      <a:cubicBezTo>
                        <a:pt x="2725" y="1444"/>
                        <a:pt x="3819" y="1763"/>
                        <a:pt x="3272" y="3145"/>
                      </a:cubicBezTo>
                      <a:cubicBezTo>
                        <a:pt x="3194" y="3338"/>
                        <a:pt x="3083" y="3412"/>
                        <a:pt x="2954" y="3412"/>
                      </a:cubicBezTo>
                      <a:cubicBezTo>
                        <a:pt x="2770" y="3412"/>
                        <a:pt x="2550" y="3259"/>
                        <a:pt x="2347" y="3086"/>
                      </a:cubicBezTo>
                      <a:cubicBezTo>
                        <a:pt x="2142" y="2920"/>
                        <a:pt x="1689" y="2641"/>
                        <a:pt x="1242" y="2641"/>
                      </a:cubicBezTo>
                      <a:cubicBezTo>
                        <a:pt x="1077" y="2641"/>
                        <a:pt x="913" y="2679"/>
                        <a:pt x="763" y="2774"/>
                      </a:cubicBezTo>
                      <a:cubicBezTo>
                        <a:pt x="0" y="3236"/>
                        <a:pt x="124" y="5439"/>
                        <a:pt x="124" y="5439"/>
                      </a:cubicBezTo>
                      <a:lnTo>
                        <a:pt x="789" y="5394"/>
                      </a:lnTo>
                      <a:cubicBezTo>
                        <a:pt x="789" y="5394"/>
                        <a:pt x="1095" y="3614"/>
                        <a:pt x="1095" y="3608"/>
                      </a:cubicBezTo>
                      <a:cubicBezTo>
                        <a:pt x="1095" y="3608"/>
                        <a:pt x="1102" y="3601"/>
                        <a:pt x="1102" y="3601"/>
                      </a:cubicBezTo>
                      <a:cubicBezTo>
                        <a:pt x="1102" y="3601"/>
                        <a:pt x="1108" y="3595"/>
                        <a:pt x="1108" y="3595"/>
                      </a:cubicBezTo>
                      <a:lnTo>
                        <a:pt x="1115" y="3588"/>
                      </a:lnTo>
                      <a:lnTo>
                        <a:pt x="1115" y="3575"/>
                      </a:lnTo>
                      <a:lnTo>
                        <a:pt x="1115" y="3569"/>
                      </a:lnTo>
                      <a:lnTo>
                        <a:pt x="1121" y="3562"/>
                      </a:lnTo>
                      <a:lnTo>
                        <a:pt x="1128" y="3556"/>
                      </a:lnTo>
                      <a:lnTo>
                        <a:pt x="1134" y="3556"/>
                      </a:lnTo>
                      <a:lnTo>
                        <a:pt x="1141" y="3549"/>
                      </a:lnTo>
                      <a:lnTo>
                        <a:pt x="1147" y="3549"/>
                      </a:lnTo>
                      <a:lnTo>
                        <a:pt x="1154" y="3543"/>
                      </a:lnTo>
                      <a:lnTo>
                        <a:pt x="1180" y="3543"/>
                      </a:lnTo>
                      <a:cubicBezTo>
                        <a:pt x="1180" y="3543"/>
                        <a:pt x="1239" y="3588"/>
                        <a:pt x="1239" y="3588"/>
                      </a:cubicBezTo>
                      <a:cubicBezTo>
                        <a:pt x="1239" y="3588"/>
                        <a:pt x="1245" y="3582"/>
                        <a:pt x="1245" y="3582"/>
                      </a:cubicBezTo>
                      <a:lnTo>
                        <a:pt x="1258" y="3582"/>
                      </a:lnTo>
                      <a:cubicBezTo>
                        <a:pt x="1258" y="3582"/>
                        <a:pt x="1265" y="3588"/>
                        <a:pt x="1265" y="3595"/>
                      </a:cubicBezTo>
                      <a:cubicBezTo>
                        <a:pt x="1265" y="3595"/>
                        <a:pt x="1265" y="3601"/>
                        <a:pt x="1265" y="3601"/>
                      </a:cubicBezTo>
                      <a:cubicBezTo>
                        <a:pt x="1265" y="3608"/>
                        <a:pt x="1265" y="3608"/>
                        <a:pt x="1265" y="3608"/>
                      </a:cubicBezTo>
                      <a:cubicBezTo>
                        <a:pt x="1304" y="3790"/>
                        <a:pt x="1369" y="3966"/>
                        <a:pt x="1447" y="4136"/>
                      </a:cubicBezTo>
                      <a:cubicBezTo>
                        <a:pt x="1643" y="4423"/>
                        <a:pt x="1916" y="4840"/>
                        <a:pt x="2679" y="5029"/>
                      </a:cubicBezTo>
                      <a:cubicBezTo>
                        <a:pt x="2882" y="5079"/>
                        <a:pt x="3079" y="5102"/>
                        <a:pt x="3269" y="5102"/>
                      </a:cubicBezTo>
                      <a:cubicBezTo>
                        <a:pt x="4290" y="5102"/>
                        <a:pt x="5100" y="4413"/>
                        <a:pt x="5540" y="3412"/>
                      </a:cubicBezTo>
                      <a:cubicBezTo>
                        <a:pt x="5879" y="2663"/>
                        <a:pt x="5768" y="1314"/>
                        <a:pt x="5103" y="1027"/>
                      </a:cubicBezTo>
                      <a:cubicBezTo>
                        <a:pt x="4961" y="964"/>
                        <a:pt x="4840" y="940"/>
                        <a:pt x="4736" y="940"/>
                      </a:cubicBezTo>
                      <a:cubicBezTo>
                        <a:pt x="4400" y="940"/>
                        <a:pt x="4228" y="1187"/>
                        <a:pt x="4026" y="1187"/>
                      </a:cubicBezTo>
                      <a:cubicBezTo>
                        <a:pt x="3997" y="1187"/>
                        <a:pt x="3968" y="1182"/>
                        <a:pt x="3937" y="1170"/>
                      </a:cubicBezTo>
                      <a:cubicBezTo>
                        <a:pt x="3617" y="1053"/>
                        <a:pt x="3507" y="4"/>
                        <a:pt x="3507" y="4"/>
                      </a:cubicBezTo>
                      <a:cubicBezTo>
                        <a:pt x="3483" y="1"/>
                        <a:pt x="3458" y="0"/>
                        <a:pt x="34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90"/>
                <p:cNvSpPr/>
                <p:nvPr/>
              </p:nvSpPr>
              <p:spPr>
                <a:xfrm>
                  <a:off x="4100005" y="3582275"/>
                  <a:ext cx="167694" cy="101646"/>
                </a:xfrm>
                <a:custGeom>
                  <a:rect b="b" l="l" r="r" t="t"/>
                  <a:pathLst>
                    <a:path extrusionOk="0" h="4026" w="6642">
                      <a:moveTo>
                        <a:pt x="4886" y="1"/>
                      </a:moveTo>
                      <a:cubicBezTo>
                        <a:pt x="4691" y="1"/>
                        <a:pt x="4372" y="32"/>
                        <a:pt x="4236" y="69"/>
                      </a:cubicBezTo>
                      <a:cubicBezTo>
                        <a:pt x="4158" y="69"/>
                        <a:pt x="3643" y="88"/>
                        <a:pt x="3624" y="88"/>
                      </a:cubicBezTo>
                      <a:cubicBezTo>
                        <a:pt x="3383" y="88"/>
                        <a:pt x="3128" y="75"/>
                        <a:pt x="2887" y="69"/>
                      </a:cubicBezTo>
                      <a:cubicBezTo>
                        <a:pt x="2646" y="62"/>
                        <a:pt x="2418" y="56"/>
                        <a:pt x="2196" y="56"/>
                      </a:cubicBezTo>
                      <a:cubicBezTo>
                        <a:pt x="1493" y="56"/>
                        <a:pt x="795" y="128"/>
                        <a:pt x="469" y="649"/>
                      </a:cubicBezTo>
                      <a:cubicBezTo>
                        <a:pt x="0" y="1392"/>
                        <a:pt x="98" y="2148"/>
                        <a:pt x="189" y="2813"/>
                      </a:cubicBezTo>
                      <a:cubicBezTo>
                        <a:pt x="209" y="2956"/>
                        <a:pt x="222" y="3093"/>
                        <a:pt x="235" y="3230"/>
                      </a:cubicBezTo>
                      <a:cubicBezTo>
                        <a:pt x="280" y="3706"/>
                        <a:pt x="352" y="4025"/>
                        <a:pt x="574" y="4025"/>
                      </a:cubicBezTo>
                      <a:cubicBezTo>
                        <a:pt x="756" y="4025"/>
                        <a:pt x="1030" y="3849"/>
                        <a:pt x="1395" y="3510"/>
                      </a:cubicBezTo>
                      <a:cubicBezTo>
                        <a:pt x="1408" y="3504"/>
                        <a:pt x="1421" y="3497"/>
                        <a:pt x="1434" y="3491"/>
                      </a:cubicBezTo>
                      <a:cubicBezTo>
                        <a:pt x="1453" y="3484"/>
                        <a:pt x="3350" y="2911"/>
                        <a:pt x="4021" y="2402"/>
                      </a:cubicBezTo>
                      <a:cubicBezTo>
                        <a:pt x="4210" y="2337"/>
                        <a:pt x="4399" y="2265"/>
                        <a:pt x="4588" y="2194"/>
                      </a:cubicBezTo>
                      <a:cubicBezTo>
                        <a:pt x="4999" y="2109"/>
                        <a:pt x="5651" y="1907"/>
                        <a:pt x="6048" y="1353"/>
                      </a:cubicBezTo>
                      <a:lnTo>
                        <a:pt x="6166" y="1190"/>
                      </a:lnTo>
                      <a:cubicBezTo>
                        <a:pt x="6413" y="864"/>
                        <a:pt x="6641" y="532"/>
                        <a:pt x="6550" y="356"/>
                      </a:cubicBezTo>
                      <a:cubicBezTo>
                        <a:pt x="6452" y="154"/>
                        <a:pt x="5944" y="30"/>
                        <a:pt x="5038" y="17"/>
                      </a:cubicBezTo>
                      <a:cubicBezTo>
                        <a:pt x="5020" y="6"/>
                        <a:pt x="4962" y="1"/>
                        <a:pt x="48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90"/>
                <p:cNvSpPr/>
                <p:nvPr/>
              </p:nvSpPr>
              <p:spPr>
                <a:xfrm>
                  <a:off x="4122046" y="3755473"/>
                  <a:ext cx="151258" cy="124091"/>
                </a:xfrm>
                <a:custGeom>
                  <a:rect b="b" l="l" r="r" t="t"/>
                  <a:pathLst>
                    <a:path extrusionOk="0" h="4915" w="5991">
                      <a:moveTo>
                        <a:pt x="4876" y="1180"/>
                      </a:moveTo>
                      <a:cubicBezTo>
                        <a:pt x="4908" y="1199"/>
                        <a:pt x="4941" y="1212"/>
                        <a:pt x="4980" y="1225"/>
                      </a:cubicBezTo>
                      <a:cubicBezTo>
                        <a:pt x="4973" y="1310"/>
                        <a:pt x="4993" y="1395"/>
                        <a:pt x="5032" y="1467"/>
                      </a:cubicBezTo>
                      <a:cubicBezTo>
                        <a:pt x="4941" y="1486"/>
                        <a:pt x="4862" y="1532"/>
                        <a:pt x="4797" y="1597"/>
                      </a:cubicBezTo>
                      <a:cubicBezTo>
                        <a:pt x="4726" y="1669"/>
                        <a:pt x="4680" y="1760"/>
                        <a:pt x="4660" y="1858"/>
                      </a:cubicBezTo>
                      <a:cubicBezTo>
                        <a:pt x="4600" y="1831"/>
                        <a:pt x="4534" y="1818"/>
                        <a:pt x="4469" y="1818"/>
                      </a:cubicBezTo>
                      <a:cubicBezTo>
                        <a:pt x="4422" y="1818"/>
                        <a:pt x="4374" y="1825"/>
                        <a:pt x="4328" y="1838"/>
                      </a:cubicBezTo>
                      <a:cubicBezTo>
                        <a:pt x="4198" y="1871"/>
                        <a:pt x="4087" y="1962"/>
                        <a:pt x="4028" y="2079"/>
                      </a:cubicBezTo>
                      <a:lnTo>
                        <a:pt x="4022" y="2079"/>
                      </a:lnTo>
                      <a:cubicBezTo>
                        <a:pt x="3976" y="2040"/>
                        <a:pt x="3930" y="2008"/>
                        <a:pt x="3885" y="1981"/>
                      </a:cubicBezTo>
                      <a:cubicBezTo>
                        <a:pt x="3937" y="1968"/>
                        <a:pt x="3983" y="1942"/>
                        <a:pt x="4028" y="1910"/>
                      </a:cubicBezTo>
                      <a:cubicBezTo>
                        <a:pt x="4146" y="1819"/>
                        <a:pt x="4224" y="1682"/>
                        <a:pt x="4230" y="1538"/>
                      </a:cubicBezTo>
                      <a:cubicBezTo>
                        <a:pt x="4282" y="1556"/>
                        <a:pt x="4337" y="1565"/>
                        <a:pt x="4392" y="1565"/>
                      </a:cubicBezTo>
                      <a:cubicBezTo>
                        <a:pt x="4482" y="1565"/>
                        <a:pt x="4571" y="1541"/>
                        <a:pt x="4647" y="1493"/>
                      </a:cubicBezTo>
                      <a:cubicBezTo>
                        <a:pt x="4765" y="1421"/>
                        <a:pt x="4843" y="1310"/>
                        <a:pt x="4876" y="1180"/>
                      </a:cubicBezTo>
                      <a:close/>
                      <a:moveTo>
                        <a:pt x="2627" y="2868"/>
                      </a:moveTo>
                      <a:cubicBezTo>
                        <a:pt x="2705" y="2927"/>
                        <a:pt x="2796" y="2953"/>
                        <a:pt x="2894" y="2953"/>
                      </a:cubicBezTo>
                      <a:cubicBezTo>
                        <a:pt x="2927" y="2953"/>
                        <a:pt x="2959" y="2946"/>
                        <a:pt x="2985" y="2940"/>
                      </a:cubicBezTo>
                      <a:lnTo>
                        <a:pt x="2985" y="2940"/>
                      </a:lnTo>
                      <a:cubicBezTo>
                        <a:pt x="2953" y="2998"/>
                        <a:pt x="2933" y="3063"/>
                        <a:pt x="2927" y="3135"/>
                      </a:cubicBezTo>
                      <a:cubicBezTo>
                        <a:pt x="2866" y="3109"/>
                        <a:pt x="2803" y="3096"/>
                        <a:pt x="2740" y="3096"/>
                      </a:cubicBezTo>
                      <a:cubicBezTo>
                        <a:pt x="2647" y="3096"/>
                        <a:pt x="2555" y="3124"/>
                        <a:pt x="2477" y="3174"/>
                      </a:cubicBezTo>
                      <a:cubicBezTo>
                        <a:pt x="2360" y="3246"/>
                        <a:pt x="2282" y="3363"/>
                        <a:pt x="2255" y="3500"/>
                      </a:cubicBezTo>
                      <a:cubicBezTo>
                        <a:pt x="2185" y="3467"/>
                        <a:pt x="2110" y="3450"/>
                        <a:pt x="2033" y="3450"/>
                      </a:cubicBezTo>
                      <a:cubicBezTo>
                        <a:pt x="1988" y="3450"/>
                        <a:pt x="1942" y="3456"/>
                        <a:pt x="1897" y="3467"/>
                      </a:cubicBezTo>
                      <a:cubicBezTo>
                        <a:pt x="1793" y="3500"/>
                        <a:pt x="1701" y="3572"/>
                        <a:pt x="1636" y="3656"/>
                      </a:cubicBezTo>
                      <a:cubicBezTo>
                        <a:pt x="1558" y="3572"/>
                        <a:pt x="1454" y="3507"/>
                        <a:pt x="1336" y="3487"/>
                      </a:cubicBezTo>
                      <a:lnTo>
                        <a:pt x="1258" y="3487"/>
                      </a:lnTo>
                      <a:cubicBezTo>
                        <a:pt x="1180" y="3487"/>
                        <a:pt x="1102" y="3507"/>
                        <a:pt x="1037" y="3539"/>
                      </a:cubicBezTo>
                      <a:cubicBezTo>
                        <a:pt x="1017" y="3474"/>
                        <a:pt x="985" y="3409"/>
                        <a:pt x="945" y="3350"/>
                      </a:cubicBezTo>
                      <a:cubicBezTo>
                        <a:pt x="958" y="3337"/>
                        <a:pt x="978" y="3324"/>
                        <a:pt x="991" y="3305"/>
                      </a:cubicBezTo>
                      <a:cubicBezTo>
                        <a:pt x="1069" y="3233"/>
                        <a:pt x="1115" y="3135"/>
                        <a:pt x="1128" y="3031"/>
                      </a:cubicBezTo>
                      <a:cubicBezTo>
                        <a:pt x="1188" y="3055"/>
                        <a:pt x="1252" y="3069"/>
                        <a:pt x="1317" y="3069"/>
                      </a:cubicBezTo>
                      <a:cubicBezTo>
                        <a:pt x="1359" y="3069"/>
                        <a:pt x="1400" y="3063"/>
                        <a:pt x="1441" y="3050"/>
                      </a:cubicBezTo>
                      <a:lnTo>
                        <a:pt x="1460" y="3050"/>
                      </a:lnTo>
                      <a:cubicBezTo>
                        <a:pt x="1539" y="3089"/>
                        <a:pt x="1623" y="3103"/>
                        <a:pt x="1708" y="3103"/>
                      </a:cubicBezTo>
                      <a:cubicBezTo>
                        <a:pt x="1825" y="3096"/>
                        <a:pt x="1943" y="3044"/>
                        <a:pt x="2027" y="2966"/>
                      </a:cubicBezTo>
                      <a:lnTo>
                        <a:pt x="2125" y="2966"/>
                      </a:lnTo>
                      <a:cubicBezTo>
                        <a:pt x="2203" y="2959"/>
                        <a:pt x="2288" y="2940"/>
                        <a:pt x="2353" y="2894"/>
                      </a:cubicBezTo>
                      <a:cubicBezTo>
                        <a:pt x="2382" y="2900"/>
                        <a:pt x="2412" y="2903"/>
                        <a:pt x="2441" y="2903"/>
                      </a:cubicBezTo>
                      <a:cubicBezTo>
                        <a:pt x="2503" y="2903"/>
                        <a:pt x="2565" y="2890"/>
                        <a:pt x="2627" y="2868"/>
                      </a:cubicBezTo>
                      <a:close/>
                      <a:moveTo>
                        <a:pt x="3106" y="0"/>
                      </a:moveTo>
                      <a:cubicBezTo>
                        <a:pt x="3003" y="0"/>
                        <a:pt x="2899" y="32"/>
                        <a:pt x="2809" y="98"/>
                      </a:cubicBezTo>
                      <a:cubicBezTo>
                        <a:pt x="2699" y="176"/>
                        <a:pt x="2627" y="300"/>
                        <a:pt x="2614" y="430"/>
                      </a:cubicBezTo>
                      <a:cubicBezTo>
                        <a:pt x="2597" y="429"/>
                        <a:pt x="2580" y="428"/>
                        <a:pt x="2564" y="428"/>
                      </a:cubicBezTo>
                      <a:cubicBezTo>
                        <a:pt x="2511" y="428"/>
                        <a:pt x="2460" y="436"/>
                        <a:pt x="2405" y="456"/>
                      </a:cubicBezTo>
                      <a:cubicBezTo>
                        <a:pt x="2262" y="502"/>
                        <a:pt x="2145" y="619"/>
                        <a:pt x="2093" y="769"/>
                      </a:cubicBezTo>
                      <a:cubicBezTo>
                        <a:pt x="2009" y="711"/>
                        <a:pt x="1910" y="679"/>
                        <a:pt x="1810" y="679"/>
                      </a:cubicBezTo>
                      <a:cubicBezTo>
                        <a:pt x="1754" y="679"/>
                        <a:pt x="1697" y="689"/>
                        <a:pt x="1643" y="711"/>
                      </a:cubicBezTo>
                      <a:cubicBezTo>
                        <a:pt x="1473" y="776"/>
                        <a:pt x="1350" y="926"/>
                        <a:pt x="1323" y="1102"/>
                      </a:cubicBezTo>
                      <a:cubicBezTo>
                        <a:pt x="1259" y="1072"/>
                        <a:pt x="1191" y="1057"/>
                        <a:pt x="1123" y="1057"/>
                      </a:cubicBezTo>
                      <a:cubicBezTo>
                        <a:pt x="998" y="1057"/>
                        <a:pt x="875" y="1106"/>
                        <a:pt x="782" y="1199"/>
                      </a:cubicBezTo>
                      <a:cubicBezTo>
                        <a:pt x="600" y="1382"/>
                        <a:pt x="587" y="1675"/>
                        <a:pt x="750" y="1871"/>
                      </a:cubicBezTo>
                      <a:cubicBezTo>
                        <a:pt x="548" y="2001"/>
                        <a:pt x="476" y="2255"/>
                        <a:pt x="567" y="2477"/>
                      </a:cubicBezTo>
                      <a:cubicBezTo>
                        <a:pt x="463" y="2490"/>
                        <a:pt x="365" y="2542"/>
                        <a:pt x="287" y="2614"/>
                      </a:cubicBezTo>
                      <a:cubicBezTo>
                        <a:pt x="111" y="2796"/>
                        <a:pt x="98" y="3070"/>
                        <a:pt x="248" y="3265"/>
                      </a:cubicBezTo>
                      <a:cubicBezTo>
                        <a:pt x="242" y="3278"/>
                        <a:pt x="229" y="3285"/>
                        <a:pt x="222" y="3292"/>
                      </a:cubicBezTo>
                      <a:cubicBezTo>
                        <a:pt x="20" y="3474"/>
                        <a:pt x="0" y="3787"/>
                        <a:pt x="183" y="3989"/>
                      </a:cubicBezTo>
                      <a:cubicBezTo>
                        <a:pt x="279" y="4097"/>
                        <a:pt x="412" y="4152"/>
                        <a:pt x="548" y="4152"/>
                      </a:cubicBezTo>
                      <a:cubicBezTo>
                        <a:pt x="625" y="4152"/>
                        <a:pt x="703" y="4135"/>
                        <a:pt x="776" y="4100"/>
                      </a:cubicBezTo>
                      <a:cubicBezTo>
                        <a:pt x="822" y="4289"/>
                        <a:pt x="985" y="4432"/>
                        <a:pt x="1180" y="4465"/>
                      </a:cubicBezTo>
                      <a:cubicBezTo>
                        <a:pt x="1208" y="4470"/>
                        <a:pt x="1235" y="4472"/>
                        <a:pt x="1263" y="4472"/>
                      </a:cubicBezTo>
                      <a:cubicBezTo>
                        <a:pt x="1418" y="4472"/>
                        <a:pt x="1568" y="4396"/>
                        <a:pt x="1662" y="4263"/>
                      </a:cubicBezTo>
                      <a:cubicBezTo>
                        <a:pt x="1756" y="4376"/>
                        <a:pt x="1896" y="4438"/>
                        <a:pt x="2040" y="4438"/>
                      </a:cubicBezTo>
                      <a:cubicBezTo>
                        <a:pt x="2086" y="4438"/>
                        <a:pt x="2132" y="4432"/>
                        <a:pt x="2177" y="4419"/>
                      </a:cubicBezTo>
                      <a:cubicBezTo>
                        <a:pt x="2353" y="4360"/>
                        <a:pt x="2484" y="4217"/>
                        <a:pt x="2523" y="4035"/>
                      </a:cubicBezTo>
                      <a:cubicBezTo>
                        <a:pt x="2589" y="4069"/>
                        <a:pt x="2662" y="4086"/>
                        <a:pt x="2735" y="4086"/>
                      </a:cubicBezTo>
                      <a:cubicBezTo>
                        <a:pt x="2828" y="4086"/>
                        <a:pt x="2921" y="4059"/>
                        <a:pt x="3005" y="4008"/>
                      </a:cubicBezTo>
                      <a:cubicBezTo>
                        <a:pt x="3129" y="3924"/>
                        <a:pt x="3214" y="3793"/>
                        <a:pt x="3227" y="3643"/>
                      </a:cubicBezTo>
                      <a:cubicBezTo>
                        <a:pt x="3286" y="3667"/>
                        <a:pt x="3348" y="3679"/>
                        <a:pt x="3410" y="3679"/>
                      </a:cubicBezTo>
                      <a:cubicBezTo>
                        <a:pt x="3484" y="3679"/>
                        <a:pt x="3557" y="3662"/>
                        <a:pt x="3624" y="3630"/>
                      </a:cubicBezTo>
                      <a:cubicBezTo>
                        <a:pt x="3722" y="3585"/>
                        <a:pt x="3800" y="3507"/>
                        <a:pt x="3852" y="3409"/>
                      </a:cubicBezTo>
                      <a:cubicBezTo>
                        <a:pt x="3911" y="3461"/>
                        <a:pt x="3976" y="3494"/>
                        <a:pt x="4048" y="3513"/>
                      </a:cubicBezTo>
                      <a:cubicBezTo>
                        <a:pt x="3957" y="3520"/>
                        <a:pt x="3865" y="3552"/>
                        <a:pt x="3787" y="3611"/>
                      </a:cubicBezTo>
                      <a:cubicBezTo>
                        <a:pt x="3670" y="3696"/>
                        <a:pt x="3598" y="3826"/>
                        <a:pt x="3585" y="3969"/>
                      </a:cubicBezTo>
                      <a:cubicBezTo>
                        <a:pt x="3531" y="3948"/>
                        <a:pt x="3473" y="3937"/>
                        <a:pt x="3415" y="3937"/>
                      </a:cubicBezTo>
                      <a:cubicBezTo>
                        <a:pt x="3334" y="3937"/>
                        <a:pt x="3253" y="3957"/>
                        <a:pt x="3181" y="3995"/>
                      </a:cubicBezTo>
                      <a:cubicBezTo>
                        <a:pt x="2940" y="4126"/>
                        <a:pt x="2855" y="4426"/>
                        <a:pt x="2979" y="4667"/>
                      </a:cubicBezTo>
                      <a:cubicBezTo>
                        <a:pt x="3070" y="4817"/>
                        <a:pt x="3233" y="4914"/>
                        <a:pt x="3416" y="4914"/>
                      </a:cubicBezTo>
                      <a:cubicBezTo>
                        <a:pt x="3494" y="4914"/>
                        <a:pt x="3572" y="4895"/>
                        <a:pt x="3644" y="4856"/>
                      </a:cubicBezTo>
                      <a:cubicBezTo>
                        <a:pt x="3794" y="4771"/>
                        <a:pt x="3891" y="4628"/>
                        <a:pt x="3904" y="4458"/>
                      </a:cubicBezTo>
                      <a:cubicBezTo>
                        <a:pt x="3960" y="4479"/>
                        <a:pt x="4018" y="4489"/>
                        <a:pt x="4076" y="4489"/>
                      </a:cubicBezTo>
                      <a:cubicBezTo>
                        <a:pt x="4180" y="4489"/>
                        <a:pt x="4283" y="4456"/>
                        <a:pt x="4367" y="4393"/>
                      </a:cubicBezTo>
                      <a:cubicBezTo>
                        <a:pt x="4517" y="4289"/>
                        <a:pt x="4589" y="4113"/>
                        <a:pt x="4563" y="3930"/>
                      </a:cubicBezTo>
                      <a:lnTo>
                        <a:pt x="4563" y="3930"/>
                      </a:lnTo>
                      <a:cubicBezTo>
                        <a:pt x="4588" y="3934"/>
                        <a:pt x="4613" y="3936"/>
                        <a:pt x="4638" y="3936"/>
                      </a:cubicBezTo>
                      <a:cubicBezTo>
                        <a:pt x="4818" y="3936"/>
                        <a:pt x="4980" y="3836"/>
                        <a:pt x="5071" y="3676"/>
                      </a:cubicBezTo>
                      <a:cubicBezTo>
                        <a:pt x="5195" y="3441"/>
                        <a:pt x="5104" y="3142"/>
                        <a:pt x="4869" y="3011"/>
                      </a:cubicBezTo>
                      <a:cubicBezTo>
                        <a:pt x="4804" y="2979"/>
                        <a:pt x="4732" y="2959"/>
                        <a:pt x="4660" y="2953"/>
                      </a:cubicBezTo>
                      <a:cubicBezTo>
                        <a:pt x="4647" y="2894"/>
                        <a:pt x="4628" y="2829"/>
                        <a:pt x="4595" y="2777"/>
                      </a:cubicBezTo>
                      <a:cubicBezTo>
                        <a:pt x="4771" y="2724"/>
                        <a:pt x="4902" y="2575"/>
                        <a:pt x="4934" y="2392"/>
                      </a:cubicBezTo>
                      <a:cubicBezTo>
                        <a:pt x="5001" y="2422"/>
                        <a:pt x="5071" y="2436"/>
                        <a:pt x="5141" y="2436"/>
                      </a:cubicBezTo>
                      <a:cubicBezTo>
                        <a:pt x="5269" y="2436"/>
                        <a:pt x="5395" y="2387"/>
                        <a:pt x="5488" y="2294"/>
                      </a:cubicBezTo>
                      <a:cubicBezTo>
                        <a:pt x="5638" y="2138"/>
                        <a:pt x="5671" y="1910"/>
                        <a:pt x="5579" y="1721"/>
                      </a:cubicBezTo>
                      <a:cubicBezTo>
                        <a:pt x="5768" y="1675"/>
                        <a:pt x="5912" y="1525"/>
                        <a:pt x="5944" y="1330"/>
                      </a:cubicBezTo>
                      <a:cubicBezTo>
                        <a:pt x="5990" y="1082"/>
                        <a:pt x="5840" y="834"/>
                        <a:pt x="5592" y="769"/>
                      </a:cubicBezTo>
                      <a:cubicBezTo>
                        <a:pt x="5592" y="730"/>
                        <a:pt x="5592" y="685"/>
                        <a:pt x="5586" y="652"/>
                      </a:cubicBezTo>
                      <a:cubicBezTo>
                        <a:pt x="5540" y="411"/>
                        <a:pt x="5332" y="245"/>
                        <a:pt x="5100" y="245"/>
                      </a:cubicBezTo>
                      <a:cubicBezTo>
                        <a:pt x="5069" y="245"/>
                        <a:pt x="5037" y="248"/>
                        <a:pt x="5006" y="254"/>
                      </a:cubicBezTo>
                      <a:cubicBezTo>
                        <a:pt x="4817" y="293"/>
                        <a:pt x="4660" y="437"/>
                        <a:pt x="4621" y="632"/>
                      </a:cubicBezTo>
                      <a:cubicBezTo>
                        <a:pt x="4545" y="591"/>
                        <a:pt x="4462" y="570"/>
                        <a:pt x="4379" y="570"/>
                      </a:cubicBezTo>
                      <a:cubicBezTo>
                        <a:pt x="4294" y="570"/>
                        <a:pt x="4209" y="592"/>
                        <a:pt x="4133" y="639"/>
                      </a:cubicBezTo>
                      <a:cubicBezTo>
                        <a:pt x="3989" y="724"/>
                        <a:pt x="3904" y="874"/>
                        <a:pt x="3898" y="1036"/>
                      </a:cubicBezTo>
                      <a:cubicBezTo>
                        <a:pt x="3844" y="1019"/>
                        <a:pt x="3789" y="1010"/>
                        <a:pt x="3734" y="1010"/>
                      </a:cubicBezTo>
                      <a:cubicBezTo>
                        <a:pt x="3630" y="1010"/>
                        <a:pt x="3527" y="1042"/>
                        <a:pt x="3442" y="1102"/>
                      </a:cubicBezTo>
                      <a:cubicBezTo>
                        <a:pt x="3311" y="1199"/>
                        <a:pt x="3233" y="1349"/>
                        <a:pt x="3240" y="1512"/>
                      </a:cubicBezTo>
                      <a:cubicBezTo>
                        <a:pt x="3193" y="1499"/>
                        <a:pt x="3145" y="1492"/>
                        <a:pt x="3099" y="1492"/>
                      </a:cubicBezTo>
                      <a:cubicBezTo>
                        <a:pt x="2989" y="1492"/>
                        <a:pt x="2883" y="1528"/>
                        <a:pt x="2796" y="1597"/>
                      </a:cubicBezTo>
                      <a:cubicBezTo>
                        <a:pt x="2686" y="1682"/>
                        <a:pt x="2620" y="1812"/>
                        <a:pt x="2614" y="1949"/>
                      </a:cubicBezTo>
                      <a:cubicBezTo>
                        <a:pt x="2556" y="1928"/>
                        <a:pt x="2497" y="1918"/>
                        <a:pt x="2440" y="1918"/>
                      </a:cubicBezTo>
                      <a:cubicBezTo>
                        <a:pt x="2373" y="1918"/>
                        <a:pt x="2308" y="1931"/>
                        <a:pt x="2249" y="1955"/>
                      </a:cubicBezTo>
                      <a:cubicBezTo>
                        <a:pt x="2223" y="1968"/>
                        <a:pt x="2203" y="1975"/>
                        <a:pt x="2184" y="1988"/>
                      </a:cubicBezTo>
                      <a:cubicBezTo>
                        <a:pt x="2156" y="1983"/>
                        <a:pt x="2132" y="1979"/>
                        <a:pt x="2106" y="1979"/>
                      </a:cubicBezTo>
                      <a:cubicBezTo>
                        <a:pt x="2095" y="1979"/>
                        <a:pt x="2084" y="1980"/>
                        <a:pt x="2073" y="1981"/>
                      </a:cubicBezTo>
                      <a:cubicBezTo>
                        <a:pt x="1956" y="1988"/>
                        <a:pt x="1838" y="2034"/>
                        <a:pt x="1754" y="2118"/>
                      </a:cubicBezTo>
                      <a:cubicBezTo>
                        <a:pt x="1737" y="2115"/>
                        <a:pt x="1721" y="2113"/>
                        <a:pt x="1705" y="2113"/>
                      </a:cubicBezTo>
                      <a:cubicBezTo>
                        <a:pt x="1688" y="2113"/>
                        <a:pt x="1672" y="2115"/>
                        <a:pt x="1656" y="2118"/>
                      </a:cubicBezTo>
                      <a:cubicBezTo>
                        <a:pt x="1617" y="2118"/>
                        <a:pt x="1578" y="2125"/>
                        <a:pt x="1539" y="2138"/>
                      </a:cubicBezTo>
                      <a:cubicBezTo>
                        <a:pt x="1519" y="2125"/>
                        <a:pt x="1506" y="2118"/>
                        <a:pt x="1486" y="2112"/>
                      </a:cubicBezTo>
                      <a:cubicBezTo>
                        <a:pt x="1480" y="2105"/>
                        <a:pt x="1473" y="2092"/>
                        <a:pt x="1473" y="2079"/>
                      </a:cubicBezTo>
                      <a:cubicBezTo>
                        <a:pt x="1454" y="2040"/>
                        <a:pt x="1428" y="1995"/>
                        <a:pt x="1402" y="1962"/>
                      </a:cubicBezTo>
                      <a:cubicBezTo>
                        <a:pt x="1428" y="1942"/>
                        <a:pt x="1447" y="1923"/>
                        <a:pt x="1473" y="1903"/>
                      </a:cubicBezTo>
                      <a:cubicBezTo>
                        <a:pt x="1552" y="1825"/>
                        <a:pt x="1597" y="1727"/>
                        <a:pt x="1617" y="1623"/>
                      </a:cubicBezTo>
                      <a:cubicBezTo>
                        <a:pt x="1680" y="1651"/>
                        <a:pt x="1746" y="1664"/>
                        <a:pt x="1814" y="1664"/>
                      </a:cubicBezTo>
                      <a:cubicBezTo>
                        <a:pt x="1872" y="1664"/>
                        <a:pt x="1931" y="1654"/>
                        <a:pt x="1988" y="1636"/>
                      </a:cubicBezTo>
                      <a:cubicBezTo>
                        <a:pt x="2125" y="1584"/>
                        <a:pt x="2236" y="1467"/>
                        <a:pt x="2282" y="1330"/>
                      </a:cubicBezTo>
                      <a:cubicBezTo>
                        <a:pt x="2366" y="1385"/>
                        <a:pt x="2465" y="1415"/>
                        <a:pt x="2563" y="1415"/>
                      </a:cubicBezTo>
                      <a:cubicBezTo>
                        <a:pt x="2616" y="1415"/>
                        <a:pt x="2668" y="1407"/>
                        <a:pt x="2718" y="1388"/>
                      </a:cubicBezTo>
                      <a:cubicBezTo>
                        <a:pt x="2901" y="1330"/>
                        <a:pt x="3031" y="1173"/>
                        <a:pt x="3051" y="984"/>
                      </a:cubicBezTo>
                      <a:cubicBezTo>
                        <a:pt x="3063" y="985"/>
                        <a:pt x="3075" y="985"/>
                        <a:pt x="3087" y="985"/>
                      </a:cubicBezTo>
                      <a:cubicBezTo>
                        <a:pt x="3197" y="985"/>
                        <a:pt x="3301" y="958"/>
                        <a:pt x="3390" y="893"/>
                      </a:cubicBezTo>
                      <a:cubicBezTo>
                        <a:pt x="3611" y="730"/>
                        <a:pt x="3663" y="424"/>
                        <a:pt x="3500" y="202"/>
                      </a:cubicBezTo>
                      <a:cubicBezTo>
                        <a:pt x="3407" y="70"/>
                        <a:pt x="3258" y="0"/>
                        <a:pt x="31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90"/>
                <p:cNvSpPr/>
                <p:nvPr/>
              </p:nvSpPr>
              <p:spPr>
                <a:xfrm>
                  <a:off x="4097202" y="3724545"/>
                  <a:ext cx="209832" cy="186125"/>
                </a:xfrm>
                <a:custGeom>
                  <a:rect b="b" l="l" r="r" t="t"/>
                  <a:pathLst>
                    <a:path extrusionOk="0" h="7372" w="8311">
                      <a:moveTo>
                        <a:pt x="6755" y="1"/>
                      </a:moveTo>
                      <a:cubicBezTo>
                        <a:pt x="6626" y="1"/>
                        <a:pt x="6495" y="32"/>
                        <a:pt x="6374" y="98"/>
                      </a:cubicBezTo>
                      <a:cubicBezTo>
                        <a:pt x="6172" y="208"/>
                        <a:pt x="6029" y="410"/>
                        <a:pt x="5983" y="639"/>
                      </a:cubicBezTo>
                      <a:cubicBezTo>
                        <a:pt x="5835" y="506"/>
                        <a:pt x="5649" y="439"/>
                        <a:pt x="5458" y="439"/>
                      </a:cubicBezTo>
                      <a:cubicBezTo>
                        <a:pt x="5414" y="439"/>
                        <a:pt x="5369" y="442"/>
                        <a:pt x="5325" y="450"/>
                      </a:cubicBezTo>
                      <a:cubicBezTo>
                        <a:pt x="5071" y="489"/>
                        <a:pt x="4856" y="652"/>
                        <a:pt x="4745" y="880"/>
                      </a:cubicBezTo>
                      <a:cubicBezTo>
                        <a:pt x="4608" y="658"/>
                        <a:pt x="4374" y="521"/>
                        <a:pt x="4113" y="508"/>
                      </a:cubicBezTo>
                      <a:cubicBezTo>
                        <a:pt x="4100" y="508"/>
                        <a:pt x="4087" y="507"/>
                        <a:pt x="4074" y="507"/>
                      </a:cubicBezTo>
                      <a:cubicBezTo>
                        <a:pt x="3821" y="507"/>
                        <a:pt x="3584" y="629"/>
                        <a:pt x="3442" y="834"/>
                      </a:cubicBezTo>
                      <a:cubicBezTo>
                        <a:pt x="3337" y="586"/>
                        <a:pt x="3122" y="404"/>
                        <a:pt x="2855" y="352"/>
                      </a:cubicBezTo>
                      <a:cubicBezTo>
                        <a:pt x="2808" y="344"/>
                        <a:pt x="2760" y="340"/>
                        <a:pt x="2713" y="340"/>
                      </a:cubicBezTo>
                      <a:cubicBezTo>
                        <a:pt x="2493" y="340"/>
                        <a:pt x="2282" y="426"/>
                        <a:pt x="2131" y="586"/>
                      </a:cubicBezTo>
                      <a:cubicBezTo>
                        <a:pt x="2060" y="326"/>
                        <a:pt x="1864" y="124"/>
                        <a:pt x="1610" y="39"/>
                      </a:cubicBezTo>
                      <a:cubicBezTo>
                        <a:pt x="1531" y="14"/>
                        <a:pt x="1450" y="2"/>
                        <a:pt x="1371" y="2"/>
                      </a:cubicBezTo>
                      <a:cubicBezTo>
                        <a:pt x="1036" y="2"/>
                        <a:pt x="725" y="216"/>
                        <a:pt x="619" y="554"/>
                      </a:cubicBezTo>
                      <a:cubicBezTo>
                        <a:pt x="593" y="645"/>
                        <a:pt x="580" y="736"/>
                        <a:pt x="587" y="828"/>
                      </a:cubicBezTo>
                      <a:cubicBezTo>
                        <a:pt x="294" y="932"/>
                        <a:pt x="85" y="1199"/>
                        <a:pt x="59" y="1505"/>
                      </a:cubicBezTo>
                      <a:cubicBezTo>
                        <a:pt x="33" y="1805"/>
                        <a:pt x="183" y="2092"/>
                        <a:pt x="437" y="2248"/>
                      </a:cubicBezTo>
                      <a:cubicBezTo>
                        <a:pt x="170" y="2385"/>
                        <a:pt x="0" y="2666"/>
                        <a:pt x="7" y="2965"/>
                      </a:cubicBezTo>
                      <a:cubicBezTo>
                        <a:pt x="13" y="3272"/>
                        <a:pt x="196" y="3545"/>
                        <a:pt x="476" y="3669"/>
                      </a:cubicBezTo>
                      <a:cubicBezTo>
                        <a:pt x="215" y="3845"/>
                        <a:pt x="85" y="4158"/>
                        <a:pt x="137" y="4464"/>
                      </a:cubicBezTo>
                      <a:cubicBezTo>
                        <a:pt x="202" y="4784"/>
                        <a:pt x="450" y="5038"/>
                        <a:pt x="776" y="5097"/>
                      </a:cubicBezTo>
                      <a:cubicBezTo>
                        <a:pt x="522" y="5390"/>
                        <a:pt x="515" y="5820"/>
                        <a:pt x="756" y="6113"/>
                      </a:cubicBezTo>
                      <a:cubicBezTo>
                        <a:pt x="912" y="6306"/>
                        <a:pt x="1142" y="6406"/>
                        <a:pt x="1372" y="6406"/>
                      </a:cubicBezTo>
                      <a:cubicBezTo>
                        <a:pt x="1546" y="6406"/>
                        <a:pt x="1721" y="6349"/>
                        <a:pt x="1864" y="6231"/>
                      </a:cubicBezTo>
                      <a:cubicBezTo>
                        <a:pt x="2203" y="5957"/>
                        <a:pt x="2255" y="5455"/>
                        <a:pt x="1982" y="5116"/>
                      </a:cubicBezTo>
                      <a:cubicBezTo>
                        <a:pt x="1864" y="4973"/>
                        <a:pt x="1695" y="4875"/>
                        <a:pt x="1512" y="4842"/>
                      </a:cubicBezTo>
                      <a:cubicBezTo>
                        <a:pt x="1669" y="4660"/>
                        <a:pt x="1734" y="4419"/>
                        <a:pt x="1695" y="4184"/>
                      </a:cubicBezTo>
                      <a:cubicBezTo>
                        <a:pt x="1649" y="3930"/>
                        <a:pt x="1480" y="3708"/>
                        <a:pt x="1239" y="3604"/>
                      </a:cubicBezTo>
                      <a:cubicBezTo>
                        <a:pt x="1460" y="3454"/>
                        <a:pt x="1591" y="3206"/>
                        <a:pt x="1584" y="2939"/>
                      </a:cubicBezTo>
                      <a:cubicBezTo>
                        <a:pt x="1577" y="2666"/>
                        <a:pt x="1434" y="2418"/>
                        <a:pt x="1199" y="2274"/>
                      </a:cubicBezTo>
                      <a:cubicBezTo>
                        <a:pt x="1447" y="2151"/>
                        <a:pt x="1604" y="1910"/>
                        <a:pt x="1630" y="1636"/>
                      </a:cubicBezTo>
                      <a:cubicBezTo>
                        <a:pt x="1630" y="1603"/>
                        <a:pt x="1630" y="1571"/>
                        <a:pt x="1630" y="1538"/>
                      </a:cubicBezTo>
                      <a:cubicBezTo>
                        <a:pt x="1747" y="1492"/>
                        <a:pt x="1858" y="1421"/>
                        <a:pt x="1942" y="1329"/>
                      </a:cubicBezTo>
                      <a:cubicBezTo>
                        <a:pt x="2021" y="1623"/>
                        <a:pt x="2262" y="1844"/>
                        <a:pt x="2555" y="1903"/>
                      </a:cubicBezTo>
                      <a:cubicBezTo>
                        <a:pt x="2602" y="1911"/>
                        <a:pt x="2649" y="1915"/>
                        <a:pt x="2696" y="1915"/>
                      </a:cubicBezTo>
                      <a:cubicBezTo>
                        <a:pt x="2948" y="1915"/>
                        <a:pt x="3190" y="1799"/>
                        <a:pt x="3344" y="1590"/>
                      </a:cubicBezTo>
                      <a:cubicBezTo>
                        <a:pt x="3461" y="1870"/>
                        <a:pt x="3728" y="2066"/>
                        <a:pt x="4035" y="2079"/>
                      </a:cubicBezTo>
                      <a:cubicBezTo>
                        <a:pt x="4046" y="2079"/>
                        <a:pt x="4058" y="2080"/>
                        <a:pt x="4069" y="2080"/>
                      </a:cubicBezTo>
                      <a:cubicBezTo>
                        <a:pt x="4375" y="2080"/>
                        <a:pt x="4652" y="1912"/>
                        <a:pt x="4784" y="1636"/>
                      </a:cubicBezTo>
                      <a:cubicBezTo>
                        <a:pt x="4930" y="1871"/>
                        <a:pt x="5181" y="2005"/>
                        <a:pt x="5448" y="2005"/>
                      </a:cubicBezTo>
                      <a:cubicBezTo>
                        <a:pt x="5491" y="2005"/>
                        <a:pt x="5535" y="2002"/>
                        <a:pt x="5579" y="1994"/>
                      </a:cubicBezTo>
                      <a:cubicBezTo>
                        <a:pt x="5905" y="1942"/>
                        <a:pt x="6159" y="1694"/>
                        <a:pt x="6225" y="1369"/>
                      </a:cubicBezTo>
                      <a:cubicBezTo>
                        <a:pt x="6368" y="1499"/>
                        <a:pt x="6550" y="1571"/>
                        <a:pt x="6739" y="1571"/>
                      </a:cubicBezTo>
                      <a:cubicBezTo>
                        <a:pt x="6824" y="1707"/>
                        <a:pt x="6941" y="1812"/>
                        <a:pt x="7078" y="1877"/>
                      </a:cubicBezTo>
                      <a:cubicBezTo>
                        <a:pt x="6857" y="2020"/>
                        <a:pt x="6726" y="2261"/>
                        <a:pt x="6720" y="2522"/>
                      </a:cubicBezTo>
                      <a:cubicBezTo>
                        <a:pt x="6713" y="2776"/>
                        <a:pt x="6831" y="3017"/>
                        <a:pt x="7033" y="3167"/>
                      </a:cubicBezTo>
                      <a:cubicBezTo>
                        <a:pt x="6805" y="3259"/>
                        <a:pt x="6629" y="3448"/>
                        <a:pt x="6563" y="3682"/>
                      </a:cubicBezTo>
                      <a:cubicBezTo>
                        <a:pt x="6498" y="3904"/>
                        <a:pt x="6531" y="4145"/>
                        <a:pt x="6661" y="4341"/>
                      </a:cubicBezTo>
                      <a:cubicBezTo>
                        <a:pt x="6427" y="4354"/>
                        <a:pt x="6205" y="4471"/>
                        <a:pt x="6068" y="4660"/>
                      </a:cubicBezTo>
                      <a:cubicBezTo>
                        <a:pt x="5925" y="4849"/>
                        <a:pt x="5879" y="5090"/>
                        <a:pt x="5938" y="5325"/>
                      </a:cubicBezTo>
                      <a:cubicBezTo>
                        <a:pt x="5863" y="5303"/>
                        <a:pt x="5786" y="5292"/>
                        <a:pt x="5709" y="5292"/>
                      </a:cubicBezTo>
                      <a:cubicBezTo>
                        <a:pt x="5559" y="5292"/>
                        <a:pt x="5409" y="5334"/>
                        <a:pt x="5279" y="5416"/>
                      </a:cubicBezTo>
                      <a:cubicBezTo>
                        <a:pt x="5090" y="5540"/>
                        <a:pt x="4967" y="5735"/>
                        <a:pt x="4934" y="5957"/>
                      </a:cubicBezTo>
                      <a:cubicBezTo>
                        <a:pt x="4791" y="5841"/>
                        <a:pt x="4610" y="5781"/>
                        <a:pt x="4428" y="5781"/>
                      </a:cubicBezTo>
                      <a:cubicBezTo>
                        <a:pt x="4395" y="5781"/>
                        <a:pt x="4361" y="5783"/>
                        <a:pt x="4328" y="5787"/>
                      </a:cubicBezTo>
                      <a:cubicBezTo>
                        <a:pt x="3898" y="5846"/>
                        <a:pt x="3591" y="6244"/>
                        <a:pt x="3657" y="6674"/>
                      </a:cubicBezTo>
                      <a:cubicBezTo>
                        <a:pt x="3702" y="7071"/>
                        <a:pt x="4041" y="7371"/>
                        <a:pt x="4439" y="7371"/>
                      </a:cubicBezTo>
                      <a:cubicBezTo>
                        <a:pt x="4471" y="7371"/>
                        <a:pt x="4510" y="7365"/>
                        <a:pt x="4543" y="7365"/>
                      </a:cubicBezTo>
                      <a:cubicBezTo>
                        <a:pt x="4895" y="7319"/>
                        <a:pt x="5169" y="7045"/>
                        <a:pt x="5221" y="6700"/>
                      </a:cubicBezTo>
                      <a:cubicBezTo>
                        <a:pt x="5365" y="6816"/>
                        <a:pt x="5540" y="6875"/>
                        <a:pt x="5715" y="6875"/>
                      </a:cubicBezTo>
                      <a:cubicBezTo>
                        <a:pt x="5865" y="6875"/>
                        <a:pt x="6014" y="6832"/>
                        <a:pt x="6146" y="6746"/>
                      </a:cubicBezTo>
                      <a:cubicBezTo>
                        <a:pt x="6433" y="6563"/>
                        <a:pt x="6563" y="6224"/>
                        <a:pt x="6479" y="5892"/>
                      </a:cubicBezTo>
                      <a:lnTo>
                        <a:pt x="6479" y="5892"/>
                      </a:lnTo>
                      <a:cubicBezTo>
                        <a:pt x="6554" y="5915"/>
                        <a:pt x="6631" y="5926"/>
                        <a:pt x="6707" y="5926"/>
                      </a:cubicBezTo>
                      <a:cubicBezTo>
                        <a:pt x="6953" y="5926"/>
                        <a:pt x="7190" y="5809"/>
                        <a:pt x="7339" y="5605"/>
                      </a:cubicBezTo>
                      <a:cubicBezTo>
                        <a:pt x="7541" y="5338"/>
                        <a:pt x="7548" y="4979"/>
                        <a:pt x="7365" y="4699"/>
                      </a:cubicBezTo>
                      <a:cubicBezTo>
                        <a:pt x="7704" y="4686"/>
                        <a:pt x="7991" y="4458"/>
                        <a:pt x="8082" y="4132"/>
                      </a:cubicBezTo>
                      <a:cubicBezTo>
                        <a:pt x="8173" y="3819"/>
                        <a:pt x="8062" y="3480"/>
                        <a:pt x="7802" y="3285"/>
                      </a:cubicBezTo>
                      <a:cubicBezTo>
                        <a:pt x="8102" y="3167"/>
                        <a:pt x="8297" y="2881"/>
                        <a:pt x="8304" y="2561"/>
                      </a:cubicBezTo>
                      <a:cubicBezTo>
                        <a:pt x="8310" y="2255"/>
                        <a:pt x="8134" y="1962"/>
                        <a:pt x="7847" y="1831"/>
                      </a:cubicBezTo>
                      <a:cubicBezTo>
                        <a:pt x="8108" y="1662"/>
                        <a:pt x="8245" y="1362"/>
                        <a:pt x="8199" y="1056"/>
                      </a:cubicBezTo>
                      <a:cubicBezTo>
                        <a:pt x="8147" y="671"/>
                        <a:pt x="7821" y="384"/>
                        <a:pt x="7437" y="378"/>
                      </a:cubicBezTo>
                      <a:cubicBezTo>
                        <a:pt x="7287" y="136"/>
                        <a:pt x="7025" y="1"/>
                        <a:pt x="6755"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632" name="Google Shape;10632;p90"/>
          <p:cNvGrpSpPr/>
          <p:nvPr/>
        </p:nvGrpSpPr>
        <p:grpSpPr>
          <a:xfrm>
            <a:off x="6797170" y="3064707"/>
            <a:ext cx="550623" cy="1310497"/>
            <a:chOff x="6797170" y="3050537"/>
            <a:chExt cx="550623" cy="1310497"/>
          </a:xfrm>
        </p:grpSpPr>
        <p:sp>
          <p:nvSpPr>
            <p:cNvPr id="10633" name="Google Shape;10633;p90"/>
            <p:cNvSpPr/>
            <p:nvPr/>
          </p:nvSpPr>
          <p:spPr>
            <a:xfrm>
              <a:off x="6846049" y="4311978"/>
              <a:ext cx="453041" cy="49056"/>
            </a:xfrm>
            <a:custGeom>
              <a:rect b="b" l="l" r="r" t="t"/>
              <a:pathLst>
                <a:path extrusionOk="0" h="1943" w="17944">
                  <a:moveTo>
                    <a:pt x="8968" y="0"/>
                  </a:moveTo>
                  <a:cubicBezTo>
                    <a:pt x="4015" y="0"/>
                    <a:pt x="0" y="437"/>
                    <a:pt x="0" y="972"/>
                  </a:cubicBezTo>
                  <a:cubicBezTo>
                    <a:pt x="0" y="1506"/>
                    <a:pt x="4015" y="1943"/>
                    <a:pt x="8968" y="1943"/>
                  </a:cubicBezTo>
                  <a:cubicBezTo>
                    <a:pt x="13922" y="1943"/>
                    <a:pt x="17943" y="1506"/>
                    <a:pt x="17943" y="972"/>
                  </a:cubicBezTo>
                  <a:cubicBezTo>
                    <a:pt x="17943" y="437"/>
                    <a:pt x="13922" y="0"/>
                    <a:pt x="8968"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4" name="Google Shape;10634;p90"/>
            <p:cNvGrpSpPr/>
            <p:nvPr/>
          </p:nvGrpSpPr>
          <p:grpSpPr>
            <a:xfrm>
              <a:off x="6797170" y="3050537"/>
              <a:ext cx="550623" cy="1278079"/>
              <a:chOff x="6797170" y="3050537"/>
              <a:chExt cx="550623" cy="1278079"/>
            </a:xfrm>
          </p:grpSpPr>
          <p:sp>
            <p:nvSpPr>
              <p:cNvPr id="10635" name="Google Shape;10635;p90"/>
              <p:cNvSpPr/>
              <p:nvPr/>
            </p:nvSpPr>
            <p:spPr>
              <a:xfrm>
                <a:off x="6797170" y="3050537"/>
                <a:ext cx="550623" cy="1278079"/>
              </a:xfrm>
              <a:custGeom>
                <a:rect b="b" l="l" r="r" t="t"/>
                <a:pathLst>
                  <a:path extrusionOk="0" h="50622" w="21809">
                    <a:moveTo>
                      <a:pt x="3774" y="7802"/>
                    </a:moveTo>
                    <a:lnTo>
                      <a:pt x="3774" y="7834"/>
                    </a:lnTo>
                    <a:lnTo>
                      <a:pt x="3755" y="7834"/>
                    </a:lnTo>
                    <a:lnTo>
                      <a:pt x="3774" y="7802"/>
                    </a:lnTo>
                    <a:close/>
                    <a:moveTo>
                      <a:pt x="10696" y="0"/>
                    </a:moveTo>
                    <a:cubicBezTo>
                      <a:pt x="6753" y="0"/>
                      <a:pt x="3559" y="3187"/>
                      <a:pt x="3559" y="7130"/>
                    </a:cubicBezTo>
                    <a:cubicBezTo>
                      <a:pt x="3559" y="7365"/>
                      <a:pt x="3579" y="7600"/>
                      <a:pt x="3605" y="7834"/>
                    </a:cubicBezTo>
                    <a:cubicBezTo>
                      <a:pt x="2973" y="7906"/>
                      <a:pt x="2549" y="8512"/>
                      <a:pt x="2699" y="9131"/>
                    </a:cubicBezTo>
                    <a:cubicBezTo>
                      <a:pt x="2821" y="9609"/>
                      <a:pt x="3251" y="9920"/>
                      <a:pt x="3713" y="9920"/>
                    </a:cubicBezTo>
                    <a:cubicBezTo>
                      <a:pt x="3844" y="9920"/>
                      <a:pt x="3977" y="9895"/>
                      <a:pt x="4107" y="9842"/>
                    </a:cubicBezTo>
                    <a:cubicBezTo>
                      <a:pt x="4837" y="12044"/>
                      <a:pt x="6681" y="13804"/>
                      <a:pt x="8754" y="14560"/>
                    </a:cubicBezTo>
                    <a:lnTo>
                      <a:pt x="8891" y="14606"/>
                    </a:lnTo>
                    <a:lnTo>
                      <a:pt x="8891" y="16620"/>
                    </a:lnTo>
                    <a:lnTo>
                      <a:pt x="5651" y="16620"/>
                    </a:lnTo>
                    <a:cubicBezTo>
                      <a:pt x="5651" y="16620"/>
                      <a:pt x="5645" y="16685"/>
                      <a:pt x="5625" y="16698"/>
                    </a:cubicBezTo>
                    <a:cubicBezTo>
                      <a:pt x="5045" y="16705"/>
                      <a:pt x="4537" y="17076"/>
                      <a:pt x="4361" y="17623"/>
                    </a:cubicBezTo>
                    <a:lnTo>
                      <a:pt x="216" y="33239"/>
                    </a:lnTo>
                    <a:cubicBezTo>
                      <a:pt x="1" y="33872"/>
                      <a:pt x="294" y="34563"/>
                      <a:pt x="893" y="34849"/>
                    </a:cubicBezTo>
                    <a:cubicBezTo>
                      <a:pt x="1077" y="34936"/>
                      <a:pt x="1270" y="34977"/>
                      <a:pt x="1461" y="34977"/>
                    </a:cubicBezTo>
                    <a:cubicBezTo>
                      <a:pt x="1903" y="34977"/>
                      <a:pt x="2329" y="34756"/>
                      <a:pt x="2575" y="34360"/>
                    </a:cubicBezTo>
                    <a:cubicBezTo>
                      <a:pt x="2647" y="34407"/>
                      <a:pt x="2726" y="34429"/>
                      <a:pt x="2803" y="34429"/>
                    </a:cubicBezTo>
                    <a:cubicBezTo>
                      <a:pt x="2984" y="34429"/>
                      <a:pt x="3155" y="34309"/>
                      <a:pt x="3201"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79" y="32360"/>
                    </a:lnTo>
                    <a:cubicBezTo>
                      <a:pt x="6622" y="40187"/>
                      <a:pt x="6798" y="48725"/>
                      <a:pt x="6798" y="48725"/>
                    </a:cubicBezTo>
                    <a:cubicBezTo>
                      <a:pt x="6798" y="48725"/>
                      <a:pt x="4517" y="49090"/>
                      <a:pt x="4517" y="50622"/>
                    </a:cubicBezTo>
                    <a:lnTo>
                      <a:pt x="8936" y="50622"/>
                    </a:lnTo>
                    <a:lnTo>
                      <a:pt x="10631" y="33428"/>
                    </a:lnTo>
                    <a:lnTo>
                      <a:pt x="10663" y="33455"/>
                    </a:lnTo>
                    <a:lnTo>
                      <a:pt x="11028" y="33455"/>
                    </a:lnTo>
                    <a:lnTo>
                      <a:pt x="11035" y="33448"/>
                    </a:lnTo>
                    <a:lnTo>
                      <a:pt x="12892" y="50622"/>
                    </a:lnTo>
                    <a:lnTo>
                      <a:pt x="17305" y="50622"/>
                    </a:lnTo>
                    <a:cubicBezTo>
                      <a:pt x="17305" y="49097"/>
                      <a:pt x="15024" y="48732"/>
                      <a:pt x="15024" y="48732"/>
                    </a:cubicBezTo>
                    <a:cubicBezTo>
                      <a:pt x="15024" y="48732"/>
                      <a:pt x="15193" y="40096"/>
                      <a:pt x="15317" y="32216"/>
                    </a:cubicBezTo>
                    <a:cubicBezTo>
                      <a:pt x="15323" y="31897"/>
                      <a:pt x="15356" y="30567"/>
                      <a:pt x="15356" y="30567"/>
                    </a:cubicBezTo>
                    <a:lnTo>
                      <a:pt x="15343" y="30567"/>
                    </a:lnTo>
                    <a:cubicBezTo>
                      <a:pt x="15402" y="26481"/>
                      <a:pt x="15454" y="22779"/>
                      <a:pt x="15454" y="20863"/>
                    </a:cubicBezTo>
                    <a:lnTo>
                      <a:pt x="18510" y="31923"/>
                    </a:lnTo>
                    <a:cubicBezTo>
                      <a:pt x="18302" y="31995"/>
                      <a:pt x="18152" y="32334"/>
                      <a:pt x="18204" y="32542"/>
                    </a:cubicBezTo>
                    <a:lnTo>
                      <a:pt x="18556" y="34119"/>
                    </a:lnTo>
                    <a:cubicBezTo>
                      <a:pt x="18601" y="34303"/>
                      <a:pt x="18765" y="34430"/>
                      <a:pt x="18950" y="34430"/>
                    </a:cubicBezTo>
                    <a:cubicBezTo>
                      <a:pt x="18981" y="34430"/>
                      <a:pt x="19013" y="34427"/>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9" y="34582"/>
                      <a:pt x="21808" y="33891"/>
                      <a:pt x="21600" y="33252"/>
                    </a:cubicBezTo>
                    <a:lnTo>
                      <a:pt x="21600" y="33246"/>
                    </a:lnTo>
                    <a:lnTo>
                      <a:pt x="17292" y="17663"/>
                    </a:lnTo>
                    <a:cubicBezTo>
                      <a:pt x="17116" y="17141"/>
                      <a:pt x="16653" y="16744"/>
                      <a:pt x="16138" y="16705"/>
                    </a:cubicBezTo>
                    <a:cubicBezTo>
                      <a:pt x="16125" y="16691"/>
                      <a:pt x="16112" y="16626"/>
                      <a:pt x="16112" y="16626"/>
                    </a:cubicBezTo>
                    <a:lnTo>
                      <a:pt x="12632" y="16626"/>
                    </a:lnTo>
                    <a:lnTo>
                      <a:pt x="12632" y="14704"/>
                    </a:lnTo>
                    <a:lnTo>
                      <a:pt x="12658" y="14691"/>
                    </a:lnTo>
                    <a:lnTo>
                      <a:pt x="12703" y="14678"/>
                    </a:lnTo>
                    <a:cubicBezTo>
                      <a:pt x="14900" y="14013"/>
                      <a:pt x="16914" y="12194"/>
                      <a:pt x="17696" y="9887"/>
                    </a:cubicBezTo>
                    <a:cubicBezTo>
                      <a:pt x="17774" y="9907"/>
                      <a:pt x="17859" y="9920"/>
                      <a:pt x="17943" y="9920"/>
                    </a:cubicBezTo>
                    <a:cubicBezTo>
                      <a:pt x="17948" y="9920"/>
                      <a:pt x="17952" y="9920"/>
                      <a:pt x="17956" y="9920"/>
                    </a:cubicBezTo>
                    <a:cubicBezTo>
                      <a:pt x="18511" y="9920"/>
                      <a:pt x="18973" y="9486"/>
                      <a:pt x="18999" y="8936"/>
                    </a:cubicBezTo>
                    <a:cubicBezTo>
                      <a:pt x="19032" y="8375"/>
                      <a:pt x="18621" y="7893"/>
                      <a:pt x="18067" y="7834"/>
                    </a:cubicBezTo>
                    <a:lnTo>
                      <a:pt x="18067" y="7828"/>
                    </a:lnTo>
                    <a:cubicBezTo>
                      <a:pt x="18067" y="7815"/>
                      <a:pt x="18054" y="7802"/>
                      <a:pt x="18054"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6" name="Google Shape;10636;p90"/>
              <p:cNvGrpSpPr/>
              <p:nvPr/>
            </p:nvGrpSpPr>
            <p:grpSpPr>
              <a:xfrm>
                <a:off x="6810728" y="3444626"/>
                <a:ext cx="524340" cy="876265"/>
                <a:chOff x="6810728" y="3444626"/>
                <a:chExt cx="524340" cy="876265"/>
              </a:xfrm>
            </p:grpSpPr>
            <p:sp>
              <p:nvSpPr>
                <p:cNvPr id="10637" name="Google Shape;10637;p90"/>
                <p:cNvSpPr/>
                <p:nvPr/>
              </p:nvSpPr>
              <p:spPr>
                <a:xfrm>
                  <a:off x="6952997" y="3487572"/>
                  <a:ext cx="235988" cy="25702"/>
                </a:xfrm>
                <a:custGeom>
                  <a:rect b="b" l="l" r="r" t="t"/>
                  <a:pathLst>
                    <a:path extrusionOk="0" h="1018" w="9347">
                      <a:moveTo>
                        <a:pt x="463" y="1"/>
                      </a:moveTo>
                      <a:cubicBezTo>
                        <a:pt x="209" y="1"/>
                        <a:pt x="1" y="209"/>
                        <a:pt x="1" y="463"/>
                      </a:cubicBezTo>
                      <a:lnTo>
                        <a:pt x="1" y="548"/>
                      </a:lnTo>
                      <a:cubicBezTo>
                        <a:pt x="1" y="809"/>
                        <a:pt x="209" y="1017"/>
                        <a:pt x="463" y="1017"/>
                      </a:cubicBezTo>
                      <a:lnTo>
                        <a:pt x="8878" y="1017"/>
                      </a:lnTo>
                      <a:cubicBezTo>
                        <a:pt x="9138" y="1017"/>
                        <a:pt x="9347" y="809"/>
                        <a:pt x="9347" y="548"/>
                      </a:cubicBezTo>
                      <a:lnTo>
                        <a:pt x="9347" y="463"/>
                      </a:lnTo>
                      <a:cubicBezTo>
                        <a:pt x="9347" y="209"/>
                        <a:pt x="9138" y="1"/>
                        <a:pt x="88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90"/>
                <p:cNvSpPr/>
                <p:nvPr/>
              </p:nvSpPr>
              <p:spPr>
                <a:xfrm>
                  <a:off x="7038738" y="3444626"/>
                  <a:ext cx="64356" cy="25702"/>
                </a:xfrm>
                <a:custGeom>
                  <a:rect b="b" l="l" r="r" t="t"/>
                  <a:pathLst>
                    <a:path extrusionOk="0" h="1018" w="2549">
                      <a:moveTo>
                        <a:pt x="470" y="1"/>
                      </a:moveTo>
                      <a:cubicBezTo>
                        <a:pt x="209" y="1"/>
                        <a:pt x="0" y="209"/>
                        <a:pt x="0" y="470"/>
                      </a:cubicBezTo>
                      <a:lnTo>
                        <a:pt x="0" y="555"/>
                      </a:lnTo>
                      <a:cubicBezTo>
                        <a:pt x="0" y="809"/>
                        <a:pt x="209" y="1017"/>
                        <a:pt x="470" y="1017"/>
                      </a:cubicBezTo>
                      <a:lnTo>
                        <a:pt x="2086" y="1017"/>
                      </a:lnTo>
                      <a:cubicBezTo>
                        <a:pt x="2340" y="1017"/>
                        <a:pt x="2549" y="809"/>
                        <a:pt x="2549" y="555"/>
                      </a:cubicBezTo>
                      <a:lnTo>
                        <a:pt x="2549" y="470"/>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90"/>
                <p:cNvSpPr/>
                <p:nvPr/>
              </p:nvSpPr>
              <p:spPr>
                <a:xfrm>
                  <a:off x="7038738" y="3787891"/>
                  <a:ext cx="64356" cy="25853"/>
                </a:xfrm>
                <a:custGeom>
                  <a:rect b="b" l="l" r="r" t="t"/>
                  <a:pathLst>
                    <a:path extrusionOk="0" h="1024" w="2549">
                      <a:moveTo>
                        <a:pt x="470" y="0"/>
                      </a:moveTo>
                      <a:cubicBezTo>
                        <a:pt x="209" y="0"/>
                        <a:pt x="0" y="209"/>
                        <a:pt x="0" y="469"/>
                      </a:cubicBezTo>
                      <a:lnTo>
                        <a:pt x="0" y="554"/>
                      </a:lnTo>
                      <a:cubicBezTo>
                        <a:pt x="0" y="808"/>
                        <a:pt x="209" y="1023"/>
                        <a:pt x="470" y="1023"/>
                      </a:cubicBezTo>
                      <a:lnTo>
                        <a:pt x="2086" y="1023"/>
                      </a:lnTo>
                      <a:cubicBezTo>
                        <a:pt x="2340" y="1023"/>
                        <a:pt x="2549" y="808"/>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90"/>
                <p:cNvSpPr/>
                <p:nvPr/>
              </p:nvSpPr>
              <p:spPr>
                <a:xfrm>
                  <a:off x="7038738" y="3744945"/>
                  <a:ext cx="64356" cy="25853"/>
                </a:xfrm>
                <a:custGeom>
                  <a:rect b="b" l="l" r="r" t="t"/>
                  <a:pathLst>
                    <a:path extrusionOk="0" h="1024" w="2549">
                      <a:moveTo>
                        <a:pt x="470" y="0"/>
                      </a:moveTo>
                      <a:cubicBezTo>
                        <a:pt x="209" y="0"/>
                        <a:pt x="0" y="209"/>
                        <a:pt x="0" y="469"/>
                      </a:cubicBezTo>
                      <a:lnTo>
                        <a:pt x="0" y="554"/>
                      </a:lnTo>
                      <a:cubicBezTo>
                        <a:pt x="0" y="815"/>
                        <a:pt x="209" y="1023"/>
                        <a:pt x="470" y="1023"/>
                      </a:cubicBezTo>
                      <a:lnTo>
                        <a:pt x="2086" y="1023"/>
                      </a:lnTo>
                      <a:cubicBezTo>
                        <a:pt x="2340" y="1023"/>
                        <a:pt x="2549" y="815"/>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90"/>
                <p:cNvSpPr/>
                <p:nvPr/>
              </p:nvSpPr>
              <p:spPr>
                <a:xfrm>
                  <a:off x="7038738" y="3706417"/>
                  <a:ext cx="64356" cy="25702"/>
                </a:xfrm>
                <a:custGeom>
                  <a:rect b="b" l="l" r="r" t="t"/>
                  <a:pathLst>
                    <a:path extrusionOk="0" h="1018" w="2549">
                      <a:moveTo>
                        <a:pt x="470" y="1"/>
                      </a:moveTo>
                      <a:cubicBezTo>
                        <a:pt x="209" y="1"/>
                        <a:pt x="0" y="209"/>
                        <a:pt x="0" y="464"/>
                      </a:cubicBezTo>
                      <a:lnTo>
                        <a:pt x="0" y="548"/>
                      </a:lnTo>
                      <a:cubicBezTo>
                        <a:pt x="0" y="809"/>
                        <a:pt x="209" y="1018"/>
                        <a:pt x="470" y="1018"/>
                      </a:cubicBezTo>
                      <a:lnTo>
                        <a:pt x="2086" y="1018"/>
                      </a:lnTo>
                      <a:cubicBezTo>
                        <a:pt x="2340" y="1018"/>
                        <a:pt x="2549" y="809"/>
                        <a:pt x="2549" y="548"/>
                      </a:cubicBezTo>
                      <a:lnTo>
                        <a:pt x="2549" y="464"/>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90"/>
                <p:cNvSpPr/>
                <p:nvPr/>
              </p:nvSpPr>
              <p:spPr>
                <a:xfrm>
                  <a:off x="7051563" y="3491864"/>
                  <a:ext cx="34412" cy="193042"/>
                </a:xfrm>
                <a:custGeom>
                  <a:rect b="b" l="l" r="r" t="t"/>
                  <a:pathLst>
                    <a:path extrusionOk="0" h="7646" w="1363">
                      <a:moveTo>
                        <a:pt x="685" y="0"/>
                      </a:moveTo>
                      <a:cubicBezTo>
                        <a:pt x="307" y="0"/>
                        <a:pt x="1" y="300"/>
                        <a:pt x="1" y="678"/>
                      </a:cubicBezTo>
                      <a:lnTo>
                        <a:pt x="1" y="6967"/>
                      </a:lnTo>
                      <a:cubicBezTo>
                        <a:pt x="1" y="7339"/>
                        <a:pt x="307" y="7645"/>
                        <a:pt x="685" y="7645"/>
                      </a:cubicBezTo>
                      <a:cubicBezTo>
                        <a:pt x="1057" y="7645"/>
                        <a:pt x="1363" y="7339"/>
                        <a:pt x="1363" y="6967"/>
                      </a:cubicBezTo>
                      <a:lnTo>
                        <a:pt x="1363" y="678"/>
                      </a:lnTo>
                      <a:cubicBezTo>
                        <a:pt x="1363" y="300"/>
                        <a:pt x="1057" y="0"/>
                        <a:pt x="6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90"/>
                <p:cNvSpPr/>
                <p:nvPr/>
              </p:nvSpPr>
              <p:spPr>
                <a:xfrm>
                  <a:off x="7055351" y="3540945"/>
                  <a:ext cx="106166" cy="44915"/>
                </a:xfrm>
                <a:custGeom>
                  <a:rect b="b" l="l" r="r" t="t"/>
                  <a:pathLst>
                    <a:path extrusionOk="0" h="1779" w="4205">
                      <a:moveTo>
                        <a:pt x="783" y="0"/>
                      </a:moveTo>
                      <a:cubicBezTo>
                        <a:pt x="518" y="0"/>
                        <a:pt x="262" y="154"/>
                        <a:pt x="151" y="415"/>
                      </a:cubicBezTo>
                      <a:cubicBezTo>
                        <a:pt x="1" y="767"/>
                        <a:pt x="164" y="1171"/>
                        <a:pt x="516" y="1321"/>
                      </a:cubicBezTo>
                      <a:cubicBezTo>
                        <a:pt x="1219" y="1628"/>
                        <a:pt x="1904" y="1778"/>
                        <a:pt x="2536" y="1778"/>
                      </a:cubicBezTo>
                      <a:cubicBezTo>
                        <a:pt x="2555" y="1778"/>
                        <a:pt x="2574" y="1778"/>
                        <a:pt x="2593" y="1778"/>
                      </a:cubicBezTo>
                      <a:cubicBezTo>
                        <a:pt x="2952" y="1778"/>
                        <a:pt x="3310" y="1719"/>
                        <a:pt x="3657" y="1602"/>
                      </a:cubicBezTo>
                      <a:cubicBezTo>
                        <a:pt x="4015" y="1478"/>
                        <a:pt x="4204" y="1080"/>
                        <a:pt x="4081" y="722"/>
                      </a:cubicBezTo>
                      <a:cubicBezTo>
                        <a:pt x="3983" y="438"/>
                        <a:pt x="3713" y="260"/>
                        <a:pt x="3427" y="260"/>
                      </a:cubicBezTo>
                      <a:cubicBezTo>
                        <a:pt x="3351" y="260"/>
                        <a:pt x="3275" y="272"/>
                        <a:pt x="3201" y="298"/>
                      </a:cubicBezTo>
                      <a:cubicBezTo>
                        <a:pt x="2986" y="372"/>
                        <a:pt x="2761" y="402"/>
                        <a:pt x="2536" y="402"/>
                      </a:cubicBezTo>
                      <a:cubicBezTo>
                        <a:pt x="2001" y="402"/>
                        <a:pt x="1464" y="231"/>
                        <a:pt x="1057" y="57"/>
                      </a:cubicBezTo>
                      <a:cubicBezTo>
                        <a:pt x="968" y="19"/>
                        <a:pt x="875" y="0"/>
                        <a:pt x="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90"/>
                <p:cNvSpPr/>
                <p:nvPr/>
              </p:nvSpPr>
              <p:spPr>
                <a:xfrm>
                  <a:off x="7046792" y="3596717"/>
                  <a:ext cx="118335" cy="44739"/>
                </a:xfrm>
                <a:custGeom>
                  <a:rect b="b" l="l" r="r" t="t"/>
                  <a:pathLst>
                    <a:path extrusionOk="0" h="1772" w="4687">
                      <a:moveTo>
                        <a:pt x="781" y="1"/>
                      </a:moveTo>
                      <a:cubicBezTo>
                        <a:pt x="514" y="1"/>
                        <a:pt x="262" y="154"/>
                        <a:pt x="151" y="416"/>
                      </a:cubicBezTo>
                      <a:cubicBezTo>
                        <a:pt x="1" y="768"/>
                        <a:pt x="164" y="1172"/>
                        <a:pt x="516" y="1322"/>
                      </a:cubicBezTo>
                      <a:cubicBezTo>
                        <a:pt x="1141" y="1609"/>
                        <a:pt x="1819" y="1758"/>
                        <a:pt x="2510" y="1772"/>
                      </a:cubicBezTo>
                      <a:cubicBezTo>
                        <a:pt x="3110" y="1772"/>
                        <a:pt x="3709" y="1622"/>
                        <a:pt x="4244" y="1335"/>
                      </a:cubicBezTo>
                      <a:cubicBezTo>
                        <a:pt x="4570" y="1152"/>
                        <a:pt x="4687" y="735"/>
                        <a:pt x="4504" y="409"/>
                      </a:cubicBezTo>
                      <a:cubicBezTo>
                        <a:pt x="4382" y="177"/>
                        <a:pt x="4144" y="47"/>
                        <a:pt x="3899" y="47"/>
                      </a:cubicBezTo>
                      <a:cubicBezTo>
                        <a:pt x="3793" y="47"/>
                        <a:pt x="3686" y="71"/>
                        <a:pt x="3585" y="123"/>
                      </a:cubicBezTo>
                      <a:cubicBezTo>
                        <a:pt x="3235" y="312"/>
                        <a:pt x="2865" y="385"/>
                        <a:pt x="2503" y="385"/>
                      </a:cubicBezTo>
                      <a:cubicBezTo>
                        <a:pt x="1972" y="385"/>
                        <a:pt x="1460" y="228"/>
                        <a:pt x="1057" y="57"/>
                      </a:cubicBezTo>
                      <a:cubicBezTo>
                        <a:pt x="966" y="19"/>
                        <a:pt x="873" y="1"/>
                        <a:pt x="7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90"/>
                <p:cNvSpPr/>
                <p:nvPr/>
              </p:nvSpPr>
              <p:spPr>
                <a:xfrm>
                  <a:off x="6983118" y="3540768"/>
                  <a:ext cx="99576" cy="44739"/>
                </a:xfrm>
                <a:custGeom>
                  <a:rect b="b" l="l" r="r" t="t"/>
                  <a:pathLst>
                    <a:path extrusionOk="0" h="1772" w="3944">
                      <a:moveTo>
                        <a:pt x="3155" y="1"/>
                      </a:moveTo>
                      <a:cubicBezTo>
                        <a:pt x="3059" y="1"/>
                        <a:pt x="2961" y="21"/>
                        <a:pt x="2868" y="64"/>
                      </a:cubicBezTo>
                      <a:cubicBezTo>
                        <a:pt x="2493" y="222"/>
                        <a:pt x="1975" y="388"/>
                        <a:pt x="1426" y="388"/>
                      </a:cubicBezTo>
                      <a:cubicBezTo>
                        <a:pt x="1250" y="388"/>
                        <a:pt x="1072" y="371"/>
                        <a:pt x="893" y="331"/>
                      </a:cubicBezTo>
                      <a:cubicBezTo>
                        <a:pt x="846" y="321"/>
                        <a:pt x="799" y="316"/>
                        <a:pt x="753" y="316"/>
                      </a:cubicBezTo>
                      <a:cubicBezTo>
                        <a:pt x="435" y="316"/>
                        <a:pt x="153" y="541"/>
                        <a:pt x="79" y="859"/>
                      </a:cubicBezTo>
                      <a:cubicBezTo>
                        <a:pt x="0" y="1231"/>
                        <a:pt x="235" y="1596"/>
                        <a:pt x="600" y="1680"/>
                      </a:cubicBezTo>
                      <a:cubicBezTo>
                        <a:pt x="874" y="1739"/>
                        <a:pt x="1148" y="1772"/>
                        <a:pt x="1428" y="1772"/>
                      </a:cubicBezTo>
                      <a:cubicBezTo>
                        <a:pt x="2112" y="1759"/>
                        <a:pt x="2790" y="1609"/>
                        <a:pt x="3416" y="1328"/>
                      </a:cubicBezTo>
                      <a:cubicBezTo>
                        <a:pt x="3774" y="1185"/>
                        <a:pt x="3944" y="774"/>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90"/>
                <p:cNvSpPr/>
                <p:nvPr/>
              </p:nvSpPr>
              <p:spPr>
                <a:xfrm>
                  <a:off x="7054871" y="3655619"/>
                  <a:ext cx="106645" cy="45244"/>
                </a:xfrm>
                <a:custGeom>
                  <a:rect b="b" l="l" r="r" t="t"/>
                  <a:pathLst>
                    <a:path extrusionOk="0" h="1792" w="4224">
                      <a:moveTo>
                        <a:pt x="788" y="1"/>
                      </a:moveTo>
                      <a:cubicBezTo>
                        <a:pt x="521" y="1"/>
                        <a:pt x="265" y="157"/>
                        <a:pt x="150" y="416"/>
                      </a:cubicBezTo>
                      <a:cubicBezTo>
                        <a:pt x="0" y="775"/>
                        <a:pt x="170" y="1192"/>
                        <a:pt x="535" y="1335"/>
                      </a:cubicBezTo>
                      <a:cubicBezTo>
                        <a:pt x="1167" y="1622"/>
                        <a:pt x="1858" y="1778"/>
                        <a:pt x="2555" y="1791"/>
                      </a:cubicBezTo>
                      <a:cubicBezTo>
                        <a:pt x="2933" y="1791"/>
                        <a:pt x="3311" y="1733"/>
                        <a:pt x="3676" y="1609"/>
                      </a:cubicBezTo>
                      <a:cubicBezTo>
                        <a:pt x="4034" y="1479"/>
                        <a:pt x="4223" y="1087"/>
                        <a:pt x="4100" y="729"/>
                      </a:cubicBezTo>
                      <a:cubicBezTo>
                        <a:pt x="4002" y="446"/>
                        <a:pt x="3734" y="265"/>
                        <a:pt x="3449" y="265"/>
                      </a:cubicBezTo>
                      <a:cubicBezTo>
                        <a:pt x="3373" y="265"/>
                        <a:pt x="3295" y="278"/>
                        <a:pt x="3220" y="305"/>
                      </a:cubicBezTo>
                      <a:cubicBezTo>
                        <a:pt x="3005" y="379"/>
                        <a:pt x="2780" y="409"/>
                        <a:pt x="2555" y="409"/>
                      </a:cubicBezTo>
                      <a:cubicBezTo>
                        <a:pt x="2020" y="409"/>
                        <a:pt x="1483" y="238"/>
                        <a:pt x="1076" y="64"/>
                      </a:cubicBezTo>
                      <a:cubicBezTo>
                        <a:pt x="982" y="21"/>
                        <a:pt x="885" y="1"/>
                        <a:pt x="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90"/>
                <p:cNvSpPr/>
                <p:nvPr/>
              </p:nvSpPr>
              <p:spPr>
                <a:xfrm>
                  <a:off x="6983118" y="3655619"/>
                  <a:ext cx="99576" cy="44739"/>
                </a:xfrm>
                <a:custGeom>
                  <a:rect b="b" l="l" r="r" t="t"/>
                  <a:pathLst>
                    <a:path extrusionOk="0" h="1772" w="3944">
                      <a:moveTo>
                        <a:pt x="3155" y="1"/>
                      </a:moveTo>
                      <a:cubicBezTo>
                        <a:pt x="3059" y="1"/>
                        <a:pt x="2961" y="21"/>
                        <a:pt x="2868" y="64"/>
                      </a:cubicBezTo>
                      <a:cubicBezTo>
                        <a:pt x="2492" y="227"/>
                        <a:pt x="1974" y="394"/>
                        <a:pt x="1425" y="394"/>
                      </a:cubicBezTo>
                      <a:cubicBezTo>
                        <a:pt x="1249" y="394"/>
                        <a:pt x="1071" y="377"/>
                        <a:pt x="893" y="338"/>
                      </a:cubicBezTo>
                      <a:cubicBezTo>
                        <a:pt x="845" y="328"/>
                        <a:pt x="797" y="323"/>
                        <a:pt x="750" y="323"/>
                      </a:cubicBezTo>
                      <a:cubicBezTo>
                        <a:pt x="433" y="323"/>
                        <a:pt x="152" y="543"/>
                        <a:pt x="79" y="866"/>
                      </a:cubicBezTo>
                      <a:cubicBezTo>
                        <a:pt x="0" y="1231"/>
                        <a:pt x="235" y="1602"/>
                        <a:pt x="600" y="1687"/>
                      </a:cubicBezTo>
                      <a:cubicBezTo>
                        <a:pt x="874" y="1739"/>
                        <a:pt x="1148" y="1772"/>
                        <a:pt x="1428" y="1772"/>
                      </a:cubicBezTo>
                      <a:cubicBezTo>
                        <a:pt x="2112" y="1759"/>
                        <a:pt x="2790" y="1609"/>
                        <a:pt x="3416" y="1335"/>
                      </a:cubicBezTo>
                      <a:cubicBezTo>
                        <a:pt x="3774" y="1185"/>
                        <a:pt x="3944" y="775"/>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90"/>
                <p:cNvSpPr/>
                <p:nvPr/>
              </p:nvSpPr>
              <p:spPr>
                <a:xfrm>
                  <a:off x="6973725" y="3596464"/>
                  <a:ext cx="117527" cy="44335"/>
                </a:xfrm>
                <a:custGeom>
                  <a:rect b="b" l="l" r="r" t="t"/>
                  <a:pathLst>
                    <a:path extrusionOk="0" h="1756" w="4655">
                      <a:moveTo>
                        <a:pt x="3863" y="0"/>
                      </a:moveTo>
                      <a:cubicBezTo>
                        <a:pt x="3768" y="0"/>
                        <a:pt x="3671" y="20"/>
                        <a:pt x="3579" y="61"/>
                      </a:cubicBezTo>
                      <a:cubicBezTo>
                        <a:pt x="3094" y="270"/>
                        <a:pt x="2605" y="375"/>
                        <a:pt x="2150" y="375"/>
                      </a:cubicBezTo>
                      <a:cubicBezTo>
                        <a:pt x="1769" y="375"/>
                        <a:pt x="1412" y="301"/>
                        <a:pt x="1102" y="152"/>
                      </a:cubicBezTo>
                      <a:cubicBezTo>
                        <a:pt x="1002" y="101"/>
                        <a:pt x="895" y="77"/>
                        <a:pt x="789" y="77"/>
                      </a:cubicBezTo>
                      <a:cubicBezTo>
                        <a:pt x="532" y="77"/>
                        <a:pt x="286" y="220"/>
                        <a:pt x="170" y="465"/>
                      </a:cubicBezTo>
                      <a:cubicBezTo>
                        <a:pt x="1" y="817"/>
                        <a:pt x="151" y="1234"/>
                        <a:pt x="503" y="1397"/>
                      </a:cubicBezTo>
                      <a:cubicBezTo>
                        <a:pt x="1005" y="1632"/>
                        <a:pt x="1556" y="1756"/>
                        <a:pt x="2109" y="1756"/>
                      </a:cubicBezTo>
                      <a:cubicBezTo>
                        <a:pt x="2123" y="1756"/>
                        <a:pt x="2138" y="1756"/>
                        <a:pt x="2152" y="1755"/>
                      </a:cubicBezTo>
                      <a:cubicBezTo>
                        <a:pt x="2836" y="1749"/>
                        <a:pt x="3501" y="1606"/>
                        <a:pt x="4127" y="1332"/>
                      </a:cubicBezTo>
                      <a:cubicBezTo>
                        <a:pt x="4485" y="1182"/>
                        <a:pt x="4654" y="771"/>
                        <a:pt x="4498" y="419"/>
                      </a:cubicBezTo>
                      <a:cubicBezTo>
                        <a:pt x="4387" y="155"/>
                        <a:pt x="4131" y="0"/>
                        <a:pt x="38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90"/>
                <p:cNvSpPr/>
                <p:nvPr/>
              </p:nvSpPr>
              <p:spPr>
                <a:xfrm>
                  <a:off x="7118368" y="3906680"/>
                  <a:ext cx="38881" cy="118007"/>
                </a:xfrm>
                <a:custGeom>
                  <a:rect b="b" l="l" r="r" t="t"/>
                  <a:pathLst>
                    <a:path extrusionOk="0" h="4674" w="1540">
                      <a:moveTo>
                        <a:pt x="1018" y="1"/>
                      </a:moveTo>
                      <a:lnTo>
                        <a:pt x="1" y="118"/>
                      </a:lnTo>
                      <a:lnTo>
                        <a:pt x="529" y="4674"/>
                      </a:lnTo>
                      <a:lnTo>
                        <a:pt x="1539" y="4557"/>
                      </a:lnTo>
                      <a:lnTo>
                        <a:pt x="10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90"/>
                <p:cNvSpPr/>
                <p:nvPr/>
              </p:nvSpPr>
              <p:spPr>
                <a:xfrm>
                  <a:off x="7122332" y="3882695"/>
                  <a:ext cx="43830" cy="37063"/>
                </a:xfrm>
                <a:custGeom>
                  <a:rect b="b" l="l" r="r" t="t"/>
                  <a:pathLst>
                    <a:path extrusionOk="0" h="1468" w="1736">
                      <a:moveTo>
                        <a:pt x="778" y="1"/>
                      </a:moveTo>
                      <a:cubicBezTo>
                        <a:pt x="750" y="1"/>
                        <a:pt x="721" y="2"/>
                        <a:pt x="691" y="6"/>
                      </a:cubicBezTo>
                      <a:cubicBezTo>
                        <a:pt x="287" y="51"/>
                        <a:pt x="0" y="416"/>
                        <a:pt x="46" y="820"/>
                      </a:cubicBezTo>
                      <a:cubicBezTo>
                        <a:pt x="95" y="1225"/>
                        <a:pt x="433" y="1468"/>
                        <a:pt x="780" y="1468"/>
                      </a:cubicBezTo>
                      <a:cubicBezTo>
                        <a:pt x="987" y="1468"/>
                        <a:pt x="1196" y="1382"/>
                        <a:pt x="1349" y="1192"/>
                      </a:cubicBezTo>
                      <a:cubicBezTo>
                        <a:pt x="1735" y="700"/>
                        <a:pt x="1378" y="1"/>
                        <a:pt x="7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90"/>
                <p:cNvSpPr/>
                <p:nvPr/>
              </p:nvSpPr>
              <p:spPr>
                <a:xfrm>
                  <a:off x="7096656" y="3885674"/>
                  <a:ext cx="43981" cy="37013"/>
                </a:xfrm>
                <a:custGeom>
                  <a:rect b="b" l="l" r="r" t="t"/>
                  <a:pathLst>
                    <a:path extrusionOk="0" h="1466" w="1742">
                      <a:moveTo>
                        <a:pt x="784" y="0"/>
                      </a:moveTo>
                      <a:cubicBezTo>
                        <a:pt x="756" y="0"/>
                        <a:pt x="727" y="2"/>
                        <a:pt x="698" y="5"/>
                      </a:cubicBezTo>
                      <a:cubicBezTo>
                        <a:pt x="294" y="51"/>
                        <a:pt x="1" y="416"/>
                        <a:pt x="53" y="820"/>
                      </a:cubicBezTo>
                      <a:cubicBezTo>
                        <a:pt x="97" y="1223"/>
                        <a:pt x="435" y="1466"/>
                        <a:pt x="780" y="1466"/>
                      </a:cubicBezTo>
                      <a:cubicBezTo>
                        <a:pt x="988" y="1466"/>
                        <a:pt x="1198" y="1378"/>
                        <a:pt x="1350" y="1185"/>
                      </a:cubicBezTo>
                      <a:cubicBezTo>
                        <a:pt x="1742" y="699"/>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90"/>
                <p:cNvSpPr/>
                <p:nvPr/>
              </p:nvSpPr>
              <p:spPr>
                <a:xfrm>
                  <a:off x="7135991" y="4002015"/>
                  <a:ext cx="43855" cy="37063"/>
                </a:xfrm>
                <a:custGeom>
                  <a:rect b="b" l="l" r="r" t="t"/>
                  <a:pathLst>
                    <a:path extrusionOk="0" h="1468" w="1737">
                      <a:moveTo>
                        <a:pt x="777" y="1"/>
                      </a:moveTo>
                      <a:cubicBezTo>
                        <a:pt x="751" y="1"/>
                        <a:pt x="725" y="2"/>
                        <a:pt x="698" y="5"/>
                      </a:cubicBezTo>
                      <a:cubicBezTo>
                        <a:pt x="294" y="51"/>
                        <a:pt x="0" y="416"/>
                        <a:pt x="46" y="820"/>
                      </a:cubicBezTo>
                      <a:cubicBezTo>
                        <a:pt x="95" y="1224"/>
                        <a:pt x="436" y="1467"/>
                        <a:pt x="783" y="1467"/>
                      </a:cubicBezTo>
                      <a:cubicBezTo>
                        <a:pt x="990" y="1467"/>
                        <a:pt x="1199" y="1381"/>
                        <a:pt x="1349" y="1191"/>
                      </a:cubicBezTo>
                      <a:cubicBezTo>
                        <a:pt x="1737" y="704"/>
                        <a:pt x="1382"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90"/>
                <p:cNvSpPr/>
                <p:nvPr/>
              </p:nvSpPr>
              <p:spPr>
                <a:xfrm>
                  <a:off x="7110314" y="4004969"/>
                  <a:ext cx="43981" cy="37063"/>
                </a:xfrm>
                <a:custGeom>
                  <a:rect b="b" l="l" r="r" t="t"/>
                  <a:pathLst>
                    <a:path extrusionOk="0" h="1468" w="1742">
                      <a:moveTo>
                        <a:pt x="784" y="0"/>
                      </a:moveTo>
                      <a:cubicBezTo>
                        <a:pt x="756" y="0"/>
                        <a:pt x="727" y="2"/>
                        <a:pt x="698" y="5"/>
                      </a:cubicBezTo>
                      <a:cubicBezTo>
                        <a:pt x="294" y="51"/>
                        <a:pt x="1" y="416"/>
                        <a:pt x="53" y="820"/>
                      </a:cubicBezTo>
                      <a:cubicBezTo>
                        <a:pt x="98" y="1224"/>
                        <a:pt x="437" y="1467"/>
                        <a:pt x="783" y="1467"/>
                      </a:cubicBezTo>
                      <a:cubicBezTo>
                        <a:pt x="990" y="1467"/>
                        <a:pt x="1199" y="1381"/>
                        <a:pt x="1350" y="1191"/>
                      </a:cubicBezTo>
                      <a:cubicBezTo>
                        <a:pt x="1742" y="700"/>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90"/>
                <p:cNvSpPr/>
                <p:nvPr/>
              </p:nvSpPr>
              <p:spPr>
                <a:xfrm>
                  <a:off x="7129906" y="4152515"/>
                  <a:ext cx="21890" cy="99753"/>
                </a:xfrm>
                <a:custGeom>
                  <a:rect b="b" l="l" r="r" t="t"/>
                  <a:pathLst>
                    <a:path extrusionOk="0" h="3951" w="867">
                      <a:moveTo>
                        <a:pt x="78" y="1"/>
                      </a:moveTo>
                      <a:lnTo>
                        <a:pt x="0" y="3938"/>
                      </a:lnTo>
                      <a:lnTo>
                        <a:pt x="789" y="3951"/>
                      </a:lnTo>
                      <a:lnTo>
                        <a:pt x="867" y="21"/>
                      </a:lnTo>
                      <a:lnTo>
                        <a:pt x="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90"/>
                <p:cNvSpPr/>
                <p:nvPr/>
              </p:nvSpPr>
              <p:spPr>
                <a:xfrm>
                  <a:off x="7140207" y="4137543"/>
                  <a:ext cx="36129" cy="30953"/>
                </a:xfrm>
                <a:custGeom>
                  <a:rect b="b" l="l" r="r" t="t"/>
                  <a:pathLst>
                    <a:path extrusionOk="0" h="1226" w="1431">
                      <a:moveTo>
                        <a:pt x="616" y="1"/>
                      </a:moveTo>
                      <a:cubicBezTo>
                        <a:pt x="283" y="1"/>
                        <a:pt x="16" y="266"/>
                        <a:pt x="9" y="600"/>
                      </a:cubicBezTo>
                      <a:cubicBezTo>
                        <a:pt x="0" y="976"/>
                        <a:pt x="304" y="1226"/>
                        <a:pt x="622" y="1226"/>
                      </a:cubicBezTo>
                      <a:cubicBezTo>
                        <a:pt x="768" y="1226"/>
                        <a:pt x="916" y="1173"/>
                        <a:pt x="1039" y="1057"/>
                      </a:cubicBezTo>
                      <a:cubicBezTo>
                        <a:pt x="1430" y="679"/>
                        <a:pt x="1176" y="14"/>
                        <a:pt x="628" y="1"/>
                      </a:cubicBezTo>
                      <a:cubicBezTo>
                        <a:pt x="624" y="1"/>
                        <a:pt x="620" y="1"/>
                        <a:pt x="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90"/>
                <p:cNvSpPr/>
                <p:nvPr/>
              </p:nvSpPr>
              <p:spPr>
                <a:xfrm>
                  <a:off x="7118924" y="4137215"/>
                  <a:ext cx="36180" cy="30802"/>
                </a:xfrm>
                <a:custGeom>
                  <a:rect b="b" l="l" r="r" t="t"/>
                  <a:pathLst>
                    <a:path extrusionOk="0" h="1220" w="1433">
                      <a:moveTo>
                        <a:pt x="607" y="0"/>
                      </a:moveTo>
                      <a:cubicBezTo>
                        <a:pt x="279" y="0"/>
                        <a:pt x="11" y="269"/>
                        <a:pt x="5" y="594"/>
                      </a:cubicBezTo>
                      <a:cubicBezTo>
                        <a:pt x="0" y="969"/>
                        <a:pt x="306" y="1219"/>
                        <a:pt x="624" y="1219"/>
                      </a:cubicBezTo>
                      <a:cubicBezTo>
                        <a:pt x="770" y="1219"/>
                        <a:pt x="918" y="1167"/>
                        <a:pt x="1041" y="1050"/>
                      </a:cubicBezTo>
                      <a:cubicBezTo>
                        <a:pt x="1432" y="672"/>
                        <a:pt x="1172" y="7"/>
                        <a:pt x="631" y="1"/>
                      </a:cubicBezTo>
                      <a:cubicBezTo>
                        <a:pt x="623" y="1"/>
                        <a:pt x="615" y="0"/>
                        <a:pt x="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0"/>
                <p:cNvSpPr/>
                <p:nvPr/>
              </p:nvSpPr>
              <p:spPr>
                <a:xfrm>
                  <a:off x="7138238" y="4237271"/>
                  <a:ext cx="36281" cy="30852"/>
                </a:xfrm>
                <a:custGeom>
                  <a:rect b="b" l="l" r="r" t="t"/>
                  <a:pathLst>
                    <a:path extrusionOk="0" h="1222" w="1437">
                      <a:moveTo>
                        <a:pt x="605" y="0"/>
                      </a:moveTo>
                      <a:cubicBezTo>
                        <a:pt x="277" y="0"/>
                        <a:pt x="15" y="269"/>
                        <a:pt x="9" y="594"/>
                      </a:cubicBezTo>
                      <a:cubicBezTo>
                        <a:pt x="0" y="969"/>
                        <a:pt x="304" y="1222"/>
                        <a:pt x="622" y="1222"/>
                      </a:cubicBezTo>
                      <a:cubicBezTo>
                        <a:pt x="767" y="1222"/>
                        <a:pt x="916" y="1169"/>
                        <a:pt x="1039" y="1050"/>
                      </a:cubicBezTo>
                      <a:cubicBezTo>
                        <a:pt x="1436" y="672"/>
                        <a:pt x="1176" y="7"/>
                        <a:pt x="628" y="0"/>
                      </a:cubicBezTo>
                      <a:cubicBezTo>
                        <a:pt x="620" y="0"/>
                        <a:pt x="613" y="0"/>
                        <a:pt x="6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90"/>
                <p:cNvSpPr/>
                <p:nvPr/>
              </p:nvSpPr>
              <p:spPr>
                <a:xfrm>
                  <a:off x="7116828" y="4236766"/>
                  <a:ext cx="36306" cy="30878"/>
                </a:xfrm>
                <a:custGeom>
                  <a:rect b="b" l="l" r="r" t="t"/>
                  <a:pathLst>
                    <a:path extrusionOk="0" h="1223" w="1438">
                      <a:moveTo>
                        <a:pt x="623" y="1"/>
                      </a:moveTo>
                      <a:cubicBezTo>
                        <a:pt x="290" y="1"/>
                        <a:pt x="16" y="266"/>
                        <a:pt x="10" y="601"/>
                      </a:cubicBezTo>
                      <a:cubicBezTo>
                        <a:pt x="1" y="971"/>
                        <a:pt x="304" y="1222"/>
                        <a:pt x="623" y="1222"/>
                      </a:cubicBezTo>
                      <a:cubicBezTo>
                        <a:pt x="770" y="1222"/>
                        <a:pt x="921" y="1169"/>
                        <a:pt x="1046" y="1050"/>
                      </a:cubicBezTo>
                      <a:cubicBezTo>
                        <a:pt x="1437" y="672"/>
                        <a:pt x="1176" y="14"/>
                        <a:pt x="635" y="1"/>
                      </a:cubicBezTo>
                      <a:cubicBezTo>
                        <a:pt x="631" y="1"/>
                        <a:pt x="627" y="1"/>
                        <a:pt x="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90"/>
                <p:cNvSpPr/>
                <p:nvPr/>
              </p:nvSpPr>
              <p:spPr>
                <a:xfrm>
                  <a:off x="7245742" y="3712350"/>
                  <a:ext cx="54004" cy="108640"/>
                </a:xfrm>
                <a:custGeom>
                  <a:rect b="b" l="l" r="r" t="t"/>
                  <a:pathLst>
                    <a:path extrusionOk="0" h="4303" w="2139">
                      <a:moveTo>
                        <a:pt x="893" y="1"/>
                      </a:moveTo>
                      <a:lnTo>
                        <a:pt x="0" y="274"/>
                      </a:lnTo>
                      <a:lnTo>
                        <a:pt x="1245" y="4302"/>
                      </a:lnTo>
                      <a:lnTo>
                        <a:pt x="2138" y="4028"/>
                      </a:lnTo>
                      <a:lnTo>
                        <a:pt x="8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90"/>
                <p:cNvSpPr/>
                <p:nvPr/>
              </p:nvSpPr>
              <p:spPr>
                <a:xfrm>
                  <a:off x="7246398" y="3690183"/>
                  <a:ext cx="40472" cy="34185"/>
                </a:xfrm>
                <a:custGeom>
                  <a:rect b="b" l="l" r="r" t="t"/>
                  <a:pathLst>
                    <a:path extrusionOk="0" h="1354" w="1603">
                      <a:moveTo>
                        <a:pt x="764" y="0"/>
                      </a:moveTo>
                      <a:cubicBezTo>
                        <a:pt x="698" y="0"/>
                        <a:pt x="630" y="10"/>
                        <a:pt x="561" y="31"/>
                      </a:cubicBezTo>
                      <a:cubicBezTo>
                        <a:pt x="203" y="142"/>
                        <a:pt x="1" y="520"/>
                        <a:pt x="111" y="879"/>
                      </a:cubicBezTo>
                      <a:cubicBezTo>
                        <a:pt x="207" y="1190"/>
                        <a:pt x="483" y="1353"/>
                        <a:pt x="760" y="1353"/>
                      </a:cubicBezTo>
                      <a:cubicBezTo>
                        <a:pt x="994" y="1353"/>
                        <a:pt x="1228" y="1237"/>
                        <a:pt x="1356" y="996"/>
                      </a:cubicBezTo>
                      <a:cubicBezTo>
                        <a:pt x="1603" y="526"/>
                        <a:pt x="1244" y="0"/>
                        <a:pt x="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90"/>
                <p:cNvSpPr/>
                <p:nvPr/>
              </p:nvSpPr>
              <p:spPr>
                <a:xfrm>
                  <a:off x="7223852" y="3697202"/>
                  <a:ext cx="40446" cy="34185"/>
                </a:xfrm>
                <a:custGeom>
                  <a:rect b="b" l="l" r="r" t="t"/>
                  <a:pathLst>
                    <a:path extrusionOk="0" h="1354" w="1602">
                      <a:moveTo>
                        <a:pt x="766" y="0"/>
                      </a:moveTo>
                      <a:cubicBezTo>
                        <a:pt x="697" y="0"/>
                        <a:pt x="627" y="11"/>
                        <a:pt x="555" y="34"/>
                      </a:cubicBezTo>
                      <a:cubicBezTo>
                        <a:pt x="196" y="138"/>
                        <a:pt x="1" y="522"/>
                        <a:pt x="111" y="874"/>
                      </a:cubicBezTo>
                      <a:cubicBezTo>
                        <a:pt x="207" y="1189"/>
                        <a:pt x="482" y="1354"/>
                        <a:pt x="759" y="1354"/>
                      </a:cubicBezTo>
                      <a:cubicBezTo>
                        <a:pt x="993" y="1354"/>
                        <a:pt x="1228" y="1236"/>
                        <a:pt x="1356" y="992"/>
                      </a:cubicBezTo>
                      <a:cubicBezTo>
                        <a:pt x="1602" y="524"/>
                        <a:pt x="1247" y="0"/>
                        <a:pt x="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90"/>
                <p:cNvSpPr/>
                <p:nvPr/>
              </p:nvSpPr>
              <p:spPr>
                <a:xfrm>
                  <a:off x="7278993" y="3795642"/>
                  <a:ext cx="40598" cy="34261"/>
                </a:xfrm>
                <a:custGeom>
                  <a:rect b="b" l="l" r="r" t="t"/>
                  <a:pathLst>
                    <a:path extrusionOk="0" h="1357" w="1608">
                      <a:moveTo>
                        <a:pt x="764" y="1"/>
                      </a:moveTo>
                      <a:cubicBezTo>
                        <a:pt x="698" y="1"/>
                        <a:pt x="630" y="11"/>
                        <a:pt x="561" y="32"/>
                      </a:cubicBezTo>
                      <a:cubicBezTo>
                        <a:pt x="202" y="143"/>
                        <a:pt x="0" y="521"/>
                        <a:pt x="111" y="879"/>
                      </a:cubicBezTo>
                      <a:cubicBezTo>
                        <a:pt x="210" y="1191"/>
                        <a:pt x="487" y="1357"/>
                        <a:pt x="764" y="1357"/>
                      </a:cubicBezTo>
                      <a:cubicBezTo>
                        <a:pt x="996" y="1357"/>
                        <a:pt x="1228" y="1240"/>
                        <a:pt x="1356" y="997"/>
                      </a:cubicBezTo>
                      <a:cubicBezTo>
                        <a:pt x="1608" y="527"/>
                        <a:pt x="1245" y="1"/>
                        <a:pt x="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90"/>
                <p:cNvSpPr/>
                <p:nvPr/>
              </p:nvSpPr>
              <p:spPr>
                <a:xfrm>
                  <a:off x="7256447" y="3802686"/>
                  <a:ext cx="40446" cy="34210"/>
                </a:xfrm>
                <a:custGeom>
                  <a:rect b="b" l="l" r="r" t="t"/>
                  <a:pathLst>
                    <a:path extrusionOk="0" h="1355" w="1602">
                      <a:moveTo>
                        <a:pt x="770" y="0"/>
                      </a:moveTo>
                      <a:cubicBezTo>
                        <a:pt x="702" y="0"/>
                        <a:pt x="632" y="11"/>
                        <a:pt x="561" y="33"/>
                      </a:cubicBezTo>
                      <a:cubicBezTo>
                        <a:pt x="202" y="144"/>
                        <a:pt x="0" y="522"/>
                        <a:pt x="111" y="881"/>
                      </a:cubicBezTo>
                      <a:cubicBezTo>
                        <a:pt x="206" y="1191"/>
                        <a:pt x="481" y="1354"/>
                        <a:pt x="757" y="1354"/>
                      </a:cubicBezTo>
                      <a:cubicBezTo>
                        <a:pt x="991" y="1354"/>
                        <a:pt x="1227" y="1237"/>
                        <a:pt x="1356" y="991"/>
                      </a:cubicBezTo>
                      <a:cubicBezTo>
                        <a:pt x="1601" y="523"/>
                        <a:pt x="1247"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90"/>
                <p:cNvSpPr/>
                <p:nvPr/>
              </p:nvSpPr>
              <p:spPr>
                <a:xfrm>
                  <a:off x="7200498" y="3542207"/>
                  <a:ext cx="55469" cy="114220"/>
                </a:xfrm>
                <a:custGeom>
                  <a:rect b="b" l="l" r="r" t="t"/>
                  <a:pathLst>
                    <a:path extrusionOk="0" h="4524" w="2197">
                      <a:moveTo>
                        <a:pt x="945" y="0"/>
                      </a:moveTo>
                      <a:lnTo>
                        <a:pt x="0" y="281"/>
                      </a:lnTo>
                      <a:lnTo>
                        <a:pt x="1252" y="4524"/>
                      </a:lnTo>
                      <a:lnTo>
                        <a:pt x="2197" y="4243"/>
                      </a:lnTo>
                      <a:lnTo>
                        <a:pt x="9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90"/>
                <p:cNvSpPr/>
                <p:nvPr/>
              </p:nvSpPr>
              <p:spPr>
                <a:xfrm>
                  <a:off x="7201483" y="3519409"/>
                  <a:ext cx="42567" cy="35877"/>
                </a:xfrm>
                <a:custGeom>
                  <a:rect b="b" l="l" r="r" t="t"/>
                  <a:pathLst>
                    <a:path extrusionOk="0" h="1421" w="1686">
                      <a:moveTo>
                        <a:pt x="799" y="0"/>
                      </a:moveTo>
                      <a:cubicBezTo>
                        <a:pt x="732" y="0"/>
                        <a:pt x="663" y="10"/>
                        <a:pt x="593" y="30"/>
                      </a:cubicBezTo>
                      <a:cubicBezTo>
                        <a:pt x="215" y="141"/>
                        <a:pt x="0" y="532"/>
                        <a:pt x="111" y="910"/>
                      </a:cubicBezTo>
                      <a:cubicBezTo>
                        <a:pt x="211" y="1242"/>
                        <a:pt x="504" y="1420"/>
                        <a:pt x="797" y="1420"/>
                      </a:cubicBezTo>
                      <a:cubicBezTo>
                        <a:pt x="1038" y="1420"/>
                        <a:pt x="1279" y="1300"/>
                        <a:pt x="1415" y="1047"/>
                      </a:cubicBezTo>
                      <a:cubicBezTo>
                        <a:pt x="1686" y="557"/>
                        <a:pt x="1309" y="0"/>
                        <a:pt x="7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90"/>
                <p:cNvSpPr/>
                <p:nvPr/>
              </p:nvSpPr>
              <p:spPr>
                <a:xfrm>
                  <a:off x="7177776" y="3526428"/>
                  <a:ext cx="42416" cy="35927"/>
                </a:xfrm>
                <a:custGeom>
                  <a:rect b="b" l="l" r="r" t="t"/>
                  <a:pathLst>
                    <a:path extrusionOk="0" h="1423" w="1680">
                      <a:moveTo>
                        <a:pt x="797" y="1"/>
                      </a:moveTo>
                      <a:cubicBezTo>
                        <a:pt x="729" y="1"/>
                        <a:pt x="659" y="11"/>
                        <a:pt x="587" y="32"/>
                      </a:cubicBezTo>
                      <a:cubicBezTo>
                        <a:pt x="216" y="143"/>
                        <a:pt x="1" y="534"/>
                        <a:pt x="105" y="912"/>
                      </a:cubicBezTo>
                      <a:cubicBezTo>
                        <a:pt x="205" y="1245"/>
                        <a:pt x="497" y="1422"/>
                        <a:pt x="792" y="1422"/>
                      </a:cubicBezTo>
                      <a:cubicBezTo>
                        <a:pt x="1034" y="1422"/>
                        <a:pt x="1277" y="1302"/>
                        <a:pt x="1415" y="1049"/>
                      </a:cubicBezTo>
                      <a:cubicBezTo>
                        <a:pt x="1679" y="560"/>
                        <a:pt x="1305"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90"/>
                <p:cNvSpPr/>
                <p:nvPr/>
              </p:nvSpPr>
              <p:spPr>
                <a:xfrm>
                  <a:off x="7234229" y="3630473"/>
                  <a:ext cx="42441" cy="35902"/>
                </a:xfrm>
                <a:custGeom>
                  <a:rect b="b" l="l" r="r" t="t"/>
                  <a:pathLst>
                    <a:path extrusionOk="0" h="1422" w="1681">
                      <a:moveTo>
                        <a:pt x="797" y="1"/>
                      </a:moveTo>
                      <a:cubicBezTo>
                        <a:pt x="731" y="1"/>
                        <a:pt x="663" y="10"/>
                        <a:pt x="593" y="30"/>
                      </a:cubicBezTo>
                      <a:cubicBezTo>
                        <a:pt x="215" y="141"/>
                        <a:pt x="0" y="539"/>
                        <a:pt x="111" y="910"/>
                      </a:cubicBezTo>
                      <a:cubicBezTo>
                        <a:pt x="208" y="1244"/>
                        <a:pt x="502" y="1421"/>
                        <a:pt x="797" y="1421"/>
                      </a:cubicBezTo>
                      <a:cubicBezTo>
                        <a:pt x="1038" y="1421"/>
                        <a:pt x="1280" y="1303"/>
                        <a:pt x="1415" y="1054"/>
                      </a:cubicBezTo>
                      <a:cubicBezTo>
                        <a:pt x="1680" y="563"/>
                        <a:pt x="1307"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90"/>
                <p:cNvSpPr/>
                <p:nvPr/>
              </p:nvSpPr>
              <p:spPr>
                <a:xfrm>
                  <a:off x="7210370" y="3637517"/>
                  <a:ext cx="42391" cy="35826"/>
                </a:xfrm>
                <a:custGeom>
                  <a:rect b="b" l="l" r="r" t="t"/>
                  <a:pathLst>
                    <a:path extrusionOk="0" h="1419" w="1679">
                      <a:moveTo>
                        <a:pt x="803" y="0"/>
                      </a:moveTo>
                      <a:cubicBezTo>
                        <a:pt x="735" y="0"/>
                        <a:pt x="665" y="10"/>
                        <a:pt x="593" y="32"/>
                      </a:cubicBezTo>
                      <a:cubicBezTo>
                        <a:pt x="215" y="142"/>
                        <a:pt x="0" y="534"/>
                        <a:pt x="111" y="912"/>
                      </a:cubicBezTo>
                      <a:cubicBezTo>
                        <a:pt x="207" y="1243"/>
                        <a:pt x="499" y="1419"/>
                        <a:pt x="793" y="1419"/>
                      </a:cubicBezTo>
                      <a:cubicBezTo>
                        <a:pt x="1035" y="1419"/>
                        <a:pt x="1279" y="1299"/>
                        <a:pt x="1415" y="1048"/>
                      </a:cubicBezTo>
                      <a:cubicBezTo>
                        <a:pt x="1679" y="560"/>
                        <a:pt x="1310" y="0"/>
                        <a:pt x="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90"/>
                <p:cNvSpPr/>
                <p:nvPr/>
              </p:nvSpPr>
              <p:spPr>
                <a:xfrm>
                  <a:off x="7278993" y="3842021"/>
                  <a:ext cx="47415" cy="37543"/>
                </a:xfrm>
                <a:custGeom>
                  <a:rect b="b" l="l" r="r" t="t"/>
                  <a:pathLst>
                    <a:path extrusionOk="0" h="1487" w="1878">
                      <a:moveTo>
                        <a:pt x="1030" y="0"/>
                      </a:moveTo>
                      <a:cubicBezTo>
                        <a:pt x="0" y="0"/>
                        <a:pt x="0" y="1486"/>
                        <a:pt x="1030" y="1486"/>
                      </a:cubicBezTo>
                      <a:cubicBezTo>
                        <a:pt x="1877" y="1486"/>
                        <a:pt x="1877" y="0"/>
                        <a:pt x="1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90"/>
                <p:cNvSpPr/>
                <p:nvPr/>
              </p:nvSpPr>
              <p:spPr>
                <a:xfrm>
                  <a:off x="7315829" y="3883074"/>
                  <a:ext cx="19239" cy="30045"/>
                </a:xfrm>
                <a:custGeom>
                  <a:rect b="b" l="l" r="r" t="t"/>
                  <a:pathLst>
                    <a:path extrusionOk="0" h="1190" w="762">
                      <a:moveTo>
                        <a:pt x="235" y="0"/>
                      </a:moveTo>
                      <a:cubicBezTo>
                        <a:pt x="137" y="0"/>
                        <a:pt x="40" y="54"/>
                        <a:pt x="21" y="167"/>
                      </a:cubicBezTo>
                      <a:cubicBezTo>
                        <a:pt x="8" y="297"/>
                        <a:pt x="1" y="434"/>
                        <a:pt x="21" y="564"/>
                      </a:cubicBezTo>
                      <a:cubicBezTo>
                        <a:pt x="34" y="714"/>
                        <a:pt x="40" y="897"/>
                        <a:pt x="112" y="1034"/>
                      </a:cubicBezTo>
                      <a:cubicBezTo>
                        <a:pt x="170" y="1141"/>
                        <a:pt x="285" y="1190"/>
                        <a:pt x="400" y="1190"/>
                      </a:cubicBezTo>
                      <a:cubicBezTo>
                        <a:pt x="580" y="1190"/>
                        <a:pt x="761" y="1070"/>
                        <a:pt x="737" y="864"/>
                      </a:cubicBezTo>
                      <a:cubicBezTo>
                        <a:pt x="705" y="610"/>
                        <a:pt x="516" y="388"/>
                        <a:pt x="464" y="167"/>
                      </a:cubicBezTo>
                      <a:cubicBezTo>
                        <a:pt x="441" y="58"/>
                        <a:pt x="337" y="0"/>
                        <a:pt x="2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90"/>
                <p:cNvSpPr/>
                <p:nvPr/>
              </p:nvSpPr>
              <p:spPr>
                <a:xfrm>
                  <a:off x="7286719" y="3892920"/>
                  <a:ext cx="23379" cy="28479"/>
                </a:xfrm>
                <a:custGeom>
                  <a:rect b="b" l="l" r="r" t="t"/>
                  <a:pathLst>
                    <a:path extrusionOk="0" h="1128" w="926">
                      <a:moveTo>
                        <a:pt x="207" y="0"/>
                      </a:moveTo>
                      <a:cubicBezTo>
                        <a:pt x="133" y="0"/>
                        <a:pt x="63" y="49"/>
                        <a:pt x="39" y="129"/>
                      </a:cubicBezTo>
                      <a:cubicBezTo>
                        <a:pt x="7" y="220"/>
                        <a:pt x="0" y="318"/>
                        <a:pt x="20" y="415"/>
                      </a:cubicBezTo>
                      <a:cubicBezTo>
                        <a:pt x="39" y="481"/>
                        <a:pt x="53" y="552"/>
                        <a:pt x="72" y="617"/>
                      </a:cubicBezTo>
                      <a:cubicBezTo>
                        <a:pt x="85" y="676"/>
                        <a:pt x="98" y="728"/>
                        <a:pt x="118" y="780"/>
                      </a:cubicBezTo>
                      <a:cubicBezTo>
                        <a:pt x="115" y="745"/>
                        <a:pt x="113" y="726"/>
                        <a:pt x="113" y="726"/>
                      </a:cubicBezTo>
                      <a:lnTo>
                        <a:pt x="113" y="726"/>
                      </a:lnTo>
                      <a:cubicBezTo>
                        <a:pt x="113" y="726"/>
                        <a:pt x="117" y="761"/>
                        <a:pt x="124" y="833"/>
                      </a:cubicBezTo>
                      <a:lnTo>
                        <a:pt x="163" y="924"/>
                      </a:lnTo>
                      <a:lnTo>
                        <a:pt x="235" y="1015"/>
                      </a:lnTo>
                      <a:cubicBezTo>
                        <a:pt x="297" y="1093"/>
                        <a:pt x="394" y="1128"/>
                        <a:pt x="492" y="1128"/>
                      </a:cubicBezTo>
                      <a:cubicBezTo>
                        <a:pt x="599" y="1128"/>
                        <a:pt x="708" y="1086"/>
                        <a:pt x="776" y="1015"/>
                      </a:cubicBezTo>
                      <a:cubicBezTo>
                        <a:pt x="900" y="891"/>
                        <a:pt x="926" y="702"/>
                        <a:pt x="841" y="552"/>
                      </a:cubicBezTo>
                      <a:cubicBezTo>
                        <a:pt x="809" y="498"/>
                        <a:pt x="772" y="454"/>
                        <a:pt x="724" y="418"/>
                      </a:cubicBezTo>
                      <a:lnTo>
                        <a:pt x="724" y="418"/>
                      </a:lnTo>
                      <a:cubicBezTo>
                        <a:pt x="720" y="413"/>
                        <a:pt x="716" y="408"/>
                        <a:pt x="711" y="402"/>
                      </a:cubicBezTo>
                      <a:cubicBezTo>
                        <a:pt x="672" y="363"/>
                        <a:pt x="633" y="318"/>
                        <a:pt x="600" y="272"/>
                      </a:cubicBezTo>
                      <a:cubicBezTo>
                        <a:pt x="554" y="213"/>
                        <a:pt x="509" y="161"/>
                        <a:pt x="457" y="116"/>
                      </a:cubicBezTo>
                      <a:cubicBezTo>
                        <a:pt x="411" y="70"/>
                        <a:pt x="352" y="44"/>
                        <a:pt x="294" y="24"/>
                      </a:cubicBezTo>
                      <a:cubicBezTo>
                        <a:pt x="266" y="8"/>
                        <a:pt x="236" y="0"/>
                        <a:pt x="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90"/>
                <p:cNvSpPr/>
                <p:nvPr/>
              </p:nvSpPr>
              <p:spPr>
                <a:xfrm>
                  <a:off x="7107512" y="4057585"/>
                  <a:ext cx="64381" cy="52843"/>
                </a:xfrm>
                <a:custGeom>
                  <a:rect b="b" l="l" r="r" t="t"/>
                  <a:pathLst>
                    <a:path extrusionOk="0" h="2093" w="2550">
                      <a:moveTo>
                        <a:pt x="1356" y="0"/>
                      </a:moveTo>
                      <a:cubicBezTo>
                        <a:pt x="1" y="0"/>
                        <a:pt x="1" y="2092"/>
                        <a:pt x="1356" y="2092"/>
                      </a:cubicBezTo>
                      <a:cubicBezTo>
                        <a:pt x="2549" y="2092"/>
                        <a:pt x="2549" y="0"/>
                        <a:pt x="1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90"/>
                <p:cNvSpPr/>
                <p:nvPr/>
              </p:nvSpPr>
              <p:spPr>
                <a:xfrm>
                  <a:off x="7116071" y="4284837"/>
                  <a:ext cx="47087" cy="36053"/>
                </a:xfrm>
                <a:custGeom>
                  <a:rect b="b" l="l" r="r" t="t"/>
                  <a:pathLst>
                    <a:path extrusionOk="0" h="1428" w="1865">
                      <a:moveTo>
                        <a:pt x="1017" y="0"/>
                      </a:moveTo>
                      <a:cubicBezTo>
                        <a:pt x="1" y="0"/>
                        <a:pt x="1" y="1427"/>
                        <a:pt x="1017" y="1427"/>
                      </a:cubicBezTo>
                      <a:cubicBezTo>
                        <a:pt x="1865" y="1427"/>
                        <a:pt x="1865" y="0"/>
                        <a:pt x="1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90"/>
                <p:cNvSpPr/>
                <p:nvPr/>
              </p:nvSpPr>
              <p:spPr>
                <a:xfrm>
                  <a:off x="7161819" y="4293598"/>
                  <a:ext cx="52767" cy="24010"/>
                </a:xfrm>
                <a:custGeom>
                  <a:rect b="b" l="l" r="r" t="t"/>
                  <a:pathLst>
                    <a:path extrusionOk="0" h="951" w="2090">
                      <a:moveTo>
                        <a:pt x="586" y="1"/>
                      </a:moveTo>
                      <a:cubicBezTo>
                        <a:pt x="486" y="1"/>
                        <a:pt x="381" y="24"/>
                        <a:pt x="268" y="83"/>
                      </a:cubicBezTo>
                      <a:cubicBezTo>
                        <a:pt x="20" y="214"/>
                        <a:pt x="1" y="559"/>
                        <a:pt x="183" y="748"/>
                      </a:cubicBezTo>
                      <a:cubicBezTo>
                        <a:pt x="343" y="916"/>
                        <a:pt x="517" y="950"/>
                        <a:pt x="710" y="950"/>
                      </a:cubicBezTo>
                      <a:cubicBezTo>
                        <a:pt x="809" y="950"/>
                        <a:pt x="914" y="941"/>
                        <a:pt x="1024" y="937"/>
                      </a:cubicBezTo>
                      <a:cubicBezTo>
                        <a:pt x="1161" y="930"/>
                        <a:pt x="1291" y="930"/>
                        <a:pt x="1441" y="930"/>
                      </a:cubicBezTo>
                      <a:cubicBezTo>
                        <a:pt x="1561" y="930"/>
                        <a:pt x="1685" y="897"/>
                        <a:pt x="1807" y="897"/>
                      </a:cubicBezTo>
                      <a:cubicBezTo>
                        <a:pt x="1837" y="897"/>
                        <a:pt x="1867" y="899"/>
                        <a:pt x="1897" y="904"/>
                      </a:cubicBezTo>
                      <a:cubicBezTo>
                        <a:pt x="1907" y="907"/>
                        <a:pt x="1917" y="908"/>
                        <a:pt x="1927" y="908"/>
                      </a:cubicBezTo>
                      <a:cubicBezTo>
                        <a:pt x="2033" y="908"/>
                        <a:pt x="2089" y="755"/>
                        <a:pt x="1982" y="689"/>
                      </a:cubicBezTo>
                      <a:cubicBezTo>
                        <a:pt x="1845" y="598"/>
                        <a:pt x="1741" y="468"/>
                        <a:pt x="1591" y="383"/>
                      </a:cubicBezTo>
                      <a:cubicBezTo>
                        <a:pt x="1467" y="324"/>
                        <a:pt x="1343" y="259"/>
                        <a:pt x="1219" y="207"/>
                      </a:cubicBezTo>
                      <a:cubicBezTo>
                        <a:pt x="994" y="105"/>
                        <a:pt x="799" y="1"/>
                        <a:pt x="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90"/>
                <p:cNvSpPr/>
                <p:nvPr/>
              </p:nvSpPr>
              <p:spPr>
                <a:xfrm>
                  <a:off x="6988394" y="3906857"/>
                  <a:ext cx="38856" cy="118007"/>
                </a:xfrm>
                <a:custGeom>
                  <a:rect b="b" l="l" r="r" t="t"/>
                  <a:pathLst>
                    <a:path extrusionOk="0" h="4674" w="1539">
                      <a:moveTo>
                        <a:pt x="528" y="0"/>
                      </a:moveTo>
                      <a:lnTo>
                        <a:pt x="0" y="4556"/>
                      </a:lnTo>
                      <a:lnTo>
                        <a:pt x="1017" y="4673"/>
                      </a:lnTo>
                      <a:lnTo>
                        <a:pt x="1538" y="111"/>
                      </a:lnTo>
                      <a:lnTo>
                        <a:pt x="5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90"/>
                <p:cNvSpPr/>
                <p:nvPr/>
              </p:nvSpPr>
              <p:spPr>
                <a:xfrm>
                  <a:off x="6979482" y="3882695"/>
                  <a:ext cx="43981" cy="37063"/>
                </a:xfrm>
                <a:custGeom>
                  <a:rect b="b" l="l" r="r" t="t"/>
                  <a:pathLst>
                    <a:path extrusionOk="0" h="1468" w="1742">
                      <a:moveTo>
                        <a:pt x="958" y="1"/>
                      </a:moveTo>
                      <a:cubicBezTo>
                        <a:pt x="363" y="1"/>
                        <a:pt x="0" y="700"/>
                        <a:pt x="392" y="1192"/>
                      </a:cubicBezTo>
                      <a:cubicBezTo>
                        <a:pt x="543" y="1382"/>
                        <a:pt x="752" y="1468"/>
                        <a:pt x="958" y="1468"/>
                      </a:cubicBezTo>
                      <a:cubicBezTo>
                        <a:pt x="1305" y="1468"/>
                        <a:pt x="1644" y="1225"/>
                        <a:pt x="1689" y="820"/>
                      </a:cubicBezTo>
                      <a:cubicBezTo>
                        <a:pt x="1741" y="416"/>
                        <a:pt x="1448" y="51"/>
                        <a:pt x="1044" y="6"/>
                      </a:cubicBezTo>
                      <a:cubicBezTo>
                        <a:pt x="1015" y="2"/>
                        <a:pt x="986" y="1"/>
                        <a:pt x="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90"/>
                <p:cNvSpPr/>
                <p:nvPr/>
              </p:nvSpPr>
              <p:spPr>
                <a:xfrm>
                  <a:off x="7005133" y="3885674"/>
                  <a:ext cx="43830" cy="37013"/>
                </a:xfrm>
                <a:custGeom>
                  <a:rect b="b" l="l" r="r" t="t"/>
                  <a:pathLst>
                    <a:path extrusionOk="0" h="1466" w="1736">
                      <a:moveTo>
                        <a:pt x="958" y="0"/>
                      </a:moveTo>
                      <a:cubicBezTo>
                        <a:pt x="357" y="0"/>
                        <a:pt x="1" y="699"/>
                        <a:pt x="386" y="1185"/>
                      </a:cubicBezTo>
                      <a:cubicBezTo>
                        <a:pt x="538" y="1378"/>
                        <a:pt x="748" y="1466"/>
                        <a:pt x="956" y="1466"/>
                      </a:cubicBezTo>
                      <a:cubicBezTo>
                        <a:pt x="1302" y="1466"/>
                        <a:pt x="1641" y="1223"/>
                        <a:pt x="1690" y="820"/>
                      </a:cubicBezTo>
                      <a:cubicBezTo>
                        <a:pt x="1735" y="416"/>
                        <a:pt x="1449" y="44"/>
                        <a:pt x="1045" y="5"/>
                      </a:cubicBezTo>
                      <a:cubicBezTo>
                        <a:pt x="1015" y="2"/>
                        <a:pt x="986"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0"/>
                <p:cNvSpPr/>
                <p:nvPr/>
              </p:nvSpPr>
              <p:spPr>
                <a:xfrm>
                  <a:off x="6965772" y="4002015"/>
                  <a:ext cx="43855" cy="37063"/>
                </a:xfrm>
                <a:custGeom>
                  <a:rect b="b" l="l" r="r" t="t"/>
                  <a:pathLst>
                    <a:path extrusionOk="0" h="1468" w="1737">
                      <a:moveTo>
                        <a:pt x="960" y="1"/>
                      </a:moveTo>
                      <a:cubicBezTo>
                        <a:pt x="362" y="1"/>
                        <a:pt x="0" y="704"/>
                        <a:pt x="388" y="1191"/>
                      </a:cubicBezTo>
                      <a:cubicBezTo>
                        <a:pt x="541" y="1381"/>
                        <a:pt x="750" y="1467"/>
                        <a:pt x="957" y="1467"/>
                      </a:cubicBezTo>
                      <a:cubicBezTo>
                        <a:pt x="1304" y="1467"/>
                        <a:pt x="1642" y="1224"/>
                        <a:pt x="1691" y="820"/>
                      </a:cubicBezTo>
                      <a:cubicBezTo>
                        <a:pt x="1737" y="416"/>
                        <a:pt x="1443" y="51"/>
                        <a:pt x="1039" y="5"/>
                      </a:cubicBezTo>
                      <a:cubicBezTo>
                        <a:pt x="1013" y="2"/>
                        <a:pt x="986" y="1"/>
                        <a:pt x="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90"/>
                <p:cNvSpPr/>
                <p:nvPr/>
              </p:nvSpPr>
              <p:spPr>
                <a:xfrm>
                  <a:off x="6991323" y="4004969"/>
                  <a:ext cx="43981" cy="37063"/>
                </a:xfrm>
                <a:custGeom>
                  <a:rect b="b" l="l" r="r" t="t"/>
                  <a:pathLst>
                    <a:path extrusionOk="0" h="1468" w="1742">
                      <a:moveTo>
                        <a:pt x="959" y="0"/>
                      </a:moveTo>
                      <a:cubicBezTo>
                        <a:pt x="363" y="0"/>
                        <a:pt x="0" y="706"/>
                        <a:pt x="392" y="1191"/>
                      </a:cubicBezTo>
                      <a:cubicBezTo>
                        <a:pt x="543" y="1381"/>
                        <a:pt x="752" y="1467"/>
                        <a:pt x="959" y="1467"/>
                      </a:cubicBezTo>
                      <a:cubicBezTo>
                        <a:pt x="1305" y="1467"/>
                        <a:pt x="1644" y="1224"/>
                        <a:pt x="1689" y="820"/>
                      </a:cubicBezTo>
                      <a:cubicBezTo>
                        <a:pt x="1742" y="416"/>
                        <a:pt x="1448" y="51"/>
                        <a:pt x="1044" y="5"/>
                      </a:cubicBezTo>
                      <a:cubicBezTo>
                        <a:pt x="1015" y="2"/>
                        <a:pt x="987" y="0"/>
                        <a:pt x="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90"/>
                <p:cNvSpPr/>
                <p:nvPr/>
              </p:nvSpPr>
              <p:spPr>
                <a:xfrm>
                  <a:off x="6990187" y="4156151"/>
                  <a:ext cx="21915" cy="99728"/>
                </a:xfrm>
                <a:custGeom>
                  <a:rect b="b" l="l" r="r" t="t"/>
                  <a:pathLst>
                    <a:path extrusionOk="0" h="3950" w="868">
                      <a:moveTo>
                        <a:pt x="783" y="0"/>
                      </a:moveTo>
                      <a:lnTo>
                        <a:pt x="1" y="20"/>
                      </a:lnTo>
                      <a:lnTo>
                        <a:pt x="79" y="3950"/>
                      </a:lnTo>
                      <a:lnTo>
                        <a:pt x="868" y="3937"/>
                      </a:lnTo>
                      <a:lnTo>
                        <a:pt x="7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90"/>
                <p:cNvSpPr/>
                <p:nvPr/>
              </p:nvSpPr>
              <p:spPr>
                <a:xfrm>
                  <a:off x="6969130" y="4137543"/>
                  <a:ext cx="36281" cy="30953"/>
                </a:xfrm>
                <a:custGeom>
                  <a:rect b="b" l="l" r="r" t="t"/>
                  <a:pathLst>
                    <a:path extrusionOk="0" h="1226" w="1437">
                      <a:moveTo>
                        <a:pt x="821" y="1"/>
                      </a:moveTo>
                      <a:cubicBezTo>
                        <a:pt x="817" y="1"/>
                        <a:pt x="813" y="1"/>
                        <a:pt x="809" y="1"/>
                      </a:cubicBezTo>
                      <a:cubicBezTo>
                        <a:pt x="261" y="14"/>
                        <a:pt x="0" y="679"/>
                        <a:pt x="398" y="1057"/>
                      </a:cubicBezTo>
                      <a:cubicBezTo>
                        <a:pt x="521" y="1173"/>
                        <a:pt x="669" y="1226"/>
                        <a:pt x="815" y="1226"/>
                      </a:cubicBezTo>
                      <a:cubicBezTo>
                        <a:pt x="1133" y="1226"/>
                        <a:pt x="1437" y="976"/>
                        <a:pt x="1428" y="600"/>
                      </a:cubicBezTo>
                      <a:cubicBezTo>
                        <a:pt x="1421" y="266"/>
                        <a:pt x="1148" y="1"/>
                        <a:pt x="8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90"/>
                <p:cNvSpPr/>
                <p:nvPr/>
              </p:nvSpPr>
              <p:spPr>
                <a:xfrm>
                  <a:off x="6990515" y="4137215"/>
                  <a:ext cx="36306" cy="30878"/>
                </a:xfrm>
                <a:custGeom>
                  <a:rect b="b" l="l" r="r" t="t"/>
                  <a:pathLst>
                    <a:path extrusionOk="0" h="1223" w="1438">
                      <a:moveTo>
                        <a:pt x="826" y="0"/>
                      </a:moveTo>
                      <a:cubicBezTo>
                        <a:pt x="818" y="0"/>
                        <a:pt x="810" y="1"/>
                        <a:pt x="802" y="1"/>
                      </a:cubicBezTo>
                      <a:cubicBezTo>
                        <a:pt x="261" y="7"/>
                        <a:pt x="1" y="672"/>
                        <a:pt x="392" y="1050"/>
                      </a:cubicBezTo>
                      <a:cubicBezTo>
                        <a:pt x="517" y="1169"/>
                        <a:pt x="667" y="1222"/>
                        <a:pt x="814" y="1222"/>
                      </a:cubicBezTo>
                      <a:cubicBezTo>
                        <a:pt x="1133" y="1222"/>
                        <a:pt x="1437" y="969"/>
                        <a:pt x="1428" y="594"/>
                      </a:cubicBezTo>
                      <a:cubicBezTo>
                        <a:pt x="1422" y="269"/>
                        <a:pt x="1154" y="0"/>
                        <a:pt x="8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90"/>
                <p:cNvSpPr/>
                <p:nvPr/>
              </p:nvSpPr>
              <p:spPr>
                <a:xfrm>
                  <a:off x="6971276" y="4237271"/>
                  <a:ext cx="36154" cy="30852"/>
                </a:xfrm>
                <a:custGeom>
                  <a:rect b="b" l="l" r="r" t="t"/>
                  <a:pathLst>
                    <a:path extrusionOk="0" h="1222" w="1432">
                      <a:moveTo>
                        <a:pt x="825" y="0"/>
                      </a:moveTo>
                      <a:cubicBezTo>
                        <a:pt x="817" y="0"/>
                        <a:pt x="810" y="0"/>
                        <a:pt x="802" y="0"/>
                      </a:cubicBezTo>
                      <a:cubicBezTo>
                        <a:pt x="261" y="7"/>
                        <a:pt x="0" y="672"/>
                        <a:pt x="391" y="1050"/>
                      </a:cubicBezTo>
                      <a:cubicBezTo>
                        <a:pt x="514" y="1169"/>
                        <a:pt x="663" y="1222"/>
                        <a:pt x="809" y="1222"/>
                      </a:cubicBezTo>
                      <a:cubicBezTo>
                        <a:pt x="1127" y="1222"/>
                        <a:pt x="1432" y="969"/>
                        <a:pt x="1428" y="594"/>
                      </a:cubicBezTo>
                      <a:cubicBezTo>
                        <a:pt x="1421" y="269"/>
                        <a:pt x="1153" y="0"/>
                        <a:pt x="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90"/>
                <p:cNvSpPr/>
                <p:nvPr/>
              </p:nvSpPr>
              <p:spPr>
                <a:xfrm>
                  <a:off x="6992661" y="4236766"/>
                  <a:ext cx="36180" cy="30878"/>
                </a:xfrm>
                <a:custGeom>
                  <a:rect b="b" l="l" r="r" t="t"/>
                  <a:pathLst>
                    <a:path extrusionOk="0" h="1223" w="1433">
                      <a:moveTo>
                        <a:pt x="814" y="1"/>
                      </a:moveTo>
                      <a:cubicBezTo>
                        <a:pt x="810" y="1"/>
                        <a:pt x="806" y="1"/>
                        <a:pt x="802" y="1"/>
                      </a:cubicBezTo>
                      <a:cubicBezTo>
                        <a:pt x="255" y="14"/>
                        <a:pt x="0" y="672"/>
                        <a:pt x="392" y="1050"/>
                      </a:cubicBezTo>
                      <a:cubicBezTo>
                        <a:pt x="515" y="1169"/>
                        <a:pt x="664" y="1222"/>
                        <a:pt x="810" y="1222"/>
                      </a:cubicBezTo>
                      <a:cubicBezTo>
                        <a:pt x="1128" y="1222"/>
                        <a:pt x="1432" y="971"/>
                        <a:pt x="1428" y="601"/>
                      </a:cubicBezTo>
                      <a:cubicBezTo>
                        <a:pt x="1415" y="266"/>
                        <a:pt x="1148" y="1"/>
                        <a:pt x="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90"/>
                <p:cNvSpPr/>
                <p:nvPr/>
              </p:nvSpPr>
              <p:spPr>
                <a:xfrm>
                  <a:off x="6845544" y="3711694"/>
                  <a:ext cx="54181" cy="108791"/>
                </a:xfrm>
                <a:custGeom>
                  <a:rect b="b" l="l" r="r" t="t"/>
                  <a:pathLst>
                    <a:path extrusionOk="0" h="4309" w="2146">
                      <a:moveTo>
                        <a:pt x="1246" y="0"/>
                      </a:moveTo>
                      <a:lnTo>
                        <a:pt x="1" y="4028"/>
                      </a:lnTo>
                      <a:lnTo>
                        <a:pt x="894" y="4309"/>
                      </a:lnTo>
                      <a:lnTo>
                        <a:pt x="2145" y="274"/>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0"/>
                <p:cNvSpPr/>
                <p:nvPr/>
              </p:nvSpPr>
              <p:spPr>
                <a:xfrm>
                  <a:off x="6858748" y="3690183"/>
                  <a:ext cx="40472" cy="34185"/>
                </a:xfrm>
                <a:custGeom>
                  <a:rect b="b" l="l" r="r" t="t"/>
                  <a:pathLst>
                    <a:path extrusionOk="0" h="1354" w="1603">
                      <a:moveTo>
                        <a:pt x="844" y="0"/>
                      </a:moveTo>
                      <a:cubicBezTo>
                        <a:pt x="359" y="0"/>
                        <a:pt x="0" y="526"/>
                        <a:pt x="247" y="996"/>
                      </a:cubicBezTo>
                      <a:cubicBezTo>
                        <a:pt x="375" y="1237"/>
                        <a:pt x="609" y="1353"/>
                        <a:pt x="843" y="1353"/>
                      </a:cubicBezTo>
                      <a:cubicBezTo>
                        <a:pt x="1120" y="1353"/>
                        <a:pt x="1396" y="1190"/>
                        <a:pt x="1492" y="879"/>
                      </a:cubicBezTo>
                      <a:cubicBezTo>
                        <a:pt x="1602" y="520"/>
                        <a:pt x="1407" y="142"/>
                        <a:pt x="1048" y="31"/>
                      </a:cubicBezTo>
                      <a:cubicBezTo>
                        <a:pt x="979" y="10"/>
                        <a:pt x="910"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0"/>
                <p:cNvSpPr/>
                <p:nvPr/>
              </p:nvSpPr>
              <p:spPr>
                <a:xfrm>
                  <a:off x="6881345" y="3697202"/>
                  <a:ext cx="40573" cy="34185"/>
                </a:xfrm>
                <a:custGeom>
                  <a:rect b="b" l="l" r="r" t="t"/>
                  <a:pathLst>
                    <a:path extrusionOk="0" h="1354" w="1607">
                      <a:moveTo>
                        <a:pt x="837" y="0"/>
                      </a:moveTo>
                      <a:cubicBezTo>
                        <a:pt x="359" y="0"/>
                        <a:pt x="0" y="524"/>
                        <a:pt x="251" y="992"/>
                      </a:cubicBezTo>
                      <a:cubicBezTo>
                        <a:pt x="380" y="1236"/>
                        <a:pt x="613" y="1354"/>
                        <a:pt x="846" y="1354"/>
                      </a:cubicBezTo>
                      <a:cubicBezTo>
                        <a:pt x="1122" y="1354"/>
                        <a:pt x="1397" y="1189"/>
                        <a:pt x="1496" y="874"/>
                      </a:cubicBezTo>
                      <a:cubicBezTo>
                        <a:pt x="1607" y="522"/>
                        <a:pt x="1405" y="138"/>
                        <a:pt x="1046" y="34"/>
                      </a:cubicBezTo>
                      <a:cubicBezTo>
                        <a:pt x="975"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90"/>
                <p:cNvSpPr/>
                <p:nvPr/>
              </p:nvSpPr>
              <p:spPr>
                <a:xfrm>
                  <a:off x="6826154" y="3795642"/>
                  <a:ext cx="40472" cy="34311"/>
                </a:xfrm>
                <a:custGeom>
                  <a:rect b="b" l="l" r="r" t="t"/>
                  <a:pathLst>
                    <a:path extrusionOk="0" h="1359" w="1603">
                      <a:moveTo>
                        <a:pt x="844" y="1"/>
                      </a:moveTo>
                      <a:cubicBezTo>
                        <a:pt x="359" y="1"/>
                        <a:pt x="1" y="527"/>
                        <a:pt x="247" y="997"/>
                      </a:cubicBezTo>
                      <a:cubicBezTo>
                        <a:pt x="376" y="1241"/>
                        <a:pt x="610" y="1359"/>
                        <a:pt x="844" y="1359"/>
                      </a:cubicBezTo>
                      <a:cubicBezTo>
                        <a:pt x="1121" y="1359"/>
                        <a:pt x="1397" y="1194"/>
                        <a:pt x="1492" y="879"/>
                      </a:cubicBezTo>
                      <a:cubicBezTo>
                        <a:pt x="1603" y="521"/>
                        <a:pt x="1401" y="143"/>
                        <a:pt x="1049" y="32"/>
                      </a:cubicBezTo>
                      <a:cubicBezTo>
                        <a:pt x="979" y="11"/>
                        <a:pt x="910"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90"/>
                <p:cNvSpPr/>
                <p:nvPr/>
              </p:nvSpPr>
              <p:spPr>
                <a:xfrm>
                  <a:off x="6848725" y="3802686"/>
                  <a:ext cx="40446" cy="34210"/>
                </a:xfrm>
                <a:custGeom>
                  <a:rect b="b" l="l" r="r" t="t"/>
                  <a:pathLst>
                    <a:path extrusionOk="0" h="1355" w="1602">
                      <a:moveTo>
                        <a:pt x="837" y="0"/>
                      </a:moveTo>
                      <a:cubicBezTo>
                        <a:pt x="355" y="0"/>
                        <a:pt x="1" y="523"/>
                        <a:pt x="246" y="991"/>
                      </a:cubicBezTo>
                      <a:cubicBezTo>
                        <a:pt x="375" y="1237"/>
                        <a:pt x="611" y="1354"/>
                        <a:pt x="845" y="1354"/>
                      </a:cubicBezTo>
                      <a:cubicBezTo>
                        <a:pt x="1121" y="1354"/>
                        <a:pt x="1396" y="1191"/>
                        <a:pt x="1491" y="881"/>
                      </a:cubicBezTo>
                      <a:cubicBezTo>
                        <a:pt x="1602" y="522"/>
                        <a:pt x="1406" y="144"/>
                        <a:pt x="1048" y="33"/>
                      </a:cubicBezTo>
                      <a:cubicBezTo>
                        <a:pt x="976"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90"/>
                <p:cNvSpPr/>
                <p:nvPr/>
              </p:nvSpPr>
              <p:spPr>
                <a:xfrm>
                  <a:off x="6889803" y="3542207"/>
                  <a:ext cx="55317" cy="114220"/>
                </a:xfrm>
                <a:custGeom>
                  <a:rect b="b" l="l" r="r" t="t"/>
                  <a:pathLst>
                    <a:path extrusionOk="0" h="4524" w="2191">
                      <a:moveTo>
                        <a:pt x="1246" y="0"/>
                      </a:moveTo>
                      <a:lnTo>
                        <a:pt x="1" y="4243"/>
                      </a:lnTo>
                      <a:lnTo>
                        <a:pt x="940" y="4524"/>
                      </a:lnTo>
                      <a:lnTo>
                        <a:pt x="2191" y="281"/>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90"/>
                <p:cNvSpPr/>
                <p:nvPr/>
              </p:nvSpPr>
              <p:spPr>
                <a:xfrm>
                  <a:off x="6901593" y="3519358"/>
                  <a:ext cx="42542" cy="35952"/>
                </a:xfrm>
                <a:custGeom>
                  <a:rect b="b" l="l" r="r" t="t"/>
                  <a:pathLst>
                    <a:path extrusionOk="0" h="1424" w="1685">
                      <a:moveTo>
                        <a:pt x="882" y="1"/>
                      </a:moveTo>
                      <a:cubicBezTo>
                        <a:pt x="374" y="1"/>
                        <a:pt x="0" y="561"/>
                        <a:pt x="270" y="1055"/>
                      </a:cubicBezTo>
                      <a:cubicBezTo>
                        <a:pt x="408" y="1304"/>
                        <a:pt x="650" y="1423"/>
                        <a:pt x="891" y="1423"/>
                      </a:cubicBezTo>
                      <a:cubicBezTo>
                        <a:pt x="1185" y="1423"/>
                        <a:pt x="1477" y="1246"/>
                        <a:pt x="1574" y="912"/>
                      </a:cubicBezTo>
                      <a:cubicBezTo>
                        <a:pt x="1685" y="534"/>
                        <a:pt x="1470" y="143"/>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90"/>
                <p:cNvSpPr/>
                <p:nvPr/>
              </p:nvSpPr>
              <p:spPr>
                <a:xfrm>
                  <a:off x="6925452" y="3526428"/>
                  <a:ext cx="42542" cy="35851"/>
                </a:xfrm>
                <a:custGeom>
                  <a:rect b="b" l="l" r="r" t="t"/>
                  <a:pathLst>
                    <a:path extrusionOk="0" h="1420" w="1685">
                      <a:moveTo>
                        <a:pt x="882" y="1"/>
                      </a:moveTo>
                      <a:cubicBezTo>
                        <a:pt x="374" y="1"/>
                        <a:pt x="0" y="560"/>
                        <a:pt x="271" y="1049"/>
                      </a:cubicBezTo>
                      <a:cubicBezTo>
                        <a:pt x="406" y="1300"/>
                        <a:pt x="650" y="1420"/>
                        <a:pt x="892" y="1420"/>
                      </a:cubicBezTo>
                      <a:cubicBezTo>
                        <a:pt x="1186" y="1420"/>
                        <a:pt x="1478" y="1244"/>
                        <a:pt x="1574" y="912"/>
                      </a:cubicBezTo>
                      <a:cubicBezTo>
                        <a:pt x="1685" y="534"/>
                        <a:pt x="1470" y="137"/>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90"/>
                <p:cNvSpPr/>
                <p:nvPr/>
              </p:nvSpPr>
              <p:spPr>
                <a:xfrm>
                  <a:off x="6868974" y="3630473"/>
                  <a:ext cx="42416" cy="35902"/>
                </a:xfrm>
                <a:custGeom>
                  <a:rect b="b" l="l" r="r" t="t"/>
                  <a:pathLst>
                    <a:path extrusionOk="0" h="1422" w="1680">
                      <a:moveTo>
                        <a:pt x="890" y="1"/>
                      </a:moveTo>
                      <a:cubicBezTo>
                        <a:pt x="379" y="1"/>
                        <a:pt x="1" y="563"/>
                        <a:pt x="272" y="1054"/>
                      </a:cubicBezTo>
                      <a:cubicBezTo>
                        <a:pt x="407" y="1303"/>
                        <a:pt x="647" y="1421"/>
                        <a:pt x="887" y="1421"/>
                      </a:cubicBezTo>
                      <a:cubicBezTo>
                        <a:pt x="1181" y="1421"/>
                        <a:pt x="1475" y="1244"/>
                        <a:pt x="1576" y="910"/>
                      </a:cubicBezTo>
                      <a:cubicBezTo>
                        <a:pt x="1680" y="539"/>
                        <a:pt x="1465" y="141"/>
                        <a:pt x="1093" y="30"/>
                      </a:cubicBezTo>
                      <a:cubicBezTo>
                        <a:pt x="1024" y="10"/>
                        <a:pt x="956" y="1"/>
                        <a:pt x="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90"/>
                <p:cNvSpPr/>
                <p:nvPr/>
              </p:nvSpPr>
              <p:spPr>
                <a:xfrm>
                  <a:off x="6892858" y="3637517"/>
                  <a:ext cx="42391" cy="35826"/>
                </a:xfrm>
                <a:custGeom>
                  <a:rect b="b" l="l" r="r" t="t"/>
                  <a:pathLst>
                    <a:path extrusionOk="0" h="1419" w="1679">
                      <a:moveTo>
                        <a:pt x="881" y="0"/>
                      </a:moveTo>
                      <a:cubicBezTo>
                        <a:pt x="369" y="0"/>
                        <a:pt x="0" y="560"/>
                        <a:pt x="265" y="1048"/>
                      </a:cubicBezTo>
                      <a:cubicBezTo>
                        <a:pt x="403" y="1299"/>
                        <a:pt x="647" y="1419"/>
                        <a:pt x="889" y="1419"/>
                      </a:cubicBezTo>
                      <a:cubicBezTo>
                        <a:pt x="1182" y="1419"/>
                        <a:pt x="1472" y="1243"/>
                        <a:pt x="1568" y="912"/>
                      </a:cubicBezTo>
                      <a:cubicBezTo>
                        <a:pt x="1679" y="534"/>
                        <a:pt x="1464" y="142"/>
                        <a:pt x="1092" y="32"/>
                      </a:cubicBezTo>
                      <a:cubicBezTo>
                        <a:pt x="1020" y="10"/>
                        <a:pt x="949"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90"/>
                <p:cNvSpPr/>
                <p:nvPr/>
              </p:nvSpPr>
              <p:spPr>
                <a:xfrm>
                  <a:off x="6819892" y="3842021"/>
                  <a:ext cx="47238" cy="37543"/>
                </a:xfrm>
                <a:custGeom>
                  <a:rect b="b" l="l" r="r" t="t"/>
                  <a:pathLst>
                    <a:path extrusionOk="0" h="1487" w="1871">
                      <a:moveTo>
                        <a:pt x="854" y="0"/>
                      </a:moveTo>
                      <a:cubicBezTo>
                        <a:pt x="0" y="0"/>
                        <a:pt x="0" y="1486"/>
                        <a:pt x="854" y="1486"/>
                      </a:cubicBezTo>
                      <a:cubicBezTo>
                        <a:pt x="1871" y="1486"/>
                        <a:pt x="1871" y="0"/>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90"/>
                <p:cNvSpPr/>
                <p:nvPr/>
              </p:nvSpPr>
              <p:spPr>
                <a:xfrm>
                  <a:off x="6810728" y="3883074"/>
                  <a:ext cx="19062" cy="30045"/>
                </a:xfrm>
                <a:custGeom>
                  <a:rect b="b" l="l" r="r" t="t"/>
                  <a:pathLst>
                    <a:path extrusionOk="0" h="1190" w="755">
                      <a:moveTo>
                        <a:pt x="525" y="0"/>
                      </a:moveTo>
                      <a:cubicBezTo>
                        <a:pt x="423" y="0"/>
                        <a:pt x="318" y="58"/>
                        <a:pt x="291" y="167"/>
                      </a:cubicBezTo>
                      <a:cubicBezTo>
                        <a:pt x="246" y="388"/>
                        <a:pt x="57" y="610"/>
                        <a:pt x="24" y="864"/>
                      </a:cubicBezTo>
                      <a:cubicBezTo>
                        <a:pt x="0" y="1070"/>
                        <a:pt x="179" y="1190"/>
                        <a:pt x="357" y="1190"/>
                      </a:cubicBezTo>
                      <a:cubicBezTo>
                        <a:pt x="471" y="1190"/>
                        <a:pt x="585" y="1141"/>
                        <a:pt x="643" y="1034"/>
                      </a:cubicBezTo>
                      <a:cubicBezTo>
                        <a:pt x="721" y="897"/>
                        <a:pt x="728" y="714"/>
                        <a:pt x="741" y="564"/>
                      </a:cubicBezTo>
                      <a:cubicBezTo>
                        <a:pt x="754" y="434"/>
                        <a:pt x="754" y="297"/>
                        <a:pt x="735" y="167"/>
                      </a:cubicBezTo>
                      <a:cubicBezTo>
                        <a:pt x="718" y="54"/>
                        <a:pt x="623" y="0"/>
                        <a:pt x="5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90"/>
                <p:cNvSpPr/>
                <p:nvPr/>
              </p:nvSpPr>
              <p:spPr>
                <a:xfrm>
                  <a:off x="6835672" y="3892920"/>
                  <a:ext cx="23404" cy="28479"/>
                </a:xfrm>
                <a:custGeom>
                  <a:rect b="b" l="l" r="r" t="t"/>
                  <a:pathLst>
                    <a:path extrusionOk="0" h="1128" w="927">
                      <a:moveTo>
                        <a:pt x="714" y="0"/>
                      </a:moveTo>
                      <a:cubicBezTo>
                        <a:pt x="684" y="0"/>
                        <a:pt x="654" y="8"/>
                        <a:pt x="626" y="24"/>
                      </a:cubicBezTo>
                      <a:cubicBezTo>
                        <a:pt x="568" y="44"/>
                        <a:pt x="509" y="70"/>
                        <a:pt x="463" y="116"/>
                      </a:cubicBezTo>
                      <a:cubicBezTo>
                        <a:pt x="411" y="161"/>
                        <a:pt x="366" y="213"/>
                        <a:pt x="327" y="272"/>
                      </a:cubicBezTo>
                      <a:cubicBezTo>
                        <a:pt x="287" y="318"/>
                        <a:pt x="248" y="363"/>
                        <a:pt x="209" y="402"/>
                      </a:cubicBezTo>
                      <a:cubicBezTo>
                        <a:pt x="199" y="414"/>
                        <a:pt x="193" y="422"/>
                        <a:pt x="190" y="427"/>
                      </a:cubicBezTo>
                      <a:lnTo>
                        <a:pt x="190" y="427"/>
                      </a:lnTo>
                      <a:cubicBezTo>
                        <a:pt x="146" y="461"/>
                        <a:pt x="110" y="503"/>
                        <a:pt x="85" y="552"/>
                      </a:cubicBezTo>
                      <a:cubicBezTo>
                        <a:pt x="1" y="702"/>
                        <a:pt x="27" y="891"/>
                        <a:pt x="144" y="1015"/>
                      </a:cubicBezTo>
                      <a:cubicBezTo>
                        <a:pt x="215" y="1086"/>
                        <a:pt x="324" y="1128"/>
                        <a:pt x="430" y="1128"/>
                      </a:cubicBezTo>
                      <a:cubicBezTo>
                        <a:pt x="528" y="1128"/>
                        <a:pt x="623" y="1093"/>
                        <a:pt x="685" y="1015"/>
                      </a:cubicBezTo>
                      <a:cubicBezTo>
                        <a:pt x="711" y="982"/>
                        <a:pt x="737" y="956"/>
                        <a:pt x="757" y="924"/>
                      </a:cubicBezTo>
                      <a:lnTo>
                        <a:pt x="796" y="833"/>
                      </a:lnTo>
                      <a:cubicBezTo>
                        <a:pt x="803" y="761"/>
                        <a:pt x="809" y="726"/>
                        <a:pt x="811" y="726"/>
                      </a:cubicBezTo>
                      <a:lnTo>
                        <a:pt x="811" y="726"/>
                      </a:lnTo>
                      <a:cubicBezTo>
                        <a:pt x="812" y="726"/>
                        <a:pt x="812" y="745"/>
                        <a:pt x="809" y="780"/>
                      </a:cubicBezTo>
                      <a:cubicBezTo>
                        <a:pt x="822" y="728"/>
                        <a:pt x="835" y="676"/>
                        <a:pt x="855" y="617"/>
                      </a:cubicBezTo>
                      <a:cubicBezTo>
                        <a:pt x="868" y="552"/>
                        <a:pt x="887" y="481"/>
                        <a:pt x="907" y="415"/>
                      </a:cubicBezTo>
                      <a:cubicBezTo>
                        <a:pt x="926" y="318"/>
                        <a:pt x="913" y="220"/>
                        <a:pt x="887" y="129"/>
                      </a:cubicBezTo>
                      <a:cubicBezTo>
                        <a:pt x="864" y="49"/>
                        <a:pt x="790" y="0"/>
                        <a:pt x="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90"/>
                <p:cNvSpPr/>
                <p:nvPr/>
              </p:nvSpPr>
              <p:spPr>
                <a:xfrm>
                  <a:off x="6974407" y="4057585"/>
                  <a:ext cx="64356" cy="52843"/>
                </a:xfrm>
                <a:custGeom>
                  <a:rect b="b" l="l" r="r" t="t"/>
                  <a:pathLst>
                    <a:path extrusionOk="0" h="2093" w="2549">
                      <a:moveTo>
                        <a:pt x="1193" y="0"/>
                      </a:moveTo>
                      <a:cubicBezTo>
                        <a:pt x="0" y="0"/>
                        <a:pt x="0" y="2092"/>
                        <a:pt x="1193" y="2092"/>
                      </a:cubicBezTo>
                      <a:cubicBezTo>
                        <a:pt x="2548" y="2092"/>
                        <a:pt x="2548" y="0"/>
                        <a:pt x="1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90"/>
                <p:cNvSpPr/>
                <p:nvPr/>
              </p:nvSpPr>
              <p:spPr>
                <a:xfrm>
                  <a:off x="6982941" y="4284837"/>
                  <a:ext cx="47263" cy="36053"/>
                </a:xfrm>
                <a:custGeom>
                  <a:rect b="b" l="l" r="r" t="t"/>
                  <a:pathLst>
                    <a:path extrusionOk="0" h="1428" w="1872">
                      <a:moveTo>
                        <a:pt x="855" y="0"/>
                      </a:moveTo>
                      <a:cubicBezTo>
                        <a:pt x="1" y="0"/>
                        <a:pt x="1" y="1427"/>
                        <a:pt x="855" y="1427"/>
                      </a:cubicBezTo>
                      <a:cubicBezTo>
                        <a:pt x="1871" y="1427"/>
                        <a:pt x="1871" y="0"/>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90"/>
                <p:cNvSpPr/>
                <p:nvPr/>
              </p:nvSpPr>
              <p:spPr>
                <a:xfrm>
                  <a:off x="6931310" y="4293598"/>
                  <a:ext cx="52490" cy="24010"/>
                </a:xfrm>
                <a:custGeom>
                  <a:rect b="b" l="l" r="r" t="t"/>
                  <a:pathLst>
                    <a:path extrusionOk="0" h="951" w="2079">
                      <a:moveTo>
                        <a:pt x="1497" y="1"/>
                      </a:moveTo>
                      <a:cubicBezTo>
                        <a:pt x="1283" y="1"/>
                        <a:pt x="1085" y="105"/>
                        <a:pt x="860" y="207"/>
                      </a:cubicBezTo>
                      <a:cubicBezTo>
                        <a:pt x="736" y="259"/>
                        <a:pt x="619" y="324"/>
                        <a:pt x="495" y="383"/>
                      </a:cubicBezTo>
                      <a:cubicBezTo>
                        <a:pt x="338" y="468"/>
                        <a:pt x="241" y="598"/>
                        <a:pt x="97" y="689"/>
                      </a:cubicBezTo>
                      <a:cubicBezTo>
                        <a:pt x="0" y="756"/>
                        <a:pt x="50" y="907"/>
                        <a:pt x="162" y="907"/>
                      </a:cubicBezTo>
                      <a:cubicBezTo>
                        <a:pt x="170" y="907"/>
                        <a:pt x="179" y="906"/>
                        <a:pt x="188" y="904"/>
                      </a:cubicBezTo>
                      <a:cubicBezTo>
                        <a:pt x="218" y="899"/>
                        <a:pt x="248" y="897"/>
                        <a:pt x="278" y="897"/>
                      </a:cubicBezTo>
                      <a:cubicBezTo>
                        <a:pt x="398" y="897"/>
                        <a:pt x="518" y="930"/>
                        <a:pt x="638" y="930"/>
                      </a:cubicBezTo>
                      <a:cubicBezTo>
                        <a:pt x="788" y="930"/>
                        <a:pt x="918" y="930"/>
                        <a:pt x="1062" y="937"/>
                      </a:cubicBezTo>
                      <a:cubicBezTo>
                        <a:pt x="1170" y="941"/>
                        <a:pt x="1273" y="950"/>
                        <a:pt x="1372" y="950"/>
                      </a:cubicBezTo>
                      <a:cubicBezTo>
                        <a:pt x="1566" y="950"/>
                        <a:pt x="1743" y="916"/>
                        <a:pt x="1903" y="748"/>
                      </a:cubicBezTo>
                      <a:cubicBezTo>
                        <a:pt x="2079" y="559"/>
                        <a:pt x="2065" y="214"/>
                        <a:pt x="1818" y="83"/>
                      </a:cubicBezTo>
                      <a:cubicBezTo>
                        <a:pt x="1704" y="24"/>
                        <a:pt x="1599" y="1"/>
                        <a:pt x="14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90"/>
                <p:cNvSpPr/>
                <p:nvPr/>
              </p:nvSpPr>
              <p:spPr>
                <a:xfrm>
                  <a:off x="6959410" y="3809275"/>
                  <a:ext cx="116038" cy="64684"/>
                </a:xfrm>
                <a:custGeom>
                  <a:rect b="b" l="l" r="r" t="t"/>
                  <a:pathLst>
                    <a:path extrusionOk="0" h="2562" w="4596">
                      <a:moveTo>
                        <a:pt x="1858" y="0"/>
                      </a:moveTo>
                      <a:cubicBezTo>
                        <a:pt x="952" y="0"/>
                        <a:pt x="1" y="1056"/>
                        <a:pt x="816" y="1584"/>
                      </a:cubicBezTo>
                      <a:cubicBezTo>
                        <a:pt x="1630" y="2112"/>
                        <a:pt x="4596" y="2562"/>
                        <a:pt x="4596" y="2562"/>
                      </a:cubicBezTo>
                      <a:lnTo>
                        <a:pt x="4420" y="978"/>
                      </a:lnTo>
                      <a:cubicBezTo>
                        <a:pt x="3814" y="978"/>
                        <a:pt x="2764" y="0"/>
                        <a:pt x="18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0"/>
                <p:cNvSpPr/>
                <p:nvPr/>
              </p:nvSpPr>
              <p:spPr>
                <a:xfrm>
                  <a:off x="7066384" y="3809275"/>
                  <a:ext cx="116038" cy="64684"/>
                </a:xfrm>
                <a:custGeom>
                  <a:rect b="b" l="l" r="r" t="t"/>
                  <a:pathLst>
                    <a:path extrusionOk="0" h="2562" w="4596">
                      <a:moveTo>
                        <a:pt x="2744" y="0"/>
                      </a:moveTo>
                      <a:cubicBezTo>
                        <a:pt x="1838" y="0"/>
                        <a:pt x="782" y="978"/>
                        <a:pt x="183" y="978"/>
                      </a:cubicBezTo>
                      <a:lnTo>
                        <a:pt x="0" y="2562"/>
                      </a:lnTo>
                      <a:cubicBezTo>
                        <a:pt x="0" y="2562"/>
                        <a:pt x="2966" y="2112"/>
                        <a:pt x="3781" y="1584"/>
                      </a:cubicBezTo>
                      <a:cubicBezTo>
                        <a:pt x="4595" y="1056"/>
                        <a:pt x="3644" y="0"/>
                        <a:pt x="2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90"/>
              <p:cNvGrpSpPr/>
              <p:nvPr/>
            </p:nvGrpSpPr>
            <p:grpSpPr>
              <a:xfrm>
                <a:off x="6922902" y="3131329"/>
                <a:ext cx="300496" cy="274642"/>
                <a:chOff x="6922902" y="3131329"/>
                <a:chExt cx="300496" cy="274642"/>
              </a:xfrm>
            </p:grpSpPr>
            <p:sp>
              <p:nvSpPr>
                <p:cNvPr id="10704" name="Google Shape;10704;p90"/>
                <p:cNvSpPr/>
                <p:nvPr/>
              </p:nvSpPr>
              <p:spPr>
                <a:xfrm>
                  <a:off x="6922902" y="3131329"/>
                  <a:ext cx="300496" cy="214604"/>
                </a:xfrm>
                <a:custGeom>
                  <a:rect b="b" l="l" r="r" t="t"/>
                  <a:pathLst>
                    <a:path extrusionOk="0" h="8500" w="11902">
                      <a:moveTo>
                        <a:pt x="3281" y="4076"/>
                      </a:moveTo>
                      <a:cubicBezTo>
                        <a:pt x="3975" y="4076"/>
                        <a:pt x="4641" y="4618"/>
                        <a:pt x="4641" y="5436"/>
                      </a:cubicBezTo>
                      <a:cubicBezTo>
                        <a:pt x="4634" y="6172"/>
                        <a:pt x="4034" y="6778"/>
                        <a:pt x="3291" y="6778"/>
                      </a:cubicBezTo>
                      <a:cubicBezTo>
                        <a:pt x="2092" y="6772"/>
                        <a:pt x="1486" y="5318"/>
                        <a:pt x="2340" y="4471"/>
                      </a:cubicBezTo>
                      <a:cubicBezTo>
                        <a:pt x="2615" y="4198"/>
                        <a:pt x="2951" y="4076"/>
                        <a:pt x="3281" y="4076"/>
                      </a:cubicBezTo>
                      <a:close/>
                      <a:moveTo>
                        <a:pt x="8548" y="4076"/>
                      </a:moveTo>
                      <a:cubicBezTo>
                        <a:pt x="9244" y="4076"/>
                        <a:pt x="9911" y="4618"/>
                        <a:pt x="9907" y="5436"/>
                      </a:cubicBezTo>
                      <a:cubicBezTo>
                        <a:pt x="9907" y="6172"/>
                        <a:pt x="9301" y="6778"/>
                        <a:pt x="8558" y="6778"/>
                      </a:cubicBezTo>
                      <a:cubicBezTo>
                        <a:pt x="7358" y="6772"/>
                        <a:pt x="6759" y="5318"/>
                        <a:pt x="7606" y="4471"/>
                      </a:cubicBezTo>
                      <a:cubicBezTo>
                        <a:pt x="7881" y="4198"/>
                        <a:pt x="8218" y="4076"/>
                        <a:pt x="8548" y="4076"/>
                      </a:cubicBezTo>
                      <a:close/>
                      <a:moveTo>
                        <a:pt x="4204" y="0"/>
                      </a:moveTo>
                      <a:cubicBezTo>
                        <a:pt x="1884" y="0"/>
                        <a:pt x="0" y="1884"/>
                        <a:pt x="0" y="4211"/>
                      </a:cubicBezTo>
                      <a:lnTo>
                        <a:pt x="0" y="4295"/>
                      </a:lnTo>
                      <a:cubicBezTo>
                        <a:pt x="0" y="6615"/>
                        <a:pt x="1884" y="8499"/>
                        <a:pt x="4210" y="8499"/>
                      </a:cubicBezTo>
                      <a:lnTo>
                        <a:pt x="7691" y="8499"/>
                      </a:lnTo>
                      <a:cubicBezTo>
                        <a:pt x="10011" y="8499"/>
                        <a:pt x="11895" y="6615"/>
                        <a:pt x="11895" y="4295"/>
                      </a:cubicBezTo>
                      <a:lnTo>
                        <a:pt x="11895" y="4211"/>
                      </a:lnTo>
                      <a:cubicBezTo>
                        <a:pt x="11901" y="1884"/>
                        <a:pt x="10018" y="0"/>
                        <a:pt x="76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0"/>
                <p:cNvSpPr/>
                <p:nvPr/>
              </p:nvSpPr>
              <p:spPr>
                <a:xfrm>
                  <a:off x="6995792" y="3277285"/>
                  <a:ext cx="150248" cy="128687"/>
                </a:xfrm>
                <a:custGeom>
                  <a:rect b="b" l="l" r="r" t="t"/>
                  <a:pathLst>
                    <a:path extrusionOk="0" h="5097" w="5951">
                      <a:moveTo>
                        <a:pt x="3057" y="424"/>
                      </a:moveTo>
                      <a:cubicBezTo>
                        <a:pt x="3429" y="424"/>
                        <a:pt x="3722" y="1232"/>
                        <a:pt x="3722" y="1597"/>
                      </a:cubicBezTo>
                      <a:cubicBezTo>
                        <a:pt x="3735" y="1975"/>
                        <a:pt x="3435" y="2288"/>
                        <a:pt x="3057" y="2288"/>
                      </a:cubicBezTo>
                      <a:cubicBezTo>
                        <a:pt x="2679" y="2288"/>
                        <a:pt x="2379" y="1975"/>
                        <a:pt x="2392" y="1597"/>
                      </a:cubicBezTo>
                      <a:cubicBezTo>
                        <a:pt x="2392" y="1232"/>
                        <a:pt x="2692" y="424"/>
                        <a:pt x="3057" y="424"/>
                      </a:cubicBezTo>
                      <a:close/>
                      <a:moveTo>
                        <a:pt x="1206" y="2835"/>
                      </a:moveTo>
                      <a:cubicBezTo>
                        <a:pt x="1447" y="2835"/>
                        <a:pt x="1649" y="3109"/>
                        <a:pt x="1669" y="3455"/>
                      </a:cubicBezTo>
                      <a:lnTo>
                        <a:pt x="750" y="3455"/>
                      </a:lnTo>
                      <a:cubicBezTo>
                        <a:pt x="769" y="3109"/>
                        <a:pt x="965" y="2835"/>
                        <a:pt x="1206" y="2835"/>
                      </a:cubicBezTo>
                      <a:close/>
                      <a:moveTo>
                        <a:pt x="4882" y="2835"/>
                      </a:moveTo>
                      <a:cubicBezTo>
                        <a:pt x="5123" y="2835"/>
                        <a:pt x="5319" y="3109"/>
                        <a:pt x="5338" y="3455"/>
                      </a:cubicBezTo>
                      <a:lnTo>
                        <a:pt x="4419" y="3455"/>
                      </a:lnTo>
                      <a:cubicBezTo>
                        <a:pt x="4439" y="3109"/>
                        <a:pt x="4641" y="2835"/>
                        <a:pt x="4882" y="2835"/>
                      </a:cubicBezTo>
                      <a:close/>
                      <a:moveTo>
                        <a:pt x="2431" y="3005"/>
                      </a:moveTo>
                      <a:cubicBezTo>
                        <a:pt x="2673" y="3005"/>
                        <a:pt x="2868" y="3279"/>
                        <a:pt x="2888" y="3624"/>
                      </a:cubicBezTo>
                      <a:lnTo>
                        <a:pt x="1975" y="3624"/>
                      </a:lnTo>
                      <a:cubicBezTo>
                        <a:pt x="1995" y="3279"/>
                        <a:pt x="2190" y="3005"/>
                        <a:pt x="2431" y="3005"/>
                      </a:cubicBezTo>
                      <a:close/>
                      <a:moveTo>
                        <a:pt x="3722" y="3005"/>
                      </a:moveTo>
                      <a:cubicBezTo>
                        <a:pt x="3963" y="3005"/>
                        <a:pt x="4165" y="3279"/>
                        <a:pt x="4185" y="3624"/>
                      </a:cubicBezTo>
                      <a:lnTo>
                        <a:pt x="3266" y="3624"/>
                      </a:lnTo>
                      <a:cubicBezTo>
                        <a:pt x="3285" y="3279"/>
                        <a:pt x="3481" y="3005"/>
                        <a:pt x="3722" y="3005"/>
                      </a:cubicBezTo>
                      <a:close/>
                      <a:moveTo>
                        <a:pt x="2542" y="0"/>
                      </a:moveTo>
                      <a:cubicBezTo>
                        <a:pt x="1141" y="0"/>
                        <a:pt x="0" y="1134"/>
                        <a:pt x="0" y="2542"/>
                      </a:cubicBezTo>
                      <a:lnTo>
                        <a:pt x="0" y="2562"/>
                      </a:lnTo>
                      <a:cubicBezTo>
                        <a:pt x="0" y="3963"/>
                        <a:pt x="1141" y="5097"/>
                        <a:pt x="2542" y="5097"/>
                      </a:cubicBezTo>
                      <a:lnTo>
                        <a:pt x="3409" y="5097"/>
                      </a:lnTo>
                      <a:cubicBezTo>
                        <a:pt x="4817" y="5097"/>
                        <a:pt x="5951" y="3963"/>
                        <a:pt x="5951" y="2562"/>
                      </a:cubicBezTo>
                      <a:lnTo>
                        <a:pt x="5951" y="2542"/>
                      </a:lnTo>
                      <a:cubicBezTo>
                        <a:pt x="5951" y="1134"/>
                        <a:pt x="4817" y="0"/>
                        <a:pt x="3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90"/>
                <p:cNvSpPr/>
                <p:nvPr/>
              </p:nvSpPr>
              <p:spPr>
                <a:xfrm>
                  <a:off x="7056007" y="3287965"/>
                  <a:ext cx="34261" cy="47087"/>
                </a:xfrm>
                <a:custGeom>
                  <a:rect b="b" l="l" r="r" t="t"/>
                  <a:pathLst>
                    <a:path extrusionOk="0" h="1865" w="1357">
                      <a:moveTo>
                        <a:pt x="679" y="1"/>
                      </a:moveTo>
                      <a:cubicBezTo>
                        <a:pt x="307" y="1"/>
                        <a:pt x="14" y="809"/>
                        <a:pt x="14" y="1174"/>
                      </a:cubicBezTo>
                      <a:cubicBezTo>
                        <a:pt x="1" y="1552"/>
                        <a:pt x="301" y="1865"/>
                        <a:pt x="679" y="1865"/>
                      </a:cubicBezTo>
                      <a:cubicBezTo>
                        <a:pt x="1050" y="1865"/>
                        <a:pt x="1356" y="1552"/>
                        <a:pt x="1343" y="1174"/>
                      </a:cubicBezTo>
                      <a:cubicBezTo>
                        <a:pt x="1343" y="809"/>
                        <a:pt x="1044" y="1"/>
                        <a:pt x="67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0707" name="Google Shape;10707;p90"/>
          <p:cNvSpPr/>
          <p:nvPr/>
        </p:nvSpPr>
        <p:spPr>
          <a:xfrm>
            <a:off x="6132554" y="3248509"/>
            <a:ext cx="682" cy="25"/>
          </a:xfrm>
          <a:custGeom>
            <a:rect b="b" l="l" r="r" t="t"/>
            <a:pathLst>
              <a:path extrusionOk="0" h="1" w="27">
                <a:moveTo>
                  <a:pt x="0" y="0"/>
                </a:moveTo>
                <a:lnTo>
                  <a:pt x="26" y="0"/>
                </a:lnTo>
                <a:cubicBezTo>
                  <a:pt x="13" y="0"/>
                  <a:pt x="7"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8" name="Google Shape;10708;p90"/>
          <p:cNvGrpSpPr/>
          <p:nvPr/>
        </p:nvGrpSpPr>
        <p:grpSpPr>
          <a:xfrm>
            <a:off x="5904140" y="3064707"/>
            <a:ext cx="550951" cy="1310497"/>
            <a:chOff x="5904140" y="3050537"/>
            <a:chExt cx="550951" cy="1310497"/>
          </a:xfrm>
        </p:grpSpPr>
        <p:sp>
          <p:nvSpPr>
            <p:cNvPr id="10709" name="Google Shape;10709;p90"/>
            <p:cNvSpPr/>
            <p:nvPr/>
          </p:nvSpPr>
          <p:spPr>
            <a:xfrm>
              <a:off x="5953020" y="4311978"/>
              <a:ext cx="453041" cy="49056"/>
            </a:xfrm>
            <a:custGeom>
              <a:rect b="b" l="l" r="r" t="t"/>
              <a:pathLst>
                <a:path extrusionOk="0" h="1943" w="17944">
                  <a:moveTo>
                    <a:pt x="8975" y="0"/>
                  </a:moveTo>
                  <a:cubicBezTo>
                    <a:pt x="4022" y="0"/>
                    <a:pt x="0" y="437"/>
                    <a:pt x="0" y="972"/>
                  </a:cubicBezTo>
                  <a:cubicBezTo>
                    <a:pt x="0" y="1506"/>
                    <a:pt x="4022"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0" name="Google Shape;10710;p90"/>
            <p:cNvGrpSpPr/>
            <p:nvPr/>
          </p:nvGrpSpPr>
          <p:grpSpPr>
            <a:xfrm>
              <a:off x="5904140" y="3050537"/>
              <a:ext cx="550951" cy="1278256"/>
              <a:chOff x="5904140" y="3050537"/>
              <a:chExt cx="550951" cy="1278256"/>
            </a:xfrm>
          </p:grpSpPr>
          <p:sp>
            <p:nvSpPr>
              <p:cNvPr id="10711" name="Google Shape;10711;p90"/>
              <p:cNvSpPr/>
              <p:nvPr/>
            </p:nvSpPr>
            <p:spPr>
              <a:xfrm>
                <a:off x="5904140" y="3050537"/>
                <a:ext cx="550951" cy="1278256"/>
              </a:xfrm>
              <a:custGeom>
                <a:rect b="b" l="l" r="r" t="t"/>
                <a:pathLst>
                  <a:path extrusionOk="0" h="50629" w="21822">
                    <a:moveTo>
                      <a:pt x="3781" y="7802"/>
                    </a:moveTo>
                    <a:lnTo>
                      <a:pt x="3781" y="7834"/>
                    </a:lnTo>
                    <a:lnTo>
                      <a:pt x="3761" y="7834"/>
                    </a:lnTo>
                    <a:lnTo>
                      <a:pt x="3781" y="7802"/>
                    </a:lnTo>
                    <a:close/>
                    <a:moveTo>
                      <a:pt x="10690" y="0"/>
                    </a:moveTo>
                    <a:cubicBezTo>
                      <a:pt x="6753" y="0"/>
                      <a:pt x="3559" y="3187"/>
                      <a:pt x="3559" y="7130"/>
                    </a:cubicBezTo>
                    <a:cubicBezTo>
                      <a:pt x="3559" y="7365"/>
                      <a:pt x="3572" y="7600"/>
                      <a:pt x="3605" y="7834"/>
                    </a:cubicBezTo>
                    <a:cubicBezTo>
                      <a:pt x="2973" y="7906"/>
                      <a:pt x="2543" y="8512"/>
                      <a:pt x="2699" y="9131"/>
                    </a:cubicBezTo>
                    <a:cubicBezTo>
                      <a:pt x="2821" y="9609"/>
                      <a:pt x="3251" y="9920"/>
                      <a:pt x="3713" y="9920"/>
                    </a:cubicBezTo>
                    <a:cubicBezTo>
                      <a:pt x="3844" y="9920"/>
                      <a:pt x="3977" y="9895"/>
                      <a:pt x="4107" y="9842"/>
                    </a:cubicBezTo>
                    <a:cubicBezTo>
                      <a:pt x="4837" y="12044"/>
                      <a:pt x="6681" y="13804"/>
                      <a:pt x="8747" y="14560"/>
                    </a:cubicBezTo>
                    <a:cubicBezTo>
                      <a:pt x="8793" y="14573"/>
                      <a:pt x="8878" y="14593"/>
                      <a:pt x="8878" y="14606"/>
                    </a:cubicBezTo>
                    <a:lnTo>
                      <a:pt x="8878" y="16620"/>
                    </a:lnTo>
                    <a:lnTo>
                      <a:pt x="5651" y="16620"/>
                    </a:lnTo>
                    <a:cubicBezTo>
                      <a:pt x="5651" y="16620"/>
                      <a:pt x="5645" y="16685"/>
                      <a:pt x="5625" y="16698"/>
                    </a:cubicBezTo>
                    <a:cubicBezTo>
                      <a:pt x="5052" y="16705"/>
                      <a:pt x="4543" y="17076"/>
                      <a:pt x="4361" y="17623"/>
                    </a:cubicBezTo>
                    <a:lnTo>
                      <a:pt x="216" y="33239"/>
                    </a:lnTo>
                    <a:cubicBezTo>
                      <a:pt x="1" y="33872"/>
                      <a:pt x="294" y="34563"/>
                      <a:pt x="900" y="34849"/>
                    </a:cubicBezTo>
                    <a:cubicBezTo>
                      <a:pt x="1081" y="34936"/>
                      <a:pt x="1274" y="34977"/>
                      <a:pt x="1464" y="34977"/>
                    </a:cubicBezTo>
                    <a:cubicBezTo>
                      <a:pt x="1904" y="34977"/>
                      <a:pt x="2331" y="34756"/>
                      <a:pt x="2582" y="34360"/>
                    </a:cubicBezTo>
                    <a:cubicBezTo>
                      <a:pt x="2621" y="34387"/>
                      <a:pt x="2673"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63" y="33461"/>
                    </a:lnTo>
                    <a:lnTo>
                      <a:pt x="11035" y="33461"/>
                    </a:lnTo>
                    <a:lnTo>
                      <a:pt x="11035" y="33455"/>
                    </a:lnTo>
                    <a:lnTo>
                      <a:pt x="12892"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50" y="30574"/>
                    </a:lnTo>
                    <a:cubicBezTo>
                      <a:pt x="15408" y="26481"/>
                      <a:pt x="15454" y="22785"/>
                      <a:pt x="15454" y="20863"/>
                    </a:cubicBezTo>
                    <a:lnTo>
                      <a:pt x="18517" y="31929"/>
                    </a:lnTo>
                    <a:cubicBezTo>
                      <a:pt x="18309" y="31995"/>
                      <a:pt x="18159" y="32334"/>
                      <a:pt x="18204" y="32542"/>
                    </a:cubicBezTo>
                    <a:lnTo>
                      <a:pt x="18563" y="34119"/>
                    </a:lnTo>
                    <a:cubicBezTo>
                      <a:pt x="18606" y="34317"/>
                      <a:pt x="18779" y="34435"/>
                      <a:pt x="18957" y="34435"/>
                    </a:cubicBezTo>
                    <a:cubicBezTo>
                      <a:pt x="19049" y="34435"/>
                      <a:pt x="19143" y="34403"/>
                      <a:pt x="19221" y="34334"/>
                    </a:cubicBezTo>
                    <a:cubicBezTo>
                      <a:pt x="19468" y="34749"/>
                      <a:pt x="19908" y="34984"/>
                      <a:pt x="20363" y="34984"/>
                    </a:cubicBezTo>
                    <a:cubicBezTo>
                      <a:pt x="20545" y="34984"/>
                      <a:pt x="20728" y="34947"/>
                      <a:pt x="20903" y="34869"/>
                    </a:cubicBezTo>
                    <a:cubicBezTo>
                      <a:pt x="21515" y="34589"/>
                      <a:pt x="21822" y="33891"/>
                      <a:pt x="21606" y="33252"/>
                    </a:cubicBezTo>
                    <a:lnTo>
                      <a:pt x="21600" y="33246"/>
                    </a:lnTo>
                    <a:lnTo>
                      <a:pt x="17292" y="17663"/>
                    </a:lnTo>
                    <a:cubicBezTo>
                      <a:pt x="17122" y="17141"/>
                      <a:pt x="16653" y="16744"/>
                      <a:pt x="16138" y="16705"/>
                    </a:cubicBezTo>
                    <a:cubicBezTo>
                      <a:pt x="16125" y="16691"/>
                      <a:pt x="16112" y="16626"/>
                      <a:pt x="16112" y="16626"/>
                    </a:cubicBezTo>
                    <a:lnTo>
                      <a:pt x="12612" y="16626"/>
                    </a:lnTo>
                    <a:lnTo>
                      <a:pt x="12612" y="14704"/>
                    </a:lnTo>
                    <a:cubicBezTo>
                      <a:pt x="12612" y="14704"/>
                      <a:pt x="12645" y="14697"/>
                      <a:pt x="12651" y="14691"/>
                    </a:cubicBezTo>
                    <a:cubicBezTo>
                      <a:pt x="12664" y="14691"/>
                      <a:pt x="12684" y="14684"/>
                      <a:pt x="12703" y="14678"/>
                    </a:cubicBezTo>
                    <a:cubicBezTo>
                      <a:pt x="14893" y="14013"/>
                      <a:pt x="16914" y="12194"/>
                      <a:pt x="17696" y="9887"/>
                    </a:cubicBezTo>
                    <a:cubicBezTo>
                      <a:pt x="17774" y="9907"/>
                      <a:pt x="17859" y="9920"/>
                      <a:pt x="17944" y="9920"/>
                    </a:cubicBezTo>
                    <a:cubicBezTo>
                      <a:pt x="17948" y="9920"/>
                      <a:pt x="17952" y="9920"/>
                      <a:pt x="17956" y="9920"/>
                    </a:cubicBezTo>
                    <a:cubicBezTo>
                      <a:pt x="18517" y="9920"/>
                      <a:pt x="18974" y="9485"/>
                      <a:pt x="19006" y="8929"/>
                    </a:cubicBezTo>
                    <a:cubicBezTo>
                      <a:pt x="19032" y="8369"/>
                      <a:pt x="18615" y="7880"/>
                      <a:pt x="18054" y="7834"/>
                    </a:cubicBezTo>
                    <a:lnTo>
                      <a:pt x="18054" y="7828"/>
                    </a:lnTo>
                    <a:cubicBezTo>
                      <a:pt x="18054" y="7815"/>
                      <a:pt x="18048" y="7802"/>
                      <a:pt x="18048" y="7789"/>
                    </a:cubicBezTo>
                    <a:cubicBezTo>
                      <a:pt x="18035" y="6061"/>
                      <a:pt x="17631" y="4295"/>
                      <a:pt x="16686" y="2992"/>
                    </a:cubicBezTo>
                    <a:cubicBezTo>
                      <a:pt x="17657" y="2464"/>
                      <a:pt x="17774" y="1786"/>
                      <a:pt x="18152" y="1147"/>
                    </a:cubicBezTo>
                    <a:lnTo>
                      <a:pt x="18152" y="1147"/>
                    </a:lnTo>
                    <a:cubicBezTo>
                      <a:pt x="17943" y="1170"/>
                      <a:pt x="17732" y="1181"/>
                      <a:pt x="17520" y="1181"/>
                    </a:cubicBezTo>
                    <a:cubicBezTo>
                      <a:pt x="15277" y="1181"/>
                      <a:pt x="12899"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2" name="Google Shape;10712;p90"/>
              <p:cNvGrpSpPr/>
              <p:nvPr/>
            </p:nvGrpSpPr>
            <p:grpSpPr>
              <a:xfrm>
                <a:off x="5952515" y="3084268"/>
                <a:ext cx="450087" cy="1165046"/>
                <a:chOff x="5952515" y="3084268"/>
                <a:chExt cx="450087" cy="1165046"/>
              </a:xfrm>
            </p:grpSpPr>
            <p:grpSp>
              <p:nvGrpSpPr>
                <p:cNvPr id="10713" name="Google Shape;10713;p90"/>
                <p:cNvGrpSpPr/>
                <p:nvPr/>
              </p:nvGrpSpPr>
              <p:grpSpPr>
                <a:xfrm>
                  <a:off x="5952515" y="3225780"/>
                  <a:ext cx="450087" cy="1023534"/>
                  <a:chOff x="5952515" y="3225780"/>
                  <a:chExt cx="450087" cy="1023534"/>
                </a:xfrm>
              </p:grpSpPr>
              <p:sp>
                <p:nvSpPr>
                  <p:cNvPr id="10714" name="Google Shape;10714;p90"/>
                  <p:cNvSpPr/>
                  <p:nvPr/>
                </p:nvSpPr>
                <p:spPr>
                  <a:xfrm>
                    <a:off x="5952515" y="3489819"/>
                    <a:ext cx="227758" cy="348946"/>
                  </a:xfrm>
                  <a:custGeom>
                    <a:rect b="b" l="l" r="r" t="t"/>
                    <a:pathLst>
                      <a:path extrusionOk="0" h="13821" w="9021">
                        <a:moveTo>
                          <a:pt x="7318" y="0"/>
                        </a:moveTo>
                        <a:cubicBezTo>
                          <a:pt x="5897" y="0"/>
                          <a:pt x="3871" y="328"/>
                          <a:pt x="3260" y="2095"/>
                        </a:cubicBezTo>
                        <a:cubicBezTo>
                          <a:pt x="2360" y="4695"/>
                          <a:pt x="47" y="13481"/>
                          <a:pt x="27" y="13572"/>
                        </a:cubicBezTo>
                        <a:cubicBezTo>
                          <a:pt x="1" y="13677"/>
                          <a:pt x="60" y="13781"/>
                          <a:pt x="164" y="13807"/>
                        </a:cubicBezTo>
                        <a:cubicBezTo>
                          <a:pt x="183" y="13814"/>
                          <a:pt x="203" y="13814"/>
                          <a:pt x="216" y="13820"/>
                        </a:cubicBezTo>
                        <a:cubicBezTo>
                          <a:pt x="307" y="13814"/>
                          <a:pt x="385" y="13755"/>
                          <a:pt x="405" y="13670"/>
                        </a:cubicBezTo>
                        <a:cubicBezTo>
                          <a:pt x="431" y="13579"/>
                          <a:pt x="2738" y="4806"/>
                          <a:pt x="3631" y="2225"/>
                        </a:cubicBezTo>
                        <a:cubicBezTo>
                          <a:pt x="4164" y="685"/>
                          <a:pt x="6044" y="401"/>
                          <a:pt x="7360" y="401"/>
                        </a:cubicBezTo>
                        <a:cubicBezTo>
                          <a:pt x="8121" y="401"/>
                          <a:pt x="8694" y="496"/>
                          <a:pt x="8708" y="498"/>
                        </a:cubicBezTo>
                        <a:cubicBezTo>
                          <a:pt x="8723" y="501"/>
                          <a:pt x="8737" y="502"/>
                          <a:pt x="8750" y="502"/>
                        </a:cubicBezTo>
                        <a:cubicBezTo>
                          <a:pt x="8975" y="502"/>
                          <a:pt x="9020" y="157"/>
                          <a:pt x="8780" y="114"/>
                        </a:cubicBezTo>
                        <a:cubicBezTo>
                          <a:pt x="8712" y="102"/>
                          <a:pt x="8109" y="0"/>
                          <a:pt x="73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90"/>
                  <p:cNvSpPr/>
                  <p:nvPr/>
                </p:nvSpPr>
                <p:spPr>
                  <a:xfrm>
                    <a:off x="6083170" y="3518576"/>
                    <a:ext cx="99500" cy="38300"/>
                  </a:xfrm>
                  <a:custGeom>
                    <a:rect b="b" l="l" r="r" t="t"/>
                    <a:pathLst>
                      <a:path extrusionOk="0" h="1517" w="3941">
                        <a:moveTo>
                          <a:pt x="2367" y="1"/>
                        </a:moveTo>
                        <a:cubicBezTo>
                          <a:pt x="1653" y="1"/>
                          <a:pt x="786" y="249"/>
                          <a:pt x="92" y="1204"/>
                        </a:cubicBezTo>
                        <a:cubicBezTo>
                          <a:pt x="1" y="1334"/>
                          <a:pt x="92" y="1517"/>
                          <a:pt x="255" y="1517"/>
                        </a:cubicBezTo>
                        <a:cubicBezTo>
                          <a:pt x="314" y="1517"/>
                          <a:pt x="379" y="1484"/>
                          <a:pt x="411" y="1438"/>
                        </a:cubicBezTo>
                        <a:cubicBezTo>
                          <a:pt x="1018" y="606"/>
                          <a:pt x="1764" y="389"/>
                          <a:pt x="2378" y="389"/>
                        </a:cubicBezTo>
                        <a:cubicBezTo>
                          <a:pt x="3025" y="389"/>
                          <a:pt x="3526" y="630"/>
                          <a:pt x="3566" y="650"/>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90"/>
                  <p:cNvSpPr/>
                  <p:nvPr/>
                </p:nvSpPr>
                <p:spPr>
                  <a:xfrm>
                    <a:off x="6083170" y="3557255"/>
                    <a:ext cx="99627" cy="38300"/>
                  </a:xfrm>
                  <a:custGeom>
                    <a:rect b="b" l="l" r="r" t="t"/>
                    <a:pathLst>
                      <a:path extrusionOk="0" h="1517" w="3946">
                        <a:moveTo>
                          <a:pt x="2367" y="1"/>
                        </a:moveTo>
                        <a:cubicBezTo>
                          <a:pt x="1653" y="1"/>
                          <a:pt x="786" y="249"/>
                          <a:pt x="92" y="1203"/>
                        </a:cubicBezTo>
                        <a:cubicBezTo>
                          <a:pt x="1" y="1334"/>
                          <a:pt x="92" y="1516"/>
                          <a:pt x="255" y="1516"/>
                        </a:cubicBezTo>
                        <a:cubicBezTo>
                          <a:pt x="314" y="1516"/>
                          <a:pt x="379" y="1484"/>
                          <a:pt x="411" y="1438"/>
                        </a:cubicBezTo>
                        <a:cubicBezTo>
                          <a:pt x="1018" y="606"/>
                          <a:pt x="1764" y="388"/>
                          <a:pt x="2378" y="388"/>
                        </a:cubicBezTo>
                        <a:cubicBezTo>
                          <a:pt x="3025" y="388"/>
                          <a:pt x="3526" y="629"/>
                          <a:pt x="3566" y="649"/>
                        </a:cubicBezTo>
                        <a:cubicBezTo>
                          <a:pt x="3597" y="664"/>
                          <a:pt x="3627" y="671"/>
                          <a:pt x="3656" y="671"/>
                        </a:cubicBezTo>
                        <a:cubicBezTo>
                          <a:pt x="3840" y="671"/>
                          <a:pt x="3945" y="393"/>
                          <a:pt x="3742" y="291"/>
                        </a:cubicBezTo>
                        <a:cubicBezTo>
                          <a:pt x="3728" y="287"/>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90"/>
                  <p:cNvSpPr/>
                  <p:nvPr/>
                </p:nvSpPr>
                <p:spPr>
                  <a:xfrm>
                    <a:off x="6083170" y="3595782"/>
                    <a:ext cx="99475" cy="38275"/>
                  </a:xfrm>
                  <a:custGeom>
                    <a:rect b="b" l="l" r="r" t="t"/>
                    <a:pathLst>
                      <a:path extrusionOk="0" h="1516" w="3940">
                        <a:moveTo>
                          <a:pt x="2367" y="0"/>
                        </a:moveTo>
                        <a:cubicBezTo>
                          <a:pt x="1653" y="0"/>
                          <a:pt x="788" y="249"/>
                          <a:pt x="92" y="1202"/>
                        </a:cubicBezTo>
                        <a:cubicBezTo>
                          <a:pt x="1" y="1333"/>
                          <a:pt x="92" y="1515"/>
                          <a:pt x="255" y="1515"/>
                        </a:cubicBezTo>
                        <a:cubicBezTo>
                          <a:pt x="314" y="1515"/>
                          <a:pt x="379" y="1489"/>
                          <a:pt x="411" y="1437"/>
                        </a:cubicBezTo>
                        <a:cubicBezTo>
                          <a:pt x="1018" y="605"/>
                          <a:pt x="1764" y="387"/>
                          <a:pt x="2378" y="387"/>
                        </a:cubicBezTo>
                        <a:cubicBezTo>
                          <a:pt x="3025" y="387"/>
                          <a:pt x="3526" y="628"/>
                          <a:pt x="3566" y="648"/>
                        </a:cubicBezTo>
                        <a:cubicBezTo>
                          <a:pt x="3598" y="663"/>
                          <a:pt x="3628" y="670"/>
                          <a:pt x="3657" y="670"/>
                        </a:cubicBezTo>
                        <a:cubicBezTo>
                          <a:pt x="3839" y="670"/>
                          <a:pt x="3939" y="398"/>
                          <a:pt x="3742" y="296"/>
                        </a:cubicBezTo>
                        <a:cubicBezTo>
                          <a:pt x="3728" y="290"/>
                          <a:pt x="3136" y="0"/>
                          <a:pt x="2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90"/>
                  <p:cNvSpPr/>
                  <p:nvPr/>
                </p:nvSpPr>
                <p:spPr>
                  <a:xfrm>
                    <a:off x="6083170" y="3634462"/>
                    <a:ext cx="99500" cy="38250"/>
                  </a:xfrm>
                  <a:custGeom>
                    <a:rect b="b" l="l" r="r" t="t"/>
                    <a:pathLst>
                      <a:path extrusionOk="0" h="1515" w="3941">
                        <a:moveTo>
                          <a:pt x="2364" y="0"/>
                        </a:moveTo>
                        <a:cubicBezTo>
                          <a:pt x="1650" y="0"/>
                          <a:pt x="785" y="249"/>
                          <a:pt x="92" y="1202"/>
                        </a:cubicBezTo>
                        <a:cubicBezTo>
                          <a:pt x="1" y="1332"/>
                          <a:pt x="92" y="1515"/>
                          <a:pt x="255" y="1515"/>
                        </a:cubicBezTo>
                        <a:cubicBezTo>
                          <a:pt x="314" y="1515"/>
                          <a:pt x="379" y="1482"/>
                          <a:pt x="411" y="1437"/>
                        </a:cubicBezTo>
                        <a:cubicBezTo>
                          <a:pt x="1018" y="605"/>
                          <a:pt x="1764" y="387"/>
                          <a:pt x="2378" y="387"/>
                        </a:cubicBezTo>
                        <a:cubicBezTo>
                          <a:pt x="3025" y="387"/>
                          <a:pt x="3526" y="628"/>
                          <a:pt x="3566" y="648"/>
                        </a:cubicBezTo>
                        <a:cubicBezTo>
                          <a:pt x="3597" y="662"/>
                          <a:pt x="3626" y="668"/>
                          <a:pt x="3654" y="668"/>
                        </a:cubicBezTo>
                        <a:cubicBezTo>
                          <a:pt x="3838" y="668"/>
                          <a:pt x="3940" y="398"/>
                          <a:pt x="3742" y="296"/>
                        </a:cubicBezTo>
                        <a:cubicBezTo>
                          <a:pt x="3728" y="289"/>
                          <a:pt x="3134" y="0"/>
                          <a:pt x="23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90"/>
                  <p:cNvSpPr/>
                  <p:nvPr/>
                </p:nvSpPr>
                <p:spPr>
                  <a:xfrm>
                    <a:off x="6083170" y="3673090"/>
                    <a:ext cx="99450" cy="38300"/>
                  </a:xfrm>
                  <a:custGeom>
                    <a:rect b="b" l="l" r="r" t="t"/>
                    <a:pathLst>
                      <a:path extrusionOk="0" h="1517" w="3939">
                        <a:moveTo>
                          <a:pt x="2367" y="1"/>
                        </a:moveTo>
                        <a:cubicBezTo>
                          <a:pt x="1653" y="1"/>
                          <a:pt x="786" y="249"/>
                          <a:pt x="92" y="1204"/>
                        </a:cubicBezTo>
                        <a:cubicBezTo>
                          <a:pt x="1" y="1334"/>
                          <a:pt x="92" y="1516"/>
                          <a:pt x="255" y="1516"/>
                        </a:cubicBezTo>
                        <a:cubicBezTo>
                          <a:pt x="314" y="1516"/>
                          <a:pt x="379" y="1484"/>
                          <a:pt x="411" y="1432"/>
                        </a:cubicBezTo>
                        <a:cubicBezTo>
                          <a:pt x="1018" y="600"/>
                          <a:pt x="1764" y="382"/>
                          <a:pt x="2378" y="382"/>
                        </a:cubicBezTo>
                        <a:cubicBezTo>
                          <a:pt x="3025" y="382"/>
                          <a:pt x="3526" y="623"/>
                          <a:pt x="3566" y="643"/>
                        </a:cubicBezTo>
                        <a:cubicBezTo>
                          <a:pt x="3598" y="658"/>
                          <a:pt x="3629" y="665"/>
                          <a:pt x="3658" y="665"/>
                        </a:cubicBezTo>
                        <a:cubicBezTo>
                          <a:pt x="3840" y="665"/>
                          <a:pt x="3939" y="398"/>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90"/>
                  <p:cNvSpPr/>
                  <p:nvPr/>
                </p:nvSpPr>
                <p:spPr>
                  <a:xfrm>
                    <a:off x="6083170" y="3711719"/>
                    <a:ext cx="99475" cy="38351"/>
                  </a:xfrm>
                  <a:custGeom>
                    <a:rect b="b" l="l" r="r" t="t"/>
                    <a:pathLst>
                      <a:path extrusionOk="0" h="1519" w="3940">
                        <a:moveTo>
                          <a:pt x="2373" y="0"/>
                        </a:moveTo>
                        <a:cubicBezTo>
                          <a:pt x="1659" y="0"/>
                          <a:pt x="790" y="249"/>
                          <a:pt x="92" y="1205"/>
                        </a:cubicBezTo>
                        <a:cubicBezTo>
                          <a:pt x="1" y="1329"/>
                          <a:pt x="92" y="1518"/>
                          <a:pt x="255" y="1518"/>
                        </a:cubicBezTo>
                        <a:cubicBezTo>
                          <a:pt x="314" y="1518"/>
                          <a:pt x="379" y="1485"/>
                          <a:pt x="411" y="1433"/>
                        </a:cubicBezTo>
                        <a:cubicBezTo>
                          <a:pt x="1018" y="601"/>
                          <a:pt x="1764" y="384"/>
                          <a:pt x="2378" y="384"/>
                        </a:cubicBezTo>
                        <a:cubicBezTo>
                          <a:pt x="3025" y="384"/>
                          <a:pt x="3526" y="625"/>
                          <a:pt x="3566" y="645"/>
                        </a:cubicBezTo>
                        <a:cubicBezTo>
                          <a:pt x="3598" y="660"/>
                          <a:pt x="3628" y="666"/>
                          <a:pt x="3657" y="666"/>
                        </a:cubicBezTo>
                        <a:cubicBezTo>
                          <a:pt x="3839" y="666"/>
                          <a:pt x="3939" y="394"/>
                          <a:pt x="3742" y="293"/>
                        </a:cubicBezTo>
                        <a:cubicBezTo>
                          <a:pt x="3728" y="286"/>
                          <a:pt x="3139" y="0"/>
                          <a:pt x="23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90"/>
                  <p:cNvSpPr/>
                  <p:nvPr/>
                </p:nvSpPr>
                <p:spPr>
                  <a:xfrm>
                    <a:off x="6083170" y="3750272"/>
                    <a:ext cx="99500" cy="38300"/>
                  </a:xfrm>
                  <a:custGeom>
                    <a:rect b="b" l="l" r="r" t="t"/>
                    <a:pathLst>
                      <a:path extrusionOk="0" h="1517" w="3941">
                        <a:moveTo>
                          <a:pt x="2367" y="1"/>
                        </a:moveTo>
                        <a:cubicBezTo>
                          <a:pt x="1653" y="1"/>
                          <a:pt x="786" y="249"/>
                          <a:pt x="92" y="1203"/>
                        </a:cubicBezTo>
                        <a:cubicBezTo>
                          <a:pt x="1" y="1334"/>
                          <a:pt x="92" y="1516"/>
                          <a:pt x="255" y="1516"/>
                        </a:cubicBezTo>
                        <a:cubicBezTo>
                          <a:pt x="314" y="1516"/>
                          <a:pt x="379" y="1490"/>
                          <a:pt x="411" y="1438"/>
                        </a:cubicBezTo>
                        <a:cubicBezTo>
                          <a:pt x="1018" y="606"/>
                          <a:pt x="1764" y="388"/>
                          <a:pt x="2378" y="388"/>
                        </a:cubicBezTo>
                        <a:cubicBezTo>
                          <a:pt x="3025" y="388"/>
                          <a:pt x="3526" y="629"/>
                          <a:pt x="3566" y="649"/>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90"/>
                  <p:cNvSpPr/>
                  <p:nvPr/>
                </p:nvSpPr>
                <p:spPr>
                  <a:xfrm>
                    <a:off x="6101778" y="3786679"/>
                    <a:ext cx="78242" cy="462458"/>
                  </a:xfrm>
                  <a:custGeom>
                    <a:rect b="b" l="l" r="r" t="t"/>
                    <a:pathLst>
                      <a:path extrusionOk="0" h="18317" w="3099">
                        <a:moveTo>
                          <a:pt x="2521" y="0"/>
                        </a:moveTo>
                        <a:cubicBezTo>
                          <a:pt x="2148" y="0"/>
                          <a:pt x="1538" y="70"/>
                          <a:pt x="1043" y="459"/>
                        </a:cubicBezTo>
                        <a:cubicBezTo>
                          <a:pt x="593" y="817"/>
                          <a:pt x="339" y="1358"/>
                          <a:pt x="287" y="2069"/>
                        </a:cubicBezTo>
                        <a:cubicBezTo>
                          <a:pt x="118" y="4265"/>
                          <a:pt x="0" y="17978"/>
                          <a:pt x="0" y="18121"/>
                        </a:cubicBezTo>
                        <a:cubicBezTo>
                          <a:pt x="0" y="18225"/>
                          <a:pt x="85" y="18317"/>
                          <a:pt x="196" y="18317"/>
                        </a:cubicBezTo>
                        <a:cubicBezTo>
                          <a:pt x="307" y="18317"/>
                          <a:pt x="398" y="18232"/>
                          <a:pt x="398" y="18121"/>
                        </a:cubicBezTo>
                        <a:cubicBezTo>
                          <a:pt x="398" y="17978"/>
                          <a:pt x="509" y="4278"/>
                          <a:pt x="678" y="2101"/>
                        </a:cubicBezTo>
                        <a:cubicBezTo>
                          <a:pt x="724" y="1502"/>
                          <a:pt x="926" y="1058"/>
                          <a:pt x="1291" y="772"/>
                        </a:cubicBezTo>
                        <a:cubicBezTo>
                          <a:pt x="1697" y="447"/>
                          <a:pt x="2225" y="393"/>
                          <a:pt x="2537" y="393"/>
                        </a:cubicBezTo>
                        <a:cubicBezTo>
                          <a:pt x="2695" y="393"/>
                          <a:pt x="2798" y="407"/>
                          <a:pt x="2803" y="407"/>
                        </a:cubicBezTo>
                        <a:cubicBezTo>
                          <a:pt x="2814" y="408"/>
                          <a:pt x="2824" y="409"/>
                          <a:pt x="2834" y="409"/>
                        </a:cubicBezTo>
                        <a:cubicBezTo>
                          <a:pt x="3061" y="409"/>
                          <a:pt x="3099" y="66"/>
                          <a:pt x="2862" y="22"/>
                        </a:cubicBezTo>
                        <a:cubicBezTo>
                          <a:pt x="2848" y="20"/>
                          <a:pt x="2718" y="0"/>
                          <a:pt x="25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0"/>
                  <p:cNvSpPr/>
                  <p:nvPr/>
                </p:nvSpPr>
                <p:spPr>
                  <a:xfrm>
                    <a:off x="6105312" y="3937305"/>
                    <a:ext cx="36634" cy="80161"/>
                  </a:xfrm>
                  <a:custGeom>
                    <a:rect b="b" l="l" r="r" t="t"/>
                    <a:pathLst>
                      <a:path extrusionOk="0" h="3175" w="1451">
                        <a:moveTo>
                          <a:pt x="284" y="0"/>
                        </a:moveTo>
                        <a:cubicBezTo>
                          <a:pt x="128" y="0"/>
                          <a:pt x="1" y="204"/>
                          <a:pt x="147" y="345"/>
                        </a:cubicBezTo>
                        <a:cubicBezTo>
                          <a:pt x="154" y="352"/>
                          <a:pt x="942" y="1121"/>
                          <a:pt x="1047" y="2985"/>
                        </a:cubicBezTo>
                        <a:cubicBezTo>
                          <a:pt x="1053" y="3089"/>
                          <a:pt x="1144" y="3174"/>
                          <a:pt x="1249" y="3174"/>
                        </a:cubicBezTo>
                        <a:lnTo>
                          <a:pt x="1255" y="3174"/>
                        </a:lnTo>
                        <a:cubicBezTo>
                          <a:pt x="1366" y="3168"/>
                          <a:pt x="1451" y="3076"/>
                          <a:pt x="1444" y="2965"/>
                        </a:cubicBezTo>
                        <a:cubicBezTo>
                          <a:pt x="1327" y="926"/>
                          <a:pt x="453" y="91"/>
                          <a:pt x="421" y="59"/>
                        </a:cubicBezTo>
                        <a:cubicBezTo>
                          <a:pt x="377" y="18"/>
                          <a:pt x="32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90"/>
                  <p:cNvSpPr/>
                  <p:nvPr/>
                </p:nvSpPr>
                <p:spPr>
                  <a:xfrm>
                    <a:off x="6108292" y="3860073"/>
                    <a:ext cx="50596" cy="64735"/>
                  </a:xfrm>
                  <a:custGeom>
                    <a:rect b="b" l="l" r="r" t="t"/>
                    <a:pathLst>
                      <a:path extrusionOk="0" h="2564" w="2004">
                        <a:moveTo>
                          <a:pt x="272" y="0"/>
                        </a:moveTo>
                        <a:cubicBezTo>
                          <a:pt x="32" y="0"/>
                          <a:pt x="0" y="362"/>
                          <a:pt x="251" y="393"/>
                        </a:cubicBezTo>
                        <a:cubicBezTo>
                          <a:pt x="309" y="406"/>
                          <a:pt x="1606" y="589"/>
                          <a:pt x="1554" y="2362"/>
                        </a:cubicBezTo>
                        <a:cubicBezTo>
                          <a:pt x="1554" y="2472"/>
                          <a:pt x="1639" y="2564"/>
                          <a:pt x="1743" y="2564"/>
                        </a:cubicBezTo>
                        <a:lnTo>
                          <a:pt x="1750" y="2564"/>
                        </a:lnTo>
                        <a:cubicBezTo>
                          <a:pt x="1854" y="2564"/>
                          <a:pt x="1945" y="2479"/>
                          <a:pt x="1945" y="2375"/>
                        </a:cubicBezTo>
                        <a:cubicBezTo>
                          <a:pt x="2004" y="250"/>
                          <a:pt x="316" y="2"/>
                          <a:pt x="303" y="2"/>
                        </a:cubicBezTo>
                        <a:cubicBezTo>
                          <a:pt x="292" y="1"/>
                          <a:pt x="282"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90"/>
                  <p:cNvSpPr/>
                  <p:nvPr/>
                </p:nvSpPr>
                <p:spPr>
                  <a:xfrm>
                    <a:off x="6102914" y="4067557"/>
                    <a:ext cx="36079" cy="81549"/>
                  </a:xfrm>
                  <a:custGeom>
                    <a:rect b="b" l="l" r="r" t="t"/>
                    <a:pathLst>
                      <a:path extrusionOk="0" h="3230" w="1429">
                        <a:moveTo>
                          <a:pt x="225" y="1"/>
                        </a:moveTo>
                        <a:cubicBezTo>
                          <a:pt x="167" y="1"/>
                          <a:pt x="110" y="26"/>
                          <a:pt x="73" y="75"/>
                        </a:cubicBezTo>
                        <a:cubicBezTo>
                          <a:pt x="1" y="159"/>
                          <a:pt x="14" y="283"/>
                          <a:pt x="99" y="348"/>
                        </a:cubicBezTo>
                        <a:cubicBezTo>
                          <a:pt x="112" y="361"/>
                          <a:pt x="1024" y="1124"/>
                          <a:pt x="972" y="3021"/>
                        </a:cubicBezTo>
                        <a:cubicBezTo>
                          <a:pt x="972" y="3131"/>
                          <a:pt x="1057" y="3223"/>
                          <a:pt x="1168" y="3229"/>
                        </a:cubicBezTo>
                        <a:lnTo>
                          <a:pt x="1174" y="3229"/>
                        </a:lnTo>
                        <a:cubicBezTo>
                          <a:pt x="1278" y="3229"/>
                          <a:pt x="1363" y="3144"/>
                          <a:pt x="1370" y="3034"/>
                        </a:cubicBezTo>
                        <a:cubicBezTo>
                          <a:pt x="1428" y="922"/>
                          <a:pt x="392" y="75"/>
                          <a:pt x="346" y="42"/>
                        </a:cubicBezTo>
                        <a:cubicBezTo>
                          <a:pt x="310" y="14"/>
                          <a:pt x="267" y="1"/>
                          <a:pt x="2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90"/>
                  <p:cNvSpPr/>
                  <p:nvPr/>
                </p:nvSpPr>
                <p:spPr>
                  <a:xfrm>
                    <a:off x="6081706" y="3893097"/>
                    <a:ext cx="34236" cy="64305"/>
                  </a:xfrm>
                  <a:custGeom>
                    <a:rect b="b" l="l" r="r" t="t"/>
                    <a:pathLst>
                      <a:path extrusionOk="0" h="2547" w="1356">
                        <a:moveTo>
                          <a:pt x="1072" y="0"/>
                        </a:moveTo>
                        <a:cubicBezTo>
                          <a:pt x="1042" y="0"/>
                          <a:pt x="1011" y="8"/>
                          <a:pt x="978" y="24"/>
                        </a:cubicBezTo>
                        <a:cubicBezTo>
                          <a:pt x="939" y="37"/>
                          <a:pt x="59" y="487"/>
                          <a:pt x="0" y="2344"/>
                        </a:cubicBezTo>
                        <a:cubicBezTo>
                          <a:pt x="0" y="2448"/>
                          <a:pt x="85" y="2540"/>
                          <a:pt x="189" y="2546"/>
                        </a:cubicBezTo>
                        <a:lnTo>
                          <a:pt x="196" y="2546"/>
                        </a:lnTo>
                        <a:cubicBezTo>
                          <a:pt x="307" y="2546"/>
                          <a:pt x="391" y="2461"/>
                          <a:pt x="398" y="2357"/>
                        </a:cubicBezTo>
                        <a:cubicBezTo>
                          <a:pt x="450" y="773"/>
                          <a:pt x="1134" y="382"/>
                          <a:pt x="1154" y="376"/>
                        </a:cubicBezTo>
                        <a:cubicBezTo>
                          <a:pt x="1356" y="275"/>
                          <a:pt x="1254" y="0"/>
                          <a:pt x="1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90"/>
                  <p:cNvSpPr/>
                  <p:nvPr/>
                </p:nvSpPr>
                <p:spPr>
                  <a:xfrm>
                    <a:off x="5971374" y="3754842"/>
                    <a:ext cx="29060" cy="66628"/>
                  </a:xfrm>
                  <a:custGeom>
                    <a:rect b="b" l="l" r="r" t="t"/>
                    <a:pathLst>
                      <a:path extrusionOk="0" h="2639" w="1151">
                        <a:moveTo>
                          <a:pt x="259" y="0"/>
                        </a:moveTo>
                        <a:cubicBezTo>
                          <a:pt x="126" y="0"/>
                          <a:pt x="0" y="138"/>
                          <a:pt x="82" y="292"/>
                        </a:cubicBezTo>
                        <a:cubicBezTo>
                          <a:pt x="88" y="305"/>
                          <a:pt x="727" y="1355"/>
                          <a:pt x="414" y="2385"/>
                        </a:cubicBezTo>
                        <a:cubicBezTo>
                          <a:pt x="381" y="2489"/>
                          <a:pt x="440" y="2600"/>
                          <a:pt x="544" y="2632"/>
                        </a:cubicBezTo>
                        <a:cubicBezTo>
                          <a:pt x="564" y="2639"/>
                          <a:pt x="583" y="2639"/>
                          <a:pt x="603" y="2639"/>
                        </a:cubicBezTo>
                        <a:cubicBezTo>
                          <a:pt x="688" y="2639"/>
                          <a:pt x="766" y="2587"/>
                          <a:pt x="792" y="2502"/>
                        </a:cubicBezTo>
                        <a:cubicBezTo>
                          <a:pt x="1150" y="1296"/>
                          <a:pt x="447" y="136"/>
                          <a:pt x="421" y="90"/>
                        </a:cubicBezTo>
                        <a:cubicBezTo>
                          <a:pt x="377" y="27"/>
                          <a:pt x="317"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90"/>
                  <p:cNvSpPr/>
                  <p:nvPr/>
                </p:nvSpPr>
                <p:spPr>
                  <a:xfrm>
                    <a:off x="5969632" y="3672914"/>
                    <a:ext cx="37442" cy="39310"/>
                  </a:xfrm>
                  <a:custGeom>
                    <a:rect b="b" l="l" r="r" t="t"/>
                    <a:pathLst>
                      <a:path extrusionOk="0" h="1557" w="1483">
                        <a:moveTo>
                          <a:pt x="1165" y="0"/>
                        </a:moveTo>
                        <a:cubicBezTo>
                          <a:pt x="952" y="0"/>
                          <a:pt x="297" y="106"/>
                          <a:pt x="27" y="1321"/>
                        </a:cubicBezTo>
                        <a:cubicBezTo>
                          <a:pt x="1" y="1426"/>
                          <a:pt x="66" y="1530"/>
                          <a:pt x="177" y="1556"/>
                        </a:cubicBezTo>
                        <a:lnTo>
                          <a:pt x="216" y="1556"/>
                        </a:lnTo>
                        <a:cubicBezTo>
                          <a:pt x="314" y="1556"/>
                          <a:pt x="392" y="1497"/>
                          <a:pt x="411" y="1406"/>
                        </a:cubicBezTo>
                        <a:cubicBezTo>
                          <a:pt x="630" y="430"/>
                          <a:pt x="1085" y="396"/>
                          <a:pt x="1168" y="396"/>
                        </a:cubicBezTo>
                        <a:cubicBezTo>
                          <a:pt x="1174" y="396"/>
                          <a:pt x="1179" y="396"/>
                          <a:pt x="1180" y="396"/>
                        </a:cubicBezTo>
                        <a:cubicBezTo>
                          <a:pt x="1191" y="397"/>
                          <a:pt x="1201" y="398"/>
                          <a:pt x="1211" y="398"/>
                        </a:cubicBezTo>
                        <a:cubicBezTo>
                          <a:pt x="1445" y="398"/>
                          <a:pt x="1483" y="36"/>
                          <a:pt x="1233" y="5"/>
                        </a:cubicBezTo>
                        <a:cubicBezTo>
                          <a:pt x="1228" y="4"/>
                          <a:pt x="1204" y="0"/>
                          <a:pt x="1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90"/>
                  <p:cNvSpPr/>
                  <p:nvPr/>
                </p:nvSpPr>
                <p:spPr>
                  <a:xfrm>
                    <a:off x="6015356" y="3608936"/>
                    <a:ext cx="28025" cy="46683"/>
                  </a:xfrm>
                  <a:custGeom>
                    <a:rect b="b" l="l" r="r" t="t"/>
                    <a:pathLst>
                      <a:path extrusionOk="0" h="1849" w="1110">
                        <a:moveTo>
                          <a:pt x="272" y="1"/>
                        </a:moveTo>
                        <a:cubicBezTo>
                          <a:pt x="42" y="1"/>
                          <a:pt x="1" y="357"/>
                          <a:pt x="249" y="395"/>
                        </a:cubicBezTo>
                        <a:cubicBezTo>
                          <a:pt x="393" y="427"/>
                          <a:pt x="516" y="518"/>
                          <a:pt x="588" y="642"/>
                        </a:cubicBezTo>
                        <a:cubicBezTo>
                          <a:pt x="705" y="844"/>
                          <a:pt x="673" y="1170"/>
                          <a:pt x="510" y="1574"/>
                        </a:cubicBezTo>
                        <a:cubicBezTo>
                          <a:pt x="471" y="1679"/>
                          <a:pt x="523" y="1789"/>
                          <a:pt x="621" y="1835"/>
                        </a:cubicBezTo>
                        <a:cubicBezTo>
                          <a:pt x="647" y="1842"/>
                          <a:pt x="673" y="1848"/>
                          <a:pt x="699" y="1848"/>
                        </a:cubicBezTo>
                        <a:cubicBezTo>
                          <a:pt x="777" y="1848"/>
                          <a:pt x="849" y="1796"/>
                          <a:pt x="875" y="1718"/>
                        </a:cubicBezTo>
                        <a:cubicBezTo>
                          <a:pt x="1090" y="1190"/>
                          <a:pt x="1110" y="760"/>
                          <a:pt x="927" y="440"/>
                        </a:cubicBezTo>
                        <a:cubicBezTo>
                          <a:pt x="797" y="212"/>
                          <a:pt x="569" y="56"/>
                          <a:pt x="308" y="4"/>
                        </a:cubicBezTo>
                        <a:cubicBezTo>
                          <a:pt x="296" y="2"/>
                          <a:pt x="284"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90"/>
                  <p:cNvSpPr/>
                  <p:nvPr/>
                </p:nvSpPr>
                <p:spPr>
                  <a:xfrm>
                    <a:off x="6001066" y="3539077"/>
                    <a:ext cx="45370" cy="39361"/>
                  </a:xfrm>
                  <a:custGeom>
                    <a:rect b="b" l="l" r="r" t="t"/>
                    <a:pathLst>
                      <a:path extrusionOk="0" h="1559" w="1797">
                        <a:moveTo>
                          <a:pt x="1387" y="1"/>
                        </a:moveTo>
                        <a:cubicBezTo>
                          <a:pt x="1067" y="1"/>
                          <a:pt x="411" y="153"/>
                          <a:pt x="33" y="1298"/>
                        </a:cubicBezTo>
                        <a:cubicBezTo>
                          <a:pt x="1" y="1395"/>
                          <a:pt x="53" y="1513"/>
                          <a:pt x="157" y="1545"/>
                        </a:cubicBezTo>
                        <a:cubicBezTo>
                          <a:pt x="177" y="1552"/>
                          <a:pt x="196" y="1552"/>
                          <a:pt x="222" y="1558"/>
                        </a:cubicBezTo>
                        <a:cubicBezTo>
                          <a:pt x="307" y="1552"/>
                          <a:pt x="379" y="1500"/>
                          <a:pt x="405" y="1421"/>
                        </a:cubicBezTo>
                        <a:cubicBezTo>
                          <a:pt x="715" y="490"/>
                          <a:pt x="1204" y="391"/>
                          <a:pt x="1398" y="391"/>
                        </a:cubicBezTo>
                        <a:cubicBezTo>
                          <a:pt x="1444" y="391"/>
                          <a:pt x="1474" y="397"/>
                          <a:pt x="1480" y="398"/>
                        </a:cubicBezTo>
                        <a:cubicBezTo>
                          <a:pt x="1496" y="402"/>
                          <a:pt x="1512" y="403"/>
                          <a:pt x="1527" y="403"/>
                        </a:cubicBezTo>
                        <a:cubicBezTo>
                          <a:pt x="1738" y="403"/>
                          <a:pt x="1796" y="81"/>
                          <a:pt x="1571" y="20"/>
                        </a:cubicBezTo>
                        <a:cubicBezTo>
                          <a:pt x="1560" y="17"/>
                          <a:pt x="1492" y="1"/>
                          <a:pt x="1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90"/>
                  <p:cNvSpPr/>
                  <p:nvPr/>
                </p:nvSpPr>
                <p:spPr>
                  <a:xfrm>
                    <a:off x="6074788" y="4163397"/>
                    <a:ext cx="34261" cy="58599"/>
                  </a:xfrm>
                  <a:custGeom>
                    <a:rect b="b" l="l" r="r" t="t"/>
                    <a:pathLst>
                      <a:path extrusionOk="0" h="2321" w="1357">
                        <a:moveTo>
                          <a:pt x="1167" y="0"/>
                        </a:moveTo>
                        <a:cubicBezTo>
                          <a:pt x="919" y="7"/>
                          <a:pt x="678" y="104"/>
                          <a:pt x="509" y="287"/>
                        </a:cubicBezTo>
                        <a:cubicBezTo>
                          <a:pt x="157" y="639"/>
                          <a:pt x="0" y="1265"/>
                          <a:pt x="53" y="2131"/>
                        </a:cubicBezTo>
                        <a:cubicBezTo>
                          <a:pt x="59" y="2236"/>
                          <a:pt x="144" y="2320"/>
                          <a:pt x="248" y="2320"/>
                        </a:cubicBezTo>
                        <a:lnTo>
                          <a:pt x="261" y="2320"/>
                        </a:lnTo>
                        <a:cubicBezTo>
                          <a:pt x="365" y="2314"/>
                          <a:pt x="450" y="2223"/>
                          <a:pt x="444" y="2118"/>
                        </a:cubicBezTo>
                        <a:cubicBezTo>
                          <a:pt x="391" y="1186"/>
                          <a:pt x="594" y="769"/>
                          <a:pt x="776" y="580"/>
                        </a:cubicBezTo>
                        <a:cubicBezTo>
                          <a:pt x="874" y="476"/>
                          <a:pt x="1004" y="411"/>
                          <a:pt x="1148" y="404"/>
                        </a:cubicBezTo>
                        <a:cubicBezTo>
                          <a:pt x="1252" y="404"/>
                          <a:pt x="1343" y="319"/>
                          <a:pt x="1350" y="209"/>
                        </a:cubicBezTo>
                        <a:cubicBezTo>
                          <a:pt x="1356" y="104"/>
                          <a:pt x="1278" y="7"/>
                          <a:pt x="1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90"/>
                  <p:cNvSpPr/>
                  <p:nvPr/>
                </p:nvSpPr>
                <p:spPr>
                  <a:xfrm>
                    <a:off x="6081529" y="4015547"/>
                    <a:ext cx="34463" cy="59180"/>
                  </a:xfrm>
                  <a:custGeom>
                    <a:rect b="b" l="l" r="r" t="t"/>
                    <a:pathLst>
                      <a:path extrusionOk="0" h="2344" w="1365">
                        <a:moveTo>
                          <a:pt x="1077" y="1"/>
                        </a:moveTo>
                        <a:cubicBezTo>
                          <a:pt x="1048" y="1"/>
                          <a:pt x="1017" y="8"/>
                          <a:pt x="985" y="23"/>
                        </a:cubicBezTo>
                        <a:cubicBezTo>
                          <a:pt x="946" y="42"/>
                          <a:pt x="66" y="505"/>
                          <a:pt x="7" y="2135"/>
                        </a:cubicBezTo>
                        <a:cubicBezTo>
                          <a:pt x="1" y="2245"/>
                          <a:pt x="92" y="2337"/>
                          <a:pt x="196" y="2343"/>
                        </a:cubicBezTo>
                        <a:lnTo>
                          <a:pt x="203" y="2343"/>
                        </a:lnTo>
                        <a:cubicBezTo>
                          <a:pt x="314" y="2343"/>
                          <a:pt x="405" y="2258"/>
                          <a:pt x="405" y="2148"/>
                        </a:cubicBezTo>
                        <a:cubicBezTo>
                          <a:pt x="457" y="779"/>
                          <a:pt x="1135" y="394"/>
                          <a:pt x="1167" y="375"/>
                        </a:cubicBezTo>
                        <a:cubicBezTo>
                          <a:pt x="1364" y="268"/>
                          <a:pt x="1260" y="1"/>
                          <a:pt x="1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90"/>
                  <p:cNvSpPr/>
                  <p:nvPr/>
                </p:nvSpPr>
                <p:spPr>
                  <a:xfrm>
                    <a:off x="6083473" y="3225780"/>
                    <a:ext cx="183726" cy="588443"/>
                  </a:xfrm>
                  <a:custGeom>
                    <a:rect b="b" l="l" r="r" t="t"/>
                    <a:pathLst>
                      <a:path extrusionOk="0" h="23307" w="7277">
                        <a:moveTo>
                          <a:pt x="5001" y="0"/>
                        </a:moveTo>
                        <a:lnTo>
                          <a:pt x="1970" y="333"/>
                        </a:lnTo>
                        <a:cubicBezTo>
                          <a:pt x="2185" y="346"/>
                          <a:pt x="2902" y="1102"/>
                          <a:pt x="3319" y="2738"/>
                        </a:cubicBezTo>
                        <a:cubicBezTo>
                          <a:pt x="2589" y="2874"/>
                          <a:pt x="712" y="3363"/>
                          <a:pt x="61" y="4791"/>
                        </a:cubicBezTo>
                        <a:cubicBezTo>
                          <a:pt x="0" y="4941"/>
                          <a:pt x="127" y="5058"/>
                          <a:pt x="253" y="5058"/>
                        </a:cubicBezTo>
                        <a:cubicBezTo>
                          <a:pt x="317" y="5058"/>
                          <a:pt x="381" y="5027"/>
                          <a:pt x="419" y="4954"/>
                        </a:cubicBezTo>
                        <a:cubicBezTo>
                          <a:pt x="999" y="3696"/>
                          <a:pt x="2752" y="3246"/>
                          <a:pt x="3411" y="3122"/>
                        </a:cubicBezTo>
                        <a:cubicBezTo>
                          <a:pt x="3424" y="3174"/>
                          <a:pt x="3430" y="3233"/>
                          <a:pt x="3443" y="3285"/>
                        </a:cubicBezTo>
                        <a:lnTo>
                          <a:pt x="3443" y="4569"/>
                        </a:lnTo>
                        <a:cubicBezTo>
                          <a:pt x="3437" y="4569"/>
                          <a:pt x="3430" y="4563"/>
                          <a:pt x="3424" y="4563"/>
                        </a:cubicBezTo>
                        <a:cubicBezTo>
                          <a:pt x="3414" y="4560"/>
                          <a:pt x="3349" y="4547"/>
                          <a:pt x="3242" y="4547"/>
                        </a:cubicBezTo>
                        <a:cubicBezTo>
                          <a:pt x="2861" y="4547"/>
                          <a:pt x="1945" y="4710"/>
                          <a:pt x="1025" y="6062"/>
                        </a:cubicBezTo>
                        <a:cubicBezTo>
                          <a:pt x="923" y="6215"/>
                          <a:pt x="1059" y="6371"/>
                          <a:pt x="1197" y="6371"/>
                        </a:cubicBezTo>
                        <a:cubicBezTo>
                          <a:pt x="1253" y="6371"/>
                          <a:pt x="1310" y="6345"/>
                          <a:pt x="1351" y="6283"/>
                        </a:cubicBezTo>
                        <a:cubicBezTo>
                          <a:pt x="2184" y="5060"/>
                          <a:pt x="2960" y="4940"/>
                          <a:pt x="3238" y="4940"/>
                        </a:cubicBezTo>
                        <a:cubicBezTo>
                          <a:pt x="3300" y="4940"/>
                          <a:pt x="3337" y="4946"/>
                          <a:pt x="3345" y="4947"/>
                        </a:cubicBezTo>
                        <a:cubicBezTo>
                          <a:pt x="3359" y="4950"/>
                          <a:pt x="3372" y="4951"/>
                          <a:pt x="3386" y="4951"/>
                        </a:cubicBezTo>
                        <a:cubicBezTo>
                          <a:pt x="3405" y="4951"/>
                          <a:pt x="3424" y="4948"/>
                          <a:pt x="3443" y="4941"/>
                        </a:cubicBezTo>
                        <a:lnTo>
                          <a:pt x="3443" y="23111"/>
                        </a:lnTo>
                        <a:cubicBezTo>
                          <a:pt x="3443" y="23242"/>
                          <a:pt x="3543" y="23307"/>
                          <a:pt x="3641" y="23307"/>
                        </a:cubicBezTo>
                        <a:cubicBezTo>
                          <a:pt x="3740" y="23307"/>
                          <a:pt x="3837" y="23242"/>
                          <a:pt x="3834" y="23111"/>
                        </a:cubicBezTo>
                        <a:lnTo>
                          <a:pt x="3834" y="4941"/>
                        </a:lnTo>
                        <a:cubicBezTo>
                          <a:pt x="3848" y="4940"/>
                          <a:pt x="3862" y="4939"/>
                          <a:pt x="3879" y="4939"/>
                        </a:cubicBezTo>
                        <a:cubicBezTo>
                          <a:pt x="4169" y="4939"/>
                          <a:pt x="4937" y="5074"/>
                          <a:pt x="5757" y="6283"/>
                        </a:cubicBezTo>
                        <a:cubicBezTo>
                          <a:pt x="5800" y="6345"/>
                          <a:pt x="5858" y="6371"/>
                          <a:pt x="5915" y="6371"/>
                        </a:cubicBezTo>
                        <a:cubicBezTo>
                          <a:pt x="6055" y="6371"/>
                          <a:pt x="6189" y="6215"/>
                          <a:pt x="6083" y="6062"/>
                        </a:cubicBezTo>
                        <a:cubicBezTo>
                          <a:pt x="5175" y="4722"/>
                          <a:pt x="4273" y="4549"/>
                          <a:pt x="3880" y="4549"/>
                        </a:cubicBezTo>
                        <a:cubicBezTo>
                          <a:pt x="3864" y="4549"/>
                          <a:pt x="3849" y="4549"/>
                          <a:pt x="3834" y="4549"/>
                        </a:cubicBezTo>
                        <a:lnTo>
                          <a:pt x="3834" y="3122"/>
                        </a:lnTo>
                        <a:cubicBezTo>
                          <a:pt x="4466" y="3239"/>
                          <a:pt x="6272" y="3676"/>
                          <a:pt x="6858" y="4954"/>
                        </a:cubicBezTo>
                        <a:cubicBezTo>
                          <a:pt x="6899" y="5030"/>
                          <a:pt x="6964" y="5062"/>
                          <a:pt x="7030" y="5062"/>
                        </a:cubicBezTo>
                        <a:cubicBezTo>
                          <a:pt x="7154" y="5062"/>
                          <a:pt x="7277" y="4945"/>
                          <a:pt x="7217" y="4791"/>
                        </a:cubicBezTo>
                        <a:cubicBezTo>
                          <a:pt x="6526" y="3272"/>
                          <a:pt x="4460" y="2822"/>
                          <a:pt x="3841" y="2718"/>
                        </a:cubicBezTo>
                        <a:cubicBezTo>
                          <a:pt x="4023" y="1695"/>
                          <a:pt x="4362" y="639"/>
                          <a:pt x="50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90"/>
                  <p:cNvSpPr/>
                  <p:nvPr/>
                </p:nvSpPr>
                <p:spPr>
                  <a:xfrm>
                    <a:off x="6174869" y="3489819"/>
                    <a:ext cx="227732" cy="348946"/>
                  </a:xfrm>
                  <a:custGeom>
                    <a:rect b="b" l="l" r="r" t="t"/>
                    <a:pathLst>
                      <a:path extrusionOk="0" h="13821" w="9020">
                        <a:moveTo>
                          <a:pt x="1703" y="0"/>
                        </a:moveTo>
                        <a:cubicBezTo>
                          <a:pt x="912" y="0"/>
                          <a:pt x="308" y="102"/>
                          <a:pt x="240" y="114"/>
                        </a:cubicBezTo>
                        <a:cubicBezTo>
                          <a:pt x="0" y="157"/>
                          <a:pt x="45" y="502"/>
                          <a:pt x="270" y="502"/>
                        </a:cubicBezTo>
                        <a:cubicBezTo>
                          <a:pt x="283" y="502"/>
                          <a:pt x="297" y="501"/>
                          <a:pt x="312" y="498"/>
                        </a:cubicBezTo>
                        <a:cubicBezTo>
                          <a:pt x="326" y="496"/>
                          <a:pt x="898" y="401"/>
                          <a:pt x="1658" y="401"/>
                        </a:cubicBezTo>
                        <a:cubicBezTo>
                          <a:pt x="2973" y="401"/>
                          <a:pt x="4850" y="685"/>
                          <a:pt x="5383" y="2225"/>
                        </a:cubicBezTo>
                        <a:cubicBezTo>
                          <a:pt x="6282" y="4806"/>
                          <a:pt x="8589" y="13579"/>
                          <a:pt x="8609" y="13670"/>
                        </a:cubicBezTo>
                        <a:cubicBezTo>
                          <a:pt x="8635" y="13755"/>
                          <a:pt x="8713" y="13820"/>
                          <a:pt x="8804" y="13820"/>
                        </a:cubicBezTo>
                        <a:cubicBezTo>
                          <a:pt x="8817" y="13814"/>
                          <a:pt x="8837" y="13814"/>
                          <a:pt x="8850" y="13807"/>
                        </a:cubicBezTo>
                        <a:cubicBezTo>
                          <a:pt x="8954" y="13781"/>
                          <a:pt x="9019" y="13677"/>
                          <a:pt x="8993" y="13572"/>
                        </a:cubicBezTo>
                        <a:cubicBezTo>
                          <a:pt x="8967" y="13481"/>
                          <a:pt x="6654" y="4695"/>
                          <a:pt x="5761" y="2095"/>
                        </a:cubicBezTo>
                        <a:cubicBezTo>
                          <a:pt x="5149" y="328"/>
                          <a:pt x="3124"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90"/>
                  <p:cNvSpPr/>
                  <p:nvPr/>
                </p:nvSpPr>
                <p:spPr>
                  <a:xfrm>
                    <a:off x="6172345" y="3518576"/>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90"/>
                          <a:pt x="3623" y="1516"/>
                          <a:pt x="3687" y="1516"/>
                        </a:cubicBezTo>
                        <a:lnTo>
                          <a:pt x="3687" y="1516"/>
                        </a:lnTo>
                        <a:cubicBezTo>
                          <a:pt x="3848" y="1514"/>
                          <a:pt x="3937" y="1333"/>
                          <a:pt x="3847" y="1204"/>
                        </a:cubicBezTo>
                        <a:cubicBezTo>
                          <a:pt x="3153" y="249"/>
                          <a:pt x="2286" y="1"/>
                          <a:pt x="1572" y="1"/>
                        </a:cubicBezTo>
                        <a:close/>
                        <a:moveTo>
                          <a:pt x="3687" y="1516"/>
                        </a:moveTo>
                        <a:lnTo>
                          <a:pt x="3687" y="1516"/>
                        </a:lnTo>
                        <a:cubicBezTo>
                          <a:pt x="3686" y="1517"/>
                          <a:pt x="3685" y="1517"/>
                          <a:pt x="3684" y="1517"/>
                        </a:cubicBezTo>
                        <a:lnTo>
                          <a:pt x="3690" y="1517"/>
                        </a:lnTo>
                        <a:cubicBezTo>
                          <a:pt x="3689" y="1517"/>
                          <a:pt x="3688" y="1517"/>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90"/>
                  <p:cNvSpPr/>
                  <p:nvPr/>
                </p:nvSpPr>
                <p:spPr>
                  <a:xfrm>
                    <a:off x="6172168" y="3557255"/>
                    <a:ext cx="99601" cy="38300"/>
                  </a:xfrm>
                  <a:custGeom>
                    <a:rect b="b" l="l" r="r" t="t"/>
                    <a:pathLst>
                      <a:path extrusionOk="0" h="1517" w="3945">
                        <a:moveTo>
                          <a:pt x="1579" y="1"/>
                        </a:moveTo>
                        <a:cubicBezTo>
                          <a:pt x="810" y="1"/>
                          <a:pt x="217" y="287"/>
                          <a:pt x="204" y="291"/>
                        </a:cubicBezTo>
                        <a:cubicBezTo>
                          <a:pt x="0" y="393"/>
                          <a:pt x="106" y="671"/>
                          <a:pt x="290" y="671"/>
                        </a:cubicBezTo>
                        <a:cubicBezTo>
                          <a:pt x="318" y="671"/>
                          <a:pt x="349" y="664"/>
                          <a:pt x="380" y="649"/>
                        </a:cubicBezTo>
                        <a:cubicBezTo>
                          <a:pt x="420" y="629"/>
                          <a:pt x="923" y="386"/>
                          <a:pt x="1571" y="386"/>
                        </a:cubicBezTo>
                        <a:cubicBezTo>
                          <a:pt x="2185" y="386"/>
                          <a:pt x="2929" y="604"/>
                          <a:pt x="3534" y="1438"/>
                        </a:cubicBezTo>
                        <a:cubicBezTo>
                          <a:pt x="3573" y="1489"/>
                          <a:pt x="3630" y="1515"/>
                          <a:pt x="3694" y="1516"/>
                        </a:cubicBezTo>
                        <a:lnTo>
                          <a:pt x="3694" y="1516"/>
                        </a:lnTo>
                        <a:cubicBezTo>
                          <a:pt x="3855" y="1514"/>
                          <a:pt x="3944" y="1333"/>
                          <a:pt x="3854" y="1203"/>
                        </a:cubicBezTo>
                        <a:cubicBezTo>
                          <a:pt x="3160" y="249"/>
                          <a:pt x="2293" y="1"/>
                          <a:pt x="1579" y="1"/>
                        </a:cubicBezTo>
                        <a:close/>
                        <a:moveTo>
                          <a:pt x="3694" y="1516"/>
                        </a:moveTo>
                        <a:lnTo>
                          <a:pt x="3694" y="1516"/>
                        </a:lnTo>
                        <a:cubicBezTo>
                          <a:pt x="3693" y="1516"/>
                          <a:pt x="3692" y="1516"/>
                          <a:pt x="3691" y="1516"/>
                        </a:cubicBezTo>
                        <a:lnTo>
                          <a:pt x="3697" y="1516"/>
                        </a:lnTo>
                        <a:cubicBezTo>
                          <a:pt x="3696" y="1516"/>
                          <a:pt x="3695" y="1516"/>
                          <a:pt x="3694"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0"/>
                  <p:cNvSpPr/>
                  <p:nvPr/>
                </p:nvSpPr>
                <p:spPr>
                  <a:xfrm>
                    <a:off x="6172319" y="3595782"/>
                    <a:ext cx="99425" cy="38300"/>
                  </a:xfrm>
                  <a:custGeom>
                    <a:rect b="b" l="l" r="r" t="t"/>
                    <a:pathLst>
                      <a:path extrusionOk="0" h="1517" w="3938">
                        <a:moveTo>
                          <a:pt x="1576" y="0"/>
                        </a:moveTo>
                        <a:cubicBezTo>
                          <a:pt x="806" y="0"/>
                          <a:pt x="211" y="290"/>
                          <a:pt x="198" y="296"/>
                        </a:cubicBezTo>
                        <a:cubicBezTo>
                          <a:pt x="1" y="398"/>
                          <a:pt x="106" y="670"/>
                          <a:pt x="285" y="670"/>
                        </a:cubicBezTo>
                        <a:cubicBezTo>
                          <a:pt x="313" y="670"/>
                          <a:pt x="343" y="663"/>
                          <a:pt x="374" y="648"/>
                        </a:cubicBezTo>
                        <a:cubicBezTo>
                          <a:pt x="414" y="628"/>
                          <a:pt x="917" y="385"/>
                          <a:pt x="1565" y="385"/>
                        </a:cubicBezTo>
                        <a:cubicBezTo>
                          <a:pt x="2179" y="385"/>
                          <a:pt x="2923" y="603"/>
                          <a:pt x="3528" y="1437"/>
                        </a:cubicBezTo>
                        <a:cubicBezTo>
                          <a:pt x="3564" y="1485"/>
                          <a:pt x="3616" y="1516"/>
                          <a:pt x="3675" y="1516"/>
                        </a:cubicBezTo>
                        <a:cubicBezTo>
                          <a:pt x="3680" y="1516"/>
                          <a:pt x="3685" y="1516"/>
                          <a:pt x="3690" y="1515"/>
                        </a:cubicBezTo>
                        <a:lnTo>
                          <a:pt x="3690" y="1515"/>
                        </a:lnTo>
                        <a:cubicBezTo>
                          <a:pt x="3691" y="1515"/>
                          <a:pt x="3692" y="1515"/>
                          <a:pt x="3693" y="1515"/>
                        </a:cubicBezTo>
                        <a:cubicBezTo>
                          <a:pt x="3851" y="1515"/>
                          <a:pt x="3937" y="1331"/>
                          <a:pt x="3848" y="1202"/>
                        </a:cubicBezTo>
                        <a:cubicBezTo>
                          <a:pt x="3155" y="249"/>
                          <a:pt x="2290" y="0"/>
                          <a:pt x="15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90"/>
                  <p:cNvSpPr/>
                  <p:nvPr/>
                </p:nvSpPr>
                <p:spPr>
                  <a:xfrm>
                    <a:off x="6172294" y="3634436"/>
                    <a:ext cx="99450" cy="38275"/>
                  </a:xfrm>
                  <a:custGeom>
                    <a:rect b="b" l="l" r="r" t="t"/>
                    <a:pathLst>
                      <a:path extrusionOk="0" h="1516" w="3939">
                        <a:moveTo>
                          <a:pt x="1574" y="0"/>
                        </a:moveTo>
                        <a:cubicBezTo>
                          <a:pt x="805" y="0"/>
                          <a:pt x="212" y="287"/>
                          <a:pt x="199" y="291"/>
                        </a:cubicBezTo>
                        <a:cubicBezTo>
                          <a:pt x="0" y="398"/>
                          <a:pt x="108" y="669"/>
                          <a:pt x="289" y="669"/>
                        </a:cubicBezTo>
                        <a:cubicBezTo>
                          <a:pt x="316" y="669"/>
                          <a:pt x="345" y="663"/>
                          <a:pt x="375" y="649"/>
                        </a:cubicBezTo>
                        <a:cubicBezTo>
                          <a:pt x="415" y="629"/>
                          <a:pt x="918" y="385"/>
                          <a:pt x="1566" y="385"/>
                        </a:cubicBezTo>
                        <a:cubicBezTo>
                          <a:pt x="2180" y="385"/>
                          <a:pt x="2924" y="604"/>
                          <a:pt x="3529" y="1438"/>
                        </a:cubicBezTo>
                        <a:cubicBezTo>
                          <a:pt x="3568" y="1490"/>
                          <a:pt x="3627" y="1516"/>
                          <a:pt x="3692" y="1516"/>
                        </a:cubicBezTo>
                        <a:lnTo>
                          <a:pt x="3686" y="1516"/>
                        </a:lnTo>
                        <a:cubicBezTo>
                          <a:pt x="3689" y="1516"/>
                          <a:pt x="3691" y="1516"/>
                          <a:pt x="3694" y="1516"/>
                        </a:cubicBezTo>
                        <a:cubicBezTo>
                          <a:pt x="3852" y="1516"/>
                          <a:pt x="3938" y="1331"/>
                          <a:pt x="3849" y="1203"/>
                        </a:cubicBezTo>
                        <a:cubicBezTo>
                          <a:pt x="3155" y="248"/>
                          <a:pt x="2288" y="0"/>
                          <a:pt x="1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90"/>
                  <p:cNvSpPr/>
                  <p:nvPr/>
                </p:nvSpPr>
                <p:spPr>
                  <a:xfrm>
                    <a:off x="6172319" y="3673040"/>
                    <a:ext cx="99450" cy="38351"/>
                  </a:xfrm>
                  <a:custGeom>
                    <a:rect b="b" l="l" r="r" t="t"/>
                    <a:pathLst>
                      <a:path extrusionOk="0" h="1519" w="3939">
                        <a:moveTo>
                          <a:pt x="1569" y="1"/>
                        </a:moveTo>
                        <a:cubicBezTo>
                          <a:pt x="802" y="1"/>
                          <a:pt x="211" y="286"/>
                          <a:pt x="198" y="293"/>
                        </a:cubicBezTo>
                        <a:cubicBezTo>
                          <a:pt x="1" y="395"/>
                          <a:pt x="106" y="667"/>
                          <a:pt x="285" y="667"/>
                        </a:cubicBezTo>
                        <a:cubicBezTo>
                          <a:pt x="313" y="667"/>
                          <a:pt x="343" y="660"/>
                          <a:pt x="374" y="645"/>
                        </a:cubicBezTo>
                        <a:cubicBezTo>
                          <a:pt x="414" y="625"/>
                          <a:pt x="915" y="384"/>
                          <a:pt x="1562" y="384"/>
                        </a:cubicBezTo>
                        <a:cubicBezTo>
                          <a:pt x="2176" y="384"/>
                          <a:pt x="2922" y="602"/>
                          <a:pt x="3528" y="1434"/>
                        </a:cubicBezTo>
                        <a:cubicBezTo>
                          <a:pt x="3567" y="1485"/>
                          <a:pt x="3624" y="1517"/>
                          <a:pt x="3688" y="1518"/>
                        </a:cubicBezTo>
                        <a:lnTo>
                          <a:pt x="3688" y="1518"/>
                        </a:lnTo>
                        <a:cubicBezTo>
                          <a:pt x="3849" y="1516"/>
                          <a:pt x="3938" y="1335"/>
                          <a:pt x="3848" y="1206"/>
                        </a:cubicBezTo>
                        <a:cubicBezTo>
                          <a:pt x="3153" y="249"/>
                          <a:pt x="2284" y="1"/>
                          <a:pt x="1569" y="1"/>
                        </a:cubicBezTo>
                        <a:close/>
                        <a:moveTo>
                          <a:pt x="3688" y="1518"/>
                        </a:moveTo>
                        <a:lnTo>
                          <a:pt x="3688" y="1518"/>
                        </a:lnTo>
                        <a:cubicBezTo>
                          <a:pt x="3687" y="1518"/>
                          <a:pt x="3686" y="1518"/>
                          <a:pt x="3685" y="1518"/>
                        </a:cubicBezTo>
                        <a:lnTo>
                          <a:pt x="3691" y="1518"/>
                        </a:lnTo>
                        <a:cubicBezTo>
                          <a:pt x="3690" y="1518"/>
                          <a:pt x="3689" y="1518"/>
                          <a:pt x="3688" y="1518"/>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90"/>
                  <p:cNvSpPr/>
                  <p:nvPr/>
                </p:nvSpPr>
                <p:spPr>
                  <a:xfrm>
                    <a:off x="6172319" y="3711643"/>
                    <a:ext cx="99450" cy="38427"/>
                  </a:xfrm>
                  <a:custGeom>
                    <a:rect b="b" l="l" r="r" t="t"/>
                    <a:pathLst>
                      <a:path extrusionOk="0" h="1522" w="3939">
                        <a:moveTo>
                          <a:pt x="1572" y="1"/>
                        </a:moveTo>
                        <a:cubicBezTo>
                          <a:pt x="804" y="1"/>
                          <a:pt x="211" y="289"/>
                          <a:pt x="198" y="296"/>
                        </a:cubicBezTo>
                        <a:cubicBezTo>
                          <a:pt x="1" y="397"/>
                          <a:pt x="106" y="669"/>
                          <a:pt x="285" y="669"/>
                        </a:cubicBezTo>
                        <a:cubicBezTo>
                          <a:pt x="313" y="669"/>
                          <a:pt x="343" y="663"/>
                          <a:pt x="374" y="648"/>
                        </a:cubicBezTo>
                        <a:cubicBezTo>
                          <a:pt x="414" y="628"/>
                          <a:pt x="915" y="387"/>
                          <a:pt x="1562" y="387"/>
                        </a:cubicBezTo>
                        <a:cubicBezTo>
                          <a:pt x="2176" y="387"/>
                          <a:pt x="2922" y="604"/>
                          <a:pt x="3528" y="1436"/>
                        </a:cubicBezTo>
                        <a:cubicBezTo>
                          <a:pt x="3567" y="1488"/>
                          <a:pt x="3624" y="1520"/>
                          <a:pt x="3688" y="1521"/>
                        </a:cubicBezTo>
                        <a:lnTo>
                          <a:pt x="3688" y="1521"/>
                        </a:lnTo>
                        <a:cubicBezTo>
                          <a:pt x="3849" y="1519"/>
                          <a:pt x="3938" y="1338"/>
                          <a:pt x="3848" y="1208"/>
                        </a:cubicBezTo>
                        <a:cubicBezTo>
                          <a:pt x="3154" y="250"/>
                          <a:pt x="2287" y="1"/>
                          <a:pt x="1572" y="1"/>
                        </a:cubicBezTo>
                        <a:close/>
                        <a:moveTo>
                          <a:pt x="3688" y="1521"/>
                        </a:moveTo>
                        <a:lnTo>
                          <a:pt x="3688" y="1521"/>
                        </a:lnTo>
                        <a:cubicBezTo>
                          <a:pt x="3687" y="1521"/>
                          <a:pt x="3686" y="1521"/>
                          <a:pt x="3685" y="1521"/>
                        </a:cubicBezTo>
                        <a:lnTo>
                          <a:pt x="3691" y="1521"/>
                        </a:lnTo>
                        <a:cubicBezTo>
                          <a:pt x="3690" y="1521"/>
                          <a:pt x="3689" y="1521"/>
                          <a:pt x="3688" y="152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90"/>
                  <p:cNvSpPr/>
                  <p:nvPr/>
                </p:nvSpPr>
                <p:spPr>
                  <a:xfrm>
                    <a:off x="6172345" y="3750272"/>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89"/>
                          <a:pt x="3623" y="1515"/>
                          <a:pt x="3687" y="1516"/>
                        </a:cubicBezTo>
                        <a:lnTo>
                          <a:pt x="3687" y="1516"/>
                        </a:lnTo>
                        <a:cubicBezTo>
                          <a:pt x="3848" y="1514"/>
                          <a:pt x="3937" y="1333"/>
                          <a:pt x="3847" y="1203"/>
                        </a:cubicBezTo>
                        <a:cubicBezTo>
                          <a:pt x="3153" y="249"/>
                          <a:pt x="2286" y="1"/>
                          <a:pt x="1572" y="1"/>
                        </a:cubicBezTo>
                        <a:close/>
                        <a:moveTo>
                          <a:pt x="3687" y="1516"/>
                        </a:moveTo>
                        <a:cubicBezTo>
                          <a:pt x="3686" y="1516"/>
                          <a:pt x="3685" y="1516"/>
                          <a:pt x="3684" y="1516"/>
                        </a:cubicBezTo>
                        <a:lnTo>
                          <a:pt x="3690" y="1516"/>
                        </a:lnTo>
                        <a:cubicBezTo>
                          <a:pt x="3689" y="1516"/>
                          <a:pt x="3688" y="1516"/>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90"/>
                  <p:cNvSpPr/>
                  <p:nvPr/>
                </p:nvSpPr>
                <p:spPr>
                  <a:xfrm>
                    <a:off x="6175097" y="3786679"/>
                    <a:ext cx="78242" cy="462635"/>
                  </a:xfrm>
                  <a:custGeom>
                    <a:rect b="b" l="l" r="r" t="t"/>
                    <a:pathLst>
                      <a:path extrusionOk="0" h="18324" w="3099">
                        <a:moveTo>
                          <a:pt x="572" y="1"/>
                        </a:moveTo>
                        <a:cubicBezTo>
                          <a:pt x="379" y="1"/>
                          <a:pt x="251" y="20"/>
                          <a:pt x="238" y="22"/>
                        </a:cubicBezTo>
                        <a:cubicBezTo>
                          <a:pt x="1" y="72"/>
                          <a:pt x="38" y="415"/>
                          <a:pt x="266" y="415"/>
                        </a:cubicBezTo>
                        <a:cubicBezTo>
                          <a:pt x="276" y="415"/>
                          <a:pt x="286" y="414"/>
                          <a:pt x="296" y="413"/>
                        </a:cubicBezTo>
                        <a:cubicBezTo>
                          <a:pt x="299" y="413"/>
                          <a:pt x="407" y="397"/>
                          <a:pt x="574" y="397"/>
                        </a:cubicBezTo>
                        <a:cubicBezTo>
                          <a:pt x="887" y="397"/>
                          <a:pt x="1405" y="453"/>
                          <a:pt x="1809" y="772"/>
                        </a:cubicBezTo>
                        <a:cubicBezTo>
                          <a:pt x="2167" y="1058"/>
                          <a:pt x="2376" y="1508"/>
                          <a:pt x="2421" y="2101"/>
                        </a:cubicBezTo>
                        <a:cubicBezTo>
                          <a:pt x="2591" y="4278"/>
                          <a:pt x="2701" y="17984"/>
                          <a:pt x="2701" y="18121"/>
                        </a:cubicBezTo>
                        <a:cubicBezTo>
                          <a:pt x="2708" y="18232"/>
                          <a:pt x="2793" y="18317"/>
                          <a:pt x="2903" y="18317"/>
                        </a:cubicBezTo>
                        <a:lnTo>
                          <a:pt x="2903" y="18323"/>
                        </a:lnTo>
                        <a:cubicBezTo>
                          <a:pt x="3014" y="18317"/>
                          <a:pt x="3099" y="18232"/>
                          <a:pt x="3099" y="18121"/>
                        </a:cubicBezTo>
                        <a:cubicBezTo>
                          <a:pt x="3099" y="17978"/>
                          <a:pt x="2982" y="4265"/>
                          <a:pt x="2812" y="2075"/>
                        </a:cubicBezTo>
                        <a:cubicBezTo>
                          <a:pt x="2760" y="1358"/>
                          <a:pt x="2506" y="824"/>
                          <a:pt x="2050" y="465"/>
                        </a:cubicBezTo>
                        <a:cubicBezTo>
                          <a:pt x="1553" y="71"/>
                          <a:pt x="943"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90"/>
                  <p:cNvSpPr/>
                  <p:nvPr/>
                </p:nvSpPr>
                <p:spPr>
                  <a:xfrm>
                    <a:off x="6213170" y="3937356"/>
                    <a:ext cx="36533" cy="80110"/>
                  </a:xfrm>
                  <a:custGeom>
                    <a:rect b="b" l="l" r="r" t="t"/>
                    <a:pathLst>
                      <a:path extrusionOk="0" h="3173" w="1447">
                        <a:moveTo>
                          <a:pt x="1165" y="1"/>
                        </a:moveTo>
                        <a:cubicBezTo>
                          <a:pt x="1121" y="1"/>
                          <a:pt x="1074" y="17"/>
                          <a:pt x="1030" y="57"/>
                        </a:cubicBezTo>
                        <a:cubicBezTo>
                          <a:pt x="998" y="89"/>
                          <a:pt x="125" y="930"/>
                          <a:pt x="7" y="2963"/>
                        </a:cubicBezTo>
                        <a:cubicBezTo>
                          <a:pt x="1" y="3074"/>
                          <a:pt x="85" y="3166"/>
                          <a:pt x="190" y="3172"/>
                        </a:cubicBezTo>
                        <a:lnTo>
                          <a:pt x="203" y="3172"/>
                        </a:lnTo>
                        <a:cubicBezTo>
                          <a:pt x="307" y="3172"/>
                          <a:pt x="392" y="3087"/>
                          <a:pt x="398" y="2983"/>
                        </a:cubicBezTo>
                        <a:cubicBezTo>
                          <a:pt x="509" y="1126"/>
                          <a:pt x="1291" y="356"/>
                          <a:pt x="1304" y="343"/>
                        </a:cubicBezTo>
                        <a:cubicBezTo>
                          <a:pt x="1446" y="202"/>
                          <a:pt x="1320" y="1"/>
                          <a:pt x="11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0"/>
                  <p:cNvSpPr/>
                  <p:nvPr/>
                </p:nvSpPr>
                <p:spPr>
                  <a:xfrm>
                    <a:off x="6196052" y="3860099"/>
                    <a:ext cx="50672" cy="64709"/>
                  </a:xfrm>
                  <a:custGeom>
                    <a:rect b="b" l="l" r="r" t="t"/>
                    <a:pathLst>
                      <a:path extrusionOk="0" h="2563" w="2007">
                        <a:moveTo>
                          <a:pt x="1733" y="0"/>
                        </a:moveTo>
                        <a:cubicBezTo>
                          <a:pt x="1725" y="0"/>
                          <a:pt x="1717" y="0"/>
                          <a:pt x="1708" y="1"/>
                        </a:cubicBezTo>
                        <a:cubicBezTo>
                          <a:pt x="1689" y="8"/>
                          <a:pt x="1" y="249"/>
                          <a:pt x="60" y="2374"/>
                        </a:cubicBezTo>
                        <a:cubicBezTo>
                          <a:pt x="66" y="2478"/>
                          <a:pt x="151" y="2563"/>
                          <a:pt x="255" y="2563"/>
                        </a:cubicBezTo>
                        <a:lnTo>
                          <a:pt x="262" y="2563"/>
                        </a:lnTo>
                        <a:cubicBezTo>
                          <a:pt x="372" y="2563"/>
                          <a:pt x="457" y="2471"/>
                          <a:pt x="451" y="2361"/>
                        </a:cubicBezTo>
                        <a:cubicBezTo>
                          <a:pt x="405" y="607"/>
                          <a:pt x="1695" y="405"/>
                          <a:pt x="1754" y="392"/>
                        </a:cubicBezTo>
                        <a:cubicBezTo>
                          <a:pt x="2006" y="361"/>
                          <a:pt x="1966" y="0"/>
                          <a:pt x="17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90"/>
                  <p:cNvSpPr/>
                  <p:nvPr/>
                </p:nvSpPr>
                <p:spPr>
                  <a:xfrm>
                    <a:off x="6216149" y="4067254"/>
                    <a:ext cx="37997" cy="81852"/>
                  </a:xfrm>
                  <a:custGeom>
                    <a:rect b="b" l="l" r="r" t="t"/>
                    <a:pathLst>
                      <a:path extrusionOk="0" h="3242" w="1505">
                        <a:moveTo>
                          <a:pt x="1212" y="1"/>
                        </a:moveTo>
                        <a:cubicBezTo>
                          <a:pt x="1170" y="1"/>
                          <a:pt x="1125" y="17"/>
                          <a:pt x="1082" y="54"/>
                        </a:cubicBezTo>
                        <a:cubicBezTo>
                          <a:pt x="1036" y="87"/>
                          <a:pt x="0" y="927"/>
                          <a:pt x="59" y="3046"/>
                        </a:cubicBezTo>
                        <a:cubicBezTo>
                          <a:pt x="59" y="3156"/>
                          <a:pt x="150" y="3241"/>
                          <a:pt x="254" y="3241"/>
                        </a:cubicBezTo>
                        <a:lnTo>
                          <a:pt x="261" y="3241"/>
                        </a:lnTo>
                        <a:cubicBezTo>
                          <a:pt x="372" y="3235"/>
                          <a:pt x="456" y="3143"/>
                          <a:pt x="450" y="3033"/>
                        </a:cubicBezTo>
                        <a:cubicBezTo>
                          <a:pt x="398" y="1142"/>
                          <a:pt x="1310" y="380"/>
                          <a:pt x="1323" y="367"/>
                        </a:cubicBezTo>
                        <a:cubicBezTo>
                          <a:pt x="1504" y="237"/>
                          <a:pt x="1377" y="1"/>
                          <a:pt x="1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0"/>
                  <p:cNvSpPr/>
                  <p:nvPr/>
                </p:nvSpPr>
                <p:spPr>
                  <a:xfrm>
                    <a:off x="6240816" y="3893097"/>
                    <a:ext cx="32620" cy="64305"/>
                  </a:xfrm>
                  <a:custGeom>
                    <a:rect b="b" l="l" r="r" t="t"/>
                    <a:pathLst>
                      <a:path extrusionOk="0" h="2547" w="1292">
                        <a:moveTo>
                          <a:pt x="222" y="1"/>
                        </a:moveTo>
                        <a:cubicBezTo>
                          <a:pt x="151" y="1"/>
                          <a:pt x="85" y="40"/>
                          <a:pt x="53" y="109"/>
                        </a:cubicBezTo>
                        <a:cubicBezTo>
                          <a:pt x="1" y="206"/>
                          <a:pt x="40" y="324"/>
                          <a:pt x="138" y="376"/>
                        </a:cubicBezTo>
                        <a:cubicBezTo>
                          <a:pt x="144" y="376"/>
                          <a:pt x="841" y="760"/>
                          <a:pt x="894" y="2357"/>
                        </a:cubicBezTo>
                        <a:cubicBezTo>
                          <a:pt x="900" y="2461"/>
                          <a:pt x="985" y="2546"/>
                          <a:pt x="1089" y="2546"/>
                        </a:cubicBezTo>
                        <a:lnTo>
                          <a:pt x="1096" y="2546"/>
                        </a:lnTo>
                        <a:cubicBezTo>
                          <a:pt x="1206" y="2540"/>
                          <a:pt x="1291" y="2448"/>
                          <a:pt x="1291" y="2344"/>
                        </a:cubicBezTo>
                        <a:cubicBezTo>
                          <a:pt x="1226" y="487"/>
                          <a:pt x="346" y="37"/>
                          <a:pt x="314" y="24"/>
                        </a:cubicBezTo>
                        <a:cubicBezTo>
                          <a:pt x="284" y="8"/>
                          <a:pt x="25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0"/>
                  <p:cNvSpPr/>
                  <p:nvPr/>
                </p:nvSpPr>
                <p:spPr>
                  <a:xfrm>
                    <a:off x="6354531" y="3754539"/>
                    <a:ext cx="29413" cy="66931"/>
                  </a:xfrm>
                  <a:custGeom>
                    <a:rect b="b" l="l" r="r" t="t"/>
                    <a:pathLst>
                      <a:path extrusionOk="0" h="2651" w="1165">
                        <a:moveTo>
                          <a:pt x="898" y="0"/>
                        </a:moveTo>
                        <a:cubicBezTo>
                          <a:pt x="839" y="0"/>
                          <a:pt x="779" y="28"/>
                          <a:pt x="737" y="96"/>
                        </a:cubicBezTo>
                        <a:cubicBezTo>
                          <a:pt x="704" y="148"/>
                          <a:pt x="0" y="1308"/>
                          <a:pt x="365" y="2507"/>
                        </a:cubicBezTo>
                        <a:cubicBezTo>
                          <a:pt x="391" y="2592"/>
                          <a:pt x="463" y="2651"/>
                          <a:pt x="554" y="2651"/>
                        </a:cubicBezTo>
                        <a:cubicBezTo>
                          <a:pt x="574" y="2651"/>
                          <a:pt x="593" y="2651"/>
                          <a:pt x="606" y="2644"/>
                        </a:cubicBezTo>
                        <a:cubicBezTo>
                          <a:pt x="711" y="2612"/>
                          <a:pt x="769" y="2501"/>
                          <a:pt x="743" y="2397"/>
                        </a:cubicBezTo>
                        <a:cubicBezTo>
                          <a:pt x="430" y="1360"/>
                          <a:pt x="1063" y="317"/>
                          <a:pt x="1069" y="304"/>
                        </a:cubicBezTo>
                        <a:cubicBezTo>
                          <a:pt x="1164" y="146"/>
                          <a:pt x="103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90"/>
                  <p:cNvSpPr/>
                  <p:nvPr/>
                </p:nvSpPr>
                <p:spPr>
                  <a:xfrm>
                    <a:off x="6349759" y="3672914"/>
                    <a:ext cx="35725" cy="39462"/>
                  </a:xfrm>
                  <a:custGeom>
                    <a:rect b="b" l="l" r="r" t="t"/>
                    <a:pathLst>
                      <a:path extrusionOk="0" h="1563" w="1415">
                        <a:moveTo>
                          <a:pt x="246" y="0"/>
                        </a:moveTo>
                        <a:cubicBezTo>
                          <a:pt x="207" y="0"/>
                          <a:pt x="182" y="4"/>
                          <a:pt x="176" y="5"/>
                        </a:cubicBezTo>
                        <a:cubicBezTo>
                          <a:pt x="72" y="18"/>
                          <a:pt x="0" y="116"/>
                          <a:pt x="13" y="220"/>
                        </a:cubicBezTo>
                        <a:cubicBezTo>
                          <a:pt x="32" y="326"/>
                          <a:pt x="117" y="396"/>
                          <a:pt x="221" y="396"/>
                        </a:cubicBezTo>
                        <a:cubicBezTo>
                          <a:pt x="226" y="396"/>
                          <a:pt x="230" y="396"/>
                          <a:pt x="235" y="396"/>
                        </a:cubicBezTo>
                        <a:cubicBezTo>
                          <a:pt x="237" y="395"/>
                          <a:pt x="245" y="394"/>
                          <a:pt x="258" y="394"/>
                        </a:cubicBezTo>
                        <a:cubicBezTo>
                          <a:pt x="365" y="394"/>
                          <a:pt x="795" y="467"/>
                          <a:pt x="1004" y="1406"/>
                        </a:cubicBezTo>
                        <a:cubicBezTo>
                          <a:pt x="1024" y="1497"/>
                          <a:pt x="1102" y="1556"/>
                          <a:pt x="1193" y="1556"/>
                        </a:cubicBezTo>
                        <a:lnTo>
                          <a:pt x="1193" y="1563"/>
                        </a:lnTo>
                        <a:cubicBezTo>
                          <a:pt x="1323" y="1563"/>
                          <a:pt x="1415" y="1445"/>
                          <a:pt x="1389" y="1321"/>
                        </a:cubicBezTo>
                        <a:cubicBezTo>
                          <a:pt x="1118" y="106"/>
                          <a:pt x="463" y="0"/>
                          <a:pt x="2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90"/>
                  <p:cNvSpPr/>
                  <p:nvPr/>
                </p:nvSpPr>
                <p:spPr>
                  <a:xfrm>
                    <a:off x="6311585" y="3609138"/>
                    <a:ext cx="26510" cy="46481"/>
                  </a:xfrm>
                  <a:custGeom>
                    <a:rect b="b" l="l" r="r" t="t"/>
                    <a:pathLst>
                      <a:path extrusionOk="0" h="1841" w="1050">
                        <a:moveTo>
                          <a:pt x="833" y="1"/>
                        </a:moveTo>
                        <a:cubicBezTo>
                          <a:pt x="825" y="1"/>
                          <a:pt x="817" y="1"/>
                          <a:pt x="808" y="2"/>
                        </a:cubicBezTo>
                        <a:cubicBezTo>
                          <a:pt x="548" y="48"/>
                          <a:pt x="320" y="211"/>
                          <a:pt x="183" y="439"/>
                        </a:cubicBezTo>
                        <a:cubicBezTo>
                          <a:pt x="0" y="758"/>
                          <a:pt x="20" y="1188"/>
                          <a:pt x="235" y="1716"/>
                        </a:cubicBezTo>
                        <a:cubicBezTo>
                          <a:pt x="267" y="1788"/>
                          <a:pt x="339" y="1840"/>
                          <a:pt x="417" y="1840"/>
                        </a:cubicBezTo>
                        <a:cubicBezTo>
                          <a:pt x="443" y="1840"/>
                          <a:pt x="469" y="1834"/>
                          <a:pt x="496" y="1820"/>
                        </a:cubicBezTo>
                        <a:cubicBezTo>
                          <a:pt x="593" y="1781"/>
                          <a:pt x="645" y="1664"/>
                          <a:pt x="606" y="1566"/>
                        </a:cubicBezTo>
                        <a:cubicBezTo>
                          <a:pt x="437" y="1162"/>
                          <a:pt x="411" y="836"/>
                          <a:pt x="528" y="634"/>
                        </a:cubicBezTo>
                        <a:cubicBezTo>
                          <a:pt x="600" y="504"/>
                          <a:pt x="724" y="419"/>
                          <a:pt x="867" y="387"/>
                        </a:cubicBezTo>
                        <a:cubicBezTo>
                          <a:pt x="978" y="374"/>
                          <a:pt x="1050" y="269"/>
                          <a:pt x="1030" y="165"/>
                        </a:cubicBezTo>
                        <a:cubicBezTo>
                          <a:pt x="1018" y="69"/>
                          <a:pt x="929" y="1"/>
                          <a:pt x="8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90"/>
                  <p:cNvSpPr/>
                  <p:nvPr/>
                </p:nvSpPr>
                <p:spPr>
                  <a:xfrm>
                    <a:off x="6310095" y="3539077"/>
                    <a:ext cx="43956" cy="39361"/>
                  </a:xfrm>
                  <a:custGeom>
                    <a:rect b="b" l="l" r="r" t="t"/>
                    <a:pathLst>
                      <a:path extrusionOk="0" h="1559" w="1741">
                        <a:moveTo>
                          <a:pt x="351" y="1"/>
                        </a:moveTo>
                        <a:cubicBezTo>
                          <a:pt x="247" y="1"/>
                          <a:pt x="180" y="17"/>
                          <a:pt x="170" y="20"/>
                        </a:cubicBezTo>
                        <a:cubicBezTo>
                          <a:pt x="66" y="46"/>
                          <a:pt x="1" y="151"/>
                          <a:pt x="27" y="255"/>
                        </a:cubicBezTo>
                        <a:cubicBezTo>
                          <a:pt x="49" y="344"/>
                          <a:pt x="128" y="404"/>
                          <a:pt x="215" y="404"/>
                        </a:cubicBezTo>
                        <a:cubicBezTo>
                          <a:pt x="230" y="404"/>
                          <a:pt x="246" y="402"/>
                          <a:pt x="261" y="398"/>
                        </a:cubicBezTo>
                        <a:cubicBezTo>
                          <a:pt x="266" y="398"/>
                          <a:pt x="292" y="394"/>
                          <a:pt x="334" y="394"/>
                        </a:cubicBezTo>
                        <a:cubicBezTo>
                          <a:pt x="521" y="394"/>
                          <a:pt x="1017" y="480"/>
                          <a:pt x="1330" y="1421"/>
                        </a:cubicBezTo>
                        <a:cubicBezTo>
                          <a:pt x="1356" y="1500"/>
                          <a:pt x="1434" y="1552"/>
                          <a:pt x="1519" y="1558"/>
                        </a:cubicBezTo>
                        <a:cubicBezTo>
                          <a:pt x="1539" y="1558"/>
                          <a:pt x="1565" y="1552"/>
                          <a:pt x="1584" y="1545"/>
                        </a:cubicBezTo>
                        <a:cubicBezTo>
                          <a:pt x="1682" y="1513"/>
                          <a:pt x="1741" y="1395"/>
                          <a:pt x="1708" y="1298"/>
                        </a:cubicBezTo>
                        <a:cubicBezTo>
                          <a:pt x="1325" y="153"/>
                          <a:pt x="668" y="1"/>
                          <a:pt x="3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90"/>
                  <p:cNvSpPr/>
                  <p:nvPr/>
                </p:nvSpPr>
                <p:spPr>
                  <a:xfrm>
                    <a:off x="6246092" y="4163548"/>
                    <a:ext cx="34236" cy="58448"/>
                  </a:xfrm>
                  <a:custGeom>
                    <a:rect b="b" l="l" r="r" t="t"/>
                    <a:pathLst>
                      <a:path extrusionOk="0" h="2315" w="1356">
                        <a:moveTo>
                          <a:pt x="189" y="1"/>
                        </a:moveTo>
                        <a:cubicBezTo>
                          <a:pt x="85" y="1"/>
                          <a:pt x="0" y="92"/>
                          <a:pt x="7" y="203"/>
                        </a:cubicBezTo>
                        <a:cubicBezTo>
                          <a:pt x="13" y="307"/>
                          <a:pt x="98" y="392"/>
                          <a:pt x="202" y="392"/>
                        </a:cubicBezTo>
                        <a:lnTo>
                          <a:pt x="209" y="392"/>
                        </a:lnTo>
                        <a:cubicBezTo>
                          <a:pt x="352" y="398"/>
                          <a:pt x="483" y="463"/>
                          <a:pt x="580" y="568"/>
                        </a:cubicBezTo>
                        <a:cubicBezTo>
                          <a:pt x="763" y="757"/>
                          <a:pt x="965" y="1174"/>
                          <a:pt x="913" y="2106"/>
                        </a:cubicBezTo>
                        <a:cubicBezTo>
                          <a:pt x="906" y="2217"/>
                          <a:pt x="991" y="2308"/>
                          <a:pt x="1095" y="2314"/>
                        </a:cubicBezTo>
                        <a:lnTo>
                          <a:pt x="1108" y="2314"/>
                        </a:lnTo>
                        <a:cubicBezTo>
                          <a:pt x="1213" y="2314"/>
                          <a:pt x="1297" y="2230"/>
                          <a:pt x="1304" y="2125"/>
                        </a:cubicBezTo>
                        <a:cubicBezTo>
                          <a:pt x="1356" y="1259"/>
                          <a:pt x="1199" y="633"/>
                          <a:pt x="848" y="281"/>
                        </a:cubicBezTo>
                        <a:cubicBezTo>
                          <a:pt x="678" y="98"/>
                          <a:pt x="437" y="1"/>
                          <a:pt x="1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0"/>
                  <p:cNvSpPr/>
                  <p:nvPr/>
                </p:nvSpPr>
                <p:spPr>
                  <a:xfrm>
                    <a:off x="6239175" y="4015497"/>
                    <a:ext cx="34261" cy="59231"/>
                  </a:xfrm>
                  <a:custGeom>
                    <a:rect b="b" l="l" r="r" t="t"/>
                    <a:pathLst>
                      <a:path extrusionOk="0" h="2346" w="1357">
                        <a:moveTo>
                          <a:pt x="283" y="1"/>
                        </a:moveTo>
                        <a:cubicBezTo>
                          <a:pt x="102" y="1"/>
                          <a:pt x="0" y="271"/>
                          <a:pt x="196" y="377"/>
                        </a:cubicBezTo>
                        <a:cubicBezTo>
                          <a:pt x="229" y="390"/>
                          <a:pt x="906" y="774"/>
                          <a:pt x="959" y="2156"/>
                        </a:cubicBezTo>
                        <a:cubicBezTo>
                          <a:pt x="965" y="2260"/>
                          <a:pt x="1050" y="2345"/>
                          <a:pt x="1154" y="2345"/>
                        </a:cubicBezTo>
                        <a:lnTo>
                          <a:pt x="1161" y="2345"/>
                        </a:lnTo>
                        <a:cubicBezTo>
                          <a:pt x="1271" y="2339"/>
                          <a:pt x="1356" y="2247"/>
                          <a:pt x="1356" y="2137"/>
                        </a:cubicBezTo>
                        <a:cubicBezTo>
                          <a:pt x="1291" y="514"/>
                          <a:pt x="418" y="44"/>
                          <a:pt x="379" y="25"/>
                        </a:cubicBezTo>
                        <a:cubicBezTo>
                          <a:pt x="345" y="8"/>
                          <a:pt x="313"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3" name="Google Shape;10753;p90"/>
                <p:cNvSpPr/>
                <p:nvPr/>
              </p:nvSpPr>
              <p:spPr>
                <a:xfrm>
                  <a:off x="6020481" y="3084268"/>
                  <a:ext cx="321880" cy="160978"/>
                </a:xfrm>
                <a:custGeom>
                  <a:rect b="b" l="l" r="r" t="t"/>
                  <a:pathLst>
                    <a:path extrusionOk="0" h="6376" w="12749">
                      <a:moveTo>
                        <a:pt x="5795" y="0"/>
                      </a:moveTo>
                      <a:cubicBezTo>
                        <a:pt x="5039" y="0"/>
                        <a:pt x="4543" y="404"/>
                        <a:pt x="4309" y="939"/>
                      </a:cubicBezTo>
                      <a:cubicBezTo>
                        <a:pt x="4056" y="756"/>
                        <a:pt x="3755" y="658"/>
                        <a:pt x="3446" y="658"/>
                      </a:cubicBezTo>
                      <a:cubicBezTo>
                        <a:pt x="3436" y="658"/>
                        <a:pt x="3426" y="658"/>
                        <a:pt x="3416" y="658"/>
                      </a:cubicBezTo>
                      <a:cubicBezTo>
                        <a:pt x="2243" y="658"/>
                        <a:pt x="1760" y="1727"/>
                        <a:pt x="1969" y="2607"/>
                      </a:cubicBezTo>
                      <a:cubicBezTo>
                        <a:pt x="1806" y="2627"/>
                        <a:pt x="1650" y="2672"/>
                        <a:pt x="1513" y="2757"/>
                      </a:cubicBezTo>
                      <a:cubicBezTo>
                        <a:pt x="1461" y="2783"/>
                        <a:pt x="1415" y="2816"/>
                        <a:pt x="1376" y="2848"/>
                      </a:cubicBezTo>
                      <a:cubicBezTo>
                        <a:pt x="1" y="3467"/>
                        <a:pt x="235" y="5944"/>
                        <a:pt x="2054" y="5944"/>
                      </a:cubicBezTo>
                      <a:cubicBezTo>
                        <a:pt x="2065" y="5944"/>
                        <a:pt x="2075" y="5944"/>
                        <a:pt x="2086" y="5944"/>
                      </a:cubicBezTo>
                      <a:cubicBezTo>
                        <a:pt x="2401" y="5944"/>
                        <a:pt x="2708" y="5853"/>
                        <a:pt x="2966" y="5677"/>
                      </a:cubicBezTo>
                      <a:cubicBezTo>
                        <a:pt x="3255" y="6078"/>
                        <a:pt x="3718" y="6317"/>
                        <a:pt x="4206" y="6317"/>
                      </a:cubicBezTo>
                      <a:cubicBezTo>
                        <a:pt x="4225" y="6317"/>
                        <a:pt x="4244" y="6316"/>
                        <a:pt x="4263" y="6316"/>
                      </a:cubicBezTo>
                      <a:cubicBezTo>
                        <a:pt x="4824" y="6316"/>
                        <a:pt x="5254" y="6114"/>
                        <a:pt x="5554" y="5801"/>
                      </a:cubicBezTo>
                      <a:cubicBezTo>
                        <a:pt x="5841" y="6069"/>
                        <a:pt x="6221" y="6212"/>
                        <a:pt x="6616" y="6212"/>
                      </a:cubicBezTo>
                      <a:cubicBezTo>
                        <a:pt x="6624" y="6212"/>
                        <a:pt x="6633" y="6212"/>
                        <a:pt x="6642" y="6211"/>
                      </a:cubicBezTo>
                      <a:cubicBezTo>
                        <a:pt x="6654" y="6212"/>
                        <a:pt x="6665" y="6212"/>
                        <a:pt x="6677" y="6212"/>
                      </a:cubicBezTo>
                      <a:cubicBezTo>
                        <a:pt x="7011" y="6212"/>
                        <a:pt x="7343" y="6121"/>
                        <a:pt x="7626" y="5951"/>
                      </a:cubicBezTo>
                      <a:cubicBezTo>
                        <a:pt x="7822" y="6107"/>
                        <a:pt x="8043" y="6231"/>
                        <a:pt x="8291" y="6303"/>
                      </a:cubicBezTo>
                      <a:lnTo>
                        <a:pt x="8324" y="6309"/>
                      </a:lnTo>
                      <a:cubicBezTo>
                        <a:pt x="8480" y="6353"/>
                        <a:pt x="8642" y="6375"/>
                        <a:pt x="8803" y="6375"/>
                      </a:cubicBezTo>
                      <a:cubicBezTo>
                        <a:pt x="9116" y="6375"/>
                        <a:pt x="9427" y="6293"/>
                        <a:pt x="9699" y="6133"/>
                      </a:cubicBezTo>
                      <a:lnTo>
                        <a:pt x="10064" y="5853"/>
                      </a:lnTo>
                      <a:cubicBezTo>
                        <a:pt x="10207" y="5703"/>
                        <a:pt x="10331" y="5534"/>
                        <a:pt x="10416" y="5345"/>
                      </a:cubicBezTo>
                      <a:cubicBezTo>
                        <a:pt x="10596" y="5463"/>
                        <a:pt x="10812" y="5527"/>
                        <a:pt x="11030" y="5527"/>
                      </a:cubicBezTo>
                      <a:cubicBezTo>
                        <a:pt x="11040" y="5527"/>
                        <a:pt x="11051" y="5527"/>
                        <a:pt x="11061" y="5527"/>
                      </a:cubicBezTo>
                      <a:cubicBezTo>
                        <a:pt x="12612" y="5527"/>
                        <a:pt x="12749" y="3552"/>
                        <a:pt x="11478" y="3194"/>
                      </a:cubicBezTo>
                      <a:cubicBezTo>
                        <a:pt x="11543" y="2490"/>
                        <a:pt x="11120" y="1740"/>
                        <a:pt x="10214" y="1740"/>
                      </a:cubicBezTo>
                      <a:cubicBezTo>
                        <a:pt x="10044" y="1740"/>
                        <a:pt x="9875" y="1773"/>
                        <a:pt x="9712" y="1832"/>
                      </a:cubicBezTo>
                      <a:cubicBezTo>
                        <a:pt x="9679" y="971"/>
                        <a:pt x="8969" y="287"/>
                        <a:pt x="8109" y="280"/>
                      </a:cubicBezTo>
                      <a:cubicBezTo>
                        <a:pt x="7744" y="280"/>
                        <a:pt x="7392" y="404"/>
                        <a:pt x="7111" y="639"/>
                      </a:cubicBezTo>
                      <a:cubicBezTo>
                        <a:pt x="6838" y="261"/>
                        <a:pt x="6401" y="0"/>
                        <a:pt x="5795"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754" name="Google Shape;10754;p90"/>
          <p:cNvGrpSpPr/>
          <p:nvPr/>
        </p:nvGrpSpPr>
        <p:grpSpPr>
          <a:xfrm>
            <a:off x="6794039" y="1544979"/>
            <a:ext cx="556884" cy="1305801"/>
            <a:chOff x="6794039" y="1544979"/>
            <a:chExt cx="556884" cy="1305801"/>
          </a:xfrm>
        </p:grpSpPr>
        <p:sp>
          <p:nvSpPr>
            <p:cNvPr id="10755" name="Google Shape;10755;p90"/>
            <p:cNvSpPr/>
            <p:nvPr/>
          </p:nvSpPr>
          <p:spPr>
            <a:xfrm>
              <a:off x="6843751" y="2801244"/>
              <a:ext cx="457459" cy="49536"/>
            </a:xfrm>
            <a:custGeom>
              <a:rect b="b" l="l" r="r" t="t"/>
              <a:pathLst>
                <a:path extrusionOk="0" h="1962" w="18119">
                  <a:moveTo>
                    <a:pt x="9059" y="0"/>
                  </a:moveTo>
                  <a:cubicBezTo>
                    <a:pt x="4061" y="0"/>
                    <a:pt x="0" y="437"/>
                    <a:pt x="0" y="978"/>
                  </a:cubicBezTo>
                  <a:cubicBezTo>
                    <a:pt x="0" y="1519"/>
                    <a:pt x="4061" y="1962"/>
                    <a:pt x="9059" y="1962"/>
                  </a:cubicBezTo>
                  <a:cubicBezTo>
                    <a:pt x="14065" y="1962"/>
                    <a:pt x="18119" y="1519"/>
                    <a:pt x="18119" y="978"/>
                  </a:cubicBezTo>
                  <a:cubicBezTo>
                    <a:pt x="18119" y="437"/>
                    <a:pt x="14065" y="0"/>
                    <a:pt x="905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6" name="Google Shape;10756;p90"/>
            <p:cNvGrpSpPr/>
            <p:nvPr/>
          </p:nvGrpSpPr>
          <p:grpSpPr>
            <a:xfrm>
              <a:off x="6794039" y="1544979"/>
              <a:ext cx="556884" cy="1272726"/>
              <a:chOff x="6794039" y="1544979"/>
              <a:chExt cx="556884" cy="1272726"/>
            </a:xfrm>
          </p:grpSpPr>
          <p:sp>
            <p:nvSpPr>
              <p:cNvPr id="10757" name="Google Shape;10757;p90"/>
              <p:cNvSpPr/>
              <p:nvPr/>
            </p:nvSpPr>
            <p:spPr>
              <a:xfrm>
                <a:off x="6887026" y="1671923"/>
                <a:ext cx="366796" cy="342129"/>
              </a:xfrm>
              <a:custGeom>
                <a:rect b="b" l="l" r="r" t="t"/>
                <a:pathLst>
                  <a:path extrusionOk="0" h="13551" w="14528">
                    <a:moveTo>
                      <a:pt x="2158" y="0"/>
                    </a:moveTo>
                    <a:cubicBezTo>
                      <a:pt x="965" y="0"/>
                      <a:pt x="0" y="965"/>
                      <a:pt x="0" y="2158"/>
                    </a:cubicBezTo>
                    <a:lnTo>
                      <a:pt x="0" y="11399"/>
                    </a:lnTo>
                    <a:cubicBezTo>
                      <a:pt x="0" y="12592"/>
                      <a:pt x="965" y="13550"/>
                      <a:pt x="2158" y="13550"/>
                    </a:cubicBezTo>
                    <a:lnTo>
                      <a:pt x="12377" y="13550"/>
                    </a:lnTo>
                    <a:cubicBezTo>
                      <a:pt x="13570" y="13550"/>
                      <a:pt x="14528" y="12592"/>
                      <a:pt x="14528" y="11399"/>
                    </a:cubicBezTo>
                    <a:lnTo>
                      <a:pt x="14528" y="2158"/>
                    </a:lnTo>
                    <a:cubicBezTo>
                      <a:pt x="14528" y="965"/>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8" name="Google Shape;10758;p90"/>
              <p:cNvGrpSpPr/>
              <p:nvPr/>
            </p:nvGrpSpPr>
            <p:grpSpPr>
              <a:xfrm>
                <a:off x="6794039" y="1545206"/>
                <a:ext cx="556884" cy="1272499"/>
                <a:chOff x="6794039" y="1545206"/>
                <a:chExt cx="556884" cy="1272499"/>
              </a:xfrm>
            </p:grpSpPr>
            <p:sp>
              <p:nvSpPr>
                <p:cNvPr id="10759" name="Google Shape;10759;p90"/>
                <p:cNvSpPr/>
                <p:nvPr/>
              </p:nvSpPr>
              <p:spPr>
                <a:xfrm>
                  <a:off x="6794039" y="1545206"/>
                  <a:ext cx="556884" cy="1272499"/>
                </a:xfrm>
                <a:custGeom>
                  <a:rect b="b" l="l" r="r" t="t"/>
                  <a:pathLst>
                    <a:path extrusionOk="0" h="50401" w="22057">
                      <a:moveTo>
                        <a:pt x="11028" y="1"/>
                      </a:moveTo>
                      <a:cubicBezTo>
                        <a:pt x="7053" y="1"/>
                        <a:pt x="3833" y="3220"/>
                        <a:pt x="3833" y="7196"/>
                      </a:cubicBezTo>
                      <a:lnTo>
                        <a:pt x="3833" y="7203"/>
                      </a:lnTo>
                      <a:cubicBezTo>
                        <a:pt x="3807" y="7203"/>
                        <a:pt x="3787" y="7196"/>
                        <a:pt x="3768" y="7196"/>
                      </a:cubicBezTo>
                      <a:cubicBezTo>
                        <a:pt x="3764" y="7196"/>
                        <a:pt x="3761" y="7196"/>
                        <a:pt x="3757" y="7196"/>
                      </a:cubicBezTo>
                      <a:cubicBezTo>
                        <a:pt x="3091" y="7196"/>
                        <a:pt x="2589" y="7806"/>
                        <a:pt x="2712" y="8461"/>
                      </a:cubicBezTo>
                      <a:cubicBezTo>
                        <a:pt x="2814" y="8976"/>
                        <a:pt x="3263" y="9319"/>
                        <a:pt x="3751" y="9319"/>
                      </a:cubicBezTo>
                      <a:cubicBezTo>
                        <a:pt x="3886" y="9319"/>
                        <a:pt x="4024" y="9293"/>
                        <a:pt x="4159" y="9236"/>
                      </a:cubicBezTo>
                      <a:cubicBezTo>
                        <a:pt x="4922" y="11537"/>
                        <a:pt x="6896" y="13362"/>
                        <a:pt x="9073" y="14079"/>
                      </a:cubicBezTo>
                      <a:lnTo>
                        <a:pt x="9073" y="16125"/>
                      </a:lnTo>
                      <a:lnTo>
                        <a:pt x="6864" y="16125"/>
                      </a:lnTo>
                      <a:cubicBezTo>
                        <a:pt x="6864" y="16125"/>
                        <a:pt x="6857" y="16171"/>
                        <a:pt x="6838" y="16177"/>
                      </a:cubicBezTo>
                      <a:cubicBezTo>
                        <a:pt x="6258" y="16177"/>
                        <a:pt x="5743" y="16555"/>
                        <a:pt x="5560" y="17109"/>
                      </a:cubicBezTo>
                      <a:lnTo>
                        <a:pt x="229" y="32862"/>
                      </a:lnTo>
                      <a:cubicBezTo>
                        <a:pt x="1" y="33553"/>
                        <a:pt x="372" y="34309"/>
                        <a:pt x="1070" y="34544"/>
                      </a:cubicBezTo>
                      <a:cubicBezTo>
                        <a:pt x="1209" y="34589"/>
                        <a:pt x="1350" y="34611"/>
                        <a:pt x="1488" y="34611"/>
                      </a:cubicBezTo>
                      <a:cubicBezTo>
                        <a:pt x="2045" y="34611"/>
                        <a:pt x="2563" y="34261"/>
                        <a:pt x="2751" y="33703"/>
                      </a:cubicBezTo>
                      <a:lnTo>
                        <a:pt x="2927" y="33188"/>
                      </a:lnTo>
                      <a:lnTo>
                        <a:pt x="3507" y="33436"/>
                      </a:lnTo>
                      <a:cubicBezTo>
                        <a:pt x="3507" y="33436"/>
                        <a:pt x="4009" y="32419"/>
                        <a:pt x="3468" y="31578"/>
                      </a:cubicBezTo>
                      <a:lnTo>
                        <a:pt x="6733" y="21919"/>
                      </a:lnTo>
                      <a:lnTo>
                        <a:pt x="6733" y="21919"/>
                      </a:lnTo>
                      <a:cubicBezTo>
                        <a:pt x="6733" y="27707"/>
                        <a:pt x="5951" y="29173"/>
                        <a:pt x="5951" y="32367"/>
                      </a:cubicBezTo>
                      <a:cubicBezTo>
                        <a:pt x="5951" y="35560"/>
                        <a:pt x="7861" y="48498"/>
                        <a:pt x="7861" y="48498"/>
                      </a:cubicBezTo>
                      <a:lnTo>
                        <a:pt x="5554" y="50401"/>
                      </a:lnTo>
                      <a:lnTo>
                        <a:pt x="10012" y="50401"/>
                      </a:lnTo>
                      <a:lnTo>
                        <a:pt x="10761" y="31630"/>
                      </a:lnTo>
                      <a:lnTo>
                        <a:pt x="11139" y="31630"/>
                      </a:lnTo>
                      <a:lnTo>
                        <a:pt x="11889" y="50401"/>
                      </a:lnTo>
                      <a:lnTo>
                        <a:pt x="16353" y="50401"/>
                      </a:lnTo>
                      <a:lnTo>
                        <a:pt x="14046" y="48498"/>
                      </a:lnTo>
                      <a:cubicBezTo>
                        <a:pt x="14046" y="48498"/>
                        <a:pt x="15949" y="34172"/>
                        <a:pt x="15949" y="31591"/>
                      </a:cubicBezTo>
                      <a:cubicBezTo>
                        <a:pt x="15949" y="29004"/>
                        <a:pt x="15291" y="27681"/>
                        <a:pt x="15291" y="21821"/>
                      </a:cubicBezTo>
                      <a:lnTo>
                        <a:pt x="15291" y="21821"/>
                      </a:lnTo>
                      <a:lnTo>
                        <a:pt x="18595" y="31578"/>
                      </a:lnTo>
                      <a:cubicBezTo>
                        <a:pt x="18048" y="32412"/>
                        <a:pt x="18556" y="33423"/>
                        <a:pt x="18556" y="33423"/>
                      </a:cubicBezTo>
                      <a:lnTo>
                        <a:pt x="19136" y="33181"/>
                      </a:lnTo>
                      <a:lnTo>
                        <a:pt x="19312" y="33703"/>
                      </a:lnTo>
                      <a:cubicBezTo>
                        <a:pt x="19495" y="34261"/>
                        <a:pt x="20012" y="34611"/>
                        <a:pt x="20569" y="34611"/>
                      </a:cubicBezTo>
                      <a:cubicBezTo>
                        <a:pt x="20707" y="34611"/>
                        <a:pt x="20848" y="34589"/>
                        <a:pt x="20987" y="34544"/>
                      </a:cubicBezTo>
                      <a:cubicBezTo>
                        <a:pt x="21685" y="34316"/>
                        <a:pt x="22056" y="33566"/>
                        <a:pt x="21828" y="32869"/>
                      </a:cubicBezTo>
                      <a:lnTo>
                        <a:pt x="16497" y="17122"/>
                      </a:lnTo>
                      <a:cubicBezTo>
                        <a:pt x="16334" y="16607"/>
                        <a:pt x="15878" y="16236"/>
                        <a:pt x="15337" y="16184"/>
                      </a:cubicBezTo>
                      <a:cubicBezTo>
                        <a:pt x="15317" y="16171"/>
                        <a:pt x="15304" y="16125"/>
                        <a:pt x="15304" y="16125"/>
                      </a:cubicBezTo>
                      <a:lnTo>
                        <a:pt x="12827" y="16125"/>
                      </a:lnTo>
                      <a:lnTo>
                        <a:pt x="12827" y="14124"/>
                      </a:lnTo>
                      <a:cubicBezTo>
                        <a:pt x="15050" y="13453"/>
                        <a:pt x="17096" y="11615"/>
                        <a:pt x="17885" y="9275"/>
                      </a:cubicBezTo>
                      <a:cubicBezTo>
                        <a:pt x="17970" y="9301"/>
                        <a:pt x="18054" y="9308"/>
                        <a:pt x="18139" y="9308"/>
                      </a:cubicBezTo>
                      <a:cubicBezTo>
                        <a:pt x="18143" y="9308"/>
                        <a:pt x="18147" y="9308"/>
                        <a:pt x="18151" y="9308"/>
                      </a:cubicBezTo>
                      <a:cubicBezTo>
                        <a:pt x="18713" y="9308"/>
                        <a:pt x="19169" y="8861"/>
                        <a:pt x="19195" y="8304"/>
                      </a:cubicBezTo>
                      <a:cubicBezTo>
                        <a:pt x="19215" y="7744"/>
                        <a:pt x="18791" y="7255"/>
                        <a:pt x="18230" y="7209"/>
                      </a:cubicBezTo>
                      <a:lnTo>
                        <a:pt x="18230" y="7196"/>
                      </a:lnTo>
                      <a:cubicBezTo>
                        <a:pt x="18230" y="3220"/>
                        <a:pt x="15011" y="1"/>
                        <a:pt x="1102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0" name="Google Shape;10760;p90"/>
                <p:cNvGrpSpPr/>
                <p:nvPr/>
              </p:nvGrpSpPr>
              <p:grpSpPr>
                <a:xfrm>
                  <a:off x="6812697" y="1636703"/>
                  <a:ext cx="515453" cy="1170626"/>
                  <a:chOff x="6812697" y="1636703"/>
                  <a:chExt cx="515453" cy="1170626"/>
                </a:xfrm>
              </p:grpSpPr>
              <p:sp>
                <p:nvSpPr>
                  <p:cNvPr id="10761" name="Google Shape;10761;p90"/>
                  <p:cNvSpPr/>
                  <p:nvPr/>
                </p:nvSpPr>
                <p:spPr>
                  <a:xfrm>
                    <a:off x="6985920"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90"/>
                  <p:cNvSpPr/>
                  <p:nvPr/>
                </p:nvSpPr>
                <p:spPr>
                  <a:xfrm>
                    <a:off x="6963525" y="2349212"/>
                    <a:ext cx="41658" cy="35877"/>
                  </a:xfrm>
                  <a:custGeom>
                    <a:rect b="b" l="l" r="r" t="t"/>
                    <a:pathLst>
                      <a:path extrusionOk="0" h="1421" w="1650">
                        <a:moveTo>
                          <a:pt x="946" y="0"/>
                        </a:moveTo>
                        <a:cubicBezTo>
                          <a:pt x="314" y="0"/>
                          <a:pt x="1" y="763"/>
                          <a:pt x="444" y="1213"/>
                        </a:cubicBezTo>
                        <a:cubicBezTo>
                          <a:pt x="587" y="1356"/>
                          <a:pt x="764" y="1420"/>
                          <a:pt x="937" y="1420"/>
                        </a:cubicBezTo>
                        <a:cubicBezTo>
                          <a:pt x="1301" y="1420"/>
                          <a:pt x="1650" y="1139"/>
                          <a:pt x="1650" y="711"/>
                        </a:cubicBezTo>
                        <a:cubicBezTo>
                          <a:pt x="1650"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90"/>
                  <p:cNvSpPr/>
                  <p:nvPr/>
                </p:nvSpPr>
                <p:spPr>
                  <a:xfrm>
                    <a:off x="6988218" y="2349212"/>
                    <a:ext cx="41658" cy="35877"/>
                  </a:xfrm>
                  <a:custGeom>
                    <a:rect b="b" l="l" r="r" t="t"/>
                    <a:pathLst>
                      <a:path extrusionOk="0" h="1421" w="1650">
                        <a:moveTo>
                          <a:pt x="946" y="0"/>
                        </a:moveTo>
                        <a:cubicBezTo>
                          <a:pt x="313" y="0"/>
                          <a:pt x="0" y="763"/>
                          <a:pt x="444" y="1213"/>
                        </a:cubicBezTo>
                        <a:cubicBezTo>
                          <a:pt x="589" y="1356"/>
                          <a:pt x="766" y="1420"/>
                          <a:pt x="940" y="1420"/>
                        </a:cubicBezTo>
                        <a:cubicBezTo>
                          <a:pt x="1303" y="1420"/>
                          <a:pt x="1649" y="1139"/>
                          <a:pt x="1649" y="711"/>
                        </a:cubicBezTo>
                        <a:cubicBezTo>
                          <a:pt x="1649"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0"/>
                  <p:cNvSpPr/>
                  <p:nvPr/>
                </p:nvSpPr>
                <p:spPr>
                  <a:xfrm>
                    <a:off x="6963525" y="2464720"/>
                    <a:ext cx="41658" cy="35700"/>
                  </a:xfrm>
                  <a:custGeom>
                    <a:rect b="b" l="l" r="r" t="t"/>
                    <a:pathLst>
                      <a:path extrusionOk="0" h="1414" w="1650">
                        <a:moveTo>
                          <a:pt x="946" y="1"/>
                        </a:moveTo>
                        <a:cubicBezTo>
                          <a:pt x="314" y="1"/>
                          <a:pt x="1" y="757"/>
                          <a:pt x="444" y="1206"/>
                        </a:cubicBezTo>
                        <a:cubicBezTo>
                          <a:pt x="587" y="1350"/>
                          <a:pt x="764" y="1414"/>
                          <a:pt x="937" y="1414"/>
                        </a:cubicBezTo>
                        <a:cubicBezTo>
                          <a:pt x="1301" y="1414"/>
                          <a:pt x="1650" y="1132"/>
                          <a:pt x="1650" y="705"/>
                        </a:cubicBezTo>
                        <a:cubicBezTo>
                          <a:pt x="1650"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90"/>
                  <p:cNvSpPr/>
                  <p:nvPr/>
                </p:nvSpPr>
                <p:spPr>
                  <a:xfrm>
                    <a:off x="6988218" y="2464720"/>
                    <a:ext cx="41658" cy="35700"/>
                  </a:xfrm>
                  <a:custGeom>
                    <a:rect b="b" l="l" r="r" t="t"/>
                    <a:pathLst>
                      <a:path extrusionOk="0" h="1414" w="1650">
                        <a:moveTo>
                          <a:pt x="946" y="1"/>
                        </a:moveTo>
                        <a:cubicBezTo>
                          <a:pt x="313" y="1"/>
                          <a:pt x="0" y="757"/>
                          <a:pt x="444" y="1206"/>
                        </a:cubicBezTo>
                        <a:cubicBezTo>
                          <a:pt x="589" y="1350"/>
                          <a:pt x="766" y="1414"/>
                          <a:pt x="940" y="1414"/>
                        </a:cubicBezTo>
                        <a:cubicBezTo>
                          <a:pt x="1303" y="1414"/>
                          <a:pt x="1649" y="1132"/>
                          <a:pt x="1649" y="705"/>
                        </a:cubicBezTo>
                        <a:cubicBezTo>
                          <a:pt x="1649"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90"/>
                  <p:cNvSpPr/>
                  <p:nvPr/>
                </p:nvSpPr>
                <p:spPr>
                  <a:xfrm>
                    <a:off x="7001876" y="2594214"/>
                    <a:ext cx="30625" cy="104525"/>
                  </a:xfrm>
                  <a:custGeom>
                    <a:rect b="b" l="l" r="r" t="t"/>
                    <a:pathLst>
                      <a:path extrusionOk="0" h="4140" w="1213">
                        <a:moveTo>
                          <a:pt x="815" y="1"/>
                        </a:moveTo>
                        <a:lnTo>
                          <a:pt x="0" y="79"/>
                        </a:lnTo>
                        <a:lnTo>
                          <a:pt x="398" y="4140"/>
                        </a:lnTo>
                        <a:lnTo>
                          <a:pt x="1213" y="4061"/>
                        </a:lnTo>
                        <a:lnTo>
                          <a:pt x="8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0"/>
                  <p:cNvSpPr/>
                  <p:nvPr/>
                </p:nvSpPr>
                <p:spPr>
                  <a:xfrm>
                    <a:off x="6979987" y="2577349"/>
                    <a:ext cx="38124" cy="31938"/>
                  </a:xfrm>
                  <a:custGeom>
                    <a:rect b="b" l="l" r="r" t="t"/>
                    <a:pathLst>
                      <a:path extrusionOk="0" h="1265" w="1510">
                        <a:moveTo>
                          <a:pt x="848" y="0"/>
                        </a:moveTo>
                        <a:cubicBezTo>
                          <a:pt x="824" y="0"/>
                          <a:pt x="800" y="2"/>
                          <a:pt x="776" y="4"/>
                        </a:cubicBezTo>
                        <a:cubicBezTo>
                          <a:pt x="216" y="56"/>
                          <a:pt x="1" y="760"/>
                          <a:pt x="437" y="1119"/>
                        </a:cubicBezTo>
                        <a:cubicBezTo>
                          <a:pt x="559" y="1220"/>
                          <a:pt x="698" y="1265"/>
                          <a:pt x="835" y="1265"/>
                        </a:cubicBezTo>
                        <a:cubicBezTo>
                          <a:pt x="1182" y="1265"/>
                          <a:pt x="1509" y="973"/>
                          <a:pt x="1467" y="571"/>
                        </a:cubicBezTo>
                        <a:cubicBezTo>
                          <a:pt x="1437" y="243"/>
                          <a:pt x="1169" y="0"/>
                          <a:pt x="8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90"/>
                  <p:cNvSpPr/>
                  <p:nvPr/>
                </p:nvSpPr>
                <p:spPr>
                  <a:xfrm>
                    <a:off x="7002028" y="2575077"/>
                    <a:ext cx="38124" cy="32090"/>
                  </a:xfrm>
                  <a:custGeom>
                    <a:rect b="b" l="l" r="r" t="t"/>
                    <a:pathLst>
                      <a:path extrusionOk="0" h="1271" w="1510">
                        <a:moveTo>
                          <a:pt x="837" y="0"/>
                        </a:moveTo>
                        <a:cubicBezTo>
                          <a:pt x="817" y="0"/>
                          <a:pt x="797" y="1"/>
                          <a:pt x="777" y="3"/>
                        </a:cubicBezTo>
                        <a:cubicBezTo>
                          <a:pt x="216" y="62"/>
                          <a:pt x="1" y="766"/>
                          <a:pt x="438" y="1124"/>
                        </a:cubicBezTo>
                        <a:cubicBezTo>
                          <a:pt x="559" y="1225"/>
                          <a:pt x="699" y="1270"/>
                          <a:pt x="835" y="1270"/>
                        </a:cubicBezTo>
                        <a:cubicBezTo>
                          <a:pt x="1182" y="1270"/>
                          <a:pt x="1510" y="979"/>
                          <a:pt x="1467" y="576"/>
                        </a:cubicBezTo>
                        <a:cubicBezTo>
                          <a:pt x="1437" y="245"/>
                          <a:pt x="1163"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90"/>
                  <p:cNvSpPr/>
                  <p:nvPr/>
                </p:nvSpPr>
                <p:spPr>
                  <a:xfrm>
                    <a:off x="6989859" y="2680182"/>
                    <a:ext cx="38174" cy="31963"/>
                  </a:xfrm>
                  <a:custGeom>
                    <a:rect b="b" l="l" r="r" t="t"/>
                    <a:pathLst>
                      <a:path extrusionOk="0" h="1266" w="1512">
                        <a:moveTo>
                          <a:pt x="852" y="1"/>
                        </a:moveTo>
                        <a:cubicBezTo>
                          <a:pt x="829" y="1"/>
                          <a:pt x="806" y="2"/>
                          <a:pt x="783" y="5"/>
                        </a:cubicBezTo>
                        <a:cubicBezTo>
                          <a:pt x="222" y="57"/>
                          <a:pt x="1" y="761"/>
                          <a:pt x="437" y="1119"/>
                        </a:cubicBezTo>
                        <a:cubicBezTo>
                          <a:pt x="561" y="1220"/>
                          <a:pt x="701" y="1265"/>
                          <a:pt x="838" y="1265"/>
                        </a:cubicBezTo>
                        <a:cubicBezTo>
                          <a:pt x="1186" y="1265"/>
                          <a:pt x="1511" y="974"/>
                          <a:pt x="1474" y="572"/>
                        </a:cubicBezTo>
                        <a:cubicBezTo>
                          <a:pt x="1443" y="249"/>
                          <a:pt x="1169" y="1"/>
                          <a:pt x="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90"/>
                  <p:cNvSpPr/>
                  <p:nvPr/>
                </p:nvSpPr>
                <p:spPr>
                  <a:xfrm>
                    <a:off x="7012076" y="2678086"/>
                    <a:ext cx="37997" cy="32090"/>
                  </a:xfrm>
                  <a:custGeom>
                    <a:rect b="b" l="l" r="r" t="t"/>
                    <a:pathLst>
                      <a:path extrusionOk="0" h="1271" w="1505">
                        <a:moveTo>
                          <a:pt x="836" y="0"/>
                        </a:moveTo>
                        <a:cubicBezTo>
                          <a:pt x="816" y="0"/>
                          <a:pt x="796" y="1"/>
                          <a:pt x="776" y="3"/>
                        </a:cubicBezTo>
                        <a:cubicBezTo>
                          <a:pt x="216" y="55"/>
                          <a:pt x="1" y="765"/>
                          <a:pt x="431" y="1124"/>
                        </a:cubicBezTo>
                        <a:cubicBezTo>
                          <a:pt x="554" y="1225"/>
                          <a:pt x="694" y="1270"/>
                          <a:pt x="831" y="1270"/>
                        </a:cubicBezTo>
                        <a:cubicBezTo>
                          <a:pt x="1179" y="1270"/>
                          <a:pt x="1504" y="979"/>
                          <a:pt x="1467" y="576"/>
                        </a:cubicBezTo>
                        <a:cubicBezTo>
                          <a:pt x="1436" y="245"/>
                          <a:pt x="1157" y="0"/>
                          <a:pt x="8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0"/>
                  <p:cNvSpPr/>
                  <p:nvPr/>
                </p:nvSpPr>
                <p:spPr>
                  <a:xfrm>
                    <a:off x="6850316" y="2178085"/>
                    <a:ext cx="55974" cy="109271"/>
                  </a:xfrm>
                  <a:custGeom>
                    <a:rect b="b" l="l" r="r" t="t"/>
                    <a:pathLst>
                      <a:path extrusionOk="0" h="4328" w="2217">
                        <a:moveTo>
                          <a:pt x="1317" y="0"/>
                        </a:moveTo>
                        <a:lnTo>
                          <a:pt x="1" y="4035"/>
                        </a:lnTo>
                        <a:lnTo>
                          <a:pt x="894" y="4328"/>
                        </a:lnTo>
                        <a:lnTo>
                          <a:pt x="2217" y="287"/>
                        </a:lnTo>
                        <a:lnTo>
                          <a:pt x="13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90"/>
                  <p:cNvSpPr/>
                  <p:nvPr/>
                </p:nvSpPr>
                <p:spPr>
                  <a:xfrm>
                    <a:off x="6864858" y="2156120"/>
                    <a:ext cx="40775" cy="34463"/>
                  </a:xfrm>
                  <a:custGeom>
                    <a:rect b="b" l="l" r="r" t="t"/>
                    <a:pathLst>
                      <a:path extrusionOk="0" h="1365" w="1615">
                        <a:moveTo>
                          <a:pt x="841" y="0"/>
                        </a:moveTo>
                        <a:cubicBezTo>
                          <a:pt x="361" y="0"/>
                          <a:pt x="1" y="516"/>
                          <a:pt x="239" y="987"/>
                        </a:cubicBezTo>
                        <a:cubicBezTo>
                          <a:pt x="367" y="1242"/>
                          <a:pt x="607" y="1364"/>
                          <a:pt x="847" y="1364"/>
                        </a:cubicBezTo>
                        <a:cubicBezTo>
                          <a:pt x="1122" y="1364"/>
                          <a:pt x="1396" y="1203"/>
                          <a:pt x="1497" y="896"/>
                        </a:cubicBezTo>
                        <a:cubicBezTo>
                          <a:pt x="1615" y="538"/>
                          <a:pt x="1419" y="147"/>
                          <a:pt x="1061" y="36"/>
                        </a:cubicBezTo>
                        <a:cubicBezTo>
                          <a:pt x="986" y="12"/>
                          <a:pt x="912" y="0"/>
                          <a:pt x="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90"/>
                  <p:cNvSpPr/>
                  <p:nvPr/>
                </p:nvSpPr>
                <p:spPr>
                  <a:xfrm>
                    <a:off x="6887581" y="2163517"/>
                    <a:ext cx="40775" cy="34463"/>
                  </a:xfrm>
                  <a:custGeom>
                    <a:rect b="b" l="l" r="r" t="t"/>
                    <a:pathLst>
                      <a:path extrusionOk="0" h="1365" w="1615">
                        <a:moveTo>
                          <a:pt x="841" y="1"/>
                        </a:moveTo>
                        <a:cubicBezTo>
                          <a:pt x="361" y="1"/>
                          <a:pt x="0" y="516"/>
                          <a:pt x="239" y="988"/>
                        </a:cubicBezTo>
                        <a:cubicBezTo>
                          <a:pt x="366" y="1242"/>
                          <a:pt x="606" y="1365"/>
                          <a:pt x="846" y="1365"/>
                        </a:cubicBezTo>
                        <a:cubicBezTo>
                          <a:pt x="1121" y="1365"/>
                          <a:pt x="1396" y="1203"/>
                          <a:pt x="1497" y="897"/>
                        </a:cubicBezTo>
                        <a:cubicBezTo>
                          <a:pt x="1614" y="538"/>
                          <a:pt x="1419" y="154"/>
                          <a:pt x="1060" y="36"/>
                        </a:cubicBezTo>
                        <a:cubicBezTo>
                          <a:pt x="985"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90"/>
                  <p:cNvSpPr/>
                  <p:nvPr/>
                </p:nvSpPr>
                <p:spPr>
                  <a:xfrm>
                    <a:off x="6830471" y="2261755"/>
                    <a:ext cx="40775" cy="34539"/>
                  </a:xfrm>
                  <a:custGeom>
                    <a:rect b="b" l="l" r="r" t="t"/>
                    <a:pathLst>
                      <a:path extrusionOk="0" h="1368" w="1615">
                        <a:moveTo>
                          <a:pt x="839" y="1"/>
                        </a:moveTo>
                        <a:cubicBezTo>
                          <a:pt x="362" y="1"/>
                          <a:pt x="0" y="522"/>
                          <a:pt x="239" y="994"/>
                        </a:cubicBezTo>
                        <a:cubicBezTo>
                          <a:pt x="367" y="1246"/>
                          <a:pt x="605" y="1368"/>
                          <a:pt x="843" y="1368"/>
                        </a:cubicBezTo>
                        <a:cubicBezTo>
                          <a:pt x="1117" y="1368"/>
                          <a:pt x="1390" y="1207"/>
                          <a:pt x="1491" y="896"/>
                        </a:cubicBezTo>
                        <a:cubicBezTo>
                          <a:pt x="1614" y="538"/>
                          <a:pt x="1412" y="153"/>
                          <a:pt x="1054" y="36"/>
                        </a:cubicBezTo>
                        <a:cubicBezTo>
                          <a:pt x="981" y="12"/>
                          <a:pt x="908"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90"/>
                  <p:cNvSpPr/>
                  <p:nvPr/>
                </p:nvSpPr>
                <p:spPr>
                  <a:xfrm>
                    <a:off x="6853017" y="2269178"/>
                    <a:ext cx="40775" cy="34539"/>
                  </a:xfrm>
                  <a:custGeom>
                    <a:rect b="b" l="l" r="r" t="t"/>
                    <a:pathLst>
                      <a:path extrusionOk="0" h="1368" w="1615">
                        <a:moveTo>
                          <a:pt x="843" y="0"/>
                        </a:moveTo>
                        <a:cubicBezTo>
                          <a:pt x="362" y="0"/>
                          <a:pt x="0" y="522"/>
                          <a:pt x="239" y="994"/>
                        </a:cubicBezTo>
                        <a:cubicBezTo>
                          <a:pt x="367" y="1245"/>
                          <a:pt x="607" y="1367"/>
                          <a:pt x="846" y="1367"/>
                        </a:cubicBezTo>
                        <a:cubicBezTo>
                          <a:pt x="1122" y="1367"/>
                          <a:pt x="1396" y="1206"/>
                          <a:pt x="1497" y="896"/>
                        </a:cubicBezTo>
                        <a:cubicBezTo>
                          <a:pt x="1614" y="537"/>
                          <a:pt x="1419" y="153"/>
                          <a:pt x="1060" y="35"/>
                        </a:cubicBezTo>
                        <a:cubicBezTo>
                          <a:pt x="986" y="11"/>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90"/>
                  <p:cNvSpPr/>
                  <p:nvPr/>
                </p:nvSpPr>
                <p:spPr>
                  <a:xfrm>
                    <a:off x="6907905" y="2021424"/>
                    <a:ext cx="55974" cy="109448"/>
                  </a:xfrm>
                  <a:custGeom>
                    <a:rect b="b" l="l" r="r" t="t"/>
                    <a:pathLst>
                      <a:path extrusionOk="0" h="4335" w="2217">
                        <a:moveTo>
                          <a:pt x="1324" y="0"/>
                        </a:moveTo>
                        <a:lnTo>
                          <a:pt x="1" y="4041"/>
                        </a:lnTo>
                        <a:lnTo>
                          <a:pt x="900" y="4335"/>
                        </a:lnTo>
                        <a:lnTo>
                          <a:pt x="2217" y="294"/>
                        </a:lnTo>
                        <a:lnTo>
                          <a:pt x="13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90"/>
                  <p:cNvSpPr/>
                  <p:nvPr/>
                </p:nvSpPr>
                <p:spPr>
                  <a:xfrm>
                    <a:off x="6922625" y="1999459"/>
                    <a:ext cx="40775" cy="34387"/>
                  </a:xfrm>
                  <a:custGeom>
                    <a:rect b="b" l="l" r="r" t="t"/>
                    <a:pathLst>
                      <a:path extrusionOk="0" h="1362" w="1615">
                        <a:moveTo>
                          <a:pt x="841" y="1"/>
                        </a:moveTo>
                        <a:cubicBezTo>
                          <a:pt x="361" y="1"/>
                          <a:pt x="1" y="516"/>
                          <a:pt x="239" y="988"/>
                        </a:cubicBezTo>
                        <a:cubicBezTo>
                          <a:pt x="367" y="1240"/>
                          <a:pt x="608" y="1362"/>
                          <a:pt x="848" y="1362"/>
                        </a:cubicBezTo>
                        <a:cubicBezTo>
                          <a:pt x="1123" y="1362"/>
                          <a:pt x="1396" y="1203"/>
                          <a:pt x="1497" y="897"/>
                        </a:cubicBezTo>
                        <a:cubicBezTo>
                          <a:pt x="1614" y="538"/>
                          <a:pt x="1419" y="147"/>
                          <a:pt x="1060" y="36"/>
                        </a:cubicBezTo>
                        <a:cubicBezTo>
                          <a:pt x="986"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90"/>
                  <p:cNvSpPr/>
                  <p:nvPr/>
                </p:nvSpPr>
                <p:spPr>
                  <a:xfrm>
                    <a:off x="6945196" y="2006882"/>
                    <a:ext cx="40749" cy="34463"/>
                  </a:xfrm>
                  <a:custGeom>
                    <a:rect b="b" l="l" r="r" t="t"/>
                    <a:pathLst>
                      <a:path extrusionOk="0" h="1365" w="1614">
                        <a:moveTo>
                          <a:pt x="844" y="0"/>
                        </a:moveTo>
                        <a:cubicBezTo>
                          <a:pt x="366" y="0"/>
                          <a:pt x="0" y="522"/>
                          <a:pt x="245" y="994"/>
                        </a:cubicBezTo>
                        <a:cubicBezTo>
                          <a:pt x="371" y="1244"/>
                          <a:pt x="609" y="1365"/>
                          <a:pt x="846" y="1365"/>
                        </a:cubicBezTo>
                        <a:cubicBezTo>
                          <a:pt x="1121" y="1365"/>
                          <a:pt x="1395" y="1204"/>
                          <a:pt x="1496" y="896"/>
                        </a:cubicBezTo>
                        <a:cubicBezTo>
                          <a:pt x="1613" y="537"/>
                          <a:pt x="1418" y="153"/>
                          <a:pt x="1059" y="36"/>
                        </a:cubicBezTo>
                        <a:cubicBezTo>
                          <a:pt x="986" y="11"/>
                          <a:pt x="914"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90"/>
                  <p:cNvSpPr/>
                  <p:nvPr/>
                </p:nvSpPr>
                <p:spPr>
                  <a:xfrm>
                    <a:off x="6888061" y="2105271"/>
                    <a:ext cx="40775" cy="34488"/>
                  </a:xfrm>
                  <a:custGeom>
                    <a:rect b="b" l="l" r="r" t="t"/>
                    <a:pathLst>
                      <a:path extrusionOk="0" h="1366" w="1615">
                        <a:moveTo>
                          <a:pt x="842" y="0"/>
                        </a:moveTo>
                        <a:cubicBezTo>
                          <a:pt x="361" y="0"/>
                          <a:pt x="1" y="517"/>
                          <a:pt x="239" y="994"/>
                        </a:cubicBezTo>
                        <a:cubicBezTo>
                          <a:pt x="366" y="1245"/>
                          <a:pt x="605" y="1365"/>
                          <a:pt x="844" y="1365"/>
                        </a:cubicBezTo>
                        <a:cubicBezTo>
                          <a:pt x="1120" y="1365"/>
                          <a:pt x="1396" y="1204"/>
                          <a:pt x="1497" y="896"/>
                        </a:cubicBezTo>
                        <a:cubicBezTo>
                          <a:pt x="1615" y="538"/>
                          <a:pt x="1419" y="153"/>
                          <a:pt x="1061" y="36"/>
                        </a:cubicBezTo>
                        <a:cubicBezTo>
                          <a:pt x="986" y="12"/>
                          <a:pt x="912" y="0"/>
                          <a:pt x="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90"/>
                  <p:cNvSpPr/>
                  <p:nvPr/>
                </p:nvSpPr>
                <p:spPr>
                  <a:xfrm>
                    <a:off x="6910783" y="2112517"/>
                    <a:ext cx="40775" cy="34539"/>
                  </a:xfrm>
                  <a:custGeom>
                    <a:rect b="b" l="l" r="r" t="t"/>
                    <a:pathLst>
                      <a:path extrusionOk="0" h="1368" w="1615">
                        <a:moveTo>
                          <a:pt x="843" y="0"/>
                        </a:moveTo>
                        <a:cubicBezTo>
                          <a:pt x="361" y="0"/>
                          <a:pt x="0" y="522"/>
                          <a:pt x="239" y="994"/>
                        </a:cubicBezTo>
                        <a:cubicBezTo>
                          <a:pt x="366" y="1246"/>
                          <a:pt x="606" y="1367"/>
                          <a:pt x="846" y="1367"/>
                        </a:cubicBezTo>
                        <a:cubicBezTo>
                          <a:pt x="1121" y="1367"/>
                          <a:pt x="1396" y="1206"/>
                          <a:pt x="1497" y="896"/>
                        </a:cubicBezTo>
                        <a:cubicBezTo>
                          <a:pt x="1614" y="538"/>
                          <a:pt x="1419" y="153"/>
                          <a:pt x="1060" y="36"/>
                        </a:cubicBezTo>
                        <a:cubicBezTo>
                          <a:pt x="986" y="12"/>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90"/>
                  <p:cNvSpPr/>
                  <p:nvPr/>
                </p:nvSpPr>
                <p:spPr>
                  <a:xfrm>
                    <a:off x="6957113" y="1968758"/>
                    <a:ext cx="226622" cy="24717"/>
                  </a:xfrm>
                  <a:custGeom>
                    <a:rect b="b" l="l" r="r" t="t"/>
                    <a:pathLst>
                      <a:path extrusionOk="0" h="979" w="8976">
                        <a:moveTo>
                          <a:pt x="450" y="1"/>
                        </a:moveTo>
                        <a:cubicBezTo>
                          <a:pt x="203" y="1"/>
                          <a:pt x="1" y="196"/>
                          <a:pt x="1" y="451"/>
                        </a:cubicBezTo>
                        <a:lnTo>
                          <a:pt x="1" y="529"/>
                        </a:lnTo>
                        <a:cubicBezTo>
                          <a:pt x="1" y="776"/>
                          <a:pt x="203" y="979"/>
                          <a:pt x="450" y="979"/>
                        </a:cubicBezTo>
                        <a:lnTo>
                          <a:pt x="8532" y="979"/>
                        </a:lnTo>
                        <a:cubicBezTo>
                          <a:pt x="8780" y="979"/>
                          <a:pt x="8975" y="776"/>
                          <a:pt x="8975" y="529"/>
                        </a:cubicBezTo>
                        <a:lnTo>
                          <a:pt x="8975" y="451"/>
                        </a:lnTo>
                        <a:cubicBezTo>
                          <a:pt x="8975" y="196"/>
                          <a:pt x="8780" y="1"/>
                          <a:pt x="85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90"/>
                  <p:cNvSpPr/>
                  <p:nvPr/>
                </p:nvSpPr>
                <p:spPr>
                  <a:xfrm>
                    <a:off x="7039546" y="1927453"/>
                    <a:ext cx="61907" cy="24717"/>
                  </a:xfrm>
                  <a:custGeom>
                    <a:rect b="b" l="l" r="r" t="t"/>
                    <a:pathLst>
                      <a:path extrusionOk="0" h="979" w="2452">
                        <a:moveTo>
                          <a:pt x="451" y="1"/>
                        </a:moveTo>
                        <a:cubicBezTo>
                          <a:pt x="203" y="1"/>
                          <a:pt x="1" y="203"/>
                          <a:pt x="1" y="451"/>
                        </a:cubicBezTo>
                        <a:lnTo>
                          <a:pt x="1" y="535"/>
                        </a:lnTo>
                        <a:cubicBezTo>
                          <a:pt x="1" y="783"/>
                          <a:pt x="203" y="979"/>
                          <a:pt x="451" y="979"/>
                        </a:cubicBezTo>
                        <a:lnTo>
                          <a:pt x="2002" y="979"/>
                        </a:lnTo>
                        <a:cubicBezTo>
                          <a:pt x="2250" y="979"/>
                          <a:pt x="2452" y="783"/>
                          <a:pt x="2452" y="535"/>
                        </a:cubicBezTo>
                        <a:lnTo>
                          <a:pt x="2452" y="451"/>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90"/>
                  <p:cNvSpPr/>
                  <p:nvPr/>
                </p:nvSpPr>
                <p:spPr>
                  <a:xfrm>
                    <a:off x="7039546" y="2257236"/>
                    <a:ext cx="61907" cy="24692"/>
                  </a:xfrm>
                  <a:custGeom>
                    <a:rect b="b" l="l" r="r" t="t"/>
                    <a:pathLst>
                      <a:path extrusionOk="0" h="978" w="2452">
                        <a:moveTo>
                          <a:pt x="451" y="0"/>
                        </a:moveTo>
                        <a:cubicBezTo>
                          <a:pt x="203" y="0"/>
                          <a:pt x="1" y="202"/>
                          <a:pt x="1" y="450"/>
                        </a:cubicBezTo>
                        <a:lnTo>
                          <a:pt x="1" y="528"/>
                        </a:lnTo>
                        <a:cubicBezTo>
                          <a:pt x="1" y="782"/>
                          <a:pt x="203" y="978"/>
                          <a:pt x="451" y="978"/>
                        </a:cubicBezTo>
                        <a:lnTo>
                          <a:pt x="2002" y="978"/>
                        </a:lnTo>
                        <a:cubicBezTo>
                          <a:pt x="2250" y="978"/>
                          <a:pt x="2452" y="782"/>
                          <a:pt x="2452" y="528"/>
                        </a:cubicBezTo>
                        <a:lnTo>
                          <a:pt x="2452" y="450"/>
                        </a:lnTo>
                        <a:cubicBezTo>
                          <a:pt x="2452" y="202"/>
                          <a:pt x="2250" y="0"/>
                          <a:pt x="20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90"/>
                  <p:cNvSpPr/>
                  <p:nvPr/>
                </p:nvSpPr>
                <p:spPr>
                  <a:xfrm>
                    <a:off x="7039546" y="2216082"/>
                    <a:ext cx="61907" cy="24717"/>
                  </a:xfrm>
                  <a:custGeom>
                    <a:rect b="b" l="l" r="r" t="t"/>
                    <a:pathLst>
                      <a:path extrusionOk="0" h="979" w="2452">
                        <a:moveTo>
                          <a:pt x="451" y="1"/>
                        </a:moveTo>
                        <a:cubicBezTo>
                          <a:pt x="203" y="1"/>
                          <a:pt x="1" y="196"/>
                          <a:pt x="1" y="444"/>
                        </a:cubicBezTo>
                        <a:lnTo>
                          <a:pt x="1" y="529"/>
                        </a:lnTo>
                        <a:cubicBezTo>
                          <a:pt x="1" y="776"/>
                          <a:pt x="203" y="978"/>
                          <a:pt x="451" y="978"/>
                        </a:cubicBezTo>
                        <a:lnTo>
                          <a:pt x="2002" y="978"/>
                        </a:lnTo>
                        <a:cubicBezTo>
                          <a:pt x="2250" y="978"/>
                          <a:pt x="2452" y="776"/>
                          <a:pt x="2452" y="529"/>
                        </a:cubicBezTo>
                        <a:lnTo>
                          <a:pt x="2452" y="444"/>
                        </a:lnTo>
                        <a:cubicBezTo>
                          <a:pt x="2452" y="196"/>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90"/>
                  <p:cNvSpPr/>
                  <p:nvPr/>
                </p:nvSpPr>
                <p:spPr>
                  <a:xfrm>
                    <a:off x="7039546" y="2178893"/>
                    <a:ext cx="61907" cy="24717"/>
                  </a:xfrm>
                  <a:custGeom>
                    <a:rect b="b" l="l" r="r" t="t"/>
                    <a:pathLst>
                      <a:path extrusionOk="0" h="979" w="2452">
                        <a:moveTo>
                          <a:pt x="451" y="1"/>
                        </a:moveTo>
                        <a:cubicBezTo>
                          <a:pt x="203" y="1"/>
                          <a:pt x="1" y="203"/>
                          <a:pt x="1" y="450"/>
                        </a:cubicBezTo>
                        <a:lnTo>
                          <a:pt x="1" y="535"/>
                        </a:lnTo>
                        <a:cubicBezTo>
                          <a:pt x="1" y="783"/>
                          <a:pt x="203" y="978"/>
                          <a:pt x="451" y="978"/>
                        </a:cubicBezTo>
                        <a:lnTo>
                          <a:pt x="2002" y="978"/>
                        </a:lnTo>
                        <a:cubicBezTo>
                          <a:pt x="2250" y="978"/>
                          <a:pt x="2452" y="783"/>
                          <a:pt x="2452" y="535"/>
                        </a:cubicBezTo>
                        <a:lnTo>
                          <a:pt x="2452" y="450"/>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90"/>
                  <p:cNvSpPr/>
                  <p:nvPr/>
                </p:nvSpPr>
                <p:spPr>
                  <a:xfrm>
                    <a:off x="7051892" y="1972873"/>
                    <a:ext cx="32948" cy="185493"/>
                  </a:xfrm>
                  <a:custGeom>
                    <a:rect b="b" l="l" r="r" t="t"/>
                    <a:pathLst>
                      <a:path extrusionOk="0" h="7347" w="1305">
                        <a:moveTo>
                          <a:pt x="653" y="1"/>
                        </a:moveTo>
                        <a:cubicBezTo>
                          <a:pt x="294" y="1"/>
                          <a:pt x="1" y="294"/>
                          <a:pt x="1" y="653"/>
                        </a:cubicBezTo>
                        <a:lnTo>
                          <a:pt x="1" y="6694"/>
                        </a:lnTo>
                        <a:cubicBezTo>
                          <a:pt x="1" y="7053"/>
                          <a:pt x="294" y="7346"/>
                          <a:pt x="653" y="7346"/>
                        </a:cubicBezTo>
                        <a:cubicBezTo>
                          <a:pt x="1011" y="7346"/>
                          <a:pt x="1304" y="7053"/>
                          <a:pt x="1304" y="6694"/>
                        </a:cubicBezTo>
                        <a:lnTo>
                          <a:pt x="1304" y="653"/>
                        </a:lnTo>
                        <a:cubicBezTo>
                          <a:pt x="1304" y="294"/>
                          <a:pt x="1011" y="1"/>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90"/>
                  <p:cNvSpPr/>
                  <p:nvPr/>
                </p:nvSpPr>
                <p:spPr>
                  <a:xfrm>
                    <a:off x="7058810" y="2022661"/>
                    <a:ext cx="95461" cy="38124"/>
                  </a:xfrm>
                  <a:custGeom>
                    <a:rect b="b" l="l" r="r" t="t"/>
                    <a:pathLst>
                      <a:path extrusionOk="0" h="1510" w="3781">
                        <a:moveTo>
                          <a:pt x="636" y="1"/>
                        </a:moveTo>
                        <a:cubicBezTo>
                          <a:pt x="417" y="1"/>
                          <a:pt x="213" y="131"/>
                          <a:pt x="124" y="343"/>
                        </a:cubicBezTo>
                        <a:cubicBezTo>
                          <a:pt x="1" y="623"/>
                          <a:pt x="124" y="949"/>
                          <a:pt x="398" y="1072"/>
                        </a:cubicBezTo>
                        <a:cubicBezTo>
                          <a:pt x="913" y="1294"/>
                          <a:pt x="1591" y="1509"/>
                          <a:pt x="2308" y="1509"/>
                        </a:cubicBezTo>
                        <a:cubicBezTo>
                          <a:pt x="2660" y="1509"/>
                          <a:pt x="3012" y="1451"/>
                          <a:pt x="3351" y="1340"/>
                        </a:cubicBezTo>
                        <a:cubicBezTo>
                          <a:pt x="3637" y="1229"/>
                          <a:pt x="3781" y="910"/>
                          <a:pt x="3683" y="623"/>
                        </a:cubicBezTo>
                        <a:cubicBezTo>
                          <a:pt x="3599" y="391"/>
                          <a:pt x="3379" y="245"/>
                          <a:pt x="3143" y="245"/>
                        </a:cubicBezTo>
                        <a:cubicBezTo>
                          <a:pt x="3087" y="245"/>
                          <a:pt x="3029" y="253"/>
                          <a:pt x="2973" y="271"/>
                        </a:cubicBezTo>
                        <a:cubicBezTo>
                          <a:pt x="2755" y="350"/>
                          <a:pt x="2527" y="382"/>
                          <a:pt x="2298" y="382"/>
                        </a:cubicBezTo>
                        <a:cubicBezTo>
                          <a:pt x="1771" y="382"/>
                          <a:pt x="1243" y="211"/>
                          <a:pt x="848" y="43"/>
                        </a:cubicBezTo>
                        <a:cubicBezTo>
                          <a:pt x="778" y="14"/>
                          <a:pt x="706" y="1"/>
                          <a:pt x="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90"/>
                  <p:cNvSpPr/>
                  <p:nvPr/>
                </p:nvSpPr>
                <p:spPr>
                  <a:xfrm>
                    <a:off x="7050427" y="2076135"/>
                    <a:ext cx="108135" cy="37947"/>
                  </a:xfrm>
                  <a:custGeom>
                    <a:rect b="b" l="l" r="r" t="t"/>
                    <a:pathLst>
                      <a:path extrusionOk="0" h="1503" w="4283">
                        <a:moveTo>
                          <a:pt x="642" y="1"/>
                        </a:moveTo>
                        <a:cubicBezTo>
                          <a:pt x="423" y="1"/>
                          <a:pt x="218" y="131"/>
                          <a:pt x="124" y="343"/>
                        </a:cubicBezTo>
                        <a:cubicBezTo>
                          <a:pt x="0" y="623"/>
                          <a:pt x="130" y="955"/>
                          <a:pt x="411" y="1079"/>
                        </a:cubicBezTo>
                        <a:cubicBezTo>
                          <a:pt x="997" y="1346"/>
                          <a:pt x="1636" y="1490"/>
                          <a:pt x="2281" y="1503"/>
                        </a:cubicBezTo>
                        <a:cubicBezTo>
                          <a:pt x="2848" y="1503"/>
                          <a:pt x="3409" y="1366"/>
                          <a:pt x="3904" y="1099"/>
                        </a:cubicBezTo>
                        <a:cubicBezTo>
                          <a:pt x="4178" y="949"/>
                          <a:pt x="4282" y="603"/>
                          <a:pt x="4132" y="330"/>
                        </a:cubicBezTo>
                        <a:cubicBezTo>
                          <a:pt x="4030" y="143"/>
                          <a:pt x="3839" y="38"/>
                          <a:pt x="3642" y="38"/>
                        </a:cubicBezTo>
                        <a:cubicBezTo>
                          <a:pt x="3550" y="38"/>
                          <a:pt x="3457" y="61"/>
                          <a:pt x="3370" y="108"/>
                        </a:cubicBezTo>
                        <a:cubicBezTo>
                          <a:pt x="3019" y="298"/>
                          <a:pt x="2650" y="370"/>
                          <a:pt x="2291" y="370"/>
                        </a:cubicBezTo>
                        <a:cubicBezTo>
                          <a:pt x="1762" y="370"/>
                          <a:pt x="1254" y="214"/>
                          <a:pt x="854" y="43"/>
                        </a:cubicBezTo>
                        <a:cubicBezTo>
                          <a:pt x="784" y="14"/>
                          <a:pt x="712" y="1"/>
                          <a:pt x="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90"/>
                  <p:cNvSpPr/>
                  <p:nvPr/>
                </p:nvSpPr>
                <p:spPr>
                  <a:xfrm>
                    <a:off x="6988722" y="2022358"/>
                    <a:ext cx="90361" cy="37922"/>
                  </a:xfrm>
                  <a:custGeom>
                    <a:rect b="b" l="l" r="r" t="t"/>
                    <a:pathLst>
                      <a:path extrusionOk="0" h="1502" w="3579">
                        <a:moveTo>
                          <a:pt x="2935" y="0"/>
                        </a:moveTo>
                        <a:cubicBezTo>
                          <a:pt x="2854" y="0"/>
                          <a:pt x="2771" y="18"/>
                          <a:pt x="2692" y="55"/>
                        </a:cubicBezTo>
                        <a:cubicBezTo>
                          <a:pt x="2323" y="212"/>
                          <a:pt x="1818" y="373"/>
                          <a:pt x="1276" y="373"/>
                        </a:cubicBezTo>
                        <a:cubicBezTo>
                          <a:pt x="1099" y="373"/>
                          <a:pt x="918" y="356"/>
                          <a:pt x="737" y="315"/>
                        </a:cubicBezTo>
                        <a:cubicBezTo>
                          <a:pt x="697" y="307"/>
                          <a:pt x="657" y="303"/>
                          <a:pt x="617" y="303"/>
                        </a:cubicBezTo>
                        <a:cubicBezTo>
                          <a:pt x="361" y="303"/>
                          <a:pt x="127" y="480"/>
                          <a:pt x="65" y="746"/>
                        </a:cubicBezTo>
                        <a:cubicBezTo>
                          <a:pt x="0" y="1052"/>
                          <a:pt x="189" y="1352"/>
                          <a:pt x="495" y="1417"/>
                        </a:cubicBezTo>
                        <a:cubicBezTo>
                          <a:pt x="750" y="1476"/>
                          <a:pt x="1004" y="1502"/>
                          <a:pt x="1264" y="1502"/>
                        </a:cubicBezTo>
                        <a:cubicBezTo>
                          <a:pt x="1910" y="1489"/>
                          <a:pt x="2548" y="1352"/>
                          <a:pt x="3142" y="1084"/>
                        </a:cubicBezTo>
                        <a:cubicBezTo>
                          <a:pt x="3435" y="974"/>
                          <a:pt x="3578" y="628"/>
                          <a:pt x="3454" y="341"/>
                        </a:cubicBezTo>
                        <a:cubicBezTo>
                          <a:pt x="3359" y="128"/>
                          <a:pt x="3153" y="0"/>
                          <a:pt x="2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90"/>
                  <p:cNvSpPr/>
                  <p:nvPr/>
                </p:nvSpPr>
                <p:spPr>
                  <a:xfrm>
                    <a:off x="7058305" y="2132892"/>
                    <a:ext cx="95966" cy="38149"/>
                  </a:xfrm>
                  <a:custGeom>
                    <a:rect b="b" l="l" r="r" t="t"/>
                    <a:pathLst>
                      <a:path extrusionOk="0" h="1511" w="3801">
                        <a:moveTo>
                          <a:pt x="650" y="0"/>
                        </a:moveTo>
                        <a:cubicBezTo>
                          <a:pt x="429" y="0"/>
                          <a:pt x="218" y="128"/>
                          <a:pt x="125" y="343"/>
                        </a:cubicBezTo>
                        <a:cubicBezTo>
                          <a:pt x="1" y="624"/>
                          <a:pt x="138" y="956"/>
                          <a:pt x="418" y="1080"/>
                        </a:cubicBezTo>
                        <a:cubicBezTo>
                          <a:pt x="933" y="1301"/>
                          <a:pt x="1611" y="1510"/>
                          <a:pt x="2321" y="1510"/>
                        </a:cubicBezTo>
                        <a:cubicBezTo>
                          <a:pt x="2339" y="1510"/>
                          <a:pt x="2357" y="1510"/>
                          <a:pt x="2375" y="1510"/>
                        </a:cubicBezTo>
                        <a:cubicBezTo>
                          <a:pt x="2715" y="1510"/>
                          <a:pt x="3049" y="1452"/>
                          <a:pt x="3371" y="1340"/>
                        </a:cubicBezTo>
                        <a:cubicBezTo>
                          <a:pt x="3657" y="1236"/>
                          <a:pt x="3801" y="917"/>
                          <a:pt x="3703" y="630"/>
                        </a:cubicBezTo>
                        <a:cubicBezTo>
                          <a:pt x="3620" y="396"/>
                          <a:pt x="3404" y="249"/>
                          <a:pt x="3171" y="249"/>
                        </a:cubicBezTo>
                        <a:cubicBezTo>
                          <a:pt x="3112" y="249"/>
                          <a:pt x="3052" y="258"/>
                          <a:pt x="2993" y="278"/>
                        </a:cubicBezTo>
                        <a:cubicBezTo>
                          <a:pt x="2776" y="355"/>
                          <a:pt x="2549" y="386"/>
                          <a:pt x="2321" y="386"/>
                        </a:cubicBezTo>
                        <a:cubicBezTo>
                          <a:pt x="1794" y="386"/>
                          <a:pt x="1264" y="216"/>
                          <a:pt x="868" y="43"/>
                        </a:cubicBezTo>
                        <a:cubicBezTo>
                          <a:pt x="797" y="14"/>
                          <a:pt x="723" y="0"/>
                          <a:pt x="6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90"/>
                  <p:cNvSpPr/>
                  <p:nvPr/>
                </p:nvSpPr>
                <p:spPr>
                  <a:xfrm>
                    <a:off x="6988722" y="2132589"/>
                    <a:ext cx="90361" cy="38098"/>
                  </a:xfrm>
                  <a:custGeom>
                    <a:rect b="b" l="l" r="r" t="t"/>
                    <a:pathLst>
                      <a:path extrusionOk="0" h="1509" w="3579">
                        <a:moveTo>
                          <a:pt x="2935" y="1"/>
                        </a:moveTo>
                        <a:cubicBezTo>
                          <a:pt x="2854" y="1"/>
                          <a:pt x="2771" y="18"/>
                          <a:pt x="2692" y="55"/>
                        </a:cubicBezTo>
                        <a:cubicBezTo>
                          <a:pt x="2321" y="214"/>
                          <a:pt x="1812" y="379"/>
                          <a:pt x="1267" y="379"/>
                        </a:cubicBezTo>
                        <a:cubicBezTo>
                          <a:pt x="1093" y="379"/>
                          <a:pt x="915" y="362"/>
                          <a:pt x="737" y="323"/>
                        </a:cubicBezTo>
                        <a:cubicBezTo>
                          <a:pt x="697" y="314"/>
                          <a:pt x="657" y="310"/>
                          <a:pt x="617" y="310"/>
                        </a:cubicBezTo>
                        <a:cubicBezTo>
                          <a:pt x="360" y="310"/>
                          <a:pt x="122" y="487"/>
                          <a:pt x="65" y="753"/>
                        </a:cubicBezTo>
                        <a:cubicBezTo>
                          <a:pt x="0" y="1053"/>
                          <a:pt x="189" y="1359"/>
                          <a:pt x="495" y="1424"/>
                        </a:cubicBezTo>
                        <a:cubicBezTo>
                          <a:pt x="750" y="1476"/>
                          <a:pt x="1004" y="1509"/>
                          <a:pt x="1264" y="1509"/>
                        </a:cubicBezTo>
                        <a:cubicBezTo>
                          <a:pt x="1910" y="1496"/>
                          <a:pt x="2548" y="1359"/>
                          <a:pt x="3142" y="1092"/>
                        </a:cubicBezTo>
                        <a:cubicBezTo>
                          <a:pt x="3435" y="974"/>
                          <a:pt x="3578" y="636"/>
                          <a:pt x="3454" y="342"/>
                        </a:cubicBezTo>
                        <a:cubicBezTo>
                          <a:pt x="3359" y="128"/>
                          <a:pt x="3153" y="1"/>
                          <a:pt x="29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90"/>
                  <p:cNvSpPr/>
                  <p:nvPr/>
                </p:nvSpPr>
                <p:spPr>
                  <a:xfrm>
                    <a:off x="6976351" y="2075959"/>
                    <a:ext cx="110786" cy="37493"/>
                  </a:xfrm>
                  <a:custGeom>
                    <a:rect b="b" l="l" r="r" t="t"/>
                    <a:pathLst>
                      <a:path extrusionOk="0" h="1485" w="4388">
                        <a:moveTo>
                          <a:pt x="3746" y="1"/>
                        </a:moveTo>
                        <a:cubicBezTo>
                          <a:pt x="3664" y="1"/>
                          <a:pt x="3580" y="19"/>
                          <a:pt x="3501" y="56"/>
                        </a:cubicBezTo>
                        <a:cubicBezTo>
                          <a:pt x="3025" y="259"/>
                          <a:pt x="2545" y="361"/>
                          <a:pt x="2098" y="361"/>
                        </a:cubicBezTo>
                        <a:cubicBezTo>
                          <a:pt x="1713" y="361"/>
                          <a:pt x="1351" y="286"/>
                          <a:pt x="1038" y="135"/>
                        </a:cubicBezTo>
                        <a:cubicBezTo>
                          <a:pt x="956" y="101"/>
                          <a:pt x="878" y="86"/>
                          <a:pt x="804" y="86"/>
                        </a:cubicBezTo>
                        <a:cubicBezTo>
                          <a:pt x="283" y="86"/>
                          <a:pt x="0" y="849"/>
                          <a:pt x="549" y="1151"/>
                        </a:cubicBezTo>
                        <a:cubicBezTo>
                          <a:pt x="1018" y="1373"/>
                          <a:pt x="1530" y="1484"/>
                          <a:pt x="2055" y="1484"/>
                        </a:cubicBezTo>
                        <a:cubicBezTo>
                          <a:pt x="2070" y="1484"/>
                          <a:pt x="2085" y="1484"/>
                          <a:pt x="2100" y="1484"/>
                        </a:cubicBezTo>
                        <a:cubicBezTo>
                          <a:pt x="2732" y="1477"/>
                          <a:pt x="3364" y="1347"/>
                          <a:pt x="3944" y="1086"/>
                        </a:cubicBezTo>
                        <a:cubicBezTo>
                          <a:pt x="4244" y="969"/>
                          <a:pt x="4388" y="630"/>
                          <a:pt x="4257" y="337"/>
                        </a:cubicBezTo>
                        <a:cubicBezTo>
                          <a:pt x="4168" y="124"/>
                          <a:pt x="3962" y="1"/>
                          <a:pt x="37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90"/>
                  <p:cNvSpPr/>
                  <p:nvPr/>
                </p:nvSpPr>
                <p:spPr>
                  <a:xfrm>
                    <a:off x="6825321" y="2309220"/>
                    <a:ext cx="45269" cy="36053"/>
                  </a:xfrm>
                  <a:custGeom>
                    <a:rect b="b" l="l" r="r" t="t"/>
                    <a:pathLst>
                      <a:path extrusionOk="0" h="1428" w="1793">
                        <a:moveTo>
                          <a:pt x="815" y="1"/>
                        </a:moveTo>
                        <a:cubicBezTo>
                          <a:pt x="0" y="1"/>
                          <a:pt x="0" y="1428"/>
                          <a:pt x="815" y="1428"/>
                        </a:cubicBezTo>
                        <a:cubicBezTo>
                          <a:pt x="1792" y="1428"/>
                          <a:pt x="1792" y="1"/>
                          <a:pt x="8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90"/>
                  <p:cNvSpPr/>
                  <p:nvPr/>
                </p:nvSpPr>
                <p:spPr>
                  <a:xfrm>
                    <a:off x="6812697" y="2361054"/>
                    <a:ext cx="18405" cy="28883"/>
                  </a:xfrm>
                  <a:custGeom>
                    <a:rect b="b" l="l" r="r" t="t"/>
                    <a:pathLst>
                      <a:path extrusionOk="0" h="1144" w="729">
                        <a:moveTo>
                          <a:pt x="506" y="1"/>
                        </a:moveTo>
                        <a:cubicBezTo>
                          <a:pt x="409" y="1"/>
                          <a:pt x="308" y="54"/>
                          <a:pt x="285" y="157"/>
                        </a:cubicBezTo>
                        <a:cubicBezTo>
                          <a:pt x="239" y="372"/>
                          <a:pt x="57" y="581"/>
                          <a:pt x="24" y="828"/>
                        </a:cubicBezTo>
                        <a:cubicBezTo>
                          <a:pt x="0" y="1027"/>
                          <a:pt x="175" y="1143"/>
                          <a:pt x="348" y="1143"/>
                        </a:cubicBezTo>
                        <a:cubicBezTo>
                          <a:pt x="458" y="1143"/>
                          <a:pt x="568" y="1096"/>
                          <a:pt x="624" y="991"/>
                        </a:cubicBezTo>
                        <a:cubicBezTo>
                          <a:pt x="696" y="867"/>
                          <a:pt x="702" y="692"/>
                          <a:pt x="715" y="548"/>
                        </a:cubicBezTo>
                        <a:cubicBezTo>
                          <a:pt x="728" y="418"/>
                          <a:pt x="728" y="287"/>
                          <a:pt x="709" y="157"/>
                        </a:cubicBezTo>
                        <a:cubicBezTo>
                          <a:pt x="693" y="51"/>
                          <a:pt x="601" y="1"/>
                          <a:pt x="5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90"/>
                  <p:cNvSpPr/>
                  <p:nvPr/>
                </p:nvSpPr>
                <p:spPr>
                  <a:xfrm>
                    <a:off x="6832339" y="2374662"/>
                    <a:ext cx="22773" cy="27318"/>
                  </a:xfrm>
                  <a:custGeom>
                    <a:rect b="b" l="l" r="r" t="t"/>
                    <a:pathLst>
                      <a:path extrusionOk="0" h="1082" w="902">
                        <a:moveTo>
                          <a:pt x="700" y="0"/>
                        </a:moveTo>
                        <a:cubicBezTo>
                          <a:pt x="672" y="0"/>
                          <a:pt x="643" y="7"/>
                          <a:pt x="615" y="22"/>
                        </a:cubicBezTo>
                        <a:cubicBezTo>
                          <a:pt x="556" y="35"/>
                          <a:pt x="504" y="68"/>
                          <a:pt x="459" y="107"/>
                        </a:cubicBezTo>
                        <a:cubicBezTo>
                          <a:pt x="413" y="153"/>
                          <a:pt x="367" y="205"/>
                          <a:pt x="328" y="257"/>
                        </a:cubicBezTo>
                        <a:cubicBezTo>
                          <a:pt x="289" y="302"/>
                          <a:pt x="250" y="342"/>
                          <a:pt x="217" y="387"/>
                        </a:cubicBezTo>
                        <a:cubicBezTo>
                          <a:pt x="207" y="398"/>
                          <a:pt x="200" y="405"/>
                          <a:pt x="197" y="408"/>
                        </a:cubicBezTo>
                        <a:lnTo>
                          <a:pt x="197" y="408"/>
                        </a:lnTo>
                        <a:cubicBezTo>
                          <a:pt x="24" y="543"/>
                          <a:pt x="0" y="804"/>
                          <a:pt x="152" y="974"/>
                        </a:cubicBezTo>
                        <a:cubicBezTo>
                          <a:pt x="220" y="1042"/>
                          <a:pt x="326" y="1081"/>
                          <a:pt x="429" y="1081"/>
                        </a:cubicBezTo>
                        <a:cubicBezTo>
                          <a:pt x="523" y="1081"/>
                          <a:pt x="615" y="1048"/>
                          <a:pt x="674" y="974"/>
                        </a:cubicBezTo>
                        <a:cubicBezTo>
                          <a:pt x="700" y="941"/>
                          <a:pt x="719" y="915"/>
                          <a:pt x="745" y="882"/>
                        </a:cubicBezTo>
                        <a:cubicBezTo>
                          <a:pt x="765" y="856"/>
                          <a:pt x="771" y="824"/>
                          <a:pt x="784" y="798"/>
                        </a:cubicBezTo>
                        <a:cubicBezTo>
                          <a:pt x="792" y="731"/>
                          <a:pt x="795" y="698"/>
                          <a:pt x="795" y="698"/>
                        </a:cubicBezTo>
                        <a:lnTo>
                          <a:pt x="795" y="698"/>
                        </a:lnTo>
                        <a:cubicBezTo>
                          <a:pt x="795" y="698"/>
                          <a:pt x="794" y="716"/>
                          <a:pt x="791" y="752"/>
                        </a:cubicBezTo>
                        <a:cubicBezTo>
                          <a:pt x="811" y="700"/>
                          <a:pt x="824" y="648"/>
                          <a:pt x="837" y="596"/>
                        </a:cubicBezTo>
                        <a:cubicBezTo>
                          <a:pt x="850" y="531"/>
                          <a:pt x="869" y="465"/>
                          <a:pt x="882" y="400"/>
                        </a:cubicBezTo>
                        <a:cubicBezTo>
                          <a:pt x="902" y="302"/>
                          <a:pt x="895" y="211"/>
                          <a:pt x="863" y="120"/>
                        </a:cubicBezTo>
                        <a:cubicBezTo>
                          <a:pt x="839" y="45"/>
                          <a:pt x="772" y="0"/>
                          <a:pt x="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90"/>
                  <p:cNvSpPr/>
                  <p:nvPr/>
                </p:nvSpPr>
                <p:spPr>
                  <a:xfrm>
                    <a:off x="6973725" y="2516225"/>
                    <a:ext cx="61755" cy="50722"/>
                  </a:xfrm>
                  <a:custGeom>
                    <a:rect b="b" l="l" r="r" t="t"/>
                    <a:pathLst>
                      <a:path extrusionOk="0" h="2009" w="2446">
                        <a:moveTo>
                          <a:pt x="1142" y="1"/>
                        </a:moveTo>
                        <a:cubicBezTo>
                          <a:pt x="1" y="1"/>
                          <a:pt x="1" y="2008"/>
                          <a:pt x="1142" y="2008"/>
                        </a:cubicBezTo>
                        <a:cubicBezTo>
                          <a:pt x="2445" y="2008"/>
                          <a:pt x="2445" y="1"/>
                          <a:pt x="1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90"/>
                  <p:cNvSpPr/>
                  <p:nvPr/>
                </p:nvSpPr>
                <p:spPr>
                  <a:xfrm>
                    <a:off x="6998418" y="2738706"/>
                    <a:ext cx="45269" cy="34589"/>
                  </a:xfrm>
                  <a:custGeom>
                    <a:rect b="b" l="l" r="r" t="t"/>
                    <a:pathLst>
                      <a:path extrusionOk="0" h="1370" w="1793">
                        <a:moveTo>
                          <a:pt x="815" y="0"/>
                        </a:moveTo>
                        <a:cubicBezTo>
                          <a:pt x="1" y="0"/>
                          <a:pt x="1" y="1369"/>
                          <a:pt x="815" y="1369"/>
                        </a:cubicBezTo>
                        <a:cubicBezTo>
                          <a:pt x="1793" y="1369"/>
                          <a:pt x="1793" y="0"/>
                          <a:pt x="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90"/>
                  <p:cNvSpPr/>
                  <p:nvPr/>
                </p:nvSpPr>
                <p:spPr>
                  <a:xfrm>
                    <a:off x="6982007" y="2784202"/>
                    <a:ext cx="50672" cy="23127"/>
                  </a:xfrm>
                  <a:custGeom>
                    <a:rect b="b" l="l" r="r" t="t"/>
                    <a:pathLst>
                      <a:path extrusionOk="0" h="916" w="2007">
                        <a:moveTo>
                          <a:pt x="1437" y="1"/>
                        </a:moveTo>
                        <a:cubicBezTo>
                          <a:pt x="1235" y="1"/>
                          <a:pt x="1047" y="97"/>
                          <a:pt x="833" y="193"/>
                        </a:cubicBezTo>
                        <a:cubicBezTo>
                          <a:pt x="716" y="251"/>
                          <a:pt x="598" y="304"/>
                          <a:pt x="481" y="369"/>
                        </a:cubicBezTo>
                        <a:cubicBezTo>
                          <a:pt x="331" y="440"/>
                          <a:pt x="233" y="571"/>
                          <a:pt x="103" y="662"/>
                        </a:cubicBezTo>
                        <a:cubicBezTo>
                          <a:pt x="0" y="722"/>
                          <a:pt x="55" y="867"/>
                          <a:pt x="162" y="867"/>
                        </a:cubicBezTo>
                        <a:cubicBezTo>
                          <a:pt x="170" y="867"/>
                          <a:pt x="179" y="866"/>
                          <a:pt x="188" y="864"/>
                        </a:cubicBezTo>
                        <a:cubicBezTo>
                          <a:pt x="213" y="861"/>
                          <a:pt x="238" y="859"/>
                          <a:pt x="264" y="859"/>
                        </a:cubicBezTo>
                        <a:cubicBezTo>
                          <a:pt x="382" y="859"/>
                          <a:pt x="501" y="890"/>
                          <a:pt x="625" y="890"/>
                        </a:cubicBezTo>
                        <a:cubicBezTo>
                          <a:pt x="768" y="890"/>
                          <a:pt x="892" y="890"/>
                          <a:pt x="1022" y="903"/>
                        </a:cubicBezTo>
                        <a:cubicBezTo>
                          <a:pt x="1125" y="907"/>
                          <a:pt x="1223" y="915"/>
                          <a:pt x="1316" y="915"/>
                        </a:cubicBezTo>
                        <a:cubicBezTo>
                          <a:pt x="1506" y="915"/>
                          <a:pt x="1677" y="883"/>
                          <a:pt x="1830" y="721"/>
                        </a:cubicBezTo>
                        <a:cubicBezTo>
                          <a:pt x="2006" y="532"/>
                          <a:pt x="1987" y="206"/>
                          <a:pt x="1752" y="82"/>
                        </a:cubicBezTo>
                        <a:cubicBezTo>
                          <a:pt x="1640" y="24"/>
                          <a:pt x="1537" y="1"/>
                          <a:pt x="1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0"/>
                  <p:cNvSpPr/>
                  <p:nvPr/>
                </p:nvSpPr>
                <p:spPr>
                  <a:xfrm>
                    <a:off x="7130235"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90"/>
                  <p:cNvSpPr/>
                  <p:nvPr/>
                </p:nvSpPr>
                <p:spPr>
                  <a:xfrm>
                    <a:off x="7135663" y="2349212"/>
                    <a:ext cx="41810" cy="35877"/>
                  </a:xfrm>
                  <a:custGeom>
                    <a:rect b="b" l="l" r="r" t="t"/>
                    <a:pathLst>
                      <a:path extrusionOk="0" h="1421" w="1656">
                        <a:moveTo>
                          <a:pt x="711" y="0"/>
                        </a:moveTo>
                        <a:cubicBezTo>
                          <a:pt x="320" y="0"/>
                          <a:pt x="0" y="320"/>
                          <a:pt x="0" y="711"/>
                        </a:cubicBezTo>
                        <a:cubicBezTo>
                          <a:pt x="0" y="1139"/>
                          <a:pt x="349" y="1420"/>
                          <a:pt x="715" y="1420"/>
                        </a:cubicBezTo>
                        <a:cubicBezTo>
                          <a:pt x="889" y="1420"/>
                          <a:pt x="1067" y="1356"/>
                          <a:pt x="1213" y="1213"/>
                        </a:cubicBezTo>
                        <a:cubicBezTo>
                          <a:pt x="1656" y="763"/>
                          <a:pt x="1343"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90"/>
                  <p:cNvSpPr/>
                  <p:nvPr/>
                </p:nvSpPr>
                <p:spPr>
                  <a:xfrm>
                    <a:off x="7110971" y="2349212"/>
                    <a:ext cx="41835" cy="35877"/>
                  </a:xfrm>
                  <a:custGeom>
                    <a:rect b="b" l="l" r="r" t="t"/>
                    <a:pathLst>
                      <a:path extrusionOk="0" h="1421" w="1657">
                        <a:moveTo>
                          <a:pt x="705" y="0"/>
                        </a:moveTo>
                        <a:cubicBezTo>
                          <a:pt x="320" y="0"/>
                          <a:pt x="1" y="320"/>
                          <a:pt x="1" y="711"/>
                        </a:cubicBezTo>
                        <a:cubicBezTo>
                          <a:pt x="1" y="1139"/>
                          <a:pt x="350" y="1420"/>
                          <a:pt x="713" y="1420"/>
                        </a:cubicBezTo>
                        <a:cubicBezTo>
                          <a:pt x="886" y="1420"/>
                          <a:pt x="1063" y="1356"/>
                          <a:pt x="1206" y="1213"/>
                        </a:cubicBezTo>
                        <a:cubicBezTo>
                          <a:pt x="1656" y="763"/>
                          <a:pt x="1337" y="0"/>
                          <a:pt x="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90"/>
                  <p:cNvSpPr/>
                  <p:nvPr/>
                </p:nvSpPr>
                <p:spPr>
                  <a:xfrm>
                    <a:off x="7135663" y="2464720"/>
                    <a:ext cx="41810" cy="35776"/>
                  </a:xfrm>
                  <a:custGeom>
                    <a:rect b="b" l="l" r="r" t="t"/>
                    <a:pathLst>
                      <a:path extrusionOk="0" h="1417" w="1656">
                        <a:moveTo>
                          <a:pt x="711" y="1"/>
                        </a:moveTo>
                        <a:cubicBezTo>
                          <a:pt x="320" y="1"/>
                          <a:pt x="0" y="314"/>
                          <a:pt x="0" y="705"/>
                        </a:cubicBezTo>
                        <a:cubicBezTo>
                          <a:pt x="0" y="1132"/>
                          <a:pt x="349" y="1417"/>
                          <a:pt x="714" y="1417"/>
                        </a:cubicBezTo>
                        <a:cubicBezTo>
                          <a:pt x="889" y="1417"/>
                          <a:pt x="1067" y="1352"/>
                          <a:pt x="1213" y="1206"/>
                        </a:cubicBezTo>
                        <a:cubicBezTo>
                          <a:pt x="1656" y="763"/>
                          <a:pt x="1343" y="1"/>
                          <a:pt x="7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90"/>
                  <p:cNvSpPr/>
                  <p:nvPr/>
                </p:nvSpPr>
                <p:spPr>
                  <a:xfrm>
                    <a:off x="7110971" y="2464720"/>
                    <a:ext cx="41835" cy="35776"/>
                  </a:xfrm>
                  <a:custGeom>
                    <a:rect b="b" l="l" r="r" t="t"/>
                    <a:pathLst>
                      <a:path extrusionOk="0" h="1417" w="1657">
                        <a:moveTo>
                          <a:pt x="705" y="1"/>
                        </a:moveTo>
                        <a:cubicBezTo>
                          <a:pt x="320" y="1"/>
                          <a:pt x="1" y="314"/>
                          <a:pt x="1" y="705"/>
                        </a:cubicBezTo>
                        <a:cubicBezTo>
                          <a:pt x="1" y="1132"/>
                          <a:pt x="350" y="1417"/>
                          <a:pt x="713" y="1417"/>
                        </a:cubicBezTo>
                        <a:cubicBezTo>
                          <a:pt x="886" y="1417"/>
                          <a:pt x="1063" y="1352"/>
                          <a:pt x="1206" y="1206"/>
                        </a:cubicBezTo>
                        <a:cubicBezTo>
                          <a:pt x="1656" y="763"/>
                          <a:pt x="1337" y="1"/>
                          <a:pt x="7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90"/>
                  <p:cNvSpPr/>
                  <p:nvPr/>
                </p:nvSpPr>
                <p:spPr>
                  <a:xfrm>
                    <a:off x="7108673" y="2594568"/>
                    <a:ext cx="30474" cy="104499"/>
                  </a:xfrm>
                  <a:custGeom>
                    <a:rect b="b" l="l" r="r" t="t"/>
                    <a:pathLst>
                      <a:path extrusionOk="0" h="4139" w="1207">
                        <a:moveTo>
                          <a:pt x="398" y="0"/>
                        </a:moveTo>
                        <a:lnTo>
                          <a:pt x="0" y="4060"/>
                        </a:lnTo>
                        <a:lnTo>
                          <a:pt x="815" y="4139"/>
                        </a:lnTo>
                        <a:lnTo>
                          <a:pt x="1206" y="78"/>
                        </a:lnTo>
                        <a:lnTo>
                          <a:pt x="3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90"/>
                  <p:cNvSpPr/>
                  <p:nvPr/>
                </p:nvSpPr>
                <p:spPr>
                  <a:xfrm>
                    <a:off x="7122913" y="2577349"/>
                    <a:ext cx="38098" cy="31938"/>
                  </a:xfrm>
                  <a:custGeom>
                    <a:rect b="b" l="l" r="r" t="t"/>
                    <a:pathLst>
                      <a:path extrusionOk="0" h="1265" w="1509">
                        <a:moveTo>
                          <a:pt x="662" y="0"/>
                        </a:moveTo>
                        <a:cubicBezTo>
                          <a:pt x="341" y="0"/>
                          <a:pt x="73" y="243"/>
                          <a:pt x="42" y="571"/>
                        </a:cubicBezTo>
                        <a:cubicBezTo>
                          <a:pt x="0" y="973"/>
                          <a:pt x="324" y="1265"/>
                          <a:pt x="672" y="1265"/>
                        </a:cubicBezTo>
                        <a:cubicBezTo>
                          <a:pt x="809" y="1265"/>
                          <a:pt x="949" y="1220"/>
                          <a:pt x="1072" y="1119"/>
                        </a:cubicBezTo>
                        <a:cubicBezTo>
                          <a:pt x="1509" y="760"/>
                          <a:pt x="1294" y="56"/>
                          <a:pt x="733" y="4"/>
                        </a:cubicBezTo>
                        <a:cubicBezTo>
                          <a:pt x="709" y="2"/>
                          <a:pt x="686" y="0"/>
                          <a:pt x="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90"/>
                  <p:cNvSpPr/>
                  <p:nvPr/>
                </p:nvSpPr>
                <p:spPr>
                  <a:xfrm>
                    <a:off x="7100821" y="2575077"/>
                    <a:ext cx="38149" cy="32090"/>
                  </a:xfrm>
                  <a:custGeom>
                    <a:rect b="b" l="l" r="r" t="t"/>
                    <a:pathLst>
                      <a:path extrusionOk="0" h="1271" w="1511">
                        <a:moveTo>
                          <a:pt x="669" y="0"/>
                        </a:moveTo>
                        <a:cubicBezTo>
                          <a:pt x="348" y="0"/>
                          <a:pt x="68" y="245"/>
                          <a:pt x="38" y="576"/>
                        </a:cubicBezTo>
                        <a:cubicBezTo>
                          <a:pt x="0" y="979"/>
                          <a:pt x="325" y="1270"/>
                          <a:pt x="673" y="1270"/>
                        </a:cubicBezTo>
                        <a:cubicBezTo>
                          <a:pt x="810" y="1270"/>
                          <a:pt x="951" y="1225"/>
                          <a:pt x="1074" y="1124"/>
                        </a:cubicBezTo>
                        <a:cubicBezTo>
                          <a:pt x="1511" y="766"/>
                          <a:pt x="1296" y="62"/>
                          <a:pt x="728" y="3"/>
                        </a:cubicBezTo>
                        <a:cubicBezTo>
                          <a:pt x="708" y="1"/>
                          <a:pt x="689"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90"/>
                  <p:cNvSpPr/>
                  <p:nvPr/>
                </p:nvSpPr>
                <p:spPr>
                  <a:xfrm>
                    <a:off x="7112864" y="2680182"/>
                    <a:ext cx="38124" cy="31963"/>
                  </a:xfrm>
                  <a:custGeom>
                    <a:rect b="b" l="l" r="r" t="t"/>
                    <a:pathLst>
                      <a:path extrusionOk="0" h="1266" w="1510">
                        <a:moveTo>
                          <a:pt x="662" y="1"/>
                        </a:moveTo>
                        <a:cubicBezTo>
                          <a:pt x="341" y="1"/>
                          <a:pt x="73" y="244"/>
                          <a:pt x="43" y="572"/>
                        </a:cubicBezTo>
                        <a:cubicBezTo>
                          <a:pt x="1" y="974"/>
                          <a:pt x="325" y="1265"/>
                          <a:pt x="672" y="1265"/>
                        </a:cubicBezTo>
                        <a:cubicBezTo>
                          <a:pt x="809" y="1265"/>
                          <a:pt x="949" y="1220"/>
                          <a:pt x="1073" y="1119"/>
                        </a:cubicBezTo>
                        <a:cubicBezTo>
                          <a:pt x="1509" y="761"/>
                          <a:pt x="1294" y="57"/>
                          <a:pt x="734" y="5"/>
                        </a:cubicBezTo>
                        <a:cubicBezTo>
                          <a:pt x="710" y="2"/>
                          <a:pt x="686" y="1"/>
                          <a:pt x="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90"/>
                  <p:cNvSpPr/>
                  <p:nvPr/>
                </p:nvSpPr>
                <p:spPr>
                  <a:xfrm>
                    <a:off x="7090823" y="2678086"/>
                    <a:ext cx="38124" cy="32090"/>
                  </a:xfrm>
                  <a:custGeom>
                    <a:rect b="b" l="l" r="r" t="t"/>
                    <a:pathLst>
                      <a:path extrusionOk="0" h="1271" w="1510">
                        <a:moveTo>
                          <a:pt x="673" y="0"/>
                        </a:moveTo>
                        <a:cubicBezTo>
                          <a:pt x="347" y="0"/>
                          <a:pt x="73" y="245"/>
                          <a:pt x="43" y="576"/>
                        </a:cubicBezTo>
                        <a:cubicBezTo>
                          <a:pt x="0" y="979"/>
                          <a:pt x="324" y="1270"/>
                          <a:pt x="672" y="1270"/>
                        </a:cubicBezTo>
                        <a:cubicBezTo>
                          <a:pt x="809" y="1270"/>
                          <a:pt x="949" y="1225"/>
                          <a:pt x="1072" y="1124"/>
                        </a:cubicBezTo>
                        <a:cubicBezTo>
                          <a:pt x="1509" y="765"/>
                          <a:pt x="1294" y="55"/>
                          <a:pt x="733" y="3"/>
                        </a:cubicBezTo>
                        <a:cubicBezTo>
                          <a:pt x="713" y="1"/>
                          <a:pt x="693" y="0"/>
                          <a:pt x="6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90"/>
                  <p:cNvSpPr/>
                  <p:nvPr/>
                </p:nvSpPr>
                <p:spPr>
                  <a:xfrm>
                    <a:off x="7234886" y="2178085"/>
                    <a:ext cx="55974" cy="109448"/>
                  </a:xfrm>
                  <a:custGeom>
                    <a:rect b="b" l="l" r="r" t="t"/>
                    <a:pathLst>
                      <a:path extrusionOk="0" h="4335" w="2217">
                        <a:moveTo>
                          <a:pt x="900" y="0"/>
                        </a:moveTo>
                        <a:lnTo>
                          <a:pt x="0" y="293"/>
                        </a:lnTo>
                        <a:lnTo>
                          <a:pt x="1317" y="4334"/>
                        </a:lnTo>
                        <a:lnTo>
                          <a:pt x="2216" y="4041"/>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90"/>
                  <p:cNvSpPr/>
                  <p:nvPr/>
                </p:nvSpPr>
                <p:spPr>
                  <a:xfrm>
                    <a:off x="7235214" y="2156120"/>
                    <a:ext cx="40775" cy="34463"/>
                  </a:xfrm>
                  <a:custGeom>
                    <a:rect b="b" l="l" r="r" t="t"/>
                    <a:pathLst>
                      <a:path extrusionOk="0" h="1365" w="1615">
                        <a:moveTo>
                          <a:pt x="774" y="0"/>
                        </a:moveTo>
                        <a:cubicBezTo>
                          <a:pt x="703" y="0"/>
                          <a:pt x="629" y="12"/>
                          <a:pt x="554" y="36"/>
                        </a:cubicBezTo>
                        <a:cubicBezTo>
                          <a:pt x="196" y="153"/>
                          <a:pt x="0" y="538"/>
                          <a:pt x="118" y="896"/>
                        </a:cubicBezTo>
                        <a:cubicBezTo>
                          <a:pt x="219" y="1203"/>
                          <a:pt x="493" y="1364"/>
                          <a:pt x="769" y="1364"/>
                        </a:cubicBezTo>
                        <a:cubicBezTo>
                          <a:pt x="1008" y="1364"/>
                          <a:pt x="1248" y="1242"/>
                          <a:pt x="1376" y="987"/>
                        </a:cubicBezTo>
                        <a:cubicBezTo>
                          <a:pt x="1614" y="516"/>
                          <a:pt x="1254" y="0"/>
                          <a:pt x="7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90"/>
                  <p:cNvSpPr/>
                  <p:nvPr/>
                </p:nvSpPr>
                <p:spPr>
                  <a:xfrm>
                    <a:off x="7212668" y="2163517"/>
                    <a:ext cx="40749" cy="34488"/>
                  </a:xfrm>
                  <a:custGeom>
                    <a:rect b="b" l="l" r="r" t="t"/>
                    <a:pathLst>
                      <a:path extrusionOk="0" h="1366" w="1614">
                        <a:moveTo>
                          <a:pt x="770" y="1"/>
                        </a:moveTo>
                        <a:cubicBezTo>
                          <a:pt x="700" y="1"/>
                          <a:pt x="628" y="12"/>
                          <a:pt x="554" y="36"/>
                        </a:cubicBezTo>
                        <a:cubicBezTo>
                          <a:pt x="196" y="154"/>
                          <a:pt x="0" y="538"/>
                          <a:pt x="118" y="897"/>
                        </a:cubicBezTo>
                        <a:cubicBezTo>
                          <a:pt x="216" y="1204"/>
                          <a:pt x="490" y="1366"/>
                          <a:pt x="765" y="1366"/>
                        </a:cubicBezTo>
                        <a:cubicBezTo>
                          <a:pt x="1003" y="1366"/>
                          <a:pt x="1242" y="1245"/>
                          <a:pt x="1369" y="994"/>
                        </a:cubicBezTo>
                        <a:cubicBezTo>
                          <a:pt x="1614" y="522"/>
                          <a:pt x="1248" y="1"/>
                          <a:pt x="7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90"/>
                  <p:cNvSpPr/>
                  <p:nvPr/>
                </p:nvSpPr>
                <p:spPr>
                  <a:xfrm>
                    <a:off x="7269778" y="2261932"/>
                    <a:ext cx="40749" cy="34362"/>
                  </a:xfrm>
                  <a:custGeom>
                    <a:rect b="b" l="l" r="r" t="t"/>
                    <a:pathLst>
                      <a:path extrusionOk="0" h="1361" w="1614">
                        <a:moveTo>
                          <a:pt x="773" y="0"/>
                        </a:moveTo>
                        <a:cubicBezTo>
                          <a:pt x="702" y="0"/>
                          <a:pt x="629" y="11"/>
                          <a:pt x="554" y="36"/>
                        </a:cubicBezTo>
                        <a:cubicBezTo>
                          <a:pt x="196" y="146"/>
                          <a:pt x="0" y="531"/>
                          <a:pt x="117" y="889"/>
                        </a:cubicBezTo>
                        <a:cubicBezTo>
                          <a:pt x="218" y="1200"/>
                          <a:pt x="493" y="1361"/>
                          <a:pt x="768" y="1361"/>
                        </a:cubicBezTo>
                        <a:cubicBezTo>
                          <a:pt x="1008" y="1361"/>
                          <a:pt x="1248" y="1239"/>
                          <a:pt x="1375" y="987"/>
                        </a:cubicBezTo>
                        <a:cubicBezTo>
                          <a:pt x="1614" y="516"/>
                          <a:pt x="1254" y="0"/>
                          <a:pt x="7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90"/>
                  <p:cNvSpPr/>
                  <p:nvPr/>
                </p:nvSpPr>
                <p:spPr>
                  <a:xfrm>
                    <a:off x="7247055" y="2269178"/>
                    <a:ext cx="40775" cy="34539"/>
                  </a:xfrm>
                  <a:custGeom>
                    <a:rect b="b" l="l" r="r" t="t"/>
                    <a:pathLst>
                      <a:path extrusionOk="0" h="1368" w="1615">
                        <a:moveTo>
                          <a:pt x="772" y="0"/>
                        </a:moveTo>
                        <a:cubicBezTo>
                          <a:pt x="702" y="0"/>
                          <a:pt x="629" y="11"/>
                          <a:pt x="555" y="35"/>
                        </a:cubicBezTo>
                        <a:cubicBezTo>
                          <a:pt x="196" y="153"/>
                          <a:pt x="1" y="537"/>
                          <a:pt x="118" y="896"/>
                        </a:cubicBezTo>
                        <a:cubicBezTo>
                          <a:pt x="219" y="1206"/>
                          <a:pt x="493" y="1367"/>
                          <a:pt x="769" y="1367"/>
                        </a:cubicBezTo>
                        <a:cubicBezTo>
                          <a:pt x="1008" y="1367"/>
                          <a:pt x="1249" y="1245"/>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90"/>
                  <p:cNvSpPr/>
                  <p:nvPr/>
                </p:nvSpPr>
                <p:spPr>
                  <a:xfrm>
                    <a:off x="7177119" y="2021601"/>
                    <a:ext cx="55974" cy="109271"/>
                  </a:xfrm>
                  <a:custGeom>
                    <a:rect b="b" l="l" r="r" t="t"/>
                    <a:pathLst>
                      <a:path extrusionOk="0" h="4328" w="2217">
                        <a:moveTo>
                          <a:pt x="900" y="0"/>
                        </a:moveTo>
                        <a:lnTo>
                          <a:pt x="1" y="287"/>
                        </a:lnTo>
                        <a:lnTo>
                          <a:pt x="1324" y="4328"/>
                        </a:lnTo>
                        <a:lnTo>
                          <a:pt x="2217" y="4034"/>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90"/>
                  <p:cNvSpPr/>
                  <p:nvPr/>
                </p:nvSpPr>
                <p:spPr>
                  <a:xfrm>
                    <a:off x="7177624" y="1999459"/>
                    <a:ext cx="40749" cy="34387"/>
                  </a:xfrm>
                  <a:custGeom>
                    <a:rect b="b" l="l" r="r" t="t"/>
                    <a:pathLst>
                      <a:path extrusionOk="0" h="1362" w="1614">
                        <a:moveTo>
                          <a:pt x="772" y="1"/>
                        </a:moveTo>
                        <a:cubicBezTo>
                          <a:pt x="701" y="1"/>
                          <a:pt x="628" y="12"/>
                          <a:pt x="554" y="36"/>
                        </a:cubicBezTo>
                        <a:cubicBezTo>
                          <a:pt x="196" y="147"/>
                          <a:pt x="0" y="538"/>
                          <a:pt x="118" y="897"/>
                        </a:cubicBezTo>
                        <a:cubicBezTo>
                          <a:pt x="218" y="1203"/>
                          <a:pt x="490" y="1362"/>
                          <a:pt x="763" y="1362"/>
                        </a:cubicBezTo>
                        <a:cubicBezTo>
                          <a:pt x="1002" y="1362"/>
                          <a:pt x="1241" y="1240"/>
                          <a:pt x="1369" y="988"/>
                        </a:cubicBezTo>
                        <a:cubicBezTo>
                          <a:pt x="1613" y="516"/>
                          <a:pt x="1249" y="1"/>
                          <a:pt x="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90"/>
                  <p:cNvSpPr/>
                  <p:nvPr/>
                </p:nvSpPr>
                <p:spPr>
                  <a:xfrm>
                    <a:off x="7154902" y="2006882"/>
                    <a:ext cx="40775" cy="34463"/>
                  </a:xfrm>
                  <a:custGeom>
                    <a:rect b="b" l="l" r="r" t="t"/>
                    <a:pathLst>
                      <a:path extrusionOk="0" h="1365" w="1615">
                        <a:moveTo>
                          <a:pt x="772" y="0"/>
                        </a:moveTo>
                        <a:cubicBezTo>
                          <a:pt x="702" y="0"/>
                          <a:pt x="629" y="11"/>
                          <a:pt x="555" y="36"/>
                        </a:cubicBezTo>
                        <a:cubicBezTo>
                          <a:pt x="196" y="153"/>
                          <a:pt x="1" y="537"/>
                          <a:pt x="118" y="896"/>
                        </a:cubicBezTo>
                        <a:cubicBezTo>
                          <a:pt x="220" y="1204"/>
                          <a:pt x="495" y="1365"/>
                          <a:pt x="771" y="1365"/>
                        </a:cubicBezTo>
                        <a:cubicBezTo>
                          <a:pt x="1010" y="1365"/>
                          <a:pt x="1249" y="1244"/>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90"/>
                  <p:cNvSpPr/>
                  <p:nvPr/>
                </p:nvSpPr>
                <p:spPr>
                  <a:xfrm>
                    <a:off x="7212163" y="2105271"/>
                    <a:ext cx="40623" cy="34488"/>
                  </a:xfrm>
                  <a:custGeom>
                    <a:rect b="b" l="l" r="r" t="t"/>
                    <a:pathLst>
                      <a:path extrusionOk="0" h="1366" w="1609">
                        <a:moveTo>
                          <a:pt x="772" y="0"/>
                        </a:moveTo>
                        <a:cubicBezTo>
                          <a:pt x="702" y="0"/>
                          <a:pt x="629" y="12"/>
                          <a:pt x="555" y="36"/>
                        </a:cubicBezTo>
                        <a:cubicBezTo>
                          <a:pt x="196" y="153"/>
                          <a:pt x="1" y="538"/>
                          <a:pt x="118" y="896"/>
                        </a:cubicBezTo>
                        <a:cubicBezTo>
                          <a:pt x="216" y="1204"/>
                          <a:pt x="490" y="1365"/>
                          <a:pt x="766" y="1365"/>
                        </a:cubicBezTo>
                        <a:cubicBezTo>
                          <a:pt x="1004" y="1365"/>
                          <a:pt x="1243" y="1245"/>
                          <a:pt x="1370" y="994"/>
                        </a:cubicBezTo>
                        <a:cubicBezTo>
                          <a:pt x="1608" y="517"/>
                          <a:pt x="1248"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90"/>
                  <p:cNvSpPr/>
                  <p:nvPr/>
                </p:nvSpPr>
                <p:spPr>
                  <a:xfrm>
                    <a:off x="7189465" y="2112517"/>
                    <a:ext cx="40749" cy="34539"/>
                  </a:xfrm>
                  <a:custGeom>
                    <a:rect b="b" l="l" r="r" t="t"/>
                    <a:pathLst>
                      <a:path extrusionOk="0" h="1368" w="1614">
                        <a:moveTo>
                          <a:pt x="770" y="0"/>
                        </a:moveTo>
                        <a:cubicBezTo>
                          <a:pt x="700" y="0"/>
                          <a:pt x="628" y="12"/>
                          <a:pt x="554" y="36"/>
                        </a:cubicBezTo>
                        <a:cubicBezTo>
                          <a:pt x="196" y="153"/>
                          <a:pt x="0" y="538"/>
                          <a:pt x="118" y="896"/>
                        </a:cubicBezTo>
                        <a:cubicBezTo>
                          <a:pt x="219" y="1206"/>
                          <a:pt x="491" y="1367"/>
                          <a:pt x="765" y="1367"/>
                        </a:cubicBezTo>
                        <a:cubicBezTo>
                          <a:pt x="1003" y="1367"/>
                          <a:pt x="1242" y="1246"/>
                          <a:pt x="1369" y="994"/>
                        </a:cubicBezTo>
                        <a:cubicBezTo>
                          <a:pt x="1614" y="522"/>
                          <a:pt x="1248"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90"/>
                  <p:cNvSpPr/>
                  <p:nvPr/>
                </p:nvSpPr>
                <p:spPr>
                  <a:xfrm>
                    <a:off x="7270434" y="2309220"/>
                    <a:ext cx="45269" cy="36053"/>
                  </a:xfrm>
                  <a:custGeom>
                    <a:rect b="b" l="l" r="r" t="t"/>
                    <a:pathLst>
                      <a:path extrusionOk="0" h="1428" w="1793">
                        <a:moveTo>
                          <a:pt x="978" y="1"/>
                        </a:moveTo>
                        <a:cubicBezTo>
                          <a:pt x="0" y="1"/>
                          <a:pt x="0" y="1428"/>
                          <a:pt x="978" y="1428"/>
                        </a:cubicBezTo>
                        <a:cubicBezTo>
                          <a:pt x="1792" y="1428"/>
                          <a:pt x="1792" y="1"/>
                          <a:pt x="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90"/>
                  <p:cNvSpPr/>
                  <p:nvPr/>
                </p:nvSpPr>
                <p:spPr>
                  <a:xfrm>
                    <a:off x="7309921" y="2361054"/>
                    <a:ext cx="18229" cy="28883"/>
                  </a:xfrm>
                  <a:custGeom>
                    <a:rect b="b" l="l" r="r" t="t"/>
                    <a:pathLst>
                      <a:path extrusionOk="0" h="1144" w="722">
                        <a:moveTo>
                          <a:pt x="222" y="1"/>
                        </a:moveTo>
                        <a:cubicBezTo>
                          <a:pt x="128" y="1"/>
                          <a:pt x="36" y="51"/>
                          <a:pt x="20" y="157"/>
                        </a:cubicBezTo>
                        <a:cubicBezTo>
                          <a:pt x="0" y="287"/>
                          <a:pt x="0" y="418"/>
                          <a:pt x="13" y="548"/>
                        </a:cubicBezTo>
                        <a:cubicBezTo>
                          <a:pt x="26" y="692"/>
                          <a:pt x="33" y="867"/>
                          <a:pt x="105" y="991"/>
                        </a:cubicBezTo>
                        <a:cubicBezTo>
                          <a:pt x="161" y="1096"/>
                          <a:pt x="269" y="1143"/>
                          <a:pt x="379" y="1143"/>
                        </a:cubicBezTo>
                        <a:cubicBezTo>
                          <a:pt x="549" y="1143"/>
                          <a:pt x="722" y="1027"/>
                          <a:pt x="698" y="828"/>
                        </a:cubicBezTo>
                        <a:cubicBezTo>
                          <a:pt x="672" y="581"/>
                          <a:pt x="489" y="372"/>
                          <a:pt x="437" y="157"/>
                        </a:cubicBezTo>
                        <a:cubicBezTo>
                          <a:pt x="417" y="54"/>
                          <a:pt x="318"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90"/>
                  <p:cNvSpPr/>
                  <p:nvPr/>
                </p:nvSpPr>
                <p:spPr>
                  <a:xfrm>
                    <a:off x="7285886" y="2374662"/>
                    <a:ext cx="22420" cy="27318"/>
                  </a:xfrm>
                  <a:custGeom>
                    <a:rect b="b" l="l" r="r" t="t"/>
                    <a:pathLst>
                      <a:path extrusionOk="0" h="1082" w="888">
                        <a:moveTo>
                          <a:pt x="200" y="0"/>
                        </a:moveTo>
                        <a:cubicBezTo>
                          <a:pt x="130" y="0"/>
                          <a:pt x="63" y="45"/>
                          <a:pt x="40" y="120"/>
                        </a:cubicBezTo>
                        <a:cubicBezTo>
                          <a:pt x="7" y="211"/>
                          <a:pt x="1" y="302"/>
                          <a:pt x="14" y="400"/>
                        </a:cubicBezTo>
                        <a:cubicBezTo>
                          <a:pt x="33" y="465"/>
                          <a:pt x="46" y="531"/>
                          <a:pt x="66" y="596"/>
                        </a:cubicBezTo>
                        <a:cubicBezTo>
                          <a:pt x="79" y="648"/>
                          <a:pt x="92" y="700"/>
                          <a:pt x="112" y="752"/>
                        </a:cubicBezTo>
                        <a:cubicBezTo>
                          <a:pt x="109" y="716"/>
                          <a:pt x="107" y="698"/>
                          <a:pt x="107" y="698"/>
                        </a:cubicBezTo>
                        <a:lnTo>
                          <a:pt x="107" y="698"/>
                        </a:lnTo>
                        <a:cubicBezTo>
                          <a:pt x="107" y="698"/>
                          <a:pt x="111" y="731"/>
                          <a:pt x="118" y="798"/>
                        </a:cubicBezTo>
                        <a:lnTo>
                          <a:pt x="157" y="882"/>
                        </a:lnTo>
                        <a:cubicBezTo>
                          <a:pt x="177" y="915"/>
                          <a:pt x="203" y="941"/>
                          <a:pt x="229" y="974"/>
                        </a:cubicBezTo>
                        <a:cubicBezTo>
                          <a:pt x="288" y="1048"/>
                          <a:pt x="380" y="1081"/>
                          <a:pt x="473" y="1081"/>
                        </a:cubicBezTo>
                        <a:cubicBezTo>
                          <a:pt x="575" y="1081"/>
                          <a:pt x="679" y="1042"/>
                          <a:pt x="744" y="974"/>
                        </a:cubicBezTo>
                        <a:cubicBezTo>
                          <a:pt x="861" y="856"/>
                          <a:pt x="887" y="674"/>
                          <a:pt x="802" y="531"/>
                        </a:cubicBezTo>
                        <a:cubicBezTo>
                          <a:pt x="777" y="480"/>
                          <a:pt x="744" y="437"/>
                          <a:pt x="700" y="406"/>
                        </a:cubicBezTo>
                        <a:lnTo>
                          <a:pt x="700" y="406"/>
                        </a:lnTo>
                        <a:cubicBezTo>
                          <a:pt x="701" y="404"/>
                          <a:pt x="696" y="398"/>
                          <a:pt x="685" y="387"/>
                        </a:cubicBezTo>
                        <a:cubicBezTo>
                          <a:pt x="646" y="342"/>
                          <a:pt x="607" y="302"/>
                          <a:pt x="574" y="257"/>
                        </a:cubicBezTo>
                        <a:cubicBezTo>
                          <a:pt x="535" y="205"/>
                          <a:pt x="490" y="153"/>
                          <a:pt x="437" y="107"/>
                        </a:cubicBezTo>
                        <a:cubicBezTo>
                          <a:pt x="392" y="68"/>
                          <a:pt x="340" y="35"/>
                          <a:pt x="281" y="22"/>
                        </a:cubicBezTo>
                        <a:cubicBezTo>
                          <a:pt x="255" y="7"/>
                          <a:pt x="227" y="0"/>
                          <a:pt x="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90"/>
                  <p:cNvSpPr/>
                  <p:nvPr/>
                </p:nvSpPr>
                <p:spPr>
                  <a:xfrm>
                    <a:off x="7105543" y="2516225"/>
                    <a:ext cx="61730" cy="50722"/>
                  </a:xfrm>
                  <a:custGeom>
                    <a:rect b="b" l="l" r="r" t="t"/>
                    <a:pathLst>
                      <a:path extrusionOk="0" h="2009" w="2445">
                        <a:moveTo>
                          <a:pt x="1304" y="1"/>
                        </a:moveTo>
                        <a:cubicBezTo>
                          <a:pt x="1" y="1"/>
                          <a:pt x="1" y="2008"/>
                          <a:pt x="1304" y="2008"/>
                        </a:cubicBezTo>
                        <a:cubicBezTo>
                          <a:pt x="2445" y="2008"/>
                          <a:pt x="2445" y="1"/>
                          <a:pt x="13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90"/>
                  <p:cNvSpPr/>
                  <p:nvPr/>
                </p:nvSpPr>
                <p:spPr>
                  <a:xfrm>
                    <a:off x="7097160" y="2738706"/>
                    <a:ext cx="45420" cy="34589"/>
                  </a:xfrm>
                  <a:custGeom>
                    <a:rect b="b" l="l" r="r" t="t"/>
                    <a:pathLst>
                      <a:path extrusionOk="0" h="1370" w="1799">
                        <a:moveTo>
                          <a:pt x="984" y="0"/>
                        </a:moveTo>
                        <a:cubicBezTo>
                          <a:pt x="0" y="0"/>
                          <a:pt x="0" y="1369"/>
                          <a:pt x="984" y="1369"/>
                        </a:cubicBezTo>
                        <a:cubicBezTo>
                          <a:pt x="1799" y="1369"/>
                          <a:pt x="1799" y="0"/>
                          <a:pt x="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90"/>
                  <p:cNvSpPr/>
                  <p:nvPr/>
                </p:nvSpPr>
                <p:spPr>
                  <a:xfrm>
                    <a:off x="7108345" y="2784202"/>
                    <a:ext cx="50520" cy="23127"/>
                  </a:xfrm>
                  <a:custGeom>
                    <a:rect b="b" l="l" r="r" t="t"/>
                    <a:pathLst>
                      <a:path extrusionOk="0" h="916" w="2001">
                        <a:moveTo>
                          <a:pt x="566" y="1"/>
                        </a:moveTo>
                        <a:cubicBezTo>
                          <a:pt x="467" y="1"/>
                          <a:pt x="364" y="24"/>
                          <a:pt x="255" y="82"/>
                        </a:cubicBezTo>
                        <a:cubicBezTo>
                          <a:pt x="13" y="206"/>
                          <a:pt x="0" y="532"/>
                          <a:pt x="170" y="721"/>
                        </a:cubicBezTo>
                        <a:cubicBezTo>
                          <a:pt x="327" y="883"/>
                          <a:pt x="500" y="915"/>
                          <a:pt x="689" y="915"/>
                        </a:cubicBezTo>
                        <a:cubicBezTo>
                          <a:pt x="781" y="915"/>
                          <a:pt x="877" y="907"/>
                          <a:pt x="978" y="903"/>
                        </a:cubicBezTo>
                        <a:cubicBezTo>
                          <a:pt x="1115" y="890"/>
                          <a:pt x="1239" y="890"/>
                          <a:pt x="1382" y="890"/>
                        </a:cubicBezTo>
                        <a:cubicBezTo>
                          <a:pt x="1500" y="890"/>
                          <a:pt x="1623" y="859"/>
                          <a:pt x="1742" y="859"/>
                        </a:cubicBezTo>
                        <a:cubicBezTo>
                          <a:pt x="1768" y="859"/>
                          <a:pt x="1793" y="861"/>
                          <a:pt x="1819" y="864"/>
                        </a:cubicBezTo>
                        <a:cubicBezTo>
                          <a:pt x="1827" y="866"/>
                          <a:pt x="1836" y="867"/>
                          <a:pt x="1844" y="867"/>
                        </a:cubicBezTo>
                        <a:cubicBezTo>
                          <a:pt x="1946" y="867"/>
                          <a:pt x="2000" y="722"/>
                          <a:pt x="1903" y="662"/>
                        </a:cubicBezTo>
                        <a:cubicBezTo>
                          <a:pt x="1767" y="571"/>
                          <a:pt x="1669" y="440"/>
                          <a:pt x="1525" y="369"/>
                        </a:cubicBezTo>
                        <a:cubicBezTo>
                          <a:pt x="1408" y="304"/>
                          <a:pt x="1291" y="251"/>
                          <a:pt x="1173" y="193"/>
                        </a:cubicBezTo>
                        <a:cubicBezTo>
                          <a:pt x="959" y="97"/>
                          <a:pt x="769" y="1"/>
                          <a:pt x="5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90"/>
                  <p:cNvSpPr/>
                  <p:nvPr/>
                </p:nvSpPr>
                <p:spPr>
                  <a:xfrm>
                    <a:off x="6949715" y="2273849"/>
                    <a:ext cx="125581" cy="69961"/>
                  </a:xfrm>
                  <a:custGeom>
                    <a:rect b="b" l="l" r="r" t="t"/>
                    <a:pathLst>
                      <a:path extrusionOk="0" h="2771" w="4974">
                        <a:moveTo>
                          <a:pt x="2008" y="0"/>
                        </a:moveTo>
                        <a:cubicBezTo>
                          <a:pt x="1024" y="0"/>
                          <a:pt x="0" y="1141"/>
                          <a:pt x="880" y="1708"/>
                        </a:cubicBezTo>
                        <a:cubicBezTo>
                          <a:pt x="1760" y="2281"/>
                          <a:pt x="4973" y="2770"/>
                          <a:pt x="4973" y="2770"/>
                        </a:cubicBezTo>
                        <a:lnTo>
                          <a:pt x="4784" y="1056"/>
                        </a:lnTo>
                        <a:cubicBezTo>
                          <a:pt x="4133" y="1056"/>
                          <a:pt x="2992" y="0"/>
                          <a:pt x="20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90"/>
                  <p:cNvSpPr/>
                  <p:nvPr/>
                </p:nvSpPr>
                <p:spPr>
                  <a:xfrm>
                    <a:off x="7065551" y="2273849"/>
                    <a:ext cx="125758" cy="69961"/>
                  </a:xfrm>
                  <a:custGeom>
                    <a:rect b="b" l="l" r="r" t="t"/>
                    <a:pathLst>
                      <a:path extrusionOk="0" h="2771" w="4981">
                        <a:moveTo>
                          <a:pt x="2966" y="0"/>
                        </a:moveTo>
                        <a:cubicBezTo>
                          <a:pt x="1989" y="0"/>
                          <a:pt x="848" y="1056"/>
                          <a:pt x="196" y="1056"/>
                        </a:cubicBezTo>
                        <a:lnTo>
                          <a:pt x="1" y="2770"/>
                        </a:lnTo>
                        <a:cubicBezTo>
                          <a:pt x="1" y="2770"/>
                          <a:pt x="3214" y="2281"/>
                          <a:pt x="4094" y="1708"/>
                        </a:cubicBezTo>
                        <a:cubicBezTo>
                          <a:pt x="4980" y="1141"/>
                          <a:pt x="3950" y="0"/>
                          <a:pt x="2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7" name="Google Shape;10827;p90"/>
                  <p:cNvGrpSpPr/>
                  <p:nvPr/>
                </p:nvGrpSpPr>
                <p:grpSpPr>
                  <a:xfrm>
                    <a:off x="6934567" y="1636703"/>
                    <a:ext cx="275980" cy="252450"/>
                    <a:chOff x="6934567" y="1636703"/>
                    <a:chExt cx="275980" cy="252450"/>
                  </a:xfrm>
                </p:grpSpPr>
                <p:sp>
                  <p:nvSpPr>
                    <p:cNvPr id="10828" name="Google Shape;10828;p90"/>
                    <p:cNvSpPr/>
                    <p:nvPr/>
                  </p:nvSpPr>
                  <p:spPr>
                    <a:xfrm>
                      <a:off x="6934567" y="1636703"/>
                      <a:ext cx="275980" cy="197334"/>
                    </a:xfrm>
                    <a:custGeom>
                      <a:rect b="b" l="l" r="r" t="t"/>
                      <a:pathLst>
                        <a:path extrusionOk="0" h="7816" w="10931">
                          <a:moveTo>
                            <a:pt x="3014" y="3747"/>
                          </a:moveTo>
                          <a:cubicBezTo>
                            <a:pt x="3652" y="3747"/>
                            <a:pt x="4263" y="4241"/>
                            <a:pt x="4263" y="4986"/>
                          </a:cubicBezTo>
                          <a:cubicBezTo>
                            <a:pt x="4263" y="5671"/>
                            <a:pt x="3709" y="6225"/>
                            <a:pt x="3025" y="6225"/>
                          </a:cubicBezTo>
                          <a:cubicBezTo>
                            <a:pt x="1917" y="6225"/>
                            <a:pt x="1369" y="4889"/>
                            <a:pt x="2145" y="4113"/>
                          </a:cubicBezTo>
                          <a:cubicBezTo>
                            <a:pt x="2398" y="3860"/>
                            <a:pt x="2709" y="3747"/>
                            <a:pt x="3014" y="3747"/>
                          </a:cubicBezTo>
                          <a:close/>
                          <a:moveTo>
                            <a:pt x="7855" y="3747"/>
                          </a:moveTo>
                          <a:cubicBezTo>
                            <a:pt x="8491" y="3747"/>
                            <a:pt x="9099" y="4241"/>
                            <a:pt x="9099" y="4986"/>
                          </a:cubicBezTo>
                          <a:cubicBezTo>
                            <a:pt x="9099" y="5671"/>
                            <a:pt x="8545" y="6225"/>
                            <a:pt x="7867" y="6225"/>
                          </a:cubicBezTo>
                          <a:cubicBezTo>
                            <a:pt x="6759" y="6225"/>
                            <a:pt x="6205" y="4895"/>
                            <a:pt x="6988" y="4113"/>
                          </a:cubicBezTo>
                          <a:cubicBezTo>
                            <a:pt x="7241" y="3860"/>
                            <a:pt x="7551" y="3747"/>
                            <a:pt x="7855" y="3747"/>
                          </a:cubicBezTo>
                          <a:close/>
                          <a:moveTo>
                            <a:pt x="3866" y="1"/>
                          </a:moveTo>
                          <a:cubicBezTo>
                            <a:pt x="1728" y="1"/>
                            <a:pt x="1" y="1734"/>
                            <a:pt x="1" y="3865"/>
                          </a:cubicBezTo>
                          <a:lnTo>
                            <a:pt x="1" y="3950"/>
                          </a:lnTo>
                          <a:cubicBezTo>
                            <a:pt x="1" y="6081"/>
                            <a:pt x="1728" y="7815"/>
                            <a:pt x="3866" y="7815"/>
                          </a:cubicBezTo>
                          <a:lnTo>
                            <a:pt x="7066" y="7815"/>
                          </a:lnTo>
                          <a:cubicBezTo>
                            <a:pt x="9197" y="7815"/>
                            <a:pt x="10931" y="6081"/>
                            <a:pt x="10931" y="3950"/>
                          </a:cubicBezTo>
                          <a:lnTo>
                            <a:pt x="10931" y="3865"/>
                          </a:lnTo>
                          <a:cubicBezTo>
                            <a:pt x="10931" y="1734"/>
                            <a:pt x="9197" y="1"/>
                            <a:pt x="7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90"/>
                    <p:cNvSpPr/>
                    <p:nvPr/>
                  </p:nvSpPr>
                  <p:spPr>
                    <a:xfrm>
                      <a:off x="7001700" y="1770817"/>
                      <a:ext cx="137927" cy="118335"/>
                    </a:xfrm>
                    <a:custGeom>
                      <a:rect b="b" l="l" r="r" t="t"/>
                      <a:pathLst>
                        <a:path extrusionOk="0" h="4687" w="5463">
                          <a:moveTo>
                            <a:pt x="2810" y="391"/>
                          </a:moveTo>
                          <a:cubicBezTo>
                            <a:pt x="3149" y="391"/>
                            <a:pt x="3423" y="1128"/>
                            <a:pt x="3423" y="1467"/>
                          </a:cubicBezTo>
                          <a:cubicBezTo>
                            <a:pt x="3423" y="1806"/>
                            <a:pt x="3149" y="2079"/>
                            <a:pt x="2810" y="2079"/>
                          </a:cubicBezTo>
                          <a:cubicBezTo>
                            <a:pt x="2471" y="2079"/>
                            <a:pt x="2197" y="1806"/>
                            <a:pt x="2197" y="1467"/>
                          </a:cubicBezTo>
                          <a:cubicBezTo>
                            <a:pt x="2197" y="1128"/>
                            <a:pt x="2471" y="391"/>
                            <a:pt x="2810" y="391"/>
                          </a:cubicBezTo>
                          <a:close/>
                          <a:moveTo>
                            <a:pt x="1109" y="2607"/>
                          </a:moveTo>
                          <a:cubicBezTo>
                            <a:pt x="1331" y="2607"/>
                            <a:pt x="1506" y="2861"/>
                            <a:pt x="1526" y="3174"/>
                          </a:cubicBezTo>
                          <a:lnTo>
                            <a:pt x="685" y="3174"/>
                          </a:lnTo>
                          <a:cubicBezTo>
                            <a:pt x="705" y="2855"/>
                            <a:pt x="881" y="2607"/>
                            <a:pt x="1109" y="2607"/>
                          </a:cubicBezTo>
                          <a:close/>
                          <a:moveTo>
                            <a:pt x="4479" y="2607"/>
                          </a:moveTo>
                          <a:cubicBezTo>
                            <a:pt x="4700" y="2607"/>
                            <a:pt x="4883" y="2861"/>
                            <a:pt x="4902" y="3174"/>
                          </a:cubicBezTo>
                          <a:lnTo>
                            <a:pt x="4061" y="3174"/>
                          </a:lnTo>
                          <a:cubicBezTo>
                            <a:pt x="4074" y="2855"/>
                            <a:pt x="4257" y="2607"/>
                            <a:pt x="4479" y="2607"/>
                          </a:cubicBezTo>
                          <a:close/>
                          <a:moveTo>
                            <a:pt x="2230" y="2764"/>
                          </a:moveTo>
                          <a:cubicBezTo>
                            <a:pt x="2452" y="2764"/>
                            <a:pt x="2634" y="3018"/>
                            <a:pt x="2654" y="3331"/>
                          </a:cubicBezTo>
                          <a:lnTo>
                            <a:pt x="1813" y="3331"/>
                          </a:lnTo>
                          <a:cubicBezTo>
                            <a:pt x="1832" y="3011"/>
                            <a:pt x="2008" y="2764"/>
                            <a:pt x="2230" y="2764"/>
                          </a:cubicBezTo>
                          <a:close/>
                          <a:moveTo>
                            <a:pt x="3423" y="2764"/>
                          </a:moveTo>
                          <a:cubicBezTo>
                            <a:pt x="3644" y="2764"/>
                            <a:pt x="3820" y="3018"/>
                            <a:pt x="3840" y="3331"/>
                          </a:cubicBezTo>
                          <a:lnTo>
                            <a:pt x="2999" y="3331"/>
                          </a:lnTo>
                          <a:cubicBezTo>
                            <a:pt x="3019" y="3011"/>
                            <a:pt x="3201" y="2764"/>
                            <a:pt x="3423" y="2764"/>
                          </a:cubicBezTo>
                          <a:close/>
                          <a:moveTo>
                            <a:pt x="2334" y="0"/>
                          </a:moveTo>
                          <a:cubicBezTo>
                            <a:pt x="1044" y="0"/>
                            <a:pt x="1" y="1043"/>
                            <a:pt x="1" y="2334"/>
                          </a:cubicBezTo>
                          <a:lnTo>
                            <a:pt x="1" y="2353"/>
                          </a:lnTo>
                          <a:cubicBezTo>
                            <a:pt x="1" y="3637"/>
                            <a:pt x="1044" y="4686"/>
                            <a:pt x="2334" y="4686"/>
                          </a:cubicBezTo>
                          <a:lnTo>
                            <a:pt x="3129" y="4686"/>
                          </a:lnTo>
                          <a:cubicBezTo>
                            <a:pt x="4420" y="4686"/>
                            <a:pt x="5463" y="3637"/>
                            <a:pt x="5463" y="2353"/>
                          </a:cubicBezTo>
                          <a:lnTo>
                            <a:pt x="5463" y="2334"/>
                          </a:lnTo>
                          <a:cubicBezTo>
                            <a:pt x="5463" y="1043"/>
                            <a:pt x="4420" y="0"/>
                            <a:pt x="3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90"/>
                    <p:cNvSpPr/>
                    <p:nvPr/>
                  </p:nvSpPr>
                  <p:spPr>
                    <a:xfrm>
                      <a:off x="7057168" y="1780689"/>
                      <a:ext cx="30802" cy="42643"/>
                    </a:xfrm>
                    <a:custGeom>
                      <a:rect b="b" l="l" r="r" t="t"/>
                      <a:pathLst>
                        <a:path extrusionOk="0" h="1689" w="1220">
                          <a:moveTo>
                            <a:pt x="606" y="0"/>
                          </a:moveTo>
                          <a:cubicBezTo>
                            <a:pt x="274" y="0"/>
                            <a:pt x="0" y="737"/>
                            <a:pt x="0" y="1076"/>
                          </a:cubicBezTo>
                          <a:cubicBezTo>
                            <a:pt x="0" y="1415"/>
                            <a:pt x="268" y="1688"/>
                            <a:pt x="606" y="1688"/>
                          </a:cubicBezTo>
                          <a:cubicBezTo>
                            <a:pt x="945" y="1688"/>
                            <a:pt x="1219" y="1415"/>
                            <a:pt x="1219" y="1076"/>
                          </a:cubicBezTo>
                          <a:cubicBezTo>
                            <a:pt x="1219" y="737"/>
                            <a:pt x="945" y="0"/>
                            <a:pt x="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0831" name="Google Shape;10831;p90"/>
              <p:cNvSpPr/>
              <p:nvPr/>
            </p:nvSpPr>
            <p:spPr>
              <a:xfrm>
                <a:off x="6865944" y="1544979"/>
                <a:ext cx="406813" cy="325238"/>
              </a:xfrm>
              <a:custGeom>
                <a:rect b="b" l="l" r="r" t="t"/>
                <a:pathLst>
                  <a:path extrusionOk="0" h="12882" w="16113">
                    <a:moveTo>
                      <a:pt x="1005" y="8743"/>
                    </a:moveTo>
                    <a:cubicBezTo>
                      <a:pt x="1007" y="8847"/>
                      <a:pt x="1033" y="9013"/>
                      <a:pt x="1076" y="9219"/>
                    </a:cubicBezTo>
                    <a:lnTo>
                      <a:pt x="1076" y="9219"/>
                    </a:lnTo>
                    <a:cubicBezTo>
                      <a:pt x="1041" y="9039"/>
                      <a:pt x="1016" y="8878"/>
                      <a:pt x="1005" y="8743"/>
                    </a:cubicBezTo>
                    <a:close/>
                    <a:moveTo>
                      <a:pt x="8533" y="1"/>
                    </a:moveTo>
                    <a:cubicBezTo>
                      <a:pt x="7380" y="1"/>
                      <a:pt x="6099" y="275"/>
                      <a:pt x="4700" y="909"/>
                    </a:cubicBezTo>
                    <a:cubicBezTo>
                      <a:pt x="1" y="3034"/>
                      <a:pt x="1005" y="8743"/>
                      <a:pt x="1005" y="8743"/>
                    </a:cubicBezTo>
                    <a:cubicBezTo>
                      <a:pt x="946" y="6110"/>
                      <a:pt x="4042" y="3445"/>
                      <a:pt x="4042" y="3445"/>
                    </a:cubicBezTo>
                    <a:cubicBezTo>
                      <a:pt x="6225" y="4787"/>
                      <a:pt x="13538" y="6501"/>
                      <a:pt x="14209" y="6729"/>
                    </a:cubicBezTo>
                    <a:cubicBezTo>
                      <a:pt x="14551" y="6843"/>
                      <a:pt x="14772" y="11929"/>
                      <a:pt x="14749" y="12629"/>
                    </a:cubicBezTo>
                    <a:lnTo>
                      <a:pt x="14749" y="12629"/>
                    </a:lnTo>
                    <a:lnTo>
                      <a:pt x="15206" y="9551"/>
                    </a:lnTo>
                    <a:cubicBezTo>
                      <a:pt x="15206" y="9551"/>
                      <a:pt x="16112" y="6169"/>
                      <a:pt x="14437" y="3438"/>
                    </a:cubicBezTo>
                    <a:cubicBezTo>
                      <a:pt x="13261" y="1525"/>
                      <a:pt x="11252" y="1"/>
                      <a:pt x="8533" y="1"/>
                    </a:cubicBezTo>
                    <a:close/>
                    <a:moveTo>
                      <a:pt x="14749" y="12629"/>
                    </a:moveTo>
                    <a:lnTo>
                      <a:pt x="14737" y="12706"/>
                    </a:lnTo>
                    <a:cubicBezTo>
                      <a:pt x="14738" y="12707"/>
                      <a:pt x="14739" y="12708"/>
                      <a:pt x="14739" y="12708"/>
                    </a:cubicBezTo>
                    <a:cubicBezTo>
                      <a:pt x="14744" y="12708"/>
                      <a:pt x="14747" y="12680"/>
                      <a:pt x="14749" y="12629"/>
                    </a:cubicBezTo>
                    <a:close/>
                    <a:moveTo>
                      <a:pt x="1076" y="9219"/>
                    </a:moveTo>
                    <a:lnTo>
                      <a:pt x="1076" y="9219"/>
                    </a:lnTo>
                    <a:cubicBezTo>
                      <a:pt x="1330" y="10544"/>
                      <a:pt x="2113" y="12882"/>
                      <a:pt x="2113" y="12882"/>
                    </a:cubicBezTo>
                    <a:cubicBezTo>
                      <a:pt x="2113" y="12882"/>
                      <a:pt x="1321" y="10392"/>
                      <a:pt x="1076" y="9219"/>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832" name="Google Shape;10832;p90"/>
          <p:cNvSpPr/>
          <p:nvPr/>
        </p:nvSpPr>
        <p:spPr>
          <a:xfrm>
            <a:off x="4964226" y="4326883"/>
            <a:ext cx="452864" cy="49056"/>
          </a:xfrm>
          <a:custGeom>
            <a:rect b="b" l="l" r="r" t="t"/>
            <a:pathLst>
              <a:path extrusionOk="0" h="1943" w="17937">
                <a:moveTo>
                  <a:pt x="8969" y="1"/>
                </a:moveTo>
                <a:cubicBezTo>
                  <a:pt x="4015" y="1"/>
                  <a:pt x="0" y="437"/>
                  <a:pt x="0" y="972"/>
                </a:cubicBezTo>
                <a:cubicBezTo>
                  <a:pt x="0" y="1506"/>
                  <a:pt x="4009" y="1943"/>
                  <a:pt x="8962" y="1943"/>
                </a:cubicBezTo>
                <a:cubicBezTo>
                  <a:pt x="13915" y="1943"/>
                  <a:pt x="17937" y="1506"/>
                  <a:pt x="17937" y="972"/>
                </a:cubicBezTo>
                <a:cubicBezTo>
                  <a:pt x="17937" y="437"/>
                  <a:pt x="13922" y="1"/>
                  <a:pt x="896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90"/>
          <p:cNvSpPr/>
          <p:nvPr/>
        </p:nvSpPr>
        <p:spPr>
          <a:xfrm>
            <a:off x="4915019" y="3065442"/>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90"/>
          <p:cNvSpPr/>
          <p:nvPr/>
        </p:nvSpPr>
        <p:spPr>
          <a:xfrm>
            <a:off x="5177644" y="3411484"/>
            <a:ext cx="24869" cy="164260"/>
          </a:xfrm>
          <a:custGeom>
            <a:rect b="b" l="l" r="r" t="t"/>
            <a:pathLst>
              <a:path extrusionOk="0" h="6506" w="985">
                <a:moveTo>
                  <a:pt x="489" y="1"/>
                </a:moveTo>
                <a:cubicBezTo>
                  <a:pt x="222" y="1"/>
                  <a:pt x="1" y="222"/>
                  <a:pt x="1" y="490"/>
                </a:cubicBezTo>
                <a:cubicBezTo>
                  <a:pt x="1" y="646"/>
                  <a:pt x="72" y="789"/>
                  <a:pt x="196" y="887"/>
                </a:cubicBezTo>
                <a:cubicBezTo>
                  <a:pt x="72" y="978"/>
                  <a:pt x="1" y="1122"/>
                  <a:pt x="1" y="1278"/>
                </a:cubicBezTo>
                <a:cubicBezTo>
                  <a:pt x="1" y="1435"/>
                  <a:pt x="72" y="1578"/>
                  <a:pt x="196" y="1676"/>
                </a:cubicBezTo>
                <a:cubicBezTo>
                  <a:pt x="72" y="1767"/>
                  <a:pt x="1" y="1910"/>
                  <a:pt x="1" y="2067"/>
                </a:cubicBezTo>
                <a:cubicBezTo>
                  <a:pt x="1" y="2223"/>
                  <a:pt x="72" y="2367"/>
                  <a:pt x="196" y="2464"/>
                </a:cubicBezTo>
                <a:cubicBezTo>
                  <a:pt x="72" y="2556"/>
                  <a:pt x="1" y="2699"/>
                  <a:pt x="1" y="2855"/>
                </a:cubicBezTo>
                <a:cubicBezTo>
                  <a:pt x="1" y="3012"/>
                  <a:pt x="72" y="3155"/>
                  <a:pt x="196" y="3253"/>
                </a:cubicBezTo>
                <a:cubicBezTo>
                  <a:pt x="72" y="3344"/>
                  <a:pt x="1" y="3488"/>
                  <a:pt x="1" y="3644"/>
                </a:cubicBezTo>
                <a:cubicBezTo>
                  <a:pt x="1" y="3800"/>
                  <a:pt x="72" y="3944"/>
                  <a:pt x="196" y="4042"/>
                </a:cubicBezTo>
                <a:cubicBezTo>
                  <a:pt x="72" y="4133"/>
                  <a:pt x="1" y="4276"/>
                  <a:pt x="1" y="4433"/>
                </a:cubicBezTo>
                <a:cubicBezTo>
                  <a:pt x="1" y="4589"/>
                  <a:pt x="72" y="4732"/>
                  <a:pt x="196" y="4830"/>
                </a:cubicBezTo>
                <a:cubicBezTo>
                  <a:pt x="72" y="4921"/>
                  <a:pt x="1" y="5065"/>
                  <a:pt x="1" y="5221"/>
                </a:cubicBezTo>
                <a:cubicBezTo>
                  <a:pt x="1" y="5378"/>
                  <a:pt x="72" y="5521"/>
                  <a:pt x="196" y="5619"/>
                </a:cubicBezTo>
                <a:cubicBezTo>
                  <a:pt x="72" y="5710"/>
                  <a:pt x="1" y="5853"/>
                  <a:pt x="1" y="6010"/>
                </a:cubicBezTo>
                <a:cubicBezTo>
                  <a:pt x="1" y="6284"/>
                  <a:pt x="222" y="6499"/>
                  <a:pt x="489" y="6505"/>
                </a:cubicBezTo>
                <a:cubicBezTo>
                  <a:pt x="763" y="6505"/>
                  <a:pt x="985" y="6284"/>
                  <a:pt x="985" y="6010"/>
                </a:cubicBezTo>
                <a:cubicBezTo>
                  <a:pt x="985" y="5853"/>
                  <a:pt x="913" y="5710"/>
                  <a:pt x="783" y="5619"/>
                </a:cubicBezTo>
                <a:cubicBezTo>
                  <a:pt x="913" y="5521"/>
                  <a:pt x="985" y="5378"/>
                  <a:pt x="985" y="5221"/>
                </a:cubicBezTo>
                <a:cubicBezTo>
                  <a:pt x="985" y="5065"/>
                  <a:pt x="913" y="4921"/>
                  <a:pt x="783" y="4830"/>
                </a:cubicBezTo>
                <a:cubicBezTo>
                  <a:pt x="913" y="4732"/>
                  <a:pt x="985" y="4589"/>
                  <a:pt x="985" y="4433"/>
                </a:cubicBezTo>
                <a:cubicBezTo>
                  <a:pt x="985" y="4276"/>
                  <a:pt x="913" y="4133"/>
                  <a:pt x="783" y="4042"/>
                </a:cubicBezTo>
                <a:cubicBezTo>
                  <a:pt x="913" y="3944"/>
                  <a:pt x="985" y="3800"/>
                  <a:pt x="985" y="3644"/>
                </a:cubicBezTo>
                <a:cubicBezTo>
                  <a:pt x="985" y="3488"/>
                  <a:pt x="913" y="3344"/>
                  <a:pt x="783" y="3253"/>
                </a:cubicBezTo>
                <a:cubicBezTo>
                  <a:pt x="913" y="3155"/>
                  <a:pt x="985" y="3012"/>
                  <a:pt x="985" y="2855"/>
                </a:cubicBezTo>
                <a:cubicBezTo>
                  <a:pt x="985" y="2699"/>
                  <a:pt x="913" y="2556"/>
                  <a:pt x="783" y="2464"/>
                </a:cubicBezTo>
                <a:cubicBezTo>
                  <a:pt x="913" y="2367"/>
                  <a:pt x="985" y="2223"/>
                  <a:pt x="985" y="2067"/>
                </a:cubicBezTo>
                <a:cubicBezTo>
                  <a:pt x="985" y="1910"/>
                  <a:pt x="913" y="1767"/>
                  <a:pt x="783" y="1676"/>
                </a:cubicBezTo>
                <a:cubicBezTo>
                  <a:pt x="913" y="1578"/>
                  <a:pt x="985" y="1435"/>
                  <a:pt x="985" y="1278"/>
                </a:cubicBezTo>
                <a:cubicBezTo>
                  <a:pt x="985" y="1122"/>
                  <a:pt x="913" y="978"/>
                  <a:pt x="783" y="887"/>
                </a:cubicBezTo>
                <a:cubicBezTo>
                  <a:pt x="913" y="789"/>
                  <a:pt x="985" y="646"/>
                  <a:pt x="985" y="490"/>
                </a:cubicBezTo>
                <a:cubicBezTo>
                  <a:pt x="978" y="222"/>
                  <a:pt x="763" y="1"/>
                  <a:pt x="489"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90"/>
          <p:cNvSpPr/>
          <p:nvPr/>
        </p:nvSpPr>
        <p:spPr>
          <a:xfrm>
            <a:off x="5148685" y="3555774"/>
            <a:ext cx="80338" cy="55014"/>
          </a:xfrm>
          <a:custGeom>
            <a:rect b="b" l="l" r="r" t="t"/>
            <a:pathLst>
              <a:path extrusionOk="0" h="2179" w="3182">
                <a:moveTo>
                  <a:pt x="1586" y="1"/>
                </a:moveTo>
                <a:cubicBezTo>
                  <a:pt x="1449" y="1"/>
                  <a:pt x="1312" y="58"/>
                  <a:pt x="1213" y="171"/>
                </a:cubicBezTo>
                <a:cubicBezTo>
                  <a:pt x="1115" y="288"/>
                  <a:pt x="1069" y="445"/>
                  <a:pt x="1109" y="601"/>
                </a:cubicBezTo>
                <a:cubicBezTo>
                  <a:pt x="1094" y="600"/>
                  <a:pt x="1080" y="599"/>
                  <a:pt x="1066" y="599"/>
                </a:cubicBezTo>
                <a:cubicBezTo>
                  <a:pt x="925" y="599"/>
                  <a:pt x="793" y="658"/>
                  <a:pt x="698" y="764"/>
                </a:cubicBezTo>
                <a:cubicBezTo>
                  <a:pt x="594" y="881"/>
                  <a:pt x="555" y="1044"/>
                  <a:pt x="587" y="1194"/>
                </a:cubicBezTo>
                <a:cubicBezTo>
                  <a:pt x="574" y="1193"/>
                  <a:pt x="561" y="1193"/>
                  <a:pt x="548" y="1193"/>
                </a:cubicBezTo>
                <a:cubicBezTo>
                  <a:pt x="406" y="1193"/>
                  <a:pt x="273" y="1256"/>
                  <a:pt x="183" y="1364"/>
                </a:cubicBezTo>
                <a:cubicBezTo>
                  <a:pt x="1" y="1566"/>
                  <a:pt x="27" y="1879"/>
                  <a:pt x="229" y="2061"/>
                </a:cubicBezTo>
                <a:cubicBezTo>
                  <a:pt x="320" y="2133"/>
                  <a:pt x="437" y="2178"/>
                  <a:pt x="555" y="2178"/>
                </a:cubicBezTo>
                <a:cubicBezTo>
                  <a:pt x="698" y="2178"/>
                  <a:pt x="828" y="2113"/>
                  <a:pt x="926" y="2009"/>
                </a:cubicBezTo>
                <a:cubicBezTo>
                  <a:pt x="1024" y="1892"/>
                  <a:pt x="1069" y="1735"/>
                  <a:pt x="1037" y="1585"/>
                </a:cubicBezTo>
                <a:lnTo>
                  <a:pt x="1037" y="1585"/>
                </a:lnTo>
                <a:cubicBezTo>
                  <a:pt x="1044" y="1586"/>
                  <a:pt x="1052" y="1586"/>
                  <a:pt x="1059" y="1586"/>
                </a:cubicBezTo>
                <a:cubicBezTo>
                  <a:pt x="1202" y="1586"/>
                  <a:pt x="1348" y="1527"/>
                  <a:pt x="1441" y="1416"/>
                </a:cubicBezTo>
                <a:cubicBezTo>
                  <a:pt x="1545" y="1299"/>
                  <a:pt x="1584" y="1142"/>
                  <a:pt x="1552" y="986"/>
                </a:cubicBezTo>
                <a:lnTo>
                  <a:pt x="1617" y="986"/>
                </a:lnTo>
                <a:cubicBezTo>
                  <a:pt x="1623" y="1097"/>
                  <a:pt x="1663" y="1207"/>
                  <a:pt x="1741" y="1292"/>
                </a:cubicBezTo>
                <a:cubicBezTo>
                  <a:pt x="1830" y="1393"/>
                  <a:pt x="1963" y="1457"/>
                  <a:pt x="2105" y="1457"/>
                </a:cubicBezTo>
                <a:cubicBezTo>
                  <a:pt x="2118" y="1457"/>
                  <a:pt x="2132" y="1456"/>
                  <a:pt x="2145" y="1455"/>
                </a:cubicBezTo>
                <a:lnTo>
                  <a:pt x="2145" y="1455"/>
                </a:lnTo>
                <a:cubicBezTo>
                  <a:pt x="2112" y="1605"/>
                  <a:pt x="2158" y="1761"/>
                  <a:pt x="2256" y="1879"/>
                </a:cubicBezTo>
                <a:cubicBezTo>
                  <a:pt x="2354" y="1992"/>
                  <a:pt x="2492" y="2049"/>
                  <a:pt x="2629" y="2049"/>
                </a:cubicBezTo>
                <a:cubicBezTo>
                  <a:pt x="2744" y="2049"/>
                  <a:pt x="2860" y="2008"/>
                  <a:pt x="2953" y="1924"/>
                </a:cubicBezTo>
                <a:cubicBezTo>
                  <a:pt x="3162" y="1748"/>
                  <a:pt x="3181" y="1435"/>
                  <a:pt x="2999" y="1227"/>
                </a:cubicBezTo>
                <a:cubicBezTo>
                  <a:pt x="2903" y="1126"/>
                  <a:pt x="2770" y="1062"/>
                  <a:pt x="2633" y="1062"/>
                </a:cubicBezTo>
                <a:cubicBezTo>
                  <a:pt x="2620" y="1062"/>
                  <a:pt x="2607" y="1063"/>
                  <a:pt x="2595" y="1064"/>
                </a:cubicBezTo>
                <a:cubicBezTo>
                  <a:pt x="2621" y="914"/>
                  <a:pt x="2581" y="758"/>
                  <a:pt x="2477" y="640"/>
                </a:cubicBezTo>
                <a:cubicBezTo>
                  <a:pt x="2384" y="535"/>
                  <a:pt x="2243" y="470"/>
                  <a:pt x="2100" y="470"/>
                </a:cubicBezTo>
                <a:cubicBezTo>
                  <a:pt x="2093" y="470"/>
                  <a:pt x="2087" y="471"/>
                  <a:pt x="2080" y="471"/>
                </a:cubicBezTo>
                <a:cubicBezTo>
                  <a:pt x="2073" y="341"/>
                  <a:pt x="2014" y="210"/>
                  <a:pt x="1910" y="125"/>
                </a:cubicBezTo>
                <a:cubicBezTo>
                  <a:pt x="1818" y="42"/>
                  <a:pt x="1702" y="1"/>
                  <a:pt x="1586"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90"/>
          <p:cNvSpPr/>
          <p:nvPr/>
        </p:nvSpPr>
        <p:spPr>
          <a:xfrm>
            <a:off x="5088217" y="3540499"/>
            <a:ext cx="91093" cy="197536"/>
          </a:xfrm>
          <a:custGeom>
            <a:rect b="b" l="l" r="r" t="t"/>
            <a:pathLst>
              <a:path extrusionOk="0" h="7824" w="3608">
                <a:moveTo>
                  <a:pt x="2682" y="1"/>
                </a:moveTo>
                <a:lnTo>
                  <a:pt x="2682" y="7"/>
                </a:lnTo>
                <a:cubicBezTo>
                  <a:pt x="2128" y="7"/>
                  <a:pt x="890" y="2040"/>
                  <a:pt x="473" y="2790"/>
                </a:cubicBezTo>
                <a:cubicBezTo>
                  <a:pt x="62" y="3546"/>
                  <a:pt x="225" y="5078"/>
                  <a:pt x="173" y="5886"/>
                </a:cubicBezTo>
                <a:cubicBezTo>
                  <a:pt x="124" y="6645"/>
                  <a:pt x="0" y="7824"/>
                  <a:pt x="488" y="7824"/>
                </a:cubicBezTo>
                <a:cubicBezTo>
                  <a:pt x="519" y="7824"/>
                  <a:pt x="553" y="7819"/>
                  <a:pt x="590" y="7808"/>
                </a:cubicBezTo>
                <a:cubicBezTo>
                  <a:pt x="1196" y="7646"/>
                  <a:pt x="2200" y="6753"/>
                  <a:pt x="2780" y="6498"/>
                </a:cubicBezTo>
                <a:cubicBezTo>
                  <a:pt x="3354" y="6251"/>
                  <a:pt x="3380" y="5052"/>
                  <a:pt x="3328" y="4100"/>
                </a:cubicBezTo>
                <a:cubicBezTo>
                  <a:pt x="3269" y="3155"/>
                  <a:pt x="3608" y="229"/>
                  <a:pt x="26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90"/>
          <p:cNvSpPr/>
          <p:nvPr/>
        </p:nvSpPr>
        <p:spPr>
          <a:xfrm>
            <a:off x="5201831" y="3540499"/>
            <a:ext cx="91118" cy="197536"/>
          </a:xfrm>
          <a:custGeom>
            <a:rect b="b" l="l" r="r" t="t"/>
            <a:pathLst>
              <a:path extrusionOk="0" h="7824" w="3609">
                <a:moveTo>
                  <a:pt x="920" y="1"/>
                </a:moveTo>
                <a:cubicBezTo>
                  <a:pt x="1" y="229"/>
                  <a:pt x="340" y="3155"/>
                  <a:pt x="281" y="4100"/>
                </a:cubicBezTo>
                <a:cubicBezTo>
                  <a:pt x="222" y="5052"/>
                  <a:pt x="255" y="6251"/>
                  <a:pt x="828" y="6498"/>
                </a:cubicBezTo>
                <a:cubicBezTo>
                  <a:pt x="1409" y="6753"/>
                  <a:pt x="2412" y="7646"/>
                  <a:pt x="3018" y="7808"/>
                </a:cubicBezTo>
                <a:cubicBezTo>
                  <a:pt x="3055" y="7819"/>
                  <a:pt x="3089" y="7824"/>
                  <a:pt x="3121" y="7824"/>
                </a:cubicBezTo>
                <a:cubicBezTo>
                  <a:pt x="3608" y="7824"/>
                  <a:pt x="3484" y="6645"/>
                  <a:pt x="3435" y="5886"/>
                </a:cubicBezTo>
                <a:cubicBezTo>
                  <a:pt x="3377" y="5078"/>
                  <a:pt x="3546" y="3546"/>
                  <a:pt x="3129" y="2790"/>
                </a:cubicBezTo>
                <a:cubicBezTo>
                  <a:pt x="2719" y="2040"/>
                  <a:pt x="1480" y="7"/>
                  <a:pt x="920" y="7"/>
                </a:cubicBezTo>
                <a:lnTo>
                  <a:pt x="9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8" name="Google Shape;10838;p90"/>
          <p:cNvGrpSpPr/>
          <p:nvPr/>
        </p:nvGrpSpPr>
        <p:grpSpPr>
          <a:xfrm>
            <a:off x="996380" y="1542757"/>
            <a:ext cx="556859" cy="1310345"/>
            <a:chOff x="996380" y="1542757"/>
            <a:chExt cx="556859" cy="1310345"/>
          </a:xfrm>
        </p:grpSpPr>
        <p:sp>
          <p:nvSpPr>
            <p:cNvPr id="10839" name="Google Shape;10839;p90"/>
            <p:cNvSpPr/>
            <p:nvPr/>
          </p:nvSpPr>
          <p:spPr>
            <a:xfrm>
              <a:off x="1091487"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90"/>
            <p:cNvSpPr/>
            <p:nvPr/>
          </p:nvSpPr>
          <p:spPr>
            <a:xfrm>
              <a:off x="996380" y="1547529"/>
              <a:ext cx="556859" cy="1272651"/>
            </a:xfrm>
            <a:custGeom>
              <a:rect b="b" l="l" r="r" t="t"/>
              <a:pathLst>
                <a:path extrusionOk="0" h="50407" w="22056">
                  <a:moveTo>
                    <a:pt x="11028" y="0"/>
                  </a:moveTo>
                  <a:cubicBezTo>
                    <a:pt x="7052" y="0"/>
                    <a:pt x="3832" y="3226"/>
                    <a:pt x="3832" y="7202"/>
                  </a:cubicBezTo>
                  <a:lnTo>
                    <a:pt x="3832" y="7208"/>
                  </a:lnTo>
                  <a:cubicBezTo>
                    <a:pt x="3806" y="7208"/>
                    <a:pt x="3787" y="7202"/>
                    <a:pt x="3767" y="7202"/>
                  </a:cubicBezTo>
                  <a:cubicBezTo>
                    <a:pt x="3764" y="7202"/>
                    <a:pt x="3760" y="7202"/>
                    <a:pt x="3757" y="7202"/>
                  </a:cubicBezTo>
                  <a:cubicBezTo>
                    <a:pt x="3091" y="7202"/>
                    <a:pt x="2588" y="7811"/>
                    <a:pt x="2718" y="8466"/>
                  </a:cubicBezTo>
                  <a:cubicBezTo>
                    <a:pt x="2815" y="8983"/>
                    <a:pt x="3269" y="9322"/>
                    <a:pt x="3759" y="9322"/>
                  </a:cubicBezTo>
                  <a:cubicBezTo>
                    <a:pt x="3894" y="9322"/>
                    <a:pt x="4031" y="9297"/>
                    <a:pt x="4165" y="9242"/>
                  </a:cubicBezTo>
                  <a:cubicBezTo>
                    <a:pt x="4934" y="11569"/>
                    <a:pt x="6948" y="13413"/>
                    <a:pt x="9151" y="14104"/>
                  </a:cubicBezTo>
                  <a:lnTo>
                    <a:pt x="9151" y="16124"/>
                  </a:lnTo>
                  <a:lnTo>
                    <a:pt x="6863" y="16124"/>
                  </a:lnTo>
                  <a:cubicBezTo>
                    <a:pt x="6863" y="16124"/>
                    <a:pt x="6857" y="16170"/>
                    <a:pt x="6837" y="16183"/>
                  </a:cubicBezTo>
                  <a:cubicBezTo>
                    <a:pt x="6257" y="16183"/>
                    <a:pt x="5742" y="16561"/>
                    <a:pt x="5560" y="17109"/>
                  </a:cubicBezTo>
                  <a:lnTo>
                    <a:pt x="228" y="32861"/>
                  </a:lnTo>
                  <a:cubicBezTo>
                    <a:pt x="0" y="33559"/>
                    <a:pt x="372" y="34308"/>
                    <a:pt x="1069" y="34543"/>
                  </a:cubicBezTo>
                  <a:cubicBezTo>
                    <a:pt x="1208" y="34588"/>
                    <a:pt x="1349" y="34610"/>
                    <a:pt x="1488" y="34610"/>
                  </a:cubicBezTo>
                  <a:cubicBezTo>
                    <a:pt x="2045" y="34610"/>
                    <a:pt x="2563" y="34261"/>
                    <a:pt x="2750" y="33702"/>
                  </a:cubicBezTo>
                  <a:lnTo>
                    <a:pt x="2926" y="33187"/>
                  </a:lnTo>
                  <a:lnTo>
                    <a:pt x="3507" y="33428"/>
                  </a:lnTo>
                  <a:cubicBezTo>
                    <a:pt x="3507" y="33428"/>
                    <a:pt x="4008" y="32412"/>
                    <a:pt x="3467" y="31577"/>
                  </a:cubicBezTo>
                  <a:lnTo>
                    <a:pt x="6733" y="21925"/>
                  </a:lnTo>
                  <a:lnTo>
                    <a:pt x="6733" y="21925"/>
                  </a:lnTo>
                  <a:cubicBezTo>
                    <a:pt x="6733" y="27706"/>
                    <a:pt x="5951" y="29172"/>
                    <a:pt x="5951" y="32366"/>
                  </a:cubicBezTo>
                  <a:cubicBezTo>
                    <a:pt x="5951" y="35560"/>
                    <a:pt x="7860" y="48497"/>
                    <a:pt x="7860" y="48497"/>
                  </a:cubicBezTo>
                  <a:lnTo>
                    <a:pt x="5553" y="50407"/>
                  </a:lnTo>
                  <a:lnTo>
                    <a:pt x="10018" y="50407"/>
                  </a:lnTo>
                  <a:lnTo>
                    <a:pt x="10761" y="31630"/>
                  </a:lnTo>
                  <a:lnTo>
                    <a:pt x="11145" y="31630"/>
                  </a:lnTo>
                  <a:lnTo>
                    <a:pt x="11888" y="50407"/>
                  </a:lnTo>
                  <a:lnTo>
                    <a:pt x="16353" y="50407"/>
                  </a:lnTo>
                  <a:lnTo>
                    <a:pt x="14039" y="48497"/>
                  </a:lnTo>
                  <a:cubicBezTo>
                    <a:pt x="14039" y="48497"/>
                    <a:pt x="15949" y="34171"/>
                    <a:pt x="15949" y="31590"/>
                  </a:cubicBezTo>
                  <a:cubicBezTo>
                    <a:pt x="15949" y="29003"/>
                    <a:pt x="15290" y="27680"/>
                    <a:pt x="15290" y="21821"/>
                  </a:cubicBezTo>
                  <a:lnTo>
                    <a:pt x="15290" y="21821"/>
                  </a:lnTo>
                  <a:lnTo>
                    <a:pt x="18595" y="31584"/>
                  </a:lnTo>
                  <a:cubicBezTo>
                    <a:pt x="18047" y="32418"/>
                    <a:pt x="18556" y="33435"/>
                    <a:pt x="18556" y="33435"/>
                  </a:cubicBezTo>
                  <a:lnTo>
                    <a:pt x="19129" y="33187"/>
                  </a:lnTo>
                  <a:lnTo>
                    <a:pt x="19312" y="33702"/>
                  </a:lnTo>
                  <a:cubicBezTo>
                    <a:pt x="19494" y="34259"/>
                    <a:pt x="20009" y="34613"/>
                    <a:pt x="20564" y="34613"/>
                  </a:cubicBezTo>
                  <a:cubicBezTo>
                    <a:pt x="20704" y="34613"/>
                    <a:pt x="20846" y="34590"/>
                    <a:pt x="20987" y="34543"/>
                  </a:cubicBezTo>
                  <a:cubicBezTo>
                    <a:pt x="21684" y="34315"/>
                    <a:pt x="22056" y="33565"/>
                    <a:pt x="21827" y="32868"/>
                  </a:cubicBezTo>
                  <a:lnTo>
                    <a:pt x="16496" y="17128"/>
                  </a:lnTo>
                  <a:cubicBezTo>
                    <a:pt x="16333" y="16613"/>
                    <a:pt x="15877" y="16242"/>
                    <a:pt x="15336" y="16190"/>
                  </a:cubicBezTo>
                  <a:cubicBezTo>
                    <a:pt x="15323" y="16170"/>
                    <a:pt x="15310" y="16150"/>
                    <a:pt x="15303" y="16131"/>
                  </a:cubicBezTo>
                  <a:lnTo>
                    <a:pt x="12905" y="16131"/>
                  </a:lnTo>
                  <a:lnTo>
                    <a:pt x="12905" y="14104"/>
                  </a:lnTo>
                  <a:cubicBezTo>
                    <a:pt x="15101" y="13413"/>
                    <a:pt x="17102" y="11595"/>
                    <a:pt x="17884" y="9281"/>
                  </a:cubicBezTo>
                  <a:cubicBezTo>
                    <a:pt x="17972" y="9303"/>
                    <a:pt x="18060" y="9313"/>
                    <a:pt x="18146" y="9313"/>
                  </a:cubicBezTo>
                  <a:cubicBezTo>
                    <a:pt x="18649" y="9313"/>
                    <a:pt x="19099" y="8957"/>
                    <a:pt x="19188" y="8434"/>
                  </a:cubicBezTo>
                  <a:cubicBezTo>
                    <a:pt x="19286" y="7828"/>
                    <a:pt x="18849" y="7261"/>
                    <a:pt x="18230" y="7215"/>
                  </a:cubicBezTo>
                  <a:lnTo>
                    <a:pt x="18230" y="7202"/>
                  </a:lnTo>
                  <a:cubicBezTo>
                    <a:pt x="18230" y="3226"/>
                    <a:pt x="15010" y="0"/>
                    <a:pt x="11028"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90"/>
            <p:cNvSpPr/>
            <p:nvPr/>
          </p:nvSpPr>
          <p:spPr>
            <a:xfrm>
              <a:off x="1046067"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90"/>
            <p:cNvSpPr/>
            <p:nvPr/>
          </p:nvSpPr>
          <p:spPr>
            <a:xfrm>
              <a:off x="1067780"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3"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90"/>
          <p:cNvGrpSpPr/>
          <p:nvPr/>
        </p:nvGrpSpPr>
        <p:grpSpPr>
          <a:xfrm>
            <a:off x="998349" y="3064858"/>
            <a:ext cx="550774" cy="1310345"/>
            <a:chOff x="998349" y="3050689"/>
            <a:chExt cx="550774" cy="1310345"/>
          </a:xfrm>
        </p:grpSpPr>
        <p:sp>
          <p:nvSpPr>
            <p:cNvPr id="10844" name="Google Shape;10844;p90"/>
            <p:cNvSpPr/>
            <p:nvPr/>
          </p:nvSpPr>
          <p:spPr>
            <a:xfrm>
              <a:off x="998349" y="3072250"/>
              <a:ext cx="550774" cy="1256366"/>
            </a:xfrm>
            <a:custGeom>
              <a:rect b="b" l="l" r="r" t="t"/>
              <a:pathLst>
                <a:path extrusionOk="0" h="49762" w="21815">
                  <a:moveTo>
                    <a:pt x="10917" y="0"/>
                  </a:moveTo>
                  <a:cubicBezTo>
                    <a:pt x="7039" y="0"/>
                    <a:pt x="3872" y="3096"/>
                    <a:pt x="3787" y="6974"/>
                  </a:cubicBezTo>
                  <a:lnTo>
                    <a:pt x="3787" y="6981"/>
                  </a:lnTo>
                  <a:cubicBezTo>
                    <a:pt x="3767" y="6981"/>
                    <a:pt x="3748" y="6974"/>
                    <a:pt x="3728" y="6974"/>
                  </a:cubicBezTo>
                  <a:cubicBezTo>
                    <a:pt x="3064" y="6974"/>
                    <a:pt x="2568" y="7574"/>
                    <a:pt x="2692" y="8219"/>
                  </a:cubicBezTo>
                  <a:cubicBezTo>
                    <a:pt x="2789" y="8730"/>
                    <a:pt x="3235" y="9069"/>
                    <a:pt x="3718" y="9069"/>
                  </a:cubicBezTo>
                  <a:cubicBezTo>
                    <a:pt x="3851" y="9069"/>
                    <a:pt x="3987" y="9043"/>
                    <a:pt x="4119" y="8988"/>
                  </a:cubicBezTo>
                  <a:cubicBezTo>
                    <a:pt x="4882" y="11302"/>
                    <a:pt x="6876" y="13120"/>
                    <a:pt x="9060" y="13811"/>
                  </a:cubicBezTo>
                  <a:lnTo>
                    <a:pt x="9060" y="15773"/>
                  </a:lnTo>
                  <a:lnTo>
                    <a:pt x="5651" y="15773"/>
                  </a:lnTo>
                  <a:cubicBezTo>
                    <a:pt x="5651" y="15773"/>
                    <a:pt x="5644" y="15838"/>
                    <a:pt x="5625" y="15845"/>
                  </a:cubicBezTo>
                  <a:cubicBezTo>
                    <a:pt x="5051" y="15851"/>
                    <a:pt x="4543" y="16223"/>
                    <a:pt x="4361" y="16770"/>
                  </a:cubicBezTo>
                  <a:lnTo>
                    <a:pt x="215" y="32379"/>
                  </a:lnTo>
                  <a:cubicBezTo>
                    <a:pt x="0" y="33012"/>
                    <a:pt x="294" y="33703"/>
                    <a:pt x="900" y="33989"/>
                  </a:cubicBezTo>
                  <a:cubicBezTo>
                    <a:pt x="1081" y="34076"/>
                    <a:pt x="1273" y="34117"/>
                    <a:pt x="1464" y="34117"/>
                  </a:cubicBezTo>
                  <a:cubicBezTo>
                    <a:pt x="1903" y="34117"/>
                    <a:pt x="2331" y="33896"/>
                    <a:pt x="2581" y="33500"/>
                  </a:cubicBezTo>
                  <a:cubicBezTo>
                    <a:pt x="2620" y="33527"/>
                    <a:pt x="2672" y="33553"/>
                    <a:pt x="2725" y="33559"/>
                  </a:cubicBezTo>
                  <a:cubicBezTo>
                    <a:pt x="2756" y="33567"/>
                    <a:pt x="2787" y="33570"/>
                    <a:pt x="2817" y="33570"/>
                  </a:cubicBezTo>
                  <a:cubicBezTo>
                    <a:pt x="2998" y="33570"/>
                    <a:pt x="3162" y="33443"/>
                    <a:pt x="3207" y="33259"/>
                  </a:cubicBezTo>
                  <a:lnTo>
                    <a:pt x="3565" y="31682"/>
                  </a:lnTo>
                  <a:cubicBezTo>
                    <a:pt x="3604" y="31487"/>
                    <a:pt x="3481" y="31180"/>
                    <a:pt x="3298" y="31089"/>
                  </a:cubicBezTo>
                  <a:lnTo>
                    <a:pt x="6329" y="20094"/>
                  </a:lnTo>
                  <a:cubicBezTo>
                    <a:pt x="6329" y="25823"/>
                    <a:pt x="6798" y="47872"/>
                    <a:pt x="6798" y="47872"/>
                  </a:cubicBezTo>
                  <a:cubicBezTo>
                    <a:pt x="6798" y="47872"/>
                    <a:pt x="4517" y="48230"/>
                    <a:pt x="4517" y="49762"/>
                  </a:cubicBezTo>
                  <a:lnTo>
                    <a:pt x="8936" y="49762"/>
                  </a:lnTo>
                  <a:lnTo>
                    <a:pt x="10643" y="32425"/>
                  </a:lnTo>
                  <a:lnTo>
                    <a:pt x="11021" y="32425"/>
                  </a:lnTo>
                  <a:lnTo>
                    <a:pt x="12892" y="49762"/>
                  </a:lnTo>
                  <a:lnTo>
                    <a:pt x="17311" y="49762"/>
                  </a:lnTo>
                  <a:cubicBezTo>
                    <a:pt x="17311" y="48230"/>
                    <a:pt x="15023" y="47872"/>
                    <a:pt x="15023" y="47872"/>
                  </a:cubicBezTo>
                  <a:cubicBezTo>
                    <a:pt x="15023" y="47872"/>
                    <a:pt x="15453" y="25797"/>
                    <a:pt x="15453" y="19996"/>
                  </a:cubicBezTo>
                  <a:lnTo>
                    <a:pt x="18510" y="31063"/>
                  </a:lnTo>
                  <a:cubicBezTo>
                    <a:pt x="18302" y="31128"/>
                    <a:pt x="18152" y="31467"/>
                    <a:pt x="18204" y="31676"/>
                  </a:cubicBezTo>
                  <a:lnTo>
                    <a:pt x="18556" y="33253"/>
                  </a:lnTo>
                  <a:cubicBezTo>
                    <a:pt x="18599" y="33450"/>
                    <a:pt x="18775" y="33569"/>
                    <a:pt x="18955" y="33569"/>
                  </a:cubicBezTo>
                  <a:cubicBezTo>
                    <a:pt x="19048" y="33569"/>
                    <a:pt x="19143" y="33537"/>
                    <a:pt x="19221" y="33468"/>
                  </a:cubicBezTo>
                  <a:cubicBezTo>
                    <a:pt x="19463" y="33883"/>
                    <a:pt x="19902" y="34118"/>
                    <a:pt x="20357" y="34118"/>
                  </a:cubicBezTo>
                  <a:cubicBezTo>
                    <a:pt x="20538" y="34118"/>
                    <a:pt x="20721" y="34080"/>
                    <a:pt x="20896" y="34002"/>
                  </a:cubicBezTo>
                  <a:cubicBezTo>
                    <a:pt x="21508" y="33722"/>
                    <a:pt x="21815" y="33025"/>
                    <a:pt x="21600" y="32386"/>
                  </a:cubicBezTo>
                  <a:lnTo>
                    <a:pt x="17291" y="16803"/>
                  </a:lnTo>
                  <a:cubicBezTo>
                    <a:pt x="17122" y="16281"/>
                    <a:pt x="16653" y="15884"/>
                    <a:pt x="16138" y="15845"/>
                  </a:cubicBezTo>
                  <a:cubicBezTo>
                    <a:pt x="16125" y="15831"/>
                    <a:pt x="16112" y="15766"/>
                    <a:pt x="16112" y="15766"/>
                  </a:cubicBezTo>
                  <a:lnTo>
                    <a:pt x="12794" y="15766"/>
                  </a:lnTo>
                  <a:lnTo>
                    <a:pt x="12794" y="13805"/>
                  </a:lnTo>
                  <a:cubicBezTo>
                    <a:pt x="14958" y="13114"/>
                    <a:pt x="16933" y="11315"/>
                    <a:pt x="17702" y="9034"/>
                  </a:cubicBezTo>
                  <a:cubicBezTo>
                    <a:pt x="17780" y="9053"/>
                    <a:pt x="17865" y="9066"/>
                    <a:pt x="17950" y="9066"/>
                  </a:cubicBezTo>
                  <a:cubicBezTo>
                    <a:pt x="18510" y="9066"/>
                    <a:pt x="18966" y="8630"/>
                    <a:pt x="18992" y="8069"/>
                  </a:cubicBezTo>
                  <a:cubicBezTo>
                    <a:pt x="19019" y="7515"/>
                    <a:pt x="18601" y="7033"/>
                    <a:pt x="18047" y="6987"/>
                  </a:cubicBezTo>
                  <a:lnTo>
                    <a:pt x="18047" y="6974"/>
                  </a:lnTo>
                  <a:cubicBezTo>
                    <a:pt x="17963" y="3096"/>
                    <a:pt x="14795" y="0"/>
                    <a:pt x="109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0"/>
            <p:cNvSpPr/>
            <p:nvPr/>
          </p:nvSpPr>
          <p:spPr>
            <a:xfrm>
              <a:off x="1047380" y="4311978"/>
              <a:ext cx="453041" cy="49056"/>
            </a:xfrm>
            <a:custGeom>
              <a:rect b="b" l="l" r="r" t="t"/>
              <a:pathLst>
                <a:path extrusionOk="0" h="1943" w="17944">
                  <a:moveTo>
                    <a:pt x="8969" y="0"/>
                  </a:moveTo>
                  <a:cubicBezTo>
                    <a:pt x="4015" y="0"/>
                    <a:pt x="1" y="437"/>
                    <a:pt x="1" y="972"/>
                  </a:cubicBezTo>
                  <a:cubicBezTo>
                    <a:pt x="1" y="1506"/>
                    <a:pt x="4015" y="1943"/>
                    <a:pt x="8969" y="1943"/>
                  </a:cubicBezTo>
                  <a:cubicBezTo>
                    <a:pt x="13922" y="1943"/>
                    <a:pt x="17943" y="1506"/>
                    <a:pt x="17943" y="972"/>
                  </a:cubicBezTo>
                  <a:cubicBezTo>
                    <a:pt x="17943"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90"/>
            <p:cNvSpPr/>
            <p:nvPr/>
          </p:nvSpPr>
          <p:spPr>
            <a:xfrm>
              <a:off x="1329091" y="3076164"/>
              <a:ext cx="124748" cy="171203"/>
            </a:xfrm>
            <a:custGeom>
              <a:rect b="b" l="l" r="r" t="t"/>
              <a:pathLst>
                <a:path extrusionOk="0" h="6781" w="4941">
                  <a:moveTo>
                    <a:pt x="414" y="1"/>
                  </a:moveTo>
                  <a:cubicBezTo>
                    <a:pt x="336" y="1"/>
                    <a:pt x="205" y="9"/>
                    <a:pt x="1" y="28"/>
                  </a:cubicBezTo>
                  <a:cubicBezTo>
                    <a:pt x="138" y="38"/>
                    <a:pt x="273" y="53"/>
                    <a:pt x="404" y="72"/>
                  </a:cubicBezTo>
                  <a:lnTo>
                    <a:pt x="404" y="72"/>
                  </a:lnTo>
                  <a:cubicBezTo>
                    <a:pt x="513" y="32"/>
                    <a:pt x="568" y="1"/>
                    <a:pt x="414" y="1"/>
                  </a:cubicBezTo>
                  <a:close/>
                  <a:moveTo>
                    <a:pt x="404" y="72"/>
                  </a:moveTo>
                  <a:cubicBezTo>
                    <a:pt x="264" y="122"/>
                    <a:pt x="34" y="187"/>
                    <a:pt x="40" y="217"/>
                  </a:cubicBezTo>
                  <a:cubicBezTo>
                    <a:pt x="124" y="289"/>
                    <a:pt x="196" y="380"/>
                    <a:pt x="248" y="484"/>
                  </a:cubicBezTo>
                  <a:cubicBezTo>
                    <a:pt x="1174" y="2179"/>
                    <a:pt x="2516" y="3606"/>
                    <a:pt x="3690" y="5138"/>
                  </a:cubicBezTo>
                  <a:cubicBezTo>
                    <a:pt x="4107" y="5679"/>
                    <a:pt x="4524" y="6226"/>
                    <a:pt x="4941" y="6780"/>
                  </a:cubicBezTo>
                  <a:cubicBezTo>
                    <a:pt x="4928" y="3740"/>
                    <a:pt x="3704" y="549"/>
                    <a:pt x="404" y="72"/>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90"/>
            <p:cNvSpPr/>
            <p:nvPr/>
          </p:nvSpPr>
          <p:spPr>
            <a:xfrm>
              <a:off x="1088508" y="3050689"/>
              <a:ext cx="368311" cy="203899"/>
            </a:xfrm>
            <a:custGeom>
              <a:rect b="b" l="l" r="r" t="t"/>
              <a:pathLst>
                <a:path extrusionOk="0" h="8076" w="14588">
                  <a:moveTo>
                    <a:pt x="7125" y="1"/>
                  </a:moveTo>
                  <a:cubicBezTo>
                    <a:pt x="3188" y="1"/>
                    <a:pt x="1" y="3194"/>
                    <a:pt x="1" y="7131"/>
                  </a:cubicBezTo>
                  <a:cubicBezTo>
                    <a:pt x="1" y="7444"/>
                    <a:pt x="20" y="7763"/>
                    <a:pt x="73" y="8076"/>
                  </a:cubicBezTo>
                  <a:cubicBezTo>
                    <a:pt x="340" y="7509"/>
                    <a:pt x="731" y="6987"/>
                    <a:pt x="1109" y="6512"/>
                  </a:cubicBezTo>
                  <a:cubicBezTo>
                    <a:pt x="1989" y="5397"/>
                    <a:pt x="3032" y="4524"/>
                    <a:pt x="4459" y="4217"/>
                  </a:cubicBezTo>
                  <a:cubicBezTo>
                    <a:pt x="6134" y="3859"/>
                    <a:pt x="7874" y="3976"/>
                    <a:pt x="9569" y="3826"/>
                  </a:cubicBezTo>
                  <a:cubicBezTo>
                    <a:pt x="14053" y="3409"/>
                    <a:pt x="13942" y="2230"/>
                    <a:pt x="14587" y="1148"/>
                  </a:cubicBezTo>
                  <a:lnTo>
                    <a:pt x="14587" y="1148"/>
                  </a:lnTo>
                  <a:cubicBezTo>
                    <a:pt x="14378" y="1171"/>
                    <a:pt x="14167" y="1181"/>
                    <a:pt x="13955" y="1181"/>
                  </a:cubicBezTo>
                  <a:cubicBezTo>
                    <a:pt x="11713" y="1181"/>
                    <a:pt x="9340" y="1"/>
                    <a:pt x="71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90"/>
          <p:cNvGrpSpPr/>
          <p:nvPr/>
        </p:nvGrpSpPr>
        <p:grpSpPr>
          <a:xfrm>
            <a:off x="7660912" y="1542757"/>
            <a:ext cx="557515" cy="1310345"/>
            <a:chOff x="7660912" y="1542757"/>
            <a:chExt cx="557515" cy="1310345"/>
          </a:xfrm>
        </p:grpSpPr>
        <p:sp>
          <p:nvSpPr>
            <p:cNvPr id="10849" name="Google Shape;10849;p90"/>
            <p:cNvSpPr/>
            <p:nvPr/>
          </p:nvSpPr>
          <p:spPr>
            <a:xfrm>
              <a:off x="7711255" y="2803693"/>
              <a:ext cx="457485" cy="49409"/>
            </a:xfrm>
            <a:custGeom>
              <a:rect b="b" l="l" r="r" t="t"/>
              <a:pathLst>
                <a:path extrusionOk="0" h="1957" w="18120">
                  <a:moveTo>
                    <a:pt x="9060" y="1"/>
                  </a:moveTo>
                  <a:cubicBezTo>
                    <a:pt x="4055" y="1"/>
                    <a:pt x="1" y="437"/>
                    <a:pt x="1" y="978"/>
                  </a:cubicBezTo>
                  <a:cubicBezTo>
                    <a:pt x="1" y="1519"/>
                    <a:pt x="4055" y="1956"/>
                    <a:pt x="9060" y="1956"/>
                  </a:cubicBezTo>
                  <a:cubicBezTo>
                    <a:pt x="14059" y="1956"/>
                    <a:pt x="18120" y="1519"/>
                    <a:pt x="18120" y="978"/>
                  </a:cubicBezTo>
                  <a:cubicBezTo>
                    <a:pt x="18120" y="437"/>
                    <a:pt x="14059"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0" name="Google Shape;10850;p90"/>
            <p:cNvGrpSpPr/>
            <p:nvPr/>
          </p:nvGrpSpPr>
          <p:grpSpPr>
            <a:xfrm>
              <a:off x="7660912" y="1542757"/>
              <a:ext cx="557515" cy="1277423"/>
              <a:chOff x="7660912" y="1542757"/>
              <a:chExt cx="557515" cy="1277423"/>
            </a:xfrm>
          </p:grpSpPr>
          <p:sp>
            <p:nvSpPr>
              <p:cNvPr id="10851" name="Google Shape;10851;p90"/>
              <p:cNvSpPr/>
              <p:nvPr/>
            </p:nvSpPr>
            <p:spPr>
              <a:xfrm>
                <a:off x="7756524" y="1674397"/>
                <a:ext cx="366796" cy="342104"/>
              </a:xfrm>
              <a:custGeom>
                <a:rect b="b" l="l" r="r" t="t"/>
                <a:pathLst>
                  <a:path extrusionOk="0" h="13550" w="14528">
                    <a:moveTo>
                      <a:pt x="2157" y="0"/>
                    </a:moveTo>
                    <a:cubicBezTo>
                      <a:pt x="965" y="0"/>
                      <a:pt x="0" y="958"/>
                      <a:pt x="0" y="2157"/>
                    </a:cubicBezTo>
                    <a:lnTo>
                      <a:pt x="0" y="11393"/>
                    </a:lnTo>
                    <a:cubicBezTo>
                      <a:pt x="0" y="12585"/>
                      <a:pt x="965" y="13550"/>
                      <a:pt x="2157" y="13550"/>
                    </a:cubicBezTo>
                    <a:lnTo>
                      <a:pt x="12377" y="13550"/>
                    </a:lnTo>
                    <a:cubicBezTo>
                      <a:pt x="13570" y="13550"/>
                      <a:pt x="14528" y="12585"/>
                      <a:pt x="14528" y="11393"/>
                    </a:cubicBezTo>
                    <a:lnTo>
                      <a:pt x="14528" y="2157"/>
                    </a:lnTo>
                    <a:cubicBezTo>
                      <a:pt x="14528" y="958"/>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2" name="Google Shape;10852;p90"/>
              <p:cNvGrpSpPr/>
              <p:nvPr/>
            </p:nvGrpSpPr>
            <p:grpSpPr>
              <a:xfrm>
                <a:off x="7660912" y="1547529"/>
                <a:ext cx="557515" cy="1272651"/>
                <a:chOff x="7660912" y="1547529"/>
                <a:chExt cx="557515" cy="1272651"/>
              </a:xfrm>
            </p:grpSpPr>
            <p:sp>
              <p:nvSpPr>
                <p:cNvPr id="10853" name="Google Shape;10853;p90"/>
                <p:cNvSpPr/>
                <p:nvPr/>
              </p:nvSpPr>
              <p:spPr>
                <a:xfrm>
                  <a:off x="7660912" y="1547529"/>
                  <a:ext cx="557515" cy="1272651"/>
                </a:xfrm>
                <a:custGeom>
                  <a:rect b="b" l="l" r="r" t="t"/>
                  <a:pathLst>
                    <a:path extrusionOk="0" h="50407" w="22082">
                      <a:moveTo>
                        <a:pt x="11054" y="0"/>
                      </a:moveTo>
                      <a:cubicBezTo>
                        <a:pt x="7078" y="0"/>
                        <a:pt x="3852" y="3226"/>
                        <a:pt x="3852" y="7202"/>
                      </a:cubicBezTo>
                      <a:lnTo>
                        <a:pt x="3852" y="7208"/>
                      </a:lnTo>
                      <a:cubicBezTo>
                        <a:pt x="3833" y="7208"/>
                        <a:pt x="3813" y="7202"/>
                        <a:pt x="3787" y="7202"/>
                      </a:cubicBezTo>
                      <a:cubicBezTo>
                        <a:pt x="3784" y="7202"/>
                        <a:pt x="3780" y="7202"/>
                        <a:pt x="3777" y="7202"/>
                      </a:cubicBezTo>
                      <a:cubicBezTo>
                        <a:pt x="3117" y="7202"/>
                        <a:pt x="2615" y="7811"/>
                        <a:pt x="2738" y="8466"/>
                      </a:cubicBezTo>
                      <a:cubicBezTo>
                        <a:pt x="2840" y="8983"/>
                        <a:pt x="3291" y="9322"/>
                        <a:pt x="3779" y="9322"/>
                      </a:cubicBezTo>
                      <a:cubicBezTo>
                        <a:pt x="3914" y="9322"/>
                        <a:pt x="4051" y="9297"/>
                        <a:pt x="4185" y="9242"/>
                      </a:cubicBezTo>
                      <a:cubicBezTo>
                        <a:pt x="4954" y="11569"/>
                        <a:pt x="6968" y="13413"/>
                        <a:pt x="9177" y="14104"/>
                      </a:cubicBezTo>
                      <a:lnTo>
                        <a:pt x="9177" y="16124"/>
                      </a:lnTo>
                      <a:lnTo>
                        <a:pt x="6889" y="16124"/>
                      </a:lnTo>
                      <a:cubicBezTo>
                        <a:pt x="6889" y="16124"/>
                        <a:pt x="6876" y="16170"/>
                        <a:pt x="6863" y="16183"/>
                      </a:cubicBezTo>
                      <a:cubicBezTo>
                        <a:pt x="6277" y="16183"/>
                        <a:pt x="5762" y="16561"/>
                        <a:pt x="5586" y="17109"/>
                      </a:cubicBezTo>
                      <a:lnTo>
                        <a:pt x="255" y="32861"/>
                      </a:lnTo>
                      <a:cubicBezTo>
                        <a:pt x="0" y="33565"/>
                        <a:pt x="378" y="34334"/>
                        <a:pt x="1082" y="34569"/>
                      </a:cubicBezTo>
                      <a:cubicBezTo>
                        <a:pt x="1222" y="34615"/>
                        <a:pt x="1364" y="34637"/>
                        <a:pt x="1504" y="34637"/>
                      </a:cubicBezTo>
                      <a:cubicBezTo>
                        <a:pt x="2072" y="34637"/>
                        <a:pt x="2599" y="34273"/>
                        <a:pt x="2777" y="33702"/>
                      </a:cubicBezTo>
                      <a:lnTo>
                        <a:pt x="2953" y="33187"/>
                      </a:lnTo>
                      <a:lnTo>
                        <a:pt x="3526" y="33428"/>
                      </a:lnTo>
                      <a:cubicBezTo>
                        <a:pt x="3526" y="33428"/>
                        <a:pt x="4035" y="32412"/>
                        <a:pt x="3494" y="31577"/>
                      </a:cubicBezTo>
                      <a:lnTo>
                        <a:pt x="6759" y="21925"/>
                      </a:lnTo>
                      <a:lnTo>
                        <a:pt x="6759" y="21925"/>
                      </a:lnTo>
                      <a:cubicBezTo>
                        <a:pt x="6759" y="27706"/>
                        <a:pt x="5977" y="29172"/>
                        <a:pt x="5977" y="32366"/>
                      </a:cubicBezTo>
                      <a:cubicBezTo>
                        <a:pt x="5977" y="35560"/>
                        <a:pt x="7887" y="48497"/>
                        <a:pt x="7887" y="48497"/>
                      </a:cubicBezTo>
                      <a:lnTo>
                        <a:pt x="5573" y="50407"/>
                      </a:lnTo>
                      <a:lnTo>
                        <a:pt x="10037" y="50407"/>
                      </a:lnTo>
                      <a:lnTo>
                        <a:pt x="10787" y="31630"/>
                      </a:lnTo>
                      <a:lnTo>
                        <a:pt x="11165" y="31630"/>
                      </a:lnTo>
                      <a:lnTo>
                        <a:pt x="11914" y="50407"/>
                      </a:lnTo>
                      <a:lnTo>
                        <a:pt x="16372" y="50407"/>
                      </a:lnTo>
                      <a:lnTo>
                        <a:pt x="14065" y="48497"/>
                      </a:lnTo>
                      <a:cubicBezTo>
                        <a:pt x="14065" y="48497"/>
                        <a:pt x="15975" y="34171"/>
                        <a:pt x="15975" y="31590"/>
                      </a:cubicBezTo>
                      <a:cubicBezTo>
                        <a:pt x="15975" y="29003"/>
                        <a:pt x="15317" y="27680"/>
                        <a:pt x="15317" y="21821"/>
                      </a:cubicBezTo>
                      <a:lnTo>
                        <a:pt x="15317" y="21821"/>
                      </a:lnTo>
                      <a:lnTo>
                        <a:pt x="18615" y="31584"/>
                      </a:lnTo>
                      <a:cubicBezTo>
                        <a:pt x="18074" y="32418"/>
                        <a:pt x="18575" y="33435"/>
                        <a:pt x="18575" y="33435"/>
                      </a:cubicBezTo>
                      <a:lnTo>
                        <a:pt x="19155" y="33187"/>
                      </a:lnTo>
                      <a:lnTo>
                        <a:pt x="19331" y="33709"/>
                      </a:lnTo>
                      <a:cubicBezTo>
                        <a:pt x="19514" y="34266"/>
                        <a:pt x="20029" y="34619"/>
                        <a:pt x="20584" y="34619"/>
                      </a:cubicBezTo>
                      <a:cubicBezTo>
                        <a:pt x="20724" y="34619"/>
                        <a:pt x="20866" y="34597"/>
                        <a:pt x="21006" y="34549"/>
                      </a:cubicBezTo>
                      <a:cubicBezTo>
                        <a:pt x="21704" y="34321"/>
                        <a:pt x="22082" y="33572"/>
                        <a:pt x="21854" y="32874"/>
                      </a:cubicBezTo>
                      <a:lnTo>
                        <a:pt x="21854" y="32868"/>
                      </a:lnTo>
                      <a:lnTo>
                        <a:pt x="16522" y="17128"/>
                      </a:lnTo>
                      <a:cubicBezTo>
                        <a:pt x="16353" y="16613"/>
                        <a:pt x="15897" y="16242"/>
                        <a:pt x="15356" y="16190"/>
                      </a:cubicBezTo>
                      <a:cubicBezTo>
                        <a:pt x="15343" y="16170"/>
                        <a:pt x="15336" y="16150"/>
                        <a:pt x="15330" y="16131"/>
                      </a:cubicBezTo>
                      <a:lnTo>
                        <a:pt x="12931" y="16131"/>
                      </a:lnTo>
                      <a:lnTo>
                        <a:pt x="12931" y="14104"/>
                      </a:lnTo>
                      <a:cubicBezTo>
                        <a:pt x="15121" y="13413"/>
                        <a:pt x="17129" y="11595"/>
                        <a:pt x="17904" y="9281"/>
                      </a:cubicBezTo>
                      <a:cubicBezTo>
                        <a:pt x="17989" y="9301"/>
                        <a:pt x="18074" y="9314"/>
                        <a:pt x="18158" y="9314"/>
                      </a:cubicBezTo>
                      <a:cubicBezTo>
                        <a:pt x="18725" y="9314"/>
                        <a:pt x="19188" y="8870"/>
                        <a:pt x="19214" y="8310"/>
                      </a:cubicBezTo>
                      <a:cubicBezTo>
                        <a:pt x="19240" y="7743"/>
                        <a:pt x="18817" y="7261"/>
                        <a:pt x="18256" y="7215"/>
                      </a:cubicBezTo>
                      <a:lnTo>
                        <a:pt x="18256" y="7202"/>
                      </a:lnTo>
                      <a:cubicBezTo>
                        <a:pt x="18256" y="3226"/>
                        <a:pt x="15030" y="0"/>
                        <a:pt x="1105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4" name="Google Shape;10854;p90"/>
                <p:cNvGrpSpPr/>
                <p:nvPr/>
              </p:nvGrpSpPr>
              <p:grpSpPr>
                <a:xfrm>
                  <a:off x="7873243" y="2256453"/>
                  <a:ext cx="129570" cy="89679"/>
                  <a:chOff x="7873243" y="2256453"/>
                  <a:chExt cx="129570" cy="89679"/>
                </a:xfrm>
              </p:grpSpPr>
              <p:sp>
                <p:nvSpPr>
                  <p:cNvPr id="10855" name="Google Shape;10855;p90"/>
                  <p:cNvSpPr/>
                  <p:nvPr/>
                </p:nvSpPr>
                <p:spPr>
                  <a:xfrm>
                    <a:off x="7960877" y="2272687"/>
                    <a:ext cx="36079" cy="22243"/>
                  </a:xfrm>
                  <a:custGeom>
                    <a:rect b="b" l="l" r="r" t="t"/>
                    <a:pathLst>
                      <a:path extrusionOk="0" h="881" w="1429">
                        <a:moveTo>
                          <a:pt x="7" y="1"/>
                        </a:moveTo>
                        <a:cubicBezTo>
                          <a:pt x="7" y="7"/>
                          <a:pt x="7" y="14"/>
                          <a:pt x="7" y="20"/>
                        </a:cubicBezTo>
                        <a:cubicBezTo>
                          <a:pt x="7" y="33"/>
                          <a:pt x="1" y="53"/>
                          <a:pt x="1" y="66"/>
                        </a:cubicBezTo>
                        <a:cubicBezTo>
                          <a:pt x="14" y="72"/>
                          <a:pt x="33" y="79"/>
                          <a:pt x="47" y="85"/>
                        </a:cubicBezTo>
                        <a:cubicBezTo>
                          <a:pt x="209" y="164"/>
                          <a:pt x="340" y="307"/>
                          <a:pt x="477" y="418"/>
                        </a:cubicBezTo>
                        <a:cubicBezTo>
                          <a:pt x="535" y="470"/>
                          <a:pt x="600" y="516"/>
                          <a:pt x="666" y="555"/>
                        </a:cubicBezTo>
                        <a:lnTo>
                          <a:pt x="666" y="568"/>
                        </a:lnTo>
                        <a:cubicBezTo>
                          <a:pt x="666" y="737"/>
                          <a:pt x="842" y="881"/>
                          <a:pt x="1050" y="881"/>
                        </a:cubicBezTo>
                        <a:cubicBezTo>
                          <a:pt x="1259" y="881"/>
                          <a:pt x="1428" y="744"/>
                          <a:pt x="1428" y="568"/>
                        </a:cubicBezTo>
                        <a:cubicBezTo>
                          <a:pt x="1428" y="398"/>
                          <a:pt x="1259" y="255"/>
                          <a:pt x="1050" y="255"/>
                        </a:cubicBezTo>
                        <a:cubicBezTo>
                          <a:pt x="1044" y="255"/>
                          <a:pt x="1039" y="255"/>
                          <a:pt x="1033" y="255"/>
                        </a:cubicBezTo>
                        <a:cubicBezTo>
                          <a:pt x="890" y="255"/>
                          <a:pt x="761" y="332"/>
                          <a:pt x="692" y="457"/>
                        </a:cubicBezTo>
                        <a:cubicBezTo>
                          <a:pt x="620" y="418"/>
                          <a:pt x="555" y="372"/>
                          <a:pt x="496" y="320"/>
                        </a:cubicBezTo>
                        <a:cubicBezTo>
                          <a:pt x="425" y="261"/>
                          <a:pt x="353" y="203"/>
                          <a:pt x="281" y="144"/>
                        </a:cubicBezTo>
                        <a:cubicBezTo>
                          <a:pt x="203" y="79"/>
                          <a:pt x="105" y="33"/>
                          <a:pt x="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0"/>
                  <p:cNvSpPr/>
                  <p:nvPr/>
                </p:nvSpPr>
                <p:spPr>
                  <a:xfrm>
                    <a:off x="7879278" y="2272687"/>
                    <a:ext cx="36053" cy="22243"/>
                  </a:xfrm>
                  <a:custGeom>
                    <a:rect b="b" l="l" r="r" t="t"/>
                    <a:pathLst>
                      <a:path extrusionOk="0" h="881" w="1428">
                        <a:moveTo>
                          <a:pt x="1421" y="1"/>
                        </a:moveTo>
                        <a:lnTo>
                          <a:pt x="1421" y="1"/>
                        </a:lnTo>
                        <a:cubicBezTo>
                          <a:pt x="1317" y="33"/>
                          <a:pt x="1225" y="79"/>
                          <a:pt x="1141" y="144"/>
                        </a:cubicBezTo>
                        <a:cubicBezTo>
                          <a:pt x="1069" y="203"/>
                          <a:pt x="1004" y="261"/>
                          <a:pt x="932" y="320"/>
                        </a:cubicBezTo>
                        <a:cubicBezTo>
                          <a:pt x="867" y="372"/>
                          <a:pt x="802" y="418"/>
                          <a:pt x="730" y="457"/>
                        </a:cubicBezTo>
                        <a:cubicBezTo>
                          <a:pt x="667" y="332"/>
                          <a:pt x="539" y="255"/>
                          <a:pt x="396" y="255"/>
                        </a:cubicBezTo>
                        <a:cubicBezTo>
                          <a:pt x="390" y="255"/>
                          <a:pt x="384" y="255"/>
                          <a:pt x="378" y="255"/>
                        </a:cubicBezTo>
                        <a:cubicBezTo>
                          <a:pt x="170" y="255"/>
                          <a:pt x="0" y="398"/>
                          <a:pt x="0" y="568"/>
                        </a:cubicBezTo>
                        <a:cubicBezTo>
                          <a:pt x="0" y="744"/>
                          <a:pt x="170" y="881"/>
                          <a:pt x="378" y="881"/>
                        </a:cubicBezTo>
                        <a:cubicBezTo>
                          <a:pt x="587" y="881"/>
                          <a:pt x="756" y="737"/>
                          <a:pt x="756" y="568"/>
                        </a:cubicBezTo>
                        <a:cubicBezTo>
                          <a:pt x="756" y="561"/>
                          <a:pt x="756" y="555"/>
                          <a:pt x="756" y="555"/>
                        </a:cubicBezTo>
                        <a:cubicBezTo>
                          <a:pt x="828" y="516"/>
                          <a:pt x="893" y="470"/>
                          <a:pt x="952" y="418"/>
                        </a:cubicBezTo>
                        <a:cubicBezTo>
                          <a:pt x="1089" y="307"/>
                          <a:pt x="1219" y="164"/>
                          <a:pt x="1375" y="85"/>
                        </a:cubicBezTo>
                        <a:lnTo>
                          <a:pt x="1428" y="66"/>
                        </a:lnTo>
                        <a:cubicBezTo>
                          <a:pt x="1421" y="53"/>
                          <a:pt x="1421" y="33"/>
                          <a:pt x="1421" y="20"/>
                        </a:cubicBezTo>
                        <a:cubicBezTo>
                          <a:pt x="1414" y="14"/>
                          <a:pt x="1414" y="7"/>
                          <a:pt x="14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0"/>
                  <p:cNvSpPr/>
                  <p:nvPr/>
                </p:nvSpPr>
                <p:spPr>
                  <a:xfrm>
                    <a:off x="7873243" y="2256453"/>
                    <a:ext cx="129570" cy="89679"/>
                  </a:xfrm>
                  <a:custGeom>
                    <a:rect b="b" l="l" r="r" t="t"/>
                    <a:pathLst>
                      <a:path extrusionOk="0" h="3552" w="5132">
                        <a:moveTo>
                          <a:pt x="2566" y="0"/>
                        </a:moveTo>
                        <a:cubicBezTo>
                          <a:pt x="2118" y="0"/>
                          <a:pt x="1670" y="152"/>
                          <a:pt x="1380" y="455"/>
                        </a:cubicBezTo>
                        <a:cubicBezTo>
                          <a:pt x="1310" y="528"/>
                          <a:pt x="1265" y="592"/>
                          <a:pt x="1161" y="592"/>
                        </a:cubicBezTo>
                        <a:cubicBezTo>
                          <a:pt x="1052" y="592"/>
                          <a:pt x="879" y="521"/>
                          <a:pt x="545" y="318"/>
                        </a:cubicBezTo>
                        <a:cubicBezTo>
                          <a:pt x="492" y="283"/>
                          <a:pt x="375" y="229"/>
                          <a:pt x="271" y="229"/>
                        </a:cubicBezTo>
                        <a:cubicBezTo>
                          <a:pt x="123" y="229"/>
                          <a:pt x="1" y="337"/>
                          <a:pt x="115" y="761"/>
                        </a:cubicBezTo>
                        <a:cubicBezTo>
                          <a:pt x="115" y="761"/>
                          <a:pt x="226" y="1224"/>
                          <a:pt x="252" y="1295"/>
                        </a:cubicBezTo>
                        <a:cubicBezTo>
                          <a:pt x="252" y="1295"/>
                          <a:pt x="285" y="1106"/>
                          <a:pt x="526" y="937"/>
                        </a:cubicBezTo>
                        <a:cubicBezTo>
                          <a:pt x="526" y="937"/>
                          <a:pt x="154" y="755"/>
                          <a:pt x="317" y="526"/>
                        </a:cubicBezTo>
                        <a:cubicBezTo>
                          <a:pt x="372" y="454"/>
                          <a:pt x="420" y="427"/>
                          <a:pt x="465" y="427"/>
                        </a:cubicBezTo>
                        <a:cubicBezTo>
                          <a:pt x="562" y="427"/>
                          <a:pt x="648" y="549"/>
                          <a:pt x="754" y="611"/>
                        </a:cubicBezTo>
                        <a:cubicBezTo>
                          <a:pt x="851" y="662"/>
                          <a:pt x="960" y="757"/>
                          <a:pt x="1121" y="757"/>
                        </a:cubicBezTo>
                        <a:cubicBezTo>
                          <a:pt x="1230" y="757"/>
                          <a:pt x="1362" y="714"/>
                          <a:pt x="1530" y="585"/>
                        </a:cubicBezTo>
                        <a:cubicBezTo>
                          <a:pt x="1554" y="567"/>
                          <a:pt x="1582" y="546"/>
                          <a:pt x="1605" y="546"/>
                        </a:cubicBezTo>
                        <a:cubicBezTo>
                          <a:pt x="1648" y="546"/>
                          <a:pt x="1677" y="622"/>
                          <a:pt x="1647" y="937"/>
                        </a:cubicBezTo>
                        <a:cubicBezTo>
                          <a:pt x="1595" y="1458"/>
                          <a:pt x="2045" y="1700"/>
                          <a:pt x="2071" y="1797"/>
                        </a:cubicBezTo>
                        <a:cubicBezTo>
                          <a:pt x="2103" y="1889"/>
                          <a:pt x="1810" y="2182"/>
                          <a:pt x="1895" y="2560"/>
                        </a:cubicBezTo>
                        <a:cubicBezTo>
                          <a:pt x="1973" y="2938"/>
                          <a:pt x="2273" y="3179"/>
                          <a:pt x="2318" y="3375"/>
                        </a:cubicBezTo>
                        <a:cubicBezTo>
                          <a:pt x="2362" y="3538"/>
                          <a:pt x="2369" y="3551"/>
                          <a:pt x="2370" y="3551"/>
                        </a:cubicBezTo>
                        <a:cubicBezTo>
                          <a:pt x="2370" y="3551"/>
                          <a:pt x="2370" y="3551"/>
                          <a:pt x="2370" y="3551"/>
                        </a:cubicBezTo>
                        <a:lnTo>
                          <a:pt x="2761" y="3551"/>
                        </a:lnTo>
                        <a:cubicBezTo>
                          <a:pt x="2761" y="3551"/>
                          <a:pt x="2761" y="3551"/>
                          <a:pt x="2762" y="3551"/>
                        </a:cubicBezTo>
                        <a:cubicBezTo>
                          <a:pt x="2763" y="3551"/>
                          <a:pt x="2770" y="3538"/>
                          <a:pt x="2814" y="3375"/>
                        </a:cubicBezTo>
                        <a:cubicBezTo>
                          <a:pt x="2866" y="3179"/>
                          <a:pt x="3166" y="2925"/>
                          <a:pt x="3244" y="2547"/>
                        </a:cubicBezTo>
                        <a:cubicBezTo>
                          <a:pt x="3322" y="2169"/>
                          <a:pt x="3035" y="1882"/>
                          <a:pt x="3061" y="1791"/>
                        </a:cubicBezTo>
                        <a:cubicBezTo>
                          <a:pt x="3094" y="1693"/>
                          <a:pt x="3544" y="1452"/>
                          <a:pt x="3491" y="931"/>
                        </a:cubicBezTo>
                        <a:cubicBezTo>
                          <a:pt x="3462" y="620"/>
                          <a:pt x="3490" y="543"/>
                          <a:pt x="3533" y="543"/>
                        </a:cubicBezTo>
                        <a:cubicBezTo>
                          <a:pt x="3557" y="543"/>
                          <a:pt x="3584" y="565"/>
                          <a:pt x="3609" y="585"/>
                        </a:cubicBezTo>
                        <a:cubicBezTo>
                          <a:pt x="3774" y="711"/>
                          <a:pt x="3905" y="753"/>
                          <a:pt x="4013" y="753"/>
                        </a:cubicBezTo>
                        <a:cubicBezTo>
                          <a:pt x="4174" y="753"/>
                          <a:pt x="4284" y="659"/>
                          <a:pt x="4378" y="605"/>
                        </a:cubicBezTo>
                        <a:cubicBezTo>
                          <a:pt x="4489" y="547"/>
                          <a:pt x="4572" y="429"/>
                          <a:pt x="4668" y="429"/>
                        </a:cubicBezTo>
                        <a:cubicBezTo>
                          <a:pt x="4713" y="429"/>
                          <a:pt x="4760" y="455"/>
                          <a:pt x="4815" y="526"/>
                        </a:cubicBezTo>
                        <a:cubicBezTo>
                          <a:pt x="4984" y="748"/>
                          <a:pt x="4612" y="931"/>
                          <a:pt x="4612" y="931"/>
                        </a:cubicBezTo>
                        <a:cubicBezTo>
                          <a:pt x="4749" y="1022"/>
                          <a:pt x="4841" y="1165"/>
                          <a:pt x="4873" y="1328"/>
                        </a:cubicBezTo>
                        <a:cubicBezTo>
                          <a:pt x="4932" y="1146"/>
                          <a:pt x="4977" y="950"/>
                          <a:pt x="5017" y="761"/>
                        </a:cubicBezTo>
                        <a:cubicBezTo>
                          <a:pt x="5131" y="337"/>
                          <a:pt x="5011" y="229"/>
                          <a:pt x="4864" y="229"/>
                        </a:cubicBezTo>
                        <a:cubicBezTo>
                          <a:pt x="4760" y="229"/>
                          <a:pt x="4643" y="283"/>
                          <a:pt x="4586" y="318"/>
                        </a:cubicBezTo>
                        <a:cubicBezTo>
                          <a:pt x="4253" y="521"/>
                          <a:pt x="4081" y="592"/>
                          <a:pt x="3973" y="592"/>
                        </a:cubicBezTo>
                        <a:cubicBezTo>
                          <a:pt x="3870" y="592"/>
                          <a:pt x="3825" y="528"/>
                          <a:pt x="3752" y="455"/>
                        </a:cubicBezTo>
                        <a:cubicBezTo>
                          <a:pt x="3462" y="152"/>
                          <a:pt x="3014" y="0"/>
                          <a:pt x="25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0"/>
                  <p:cNvSpPr/>
                  <p:nvPr/>
                </p:nvSpPr>
                <p:spPr>
                  <a:xfrm>
                    <a:off x="7916947" y="2261351"/>
                    <a:ext cx="42163" cy="81145"/>
                  </a:xfrm>
                  <a:custGeom>
                    <a:rect b="b" l="l" r="r" t="t"/>
                    <a:pathLst>
                      <a:path extrusionOk="0" h="3214" w="1670">
                        <a:moveTo>
                          <a:pt x="841" y="0"/>
                        </a:moveTo>
                        <a:cubicBezTo>
                          <a:pt x="692" y="7"/>
                          <a:pt x="548" y="26"/>
                          <a:pt x="405" y="59"/>
                        </a:cubicBezTo>
                        <a:cubicBezTo>
                          <a:pt x="268" y="104"/>
                          <a:pt x="131" y="163"/>
                          <a:pt x="1" y="241"/>
                        </a:cubicBezTo>
                        <a:cubicBezTo>
                          <a:pt x="14" y="248"/>
                          <a:pt x="20" y="261"/>
                          <a:pt x="33" y="267"/>
                        </a:cubicBezTo>
                        <a:cubicBezTo>
                          <a:pt x="111" y="365"/>
                          <a:pt x="125" y="508"/>
                          <a:pt x="92" y="769"/>
                        </a:cubicBezTo>
                        <a:cubicBezTo>
                          <a:pt x="72" y="893"/>
                          <a:pt x="98" y="1017"/>
                          <a:pt x="164" y="1128"/>
                        </a:cubicBezTo>
                        <a:cubicBezTo>
                          <a:pt x="222" y="1212"/>
                          <a:pt x="294" y="1297"/>
                          <a:pt x="372" y="1369"/>
                        </a:cubicBezTo>
                        <a:cubicBezTo>
                          <a:pt x="437" y="1414"/>
                          <a:pt x="483" y="1480"/>
                          <a:pt x="516" y="1551"/>
                        </a:cubicBezTo>
                        <a:cubicBezTo>
                          <a:pt x="548" y="1649"/>
                          <a:pt x="503" y="1740"/>
                          <a:pt x="444" y="1851"/>
                        </a:cubicBezTo>
                        <a:cubicBezTo>
                          <a:pt x="379" y="1981"/>
                          <a:pt x="300" y="2144"/>
                          <a:pt x="340" y="2327"/>
                        </a:cubicBezTo>
                        <a:cubicBezTo>
                          <a:pt x="385" y="2509"/>
                          <a:pt x="470" y="2679"/>
                          <a:pt x="587" y="2822"/>
                        </a:cubicBezTo>
                        <a:cubicBezTo>
                          <a:pt x="659" y="2920"/>
                          <a:pt x="724" y="3031"/>
                          <a:pt x="763" y="3148"/>
                        </a:cubicBezTo>
                        <a:cubicBezTo>
                          <a:pt x="770" y="3174"/>
                          <a:pt x="776" y="3207"/>
                          <a:pt x="783" y="3207"/>
                        </a:cubicBezTo>
                        <a:lnTo>
                          <a:pt x="894" y="3213"/>
                        </a:lnTo>
                        <a:cubicBezTo>
                          <a:pt x="900" y="3213"/>
                          <a:pt x="907" y="3174"/>
                          <a:pt x="907" y="3155"/>
                        </a:cubicBezTo>
                        <a:cubicBezTo>
                          <a:pt x="952" y="3037"/>
                          <a:pt x="1011" y="2926"/>
                          <a:pt x="1089" y="2829"/>
                        </a:cubicBezTo>
                        <a:cubicBezTo>
                          <a:pt x="1200" y="2679"/>
                          <a:pt x="1285" y="2509"/>
                          <a:pt x="1337" y="2327"/>
                        </a:cubicBezTo>
                        <a:cubicBezTo>
                          <a:pt x="1376" y="2144"/>
                          <a:pt x="1291" y="1981"/>
                          <a:pt x="1226" y="1851"/>
                        </a:cubicBezTo>
                        <a:cubicBezTo>
                          <a:pt x="1174" y="1740"/>
                          <a:pt x="1128" y="1649"/>
                          <a:pt x="1161" y="1551"/>
                        </a:cubicBezTo>
                        <a:cubicBezTo>
                          <a:pt x="1187" y="1480"/>
                          <a:pt x="1239" y="1414"/>
                          <a:pt x="1298" y="1369"/>
                        </a:cubicBezTo>
                        <a:cubicBezTo>
                          <a:pt x="1382" y="1297"/>
                          <a:pt x="1454" y="1212"/>
                          <a:pt x="1513" y="1128"/>
                        </a:cubicBezTo>
                        <a:cubicBezTo>
                          <a:pt x="1578" y="1017"/>
                          <a:pt x="1597" y="893"/>
                          <a:pt x="1584" y="769"/>
                        </a:cubicBezTo>
                        <a:cubicBezTo>
                          <a:pt x="1545" y="508"/>
                          <a:pt x="1558" y="358"/>
                          <a:pt x="1643" y="267"/>
                        </a:cubicBezTo>
                        <a:cubicBezTo>
                          <a:pt x="1650" y="261"/>
                          <a:pt x="1663" y="248"/>
                          <a:pt x="1669" y="241"/>
                        </a:cubicBezTo>
                        <a:cubicBezTo>
                          <a:pt x="1545" y="163"/>
                          <a:pt x="1408" y="104"/>
                          <a:pt x="1265" y="59"/>
                        </a:cubicBezTo>
                        <a:cubicBezTo>
                          <a:pt x="1128" y="26"/>
                          <a:pt x="985" y="7"/>
                          <a:pt x="8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859" name="Google Shape;10859;p90"/>
              <p:cNvSpPr/>
              <p:nvPr/>
            </p:nvSpPr>
            <p:spPr>
              <a:xfrm>
                <a:off x="7732994" y="1542757"/>
                <a:ext cx="406788" cy="325163"/>
              </a:xfrm>
              <a:custGeom>
                <a:rect b="b" l="l" r="r" t="t"/>
                <a:pathLst>
                  <a:path extrusionOk="0" h="12879" w="16112">
                    <a:moveTo>
                      <a:pt x="1004" y="8740"/>
                    </a:moveTo>
                    <a:cubicBezTo>
                      <a:pt x="1006" y="8846"/>
                      <a:pt x="1032" y="9014"/>
                      <a:pt x="1076" y="9224"/>
                    </a:cubicBezTo>
                    <a:lnTo>
                      <a:pt x="1076" y="9224"/>
                    </a:lnTo>
                    <a:cubicBezTo>
                      <a:pt x="1041" y="9041"/>
                      <a:pt x="1016" y="8876"/>
                      <a:pt x="1004" y="8740"/>
                    </a:cubicBezTo>
                    <a:close/>
                    <a:moveTo>
                      <a:pt x="8529" y="0"/>
                    </a:moveTo>
                    <a:cubicBezTo>
                      <a:pt x="7377" y="0"/>
                      <a:pt x="6098" y="274"/>
                      <a:pt x="4699" y="906"/>
                    </a:cubicBezTo>
                    <a:cubicBezTo>
                      <a:pt x="0" y="3031"/>
                      <a:pt x="1004" y="8740"/>
                      <a:pt x="1004" y="8740"/>
                    </a:cubicBezTo>
                    <a:cubicBezTo>
                      <a:pt x="945" y="6113"/>
                      <a:pt x="4041" y="3448"/>
                      <a:pt x="4041" y="3448"/>
                    </a:cubicBezTo>
                    <a:cubicBezTo>
                      <a:pt x="6224" y="4790"/>
                      <a:pt x="13537" y="6504"/>
                      <a:pt x="14208" y="6726"/>
                    </a:cubicBezTo>
                    <a:cubicBezTo>
                      <a:pt x="14550" y="6840"/>
                      <a:pt x="14771" y="11926"/>
                      <a:pt x="14748" y="12625"/>
                    </a:cubicBezTo>
                    <a:lnTo>
                      <a:pt x="14748" y="12625"/>
                    </a:lnTo>
                    <a:lnTo>
                      <a:pt x="15206" y="9548"/>
                    </a:lnTo>
                    <a:cubicBezTo>
                      <a:pt x="15206" y="9548"/>
                      <a:pt x="16111" y="6166"/>
                      <a:pt x="14436" y="3441"/>
                    </a:cubicBezTo>
                    <a:cubicBezTo>
                      <a:pt x="13255" y="1523"/>
                      <a:pt x="11248" y="0"/>
                      <a:pt x="8529" y="0"/>
                    </a:cubicBezTo>
                    <a:close/>
                    <a:moveTo>
                      <a:pt x="14748" y="12625"/>
                    </a:moveTo>
                    <a:lnTo>
                      <a:pt x="14736" y="12703"/>
                    </a:lnTo>
                    <a:cubicBezTo>
                      <a:pt x="14737" y="12704"/>
                      <a:pt x="14738" y="12705"/>
                      <a:pt x="14739" y="12705"/>
                    </a:cubicBezTo>
                    <a:cubicBezTo>
                      <a:pt x="14743" y="12705"/>
                      <a:pt x="14746" y="12677"/>
                      <a:pt x="14748" y="12625"/>
                    </a:cubicBezTo>
                    <a:close/>
                    <a:moveTo>
                      <a:pt x="1076" y="9224"/>
                    </a:moveTo>
                    <a:lnTo>
                      <a:pt x="1076" y="9224"/>
                    </a:lnTo>
                    <a:cubicBezTo>
                      <a:pt x="1331" y="10550"/>
                      <a:pt x="2105" y="12879"/>
                      <a:pt x="2105" y="12879"/>
                    </a:cubicBezTo>
                    <a:cubicBezTo>
                      <a:pt x="2105" y="12879"/>
                      <a:pt x="1321" y="10401"/>
                      <a:pt x="1076" y="9224"/>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860" name="Google Shape;10860;p90"/>
          <p:cNvSpPr/>
          <p:nvPr/>
        </p:nvSpPr>
        <p:spPr>
          <a:xfrm>
            <a:off x="7712417" y="4326148"/>
            <a:ext cx="452864" cy="49056"/>
          </a:xfrm>
          <a:custGeom>
            <a:rect b="b" l="l" r="r" t="t"/>
            <a:pathLst>
              <a:path extrusionOk="0" h="1943" w="17937">
                <a:moveTo>
                  <a:pt x="8969" y="0"/>
                </a:moveTo>
                <a:cubicBezTo>
                  <a:pt x="4015" y="0"/>
                  <a:pt x="0" y="437"/>
                  <a:pt x="0" y="972"/>
                </a:cubicBezTo>
                <a:cubicBezTo>
                  <a:pt x="0" y="1506"/>
                  <a:pt x="4015" y="1943"/>
                  <a:pt x="8969" y="1943"/>
                </a:cubicBezTo>
                <a:cubicBezTo>
                  <a:pt x="13922" y="1943"/>
                  <a:pt x="17937" y="1506"/>
                  <a:pt x="17937" y="972"/>
                </a:cubicBezTo>
                <a:cubicBezTo>
                  <a:pt x="17937"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1" name="Google Shape;10861;p90"/>
          <p:cNvGrpSpPr/>
          <p:nvPr/>
        </p:nvGrpSpPr>
        <p:grpSpPr>
          <a:xfrm>
            <a:off x="7665988" y="3067429"/>
            <a:ext cx="550774" cy="1277927"/>
            <a:chOff x="7665988" y="3067429"/>
            <a:chExt cx="550774" cy="1277927"/>
          </a:xfrm>
        </p:grpSpPr>
        <p:sp>
          <p:nvSpPr>
            <p:cNvPr id="10862" name="Google Shape;10862;p90"/>
            <p:cNvSpPr/>
            <p:nvPr/>
          </p:nvSpPr>
          <p:spPr>
            <a:xfrm>
              <a:off x="7665988" y="3067429"/>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3" name="Google Shape;10863;p90"/>
            <p:cNvGrpSpPr/>
            <p:nvPr/>
          </p:nvGrpSpPr>
          <p:grpSpPr>
            <a:xfrm>
              <a:off x="7893590" y="3786407"/>
              <a:ext cx="93163" cy="118840"/>
              <a:chOff x="7890614" y="3772237"/>
              <a:chExt cx="93163" cy="118840"/>
            </a:xfrm>
          </p:grpSpPr>
          <p:sp>
            <p:nvSpPr>
              <p:cNvPr id="10864" name="Google Shape;10864;p90"/>
              <p:cNvSpPr/>
              <p:nvPr/>
            </p:nvSpPr>
            <p:spPr>
              <a:xfrm>
                <a:off x="7954717" y="3788017"/>
                <a:ext cx="8988" cy="49637"/>
              </a:xfrm>
              <a:custGeom>
                <a:rect b="b" l="l" r="r" t="t"/>
                <a:pathLst>
                  <a:path extrusionOk="0" h="1966" w="356">
                    <a:moveTo>
                      <a:pt x="278" y="0"/>
                    </a:moveTo>
                    <a:cubicBezTo>
                      <a:pt x="249" y="0"/>
                      <a:pt x="218" y="20"/>
                      <a:pt x="212" y="54"/>
                    </a:cubicBezTo>
                    <a:lnTo>
                      <a:pt x="69" y="692"/>
                    </a:lnTo>
                    <a:cubicBezTo>
                      <a:pt x="30" y="888"/>
                      <a:pt x="4" y="1090"/>
                      <a:pt x="4" y="1292"/>
                    </a:cubicBezTo>
                    <a:lnTo>
                      <a:pt x="4" y="1892"/>
                    </a:lnTo>
                    <a:cubicBezTo>
                      <a:pt x="0" y="1941"/>
                      <a:pt x="38" y="1965"/>
                      <a:pt x="75" y="1965"/>
                    </a:cubicBezTo>
                    <a:cubicBezTo>
                      <a:pt x="113" y="1965"/>
                      <a:pt x="150" y="1941"/>
                      <a:pt x="147" y="1892"/>
                    </a:cubicBezTo>
                    <a:lnTo>
                      <a:pt x="147" y="1292"/>
                    </a:lnTo>
                    <a:cubicBezTo>
                      <a:pt x="147" y="1097"/>
                      <a:pt x="167" y="908"/>
                      <a:pt x="206" y="719"/>
                    </a:cubicBezTo>
                    <a:lnTo>
                      <a:pt x="349" y="86"/>
                    </a:lnTo>
                    <a:cubicBezTo>
                      <a:pt x="356" y="47"/>
                      <a:pt x="330" y="8"/>
                      <a:pt x="291" y="2"/>
                    </a:cubicBezTo>
                    <a:cubicBezTo>
                      <a:pt x="286" y="1"/>
                      <a:pt x="282" y="0"/>
                      <a:pt x="27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90"/>
              <p:cNvSpPr/>
              <p:nvPr/>
            </p:nvSpPr>
            <p:spPr>
              <a:xfrm>
                <a:off x="7910862" y="3788017"/>
                <a:ext cx="8736" cy="49409"/>
              </a:xfrm>
              <a:custGeom>
                <a:rect b="b" l="l" r="r" t="t"/>
                <a:pathLst>
                  <a:path extrusionOk="0" h="1957" w="346">
                    <a:moveTo>
                      <a:pt x="74" y="0"/>
                    </a:moveTo>
                    <a:cubicBezTo>
                      <a:pt x="69" y="0"/>
                      <a:pt x="64" y="1"/>
                      <a:pt x="59" y="2"/>
                    </a:cubicBezTo>
                    <a:cubicBezTo>
                      <a:pt x="20" y="8"/>
                      <a:pt x="1" y="47"/>
                      <a:pt x="7" y="86"/>
                    </a:cubicBezTo>
                    <a:lnTo>
                      <a:pt x="144" y="719"/>
                    </a:lnTo>
                    <a:cubicBezTo>
                      <a:pt x="190" y="908"/>
                      <a:pt x="209" y="1097"/>
                      <a:pt x="209" y="1292"/>
                    </a:cubicBezTo>
                    <a:lnTo>
                      <a:pt x="209" y="1892"/>
                    </a:lnTo>
                    <a:cubicBezTo>
                      <a:pt x="209" y="1924"/>
                      <a:pt x="235" y="1957"/>
                      <a:pt x="274" y="1957"/>
                    </a:cubicBezTo>
                    <a:cubicBezTo>
                      <a:pt x="313" y="1957"/>
                      <a:pt x="346" y="1924"/>
                      <a:pt x="346" y="1892"/>
                    </a:cubicBezTo>
                    <a:lnTo>
                      <a:pt x="346" y="1292"/>
                    </a:lnTo>
                    <a:cubicBezTo>
                      <a:pt x="346" y="1090"/>
                      <a:pt x="326" y="888"/>
                      <a:pt x="281" y="692"/>
                    </a:cubicBezTo>
                    <a:lnTo>
                      <a:pt x="137" y="54"/>
                    </a:lnTo>
                    <a:cubicBezTo>
                      <a:pt x="132" y="20"/>
                      <a:pt x="106" y="0"/>
                      <a:pt x="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90"/>
              <p:cNvSpPr/>
              <p:nvPr/>
            </p:nvSpPr>
            <p:spPr>
              <a:xfrm>
                <a:off x="7901647" y="3841693"/>
                <a:ext cx="29161" cy="38023"/>
              </a:xfrm>
              <a:custGeom>
                <a:rect b="b" l="l" r="r" t="t"/>
                <a:pathLst>
                  <a:path extrusionOk="0" h="1506" w="1155">
                    <a:moveTo>
                      <a:pt x="574" y="0"/>
                    </a:moveTo>
                    <a:cubicBezTo>
                      <a:pt x="261" y="0"/>
                      <a:pt x="1" y="339"/>
                      <a:pt x="1" y="756"/>
                    </a:cubicBezTo>
                    <a:cubicBezTo>
                      <a:pt x="1" y="1167"/>
                      <a:pt x="261" y="1506"/>
                      <a:pt x="574" y="1506"/>
                    </a:cubicBezTo>
                    <a:cubicBezTo>
                      <a:pt x="893" y="1506"/>
                      <a:pt x="1154" y="1167"/>
                      <a:pt x="1154" y="756"/>
                    </a:cubicBezTo>
                    <a:cubicBezTo>
                      <a:pt x="1154" y="339"/>
                      <a:pt x="893" y="0"/>
                      <a:pt x="5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0"/>
              <p:cNvSpPr/>
              <p:nvPr/>
            </p:nvSpPr>
            <p:spPr>
              <a:xfrm>
                <a:off x="7943785" y="3841693"/>
                <a:ext cx="29136" cy="38023"/>
              </a:xfrm>
              <a:custGeom>
                <a:rect b="b" l="l" r="r" t="t"/>
                <a:pathLst>
                  <a:path extrusionOk="0" h="1506" w="1154">
                    <a:moveTo>
                      <a:pt x="580" y="0"/>
                    </a:moveTo>
                    <a:cubicBezTo>
                      <a:pt x="261" y="0"/>
                      <a:pt x="0" y="339"/>
                      <a:pt x="0" y="756"/>
                    </a:cubicBezTo>
                    <a:cubicBezTo>
                      <a:pt x="0" y="1167"/>
                      <a:pt x="261" y="1506"/>
                      <a:pt x="580" y="1506"/>
                    </a:cubicBezTo>
                    <a:cubicBezTo>
                      <a:pt x="899" y="1506"/>
                      <a:pt x="1154" y="1167"/>
                      <a:pt x="1154" y="756"/>
                    </a:cubicBezTo>
                    <a:cubicBezTo>
                      <a:pt x="1154" y="339"/>
                      <a:pt x="899" y="0"/>
                      <a:pt x="58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0"/>
              <p:cNvSpPr/>
              <p:nvPr/>
            </p:nvSpPr>
            <p:spPr>
              <a:xfrm>
                <a:off x="7916139" y="3833462"/>
                <a:ext cx="42315" cy="57615"/>
              </a:xfrm>
              <a:custGeom>
                <a:rect b="b" l="l" r="r" t="t"/>
                <a:pathLst>
                  <a:path extrusionOk="0" h="2282" w="1676">
                    <a:moveTo>
                      <a:pt x="33" y="0"/>
                    </a:moveTo>
                    <a:cubicBezTo>
                      <a:pt x="13" y="0"/>
                      <a:pt x="0" y="20"/>
                      <a:pt x="0" y="40"/>
                    </a:cubicBezTo>
                    <a:lnTo>
                      <a:pt x="0" y="274"/>
                    </a:lnTo>
                    <a:cubicBezTo>
                      <a:pt x="0" y="496"/>
                      <a:pt x="72" y="711"/>
                      <a:pt x="202" y="887"/>
                    </a:cubicBezTo>
                    <a:cubicBezTo>
                      <a:pt x="372" y="1102"/>
                      <a:pt x="463" y="1369"/>
                      <a:pt x="463" y="1643"/>
                    </a:cubicBezTo>
                    <a:lnTo>
                      <a:pt x="463" y="2242"/>
                    </a:lnTo>
                    <a:cubicBezTo>
                      <a:pt x="463" y="2262"/>
                      <a:pt x="476" y="2282"/>
                      <a:pt x="495" y="2282"/>
                    </a:cubicBezTo>
                    <a:lnTo>
                      <a:pt x="1173" y="2282"/>
                    </a:lnTo>
                    <a:cubicBezTo>
                      <a:pt x="1193" y="2282"/>
                      <a:pt x="1212" y="2262"/>
                      <a:pt x="1206" y="2242"/>
                    </a:cubicBezTo>
                    <a:lnTo>
                      <a:pt x="1206" y="1643"/>
                    </a:lnTo>
                    <a:cubicBezTo>
                      <a:pt x="1206" y="1369"/>
                      <a:pt x="1297" y="1102"/>
                      <a:pt x="1467" y="887"/>
                    </a:cubicBezTo>
                    <a:cubicBezTo>
                      <a:pt x="1603" y="711"/>
                      <a:pt x="1675" y="496"/>
                      <a:pt x="1675" y="274"/>
                    </a:cubicBezTo>
                    <a:lnTo>
                      <a:pt x="1675" y="40"/>
                    </a:lnTo>
                    <a:cubicBezTo>
                      <a:pt x="1675" y="20"/>
                      <a:pt x="1656" y="0"/>
                      <a:pt x="16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90"/>
              <p:cNvSpPr/>
              <p:nvPr/>
            </p:nvSpPr>
            <p:spPr>
              <a:xfrm>
                <a:off x="7890614"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90"/>
              <p:cNvSpPr/>
              <p:nvPr/>
            </p:nvSpPr>
            <p:spPr>
              <a:xfrm>
                <a:off x="7959893"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74" name="Shape 10874"/>
        <p:cNvGrpSpPr/>
        <p:nvPr/>
      </p:nvGrpSpPr>
      <p:grpSpPr>
        <a:xfrm>
          <a:off x="0" y="0"/>
          <a:ext cx="0" cy="0"/>
          <a:chOff x="0" y="0"/>
          <a:chExt cx="0" cy="0"/>
        </a:xfrm>
      </p:grpSpPr>
      <p:sp>
        <p:nvSpPr>
          <p:cNvPr id="10875" name="Google Shape;10875;p9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876" name="Google Shape;10876;p9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877" name="Google Shape;10877;p91"/>
          <p:cNvGrpSpPr/>
          <p:nvPr/>
        </p:nvGrpSpPr>
        <p:grpSpPr>
          <a:xfrm>
            <a:off x="845855" y="2307733"/>
            <a:ext cx="340168" cy="298978"/>
            <a:chOff x="892750" y="267400"/>
            <a:chExt cx="483125" cy="424625"/>
          </a:xfrm>
        </p:grpSpPr>
        <p:sp>
          <p:nvSpPr>
            <p:cNvPr id="10878" name="Google Shape;10878;p91"/>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9" name="Google Shape;10879;p91"/>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0" name="Google Shape;10880;p91"/>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81" name="Google Shape;10881;p91"/>
          <p:cNvGrpSpPr/>
          <p:nvPr/>
        </p:nvGrpSpPr>
        <p:grpSpPr>
          <a:xfrm>
            <a:off x="1284289" y="2287121"/>
            <a:ext cx="298996" cy="340204"/>
            <a:chOff x="1516475" y="238075"/>
            <a:chExt cx="424650" cy="483175"/>
          </a:xfrm>
        </p:grpSpPr>
        <p:sp>
          <p:nvSpPr>
            <p:cNvPr id="10882" name="Google Shape;10882;p91"/>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3" name="Google Shape;10883;p91"/>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84" name="Google Shape;10884;p91"/>
          <p:cNvGrpSpPr/>
          <p:nvPr/>
        </p:nvGrpSpPr>
        <p:grpSpPr>
          <a:xfrm>
            <a:off x="1677380" y="2367520"/>
            <a:ext cx="341488" cy="179405"/>
            <a:chOff x="2080675" y="352325"/>
            <a:chExt cx="485000" cy="254800"/>
          </a:xfrm>
        </p:grpSpPr>
        <p:sp>
          <p:nvSpPr>
            <p:cNvPr id="10885" name="Google Shape;10885;p91"/>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6" name="Google Shape;10886;p91"/>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87" name="Google Shape;10887;p91"/>
          <p:cNvGrpSpPr/>
          <p:nvPr/>
        </p:nvGrpSpPr>
        <p:grpSpPr>
          <a:xfrm>
            <a:off x="2126559" y="2287138"/>
            <a:ext cx="298996" cy="340168"/>
            <a:chOff x="2705375" y="238125"/>
            <a:chExt cx="424650" cy="483125"/>
          </a:xfrm>
        </p:grpSpPr>
        <p:sp>
          <p:nvSpPr>
            <p:cNvPr id="10888" name="Google Shape;10888;p91"/>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9" name="Google Shape;10889;p91"/>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0" name="Google Shape;10890;p91"/>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1" name="Google Shape;10891;p91"/>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92" name="Google Shape;10892;p91"/>
          <p:cNvGrpSpPr/>
          <p:nvPr/>
        </p:nvGrpSpPr>
        <p:grpSpPr>
          <a:xfrm>
            <a:off x="2542700" y="2287455"/>
            <a:ext cx="301161" cy="339535"/>
            <a:chOff x="3299850" y="238575"/>
            <a:chExt cx="427725" cy="482225"/>
          </a:xfrm>
        </p:grpSpPr>
        <p:sp>
          <p:nvSpPr>
            <p:cNvPr id="10893" name="Google Shape;10893;p91"/>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4" name="Google Shape;10894;p91"/>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5" name="Google Shape;10895;p91"/>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6" name="Google Shape;10896;p91"/>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7" name="Google Shape;10897;p91"/>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98" name="Google Shape;10898;p91"/>
          <p:cNvGrpSpPr/>
          <p:nvPr/>
        </p:nvGrpSpPr>
        <p:grpSpPr>
          <a:xfrm>
            <a:off x="2929622" y="2287138"/>
            <a:ext cx="352455" cy="340168"/>
            <a:chOff x="3857225" y="238125"/>
            <a:chExt cx="500575" cy="483125"/>
          </a:xfrm>
        </p:grpSpPr>
        <p:sp>
          <p:nvSpPr>
            <p:cNvPr id="10899" name="Google Shape;10899;p91"/>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0" name="Google Shape;10900;p91"/>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1" name="Google Shape;10901;p91"/>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2" name="Google Shape;10902;p91"/>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3" name="Google Shape;10903;p91"/>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4" name="Google Shape;10904;p91"/>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5" name="Google Shape;10905;p91"/>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06" name="Google Shape;10906;p91"/>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07" name="Google Shape;10907;p91"/>
          <p:cNvGrpSpPr/>
          <p:nvPr/>
        </p:nvGrpSpPr>
        <p:grpSpPr>
          <a:xfrm>
            <a:off x="3776398" y="2287165"/>
            <a:ext cx="340186" cy="340116"/>
            <a:chOff x="5053900" y="238200"/>
            <a:chExt cx="483150" cy="483050"/>
          </a:xfrm>
        </p:grpSpPr>
        <p:sp>
          <p:nvSpPr>
            <p:cNvPr id="10908" name="Google Shape;10908;p91"/>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9" name="Google Shape;10909;p91"/>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0" name="Google Shape;10910;p91"/>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1" name="Google Shape;10911;p91"/>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12" name="Google Shape;10912;p91"/>
          <p:cNvGrpSpPr/>
          <p:nvPr/>
        </p:nvGrpSpPr>
        <p:grpSpPr>
          <a:xfrm>
            <a:off x="4190348" y="2287138"/>
            <a:ext cx="340168" cy="340168"/>
            <a:chOff x="5648375" y="238125"/>
            <a:chExt cx="483125" cy="483125"/>
          </a:xfrm>
        </p:grpSpPr>
        <p:sp>
          <p:nvSpPr>
            <p:cNvPr id="10913" name="Google Shape;10913;p91"/>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4" name="Google Shape;10914;p91"/>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5" name="Google Shape;10915;p91"/>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6" name="Google Shape;10916;p91"/>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7" name="Google Shape;10917;p91"/>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8" name="Google Shape;10918;p91"/>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9" name="Google Shape;10919;p91"/>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0" name="Google Shape;10920;p91"/>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1" name="Google Shape;10921;p91"/>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2" name="Google Shape;10922;p91"/>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23" name="Google Shape;10923;p91"/>
          <p:cNvGrpSpPr/>
          <p:nvPr/>
        </p:nvGrpSpPr>
        <p:grpSpPr>
          <a:xfrm>
            <a:off x="4607035" y="2287138"/>
            <a:ext cx="340168" cy="340168"/>
            <a:chOff x="6242825" y="238125"/>
            <a:chExt cx="483125" cy="483125"/>
          </a:xfrm>
        </p:grpSpPr>
        <p:sp>
          <p:nvSpPr>
            <p:cNvPr id="10924" name="Google Shape;10924;p91"/>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5" name="Google Shape;10925;p91"/>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6" name="Google Shape;10926;p91"/>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27" name="Google Shape;10927;p91"/>
          <p:cNvGrpSpPr/>
          <p:nvPr/>
        </p:nvGrpSpPr>
        <p:grpSpPr>
          <a:xfrm>
            <a:off x="844156" y="2727362"/>
            <a:ext cx="343566" cy="298943"/>
            <a:chOff x="889275" y="861850"/>
            <a:chExt cx="487950" cy="424575"/>
          </a:xfrm>
        </p:grpSpPr>
        <p:sp>
          <p:nvSpPr>
            <p:cNvPr id="10928" name="Google Shape;10928;p91"/>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9" name="Google Shape;10929;p91"/>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0" name="Google Shape;10930;p91"/>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1" name="Google Shape;10931;p91"/>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32" name="Google Shape;10932;p91"/>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3" name="Google Shape;10933;p91"/>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34" name="Google Shape;10934;p91"/>
          <p:cNvGrpSpPr/>
          <p:nvPr/>
        </p:nvGrpSpPr>
        <p:grpSpPr>
          <a:xfrm>
            <a:off x="2105973" y="2706749"/>
            <a:ext cx="340168" cy="340168"/>
            <a:chOff x="2676100" y="832575"/>
            <a:chExt cx="483125" cy="483125"/>
          </a:xfrm>
        </p:grpSpPr>
        <p:sp>
          <p:nvSpPr>
            <p:cNvPr id="10935" name="Google Shape;10935;p91"/>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6" name="Google Shape;10936;p91"/>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7" name="Google Shape;10937;p91"/>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38" name="Google Shape;10938;p91"/>
          <p:cNvGrpSpPr/>
          <p:nvPr/>
        </p:nvGrpSpPr>
        <p:grpSpPr>
          <a:xfrm>
            <a:off x="2517477" y="2706749"/>
            <a:ext cx="351610" cy="340168"/>
            <a:chOff x="3270550" y="832575"/>
            <a:chExt cx="499375" cy="483125"/>
          </a:xfrm>
        </p:grpSpPr>
        <p:sp>
          <p:nvSpPr>
            <p:cNvPr id="10939" name="Google Shape;10939;p91"/>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0" name="Google Shape;10940;p91"/>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1" name="Google Shape;10941;p91"/>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42" name="Google Shape;10942;p91"/>
          <p:cNvGrpSpPr/>
          <p:nvPr/>
        </p:nvGrpSpPr>
        <p:grpSpPr>
          <a:xfrm>
            <a:off x="2935756" y="2717381"/>
            <a:ext cx="340186" cy="318904"/>
            <a:chOff x="3865000" y="847675"/>
            <a:chExt cx="483150" cy="452925"/>
          </a:xfrm>
        </p:grpSpPr>
        <p:sp>
          <p:nvSpPr>
            <p:cNvPr id="10943" name="Google Shape;10943;p91"/>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4" name="Google Shape;10944;p91"/>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5" name="Google Shape;10945;p91"/>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6" name="Google Shape;10946;p91"/>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47" name="Google Shape;10947;p91"/>
          <p:cNvGrpSpPr/>
          <p:nvPr/>
        </p:nvGrpSpPr>
        <p:grpSpPr>
          <a:xfrm>
            <a:off x="3351439" y="2727300"/>
            <a:ext cx="344798" cy="299066"/>
            <a:chOff x="4452900" y="861750"/>
            <a:chExt cx="489700" cy="424750"/>
          </a:xfrm>
        </p:grpSpPr>
        <p:sp>
          <p:nvSpPr>
            <p:cNvPr id="10948" name="Google Shape;10948;p91"/>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9" name="Google Shape;10949;p91"/>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50" name="Google Shape;10950;p91"/>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51" name="Google Shape;10951;p91"/>
          <p:cNvGrpSpPr/>
          <p:nvPr/>
        </p:nvGrpSpPr>
        <p:grpSpPr>
          <a:xfrm>
            <a:off x="3768671" y="2706758"/>
            <a:ext cx="355641" cy="340151"/>
            <a:chOff x="5049750" y="832600"/>
            <a:chExt cx="505100" cy="483100"/>
          </a:xfrm>
        </p:grpSpPr>
        <p:sp>
          <p:nvSpPr>
            <p:cNvPr id="10952" name="Google Shape;10952;p91"/>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53" name="Google Shape;10953;p91"/>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54" name="Google Shape;10954;p91"/>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55" name="Google Shape;10955;p91"/>
          <p:cNvGrpSpPr/>
          <p:nvPr/>
        </p:nvGrpSpPr>
        <p:grpSpPr>
          <a:xfrm>
            <a:off x="4627621" y="2706749"/>
            <a:ext cx="298996" cy="340168"/>
            <a:chOff x="6272100" y="832575"/>
            <a:chExt cx="424650" cy="483125"/>
          </a:xfrm>
        </p:grpSpPr>
        <p:sp>
          <p:nvSpPr>
            <p:cNvPr id="10956" name="Google Shape;10956;p91"/>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57" name="Google Shape;10957;p91"/>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58" name="Google Shape;10958;p91"/>
          <p:cNvGrpSpPr/>
          <p:nvPr/>
        </p:nvGrpSpPr>
        <p:grpSpPr>
          <a:xfrm>
            <a:off x="845828" y="3125798"/>
            <a:ext cx="340221" cy="340186"/>
            <a:chOff x="893650" y="1428000"/>
            <a:chExt cx="483200" cy="483150"/>
          </a:xfrm>
        </p:grpSpPr>
        <p:sp>
          <p:nvSpPr>
            <p:cNvPr id="10959" name="Google Shape;10959;p91"/>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0" name="Google Shape;10960;p91"/>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1" name="Google Shape;10961;p91"/>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2" name="Google Shape;10962;p91"/>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63" name="Google Shape;10963;p91"/>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4" name="Google Shape;10964;p91"/>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65" name="Google Shape;10965;p91"/>
          <p:cNvGrpSpPr/>
          <p:nvPr/>
        </p:nvGrpSpPr>
        <p:grpSpPr>
          <a:xfrm>
            <a:off x="2099646" y="3146463"/>
            <a:ext cx="352825" cy="298855"/>
            <a:chOff x="2676100" y="1456375"/>
            <a:chExt cx="501100" cy="424450"/>
          </a:xfrm>
        </p:grpSpPr>
        <p:sp>
          <p:nvSpPr>
            <p:cNvPr id="10966" name="Google Shape;10966;p91"/>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7" name="Google Shape;10967;p91"/>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8" name="Google Shape;10968;p91"/>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69" name="Google Shape;10969;p91"/>
          <p:cNvGrpSpPr/>
          <p:nvPr/>
        </p:nvGrpSpPr>
        <p:grpSpPr>
          <a:xfrm>
            <a:off x="2523170" y="3125806"/>
            <a:ext cx="340221" cy="340168"/>
            <a:chOff x="3270475" y="1427025"/>
            <a:chExt cx="483200" cy="483125"/>
          </a:xfrm>
        </p:grpSpPr>
        <p:sp>
          <p:nvSpPr>
            <p:cNvPr id="10970" name="Google Shape;10970;p91"/>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71" name="Google Shape;10971;p91"/>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72" name="Google Shape;10972;p91"/>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73" name="Google Shape;10973;p91"/>
          <p:cNvGrpSpPr/>
          <p:nvPr/>
        </p:nvGrpSpPr>
        <p:grpSpPr>
          <a:xfrm>
            <a:off x="2934083" y="3125780"/>
            <a:ext cx="343530" cy="340221"/>
            <a:chOff x="3860250" y="1427025"/>
            <a:chExt cx="487900" cy="483200"/>
          </a:xfrm>
        </p:grpSpPr>
        <p:sp>
          <p:nvSpPr>
            <p:cNvPr id="10974" name="Google Shape;10974;p91"/>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75" name="Google Shape;10975;p91"/>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76" name="Google Shape;10976;p91"/>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77" name="Google Shape;10977;p91"/>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78" name="Google Shape;10978;p91"/>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79" name="Google Shape;10979;p91"/>
          <p:cNvGrpSpPr/>
          <p:nvPr/>
        </p:nvGrpSpPr>
        <p:grpSpPr>
          <a:xfrm>
            <a:off x="4190322" y="3125806"/>
            <a:ext cx="340221" cy="340168"/>
            <a:chOff x="5648375" y="1427025"/>
            <a:chExt cx="483200" cy="483125"/>
          </a:xfrm>
        </p:grpSpPr>
        <p:sp>
          <p:nvSpPr>
            <p:cNvPr id="10980" name="Google Shape;10980;p91"/>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81" name="Google Shape;10981;p91"/>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82" name="Google Shape;10982;p91"/>
          <p:cNvGrpSpPr/>
          <p:nvPr/>
        </p:nvGrpSpPr>
        <p:grpSpPr>
          <a:xfrm>
            <a:off x="4604808" y="3125789"/>
            <a:ext cx="344622" cy="340204"/>
            <a:chOff x="6238300" y="1426975"/>
            <a:chExt cx="489450" cy="483175"/>
          </a:xfrm>
        </p:grpSpPr>
        <p:sp>
          <p:nvSpPr>
            <p:cNvPr id="10983" name="Google Shape;10983;p91"/>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84" name="Google Shape;10984;p91"/>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85" name="Google Shape;10985;p91"/>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86" name="Google Shape;10986;p91"/>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87" name="Google Shape;10987;p91"/>
          <p:cNvGrpSpPr/>
          <p:nvPr/>
        </p:nvGrpSpPr>
        <p:grpSpPr>
          <a:xfrm>
            <a:off x="1263703" y="3544794"/>
            <a:ext cx="340168" cy="340186"/>
            <a:chOff x="1487200" y="2021475"/>
            <a:chExt cx="483125" cy="483150"/>
          </a:xfrm>
        </p:grpSpPr>
        <p:sp>
          <p:nvSpPr>
            <p:cNvPr id="10988" name="Google Shape;10988;p91"/>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89" name="Google Shape;10989;p91"/>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0" name="Google Shape;10990;p91"/>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1" name="Google Shape;10991;p91"/>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92" name="Google Shape;10992;p91"/>
          <p:cNvGrpSpPr/>
          <p:nvPr/>
        </p:nvGrpSpPr>
        <p:grpSpPr>
          <a:xfrm>
            <a:off x="1678040" y="3565398"/>
            <a:ext cx="340168" cy="298978"/>
            <a:chOff x="2081650" y="2050750"/>
            <a:chExt cx="483125" cy="424625"/>
          </a:xfrm>
        </p:grpSpPr>
        <p:sp>
          <p:nvSpPr>
            <p:cNvPr id="10993" name="Google Shape;10993;p91"/>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4" name="Google Shape;10994;p91"/>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5" name="Google Shape;10995;p91"/>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6" name="Google Shape;10996;p91"/>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7" name="Google Shape;10997;p91"/>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8" name="Google Shape;10998;p91"/>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99" name="Google Shape;10999;p91"/>
          <p:cNvGrpSpPr/>
          <p:nvPr/>
        </p:nvGrpSpPr>
        <p:grpSpPr>
          <a:xfrm>
            <a:off x="2105973" y="3588721"/>
            <a:ext cx="340168" cy="252332"/>
            <a:chOff x="2676100" y="2083800"/>
            <a:chExt cx="483125" cy="358375"/>
          </a:xfrm>
        </p:grpSpPr>
        <p:sp>
          <p:nvSpPr>
            <p:cNvPr id="11000" name="Google Shape;11000;p91"/>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01" name="Google Shape;11001;p91"/>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02" name="Google Shape;11002;p91"/>
          <p:cNvGrpSpPr/>
          <p:nvPr/>
        </p:nvGrpSpPr>
        <p:grpSpPr>
          <a:xfrm>
            <a:off x="2531487" y="3554766"/>
            <a:ext cx="323587" cy="320242"/>
            <a:chOff x="3282325" y="2035675"/>
            <a:chExt cx="459575" cy="454825"/>
          </a:xfrm>
        </p:grpSpPr>
        <p:sp>
          <p:nvSpPr>
            <p:cNvPr id="11003" name="Google Shape;11003;p91"/>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04" name="Google Shape;11004;p91"/>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05" name="Google Shape;11005;p91"/>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06" name="Google Shape;11006;p91"/>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07" name="Google Shape;11007;p91"/>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08" name="Google Shape;11008;p91"/>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09" name="Google Shape;11009;p91"/>
          <p:cNvGrpSpPr/>
          <p:nvPr/>
        </p:nvGrpSpPr>
        <p:grpSpPr>
          <a:xfrm>
            <a:off x="3776187" y="3544803"/>
            <a:ext cx="340608" cy="340168"/>
            <a:chOff x="5053900" y="2021500"/>
            <a:chExt cx="483750" cy="483125"/>
          </a:xfrm>
        </p:grpSpPr>
        <p:sp>
          <p:nvSpPr>
            <p:cNvPr id="11010" name="Google Shape;11010;p91"/>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1" name="Google Shape;11011;p91"/>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2" name="Google Shape;11012;p91"/>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3" name="Google Shape;11013;p91"/>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4" name="Google Shape;11014;p91"/>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5" name="Google Shape;11015;p91"/>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6" name="Google Shape;11016;p91"/>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7" name="Google Shape;11017;p91"/>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18" name="Google Shape;11018;p91"/>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19" name="Google Shape;11019;p91"/>
          <p:cNvGrpSpPr/>
          <p:nvPr/>
        </p:nvGrpSpPr>
        <p:grpSpPr>
          <a:xfrm>
            <a:off x="4601286" y="3547971"/>
            <a:ext cx="351663" cy="333831"/>
            <a:chOff x="6222125" y="2025975"/>
            <a:chExt cx="499450" cy="474125"/>
          </a:xfrm>
        </p:grpSpPr>
        <p:sp>
          <p:nvSpPr>
            <p:cNvPr id="11020" name="Google Shape;11020;p91"/>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21" name="Google Shape;11021;p91"/>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22" name="Google Shape;11022;p91"/>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23" name="Google Shape;11023;p91"/>
          <p:cNvGrpSpPr/>
          <p:nvPr/>
        </p:nvGrpSpPr>
        <p:grpSpPr>
          <a:xfrm>
            <a:off x="5058848" y="2364541"/>
            <a:ext cx="335504" cy="185953"/>
            <a:chOff x="896050" y="2725450"/>
            <a:chExt cx="476500" cy="264100"/>
          </a:xfrm>
        </p:grpSpPr>
        <p:sp>
          <p:nvSpPr>
            <p:cNvPr id="11024" name="Google Shape;11024;p91"/>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25" name="Google Shape;11025;p91"/>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26" name="Google Shape;11026;p91"/>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27" name="Google Shape;11027;p91"/>
          <p:cNvGrpSpPr/>
          <p:nvPr/>
        </p:nvGrpSpPr>
        <p:grpSpPr>
          <a:xfrm>
            <a:off x="5489588" y="2287425"/>
            <a:ext cx="340168" cy="340186"/>
            <a:chOff x="1487200" y="2615925"/>
            <a:chExt cx="483125" cy="483150"/>
          </a:xfrm>
        </p:grpSpPr>
        <p:sp>
          <p:nvSpPr>
            <p:cNvPr id="11028" name="Google Shape;11028;p91"/>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29" name="Google Shape;11029;p91"/>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30" name="Google Shape;11030;p91"/>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31" name="Google Shape;11031;p91"/>
          <p:cNvGrpSpPr/>
          <p:nvPr/>
        </p:nvGrpSpPr>
        <p:grpSpPr>
          <a:xfrm>
            <a:off x="5889537" y="2287425"/>
            <a:ext cx="353564" cy="340186"/>
            <a:chOff x="2077575" y="2615925"/>
            <a:chExt cx="502150" cy="483150"/>
          </a:xfrm>
        </p:grpSpPr>
        <p:sp>
          <p:nvSpPr>
            <p:cNvPr id="11032" name="Google Shape;11032;p91"/>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33" name="Google Shape;11033;p91"/>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34" name="Google Shape;11034;p91"/>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35" name="Google Shape;11035;p91"/>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36" name="Google Shape;11036;p91"/>
          <p:cNvGrpSpPr/>
          <p:nvPr/>
        </p:nvGrpSpPr>
        <p:grpSpPr>
          <a:xfrm>
            <a:off x="6313326" y="2303452"/>
            <a:ext cx="334536" cy="308132"/>
            <a:chOff x="2680100" y="2638725"/>
            <a:chExt cx="475125" cy="437625"/>
          </a:xfrm>
        </p:grpSpPr>
        <p:sp>
          <p:nvSpPr>
            <p:cNvPr id="11037" name="Google Shape;11037;p91"/>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38" name="Google Shape;11038;p91"/>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39" name="Google Shape;11039;p91"/>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40" name="Google Shape;11040;p91"/>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41" name="Google Shape;11041;p91"/>
          <p:cNvGrpSpPr/>
          <p:nvPr/>
        </p:nvGrpSpPr>
        <p:grpSpPr>
          <a:xfrm>
            <a:off x="6778965" y="2287425"/>
            <a:ext cx="239183" cy="340186"/>
            <a:chOff x="3342275" y="2615925"/>
            <a:chExt cx="339700" cy="483150"/>
          </a:xfrm>
        </p:grpSpPr>
        <p:sp>
          <p:nvSpPr>
            <p:cNvPr id="11042" name="Google Shape;11042;p91"/>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43" name="Google Shape;11043;p91"/>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44" name="Google Shape;11044;p91"/>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45" name="Google Shape;11045;p91"/>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46" name="Google Shape;11046;p91"/>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47" name="Google Shape;11047;p91"/>
          <p:cNvGrpSpPr/>
          <p:nvPr/>
        </p:nvGrpSpPr>
        <p:grpSpPr>
          <a:xfrm>
            <a:off x="6415846" y="3956426"/>
            <a:ext cx="339482" cy="339271"/>
            <a:chOff x="5648900" y="2616600"/>
            <a:chExt cx="482150" cy="481850"/>
          </a:xfrm>
        </p:grpSpPr>
        <p:sp>
          <p:nvSpPr>
            <p:cNvPr id="11048" name="Google Shape;11048;p91"/>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49" name="Google Shape;11049;p91"/>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50" name="Google Shape;11050;p91"/>
          <p:cNvGrpSpPr/>
          <p:nvPr/>
        </p:nvGrpSpPr>
        <p:grpSpPr>
          <a:xfrm>
            <a:off x="4735130" y="3963142"/>
            <a:ext cx="325626" cy="325694"/>
            <a:chOff x="6242825" y="2615925"/>
            <a:chExt cx="483125" cy="483225"/>
          </a:xfrm>
        </p:grpSpPr>
        <p:sp>
          <p:nvSpPr>
            <p:cNvPr id="11051" name="Google Shape;11051;p91"/>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52" name="Google Shape;11052;p91"/>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53" name="Google Shape;11053;p91"/>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54" name="Google Shape;11054;p91"/>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55" name="Google Shape;11055;p91"/>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56" name="Google Shape;11056;p91"/>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57" name="Google Shape;11057;p91"/>
          <p:cNvGrpSpPr/>
          <p:nvPr/>
        </p:nvGrpSpPr>
        <p:grpSpPr>
          <a:xfrm>
            <a:off x="5488629" y="2707036"/>
            <a:ext cx="342087" cy="340186"/>
            <a:chOff x="1487200" y="3210375"/>
            <a:chExt cx="485850" cy="483150"/>
          </a:xfrm>
        </p:grpSpPr>
        <p:sp>
          <p:nvSpPr>
            <p:cNvPr id="11058" name="Google Shape;11058;p91"/>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59" name="Google Shape;11059;p91"/>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60" name="Google Shape;11060;p91"/>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61" name="Google Shape;11061;p91"/>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62" name="Google Shape;11062;p91"/>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63" name="Google Shape;11063;p91"/>
          <p:cNvGrpSpPr/>
          <p:nvPr/>
        </p:nvGrpSpPr>
        <p:grpSpPr>
          <a:xfrm>
            <a:off x="6727988" y="2707027"/>
            <a:ext cx="341136" cy="340204"/>
            <a:chOff x="3269875" y="3210400"/>
            <a:chExt cx="484500" cy="483175"/>
          </a:xfrm>
        </p:grpSpPr>
        <p:sp>
          <p:nvSpPr>
            <p:cNvPr id="11064" name="Google Shape;11064;p91"/>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65" name="Google Shape;11065;p91"/>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66" name="Google Shape;11066;p91"/>
          <p:cNvGrpSpPr/>
          <p:nvPr/>
        </p:nvGrpSpPr>
        <p:grpSpPr>
          <a:xfrm>
            <a:off x="7227082" y="2706666"/>
            <a:ext cx="170216" cy="340925"/>
            <a:chOff x="3985700" y="3210375"/>
            <a:chExt cx="241750" cy="484200"/>
          </a:xfrm>
        </p:grpSpPr>
        <p:sp>
          <p:nvSpPr>
            <p:cNvPr id="11067" name="Google Shape;11067;p91"/>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68" name="Google Shape;11068;p91"/>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69" name="Google Shape;11069;p91"/>
          <p:cNvGrpSpPr/>
          <p:nvPr/>
        </p:nvGrpSpPr>
        <p:grpSpPr>
          <a:xfrm>
            <a:off x="7566351" y="2707678"/>
            <a:ext cx="339007" cy="338901"/>
            <a:chOff x="4460225" y="3211300"/>
            <a:chExt cx="481475" cy="481325"/>
          </a:xfrm>
        </p:grpSpPr>
        <p:sp>
          <p:nvSpPr>
            <p:cNvPr id="11070" name="Google Shape;11070;p91"/>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71" name="Google Shape;11071;p91"/>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72" name="Google Shape;11072;p91"/>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73" name="Google Shape;11073;p91"/>
          <p:cNvGrpSpPr/>
          <p:nvPr/>
        </p:nvGrpSpPr>
        <p:grpSpPr>
          <a:xfrm>
            <a:off x="6859688" y="3985756"/>
            <a:ext cx="342034" cy="280654"/>
            <a:chOff x="5647000" y="3252650"/>
            <a:chExt cx="485775" cy="398600"/>
          </a:xfrm>
        </p:grpSpPr>
        <p:sp>
          <p:nvSpPr>
            <p:cNvPr id="11074" name="Google Shape;11074;p91"/>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75" name="Google Shape;11075;p91"/>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76" name="Google Shape;11076;p91"/>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77" name="Google Shape;11077;p91"/>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78" name="Google Shape;11078;p91"/>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79" name="Google Shape;11079;p91"/>
          <p:cNvGrpSpPr/>
          <p:nvPr/>
        </p:nvGrpSpPr>
        <p:grpSpPr>
          <a:xfrm>
            <a:off x="5165128" y="3991768"/>
            <a:ext cx="326536" cy="268454"/>
            <a:chOff x="6242450" y="3252800"/>
            <a:chExt cx="484475" cy="398300"/>
          </a:xfrm>
        </p:grpSpPr>
        <p:sp>
          <p:nvSpPr>
            <p:cNvPr id="11080" name="Google Shape;11080;p91"/>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81" name="Google Shape;11081;p91"/>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82" name="Google Shape;11082;p91"/>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83" name="Google Shape;11083;p91"/>
          <p:cNvGrpSpPr/>
          <p:nvPr/>
        </p:nvGrpSpPr>
        <p:grpSpPr>
          <a:xfrm>
            <a:off x="5077111" y="3126102"/>
            <a:ext cx="298978" cy="340168"/>
            <a:chOff x="922025" y="3804850"/>
            <a:chExt cx="424625" cy="483125"/>
          </a:xfrm>
        </p:grpSpPr>
        <p:sp>
          <p:nvSpPr>
            <p:cNvPr id="11084" name="Google Shape;11084;p91"/>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85" name="Google Shape;11085;p91"/>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86" name="Google Shape;11086;p91"/>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87" name="Google Shape;11087;p91"/>
          <p:cNvGrpSpPr/>
          <p:nvPr/>
        </p:nvGrpSpPr>
        <p:grpSpPr>
          <a:xfrm>
            <a:off x="5909841" y="3126102"/>
            <a:ext cx="312955" cy="340168"/>
            <a:chOff x="2100300" y="3804850"/>
            <a:chExt cx="444475" cy="483125"/>
          </a:xfrm>
        </p:grpSpPr>
        <p:sp>
          <p:nvSpPr>
            <p:cNvPr id="11088" name="Google Shape;11088;p91"/>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89" name="Google Shape;11089;p91"/>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90" name="Google Shape;11090;p91"/>
          <p:cNvGrpSpPr/>
          <p:nvPr/>
        </p:nvGrpSpPr>
        <p:grpSpPr>
          <a:xfrm>
            <a:off x="6333463" y="3126102"/>
            <a:ext cx="294261" cy="340168"/>
            <a:chOff x="2708700" y="3804850"/>
            <a:chExt cx="417925" cy="483125"/>
          </a:xfrm>
        </p:grpSpPr>
        <p:sp>
          <p:nvSpPr>
            <p:cNvPr id="11091" name="Google Shape;11091;p91"/>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92" name="Google Shape;11092;p91"/>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93" name="Google Shape;11093;p91"/>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94" name="Google Shape;11094;p91"/>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95" name="Google Shape;11095;p91"/>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96" name="Google Shape;11096;p91"/>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97" name="Google Shape;11097;p91"/>
          <p:cNvGrpSpPr/>
          <p:nvPr/>
        </p:nvGrpSpPr>
        <p:grpSpPr>
          <a:xfrm>
            <a:off x="7570338" y="3127378"/>
            <a:ext cx="331033" cy="337616"/>
            <a:chOff x="4467450" y="3808475"/>
            <a:chExt cx="470150" cy="479500"/>
          </a:xfrm>
        </p:grpSpPr>
        <p:sp>
          <p:nvSpPr>
            <p:cNvPr id="11098" name="Google Shape;11098;p91"/>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99" name="Google Shape;11099;p91"/>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00" name="Google Shape;11100;p91"/>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01" name="Google Shape;11101;p91"/>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02" name="Google Shape;11102;p91"/>
          <p:cNvGrpSpPr/>
          <p:nvPr/>
        </p:nvGrpSpPr>
        <p:grpSpPr>
          <a:xfrm>
            <a:off x="7990685" y="3126102"/>
            <a:ext cx="340186" cy="340168"/>
            <a:chOff x="5053900" y="3804850"/>
            <a:chExt cx="483150" cy="483125"/>
          </a:xfrm>
        </p:grpSpPr>
        <p:sp>
          <p:nvSpPr>
            <p:cNvPr id="11103" name="Google Shape;11103;p91"/>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04" name="Google Shape;11104;p91"/>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05" name="Google Shape;11105;p91"/>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06" name="Google Shape;11106;p91"/>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07" name="Google Shape;11107;p91"/>
          <p:cNvGrpSpPr/>
          <p:nvPr/>
        </p:nvGrpSpPr>
        <p:grpSpPr>
          <a:xfrm>
            <a:off x="7306081" y="3956021"/>
            <a:ext cx="340168" cy="340168"/>
            <a:chOff x="5648375" y="3804850"/>
            <a:chExt cx="483125" cy="483125"/>
          </a:xfrm>
        </p:grpSpPr>
        <p:sp>
          <p:nvSpPr>
            <p:cNvPr id="11108" name="Google Shape;11108;p91"/>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09" name="Google Shape;11109;p91"/>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10" name="Google Shape;11110;p91"/>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11" name="Google Shape;11111;p91"/>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12" name="Google Shape;11112;p91"/>
          <p:cNvGrpSpPr/>
          <p:nvPr/>
        </p:nvGrpSpPr>
        <p:grpSpPr>
          <a:xfrm>
            <a:off x="5596036" y="3968278"/>
            <a:ext cx="280923" cy="315449"/>
            <a:chOff x="6276025" y="3812400"/>
            <a:chExt cx="416800" cy="468025"/>
          </a:xfrm>
        </p:grpSpPr>
        <p:sp>
          <p:nvSpPr>
            <p:cNvPr id="11113" name="Google Shape;11113;p91"/>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14" name="Google Shape;11114;p91"/>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15" name="Google Shape;11115;p91"/>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16" name="Google Shape;11116;p91"/>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17" name="Google Shape;11117;p91"/>
          <p:cNvGrpSpPr/>
          <p:nvPr/>
        </p:nvGrpSpPr>
        <p:grpSpPr>
          <a:xfrm>
            <a:off x="5055293" y="3545089"/>
            <a:ext cx="342615" cy="340186"/>
            <a:chOff x="890400" y="4399350"/>
            <a:chExt cx="486600" cy="483150"/>
          </a:xfrm>
        </p:grpSpPr>
        <p:sp>
          <p:nvSpPr>
            <p:cNvPr id="11118" name="Google Shape;11118;p91"/>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19" name="Google Shape;11119;p91"/>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20" name="Google Shape;11120;p91"/>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21" name="Google Shape;11121;p91"/>
          <p:cNvGrpSpPr/>
          <p:nvPr/>
        </p:nvGrpSpPr>
        <p:grpSpPr>
          <a:xfrm>
            <a:off x="5489588" y="3560368"/>
            <a:ext cx="340168" cy="309628"/>
            <a:chOff x="1487200" y="4421025"/>
            <a:chExt cx="483125" cy="439750"/>
          </a:xfrm>
        </p:grpSpPr>
        <p:sp>
          <p:nvSpPr>
            <p:cNvPr id="11122" name="Google Shape;11122;p91"/>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23" name="Google Shape;11123;p91"/>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24" name="Google Shape;11124;p91"/>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25" name="Google Shape;11125;p91"/>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26" name="Google Shape;11126;p91"/>
          <p:cNvGrpSpPr/>
          <p:nvPr/>
        </p:nvGrpSpPr>
        <p:grpSpPr>
          <a:xfrm>
            <a:off x="5893867" y="3545107"/>
            <a:ext cx="344903" cy="340151"/>
            <a:chOff x="2079300" y="4399325"/>
            <a:chExt cx="489850" cy="483100"/>
          </a:xfrm>
        </p:grpSpPr>
        <p:sp>
          <p:nvSpPr>
            <p:cNvPr id="11127" name="Google Shape;11127;p91"/>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28" name="Google Shape;11128;p91"/>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129" name="Google Shape;11129;p91"/>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130" name="Google Shape;11130;p91"/>
          <p:cNvGrpSpPr/>
          <p:nvPr/>
        </p:nvGrpSpPr>
        <p:grpSpPr>
          <a:xfrm>
            <a:off x="6760439" y="3545107"/>
            <a:ext cx="276236" cy="340151"/>
            <a:chOff x="3316000" y="4399325"/>
            <a:chExt cx="392325" cy="483100"/>
          </a:xfrm>
        </p:grpSpPr>
        <p:sp>
          <p:nvSpPr>
            <p:cNvPr id="11131" name="Google Shape;11131;p91"/>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32" name="Google Shape;11132;p91"/>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33" name="Google Shape;11133;p91"/>
          <p:cNvGrpSpPr/>
          <p:nvPr/>
        </p:nvGrpSpPr>
        <p:grpSpPr>
          <a:xfrm>
            <a:off x="7185179" y="3545089"/>
            <a:ext cx="254022" cy="340186"/>
            <a:chOff x="3926225" y="4399275"/>
            <a:chExt cx="360775" cy="483150"/>
          </a:xfrm>
        </p:grpSpPr>
        <p:sp>
          <p:nvSpPr>
            <p:cNvPr id="11134" name="Google Shape;11134;p91"/>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35" name="Google Shape;11135;p91"/>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136" name="Google Shape;11136;p91"/>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137" name="Google Shape;11137;p91"/>
          <p:cNvGrpSpPr/>
          <p:nvPr/>
        </p:nvGrpSpPr>
        <p:grpSpPr>
          <a:xfrm>
            <a:off x="7990738" y="3545151"/>
            <a:ext cx="340080" cy="340063"/>
            <a:chOff x="5053975" y="4399375"/>
            <a:chExt cx="483000" cy="482975"/>
          </a:xfrm>
        </p:grpSpPr>
        <p:sp>
          <p:nvSpPr>
            <p:cNvPr id="11138" name="Google Shape;11138;p91"/>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39" name="Google Shape;11139;p91"/>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40" name="Google Shape;11140;p91"/>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41" name="Google Shape;11141;p91"/>
          <p:cNvGrpSpPr/>
          <p:nvPr/>
        </p:nvGrpSpPr>
        <p:grpSpPr>
          <a:xfrm>
            <a:off x="7750609" y="3956042"/>
            <a:ext cx="340168" cy="340168"/>
            <a:chOff x="5648375" y="4399300"/>
            <a:chExt cx="483125" cy="483125"/>
          </a:xfrm>
        </p:grpSpPr>
        <p:sp>
          <p:nvSpPr>
            <p:cNvPr id="11142" name="Google Shape;11142;p91"/>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43" name="Google Shape;11143;p91"/>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44" name="Google Shape;11144;p91"/>
          <p:cNvGrpSpPr/>
          <p:nvPr/>
        </p:nvGrpSpPr>
        <p:grpSpPr>
          <a:xfrm>
            <a:off x="5981331" y="3974637"/>
            <a:ext cx="330007" cy="302744"/>
            <a:chOff x="6239575" y="4416275"/>
            <a:chExt cx="489625" cy="449175"/>
          </a:xfrm>
        </p:grpSpPr>
        <p:sp>
          <p:nvSpPr>
            <p:cNvPr id="11145" name="Google Shape;11145;p91"/>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46" name="Google Shape;11146;p91"/>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47" name="Google Shape;11147;p91"/>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48" name="Google Shape;11148;p91"/>
          <p:cNvGrpSpPr/>
          <p:nvPr/>
        </p:nvGrpSpPr>
        <p:grpSpPr>
          <a:xfrm>
            <a:off x="3084610" y="3971815"/>
            <a:ext cx="308234" cy="308234"/>
            <a:chOff x="892750" y="4993750"/>
            <a:chExt cx="483125" cy="483125"/>
          </a:xfrm>
        </p:grpSpPr>
        <p:sp>
          <p:nvSpPr>
            <p:cNvPr id="11149" name="Google Shape;11149;p91"/>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50" name="Google Shape;11150;p91"/>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51" name="Google Shape;11151;p91"/>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52" name="Google Shape;11152;p91"/>
          <p:cNvGrpSpPr/>
          <p:nvPr/>
        </p:nvGrpSpPr>
        <p:grpSpPr>
          <a:xfrm>
            <a:off x="3497219" y="3971815"/>
            <a:ext cx="308234" cy="308234"/>
            <a:chOff x="1487200" y="4993750"/>
            <a:chExt cx="483125" cy="483125"/>
          </a:xfrm>
        </p:grpSpPr>
        <p:sp>
          <p:nvSpPr>
            <p:cNvPr id="11153" name="Google Shape;11153;p91"/>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54" name="Google Shape;11154;p91"/>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55" name="Google Shape;11155;p91"/>
          <p:cNvGrpSpPr/>
          <p:nvPr/>
        </p:nvGrpSpPr>
        <p:grpSpPr>
          <a:xfrm>
            <a:off x="3909829" y="3971815"/>
            <a:ext cx="308234" cy="308234"/>
            <a:chOff x="2081650" y="4993750"/>
            <a:chExt cx="483125" cy="483125"/>
          </a:xfrm>
        </p:grpSpPr>
        <p:sp>
          <p:nvSpPr>
            <p:cNvPr id="11156" name="Google Shape;11156;p91"/>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57" name="Google Shape;11157;p91"/>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58" name="Google Shape;11158;p91"/>
          <p:cNvGrpSpPr/>
          <p:nvPr/>
        </p:nvGrpSpPr>
        <p:grpSpPr>
          <a:xfrm>
            <a:off x="1491328" y="3979188"/>
            <a:ext cx="293982" cy="293982"/>
            <a:chOff x="2676100" y="4993750"/>
            <a:chExt cx="483125" cy="483125"/>
          </a:xfrm>
        </p:grpSpPr>
        <p:sp>
          <p:nvSpPr>
            <p:cNvPr id="11159" name="Google Shape;11159;p91"/>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60" name="Google Shape;11160;p91"/>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61" name="Google Shape;11161;p91"/>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62" name="Google Shape;11162;p91"/>
          <p:cNvGrpSpPr/>
          <p:nvPr/>
        </p:nvGrpSpPr>
        <p:grpSpPr>
          <a:xfrm>
            <a:off x="4322435" y="3971815"/>
            <a:ext cx="308234" cy="308234"/>
            <a:chOff x="3270550" y="4993750"/>
            <a:chExt cx="483125" cy="483125"/>
          </a:xfrm>
        </p:grpSpPr>
        <p:sp>
          <p:nvSpPr>
            <p:cNvPr id="11163" name="Google Shape;11163;p91"/>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64" name="Google Shape;11164;p91"/>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65" name="Google Shape;11165;p91"/>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166" name="Google Shape;11166;p91"/>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167" name="Google Shape;11167;p91"/>
          <p:cNvGrpSpPr/>
          <p:nvPr/>
        </p:nvGrpSpPr>
        <p:grpSpPr>
          <a:xfrm>
            <a:off x="2288093" y="3979142"/>
            <a:ext cx="293997" cy="294073"/>
            <a:chOff x="4459450" y="4993700"/>
            <a:chExt cx="483150" cy="483275"/>
          </a:xfrm>
        </p:grpSpPr>
        <p:sp>
          <p:nvSpPr>
            <p:cNvPr id="11168" name="Google Shape;11168;p91"/>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69" name="Google Shape;11169;p91"/>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70" name="Google Shape;11170;p91"/>
          <p:cNvGrpSpPr/>
          <p:nvPr/>
        </p:nvGrpSpPr>
        <p:grpSpPr>
          <a:xfrm>
            <a:off x="2686471" y="3979142"/>
            <a:ext cx="293997" cy="294073"/>
            <a:chOff x="5053900" y="4993700"/>
            <a:chExt cx="483150" cy="483275"/>
          </a:xfrm>
        </p:grpSpPr>
        <p:sp>
          <p:nvSpPr>
            <p:cNvPr id="11171" name="Google Shape;11171;p91"/>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72" name="Google Shape;11172;p91"/>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76" name="Shape 11176"/>
        <p:cNvGrpSpPr/>
        <p:nvPr/>
      </p:nvGrpSpPr>
      <p:grpSpPr>
        <a:xfrm>
          <a:off x="0" y="0"/>
          <a:ext cx="0" cy="0"/>
          <a:chOff x="0" y="0"/>
          <a:chExt cx="0" cy="0"/>
        </a:xfrm>
      </p:grpSpPr>
      <p:sp>
        <p:nvSpPr>
          <p:cNvPr id="11177" name="Google Shape;11177;p92"/>
          <p:cNvSpPr/>
          <p:nvPr/>
        </p:nvSpPr>
        <p:spPr>
          <a:xfrm>
            <a:off x="844100" y="1534006"/>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2"/>
          <p:cNvSpPr/>
          <p:nvPr/>
        </p:nvSpPr>
        <p:spPr>
          <a:xfrm>
            <a:off x="844104" y="199861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2"/>
          <p:cNvSpPr/>
          <p:nvPr/>
        </p:nvSpPr>
        <p:spPr>
          <a:xfrm>
            <a:off x="852434" y="2428395"/>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0" name="Google Shape;11180;p92"/>
          <p:cNvGrpSpPr/>
          <p:nvPr/>
        </p:nvGrpSpPr>
        <p:grpSpPr>
          <a:xfrm>
            <a:off x="2987728" y="1561903"/>
            <a:ext cx="371882" cy="373766"/>
            <a:chOff x="-41270450" y="1973375"/>
            <a:chExt cx="315850" cy="317450"/>
          </a:xfrm>
        </p:grpSpPr>
        <p:sp>
          <p:nvSpPr>
            <p:cNvPr id="11181" name="Google Shape;11181;p92"/>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92"/>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92"/>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2"/>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92"/>
          <p:cNvGrpSpPr/>
          <p:nvPr/>
        </p:nvGrpSpPr>
        <p:grpSpPr>
          <a:xfrm>
            <a:off x="3005407" y="2008859"/>
            <a:ext cx="395871" cy="372088"/>
            <a:chOff x="-41291625" y="2339025"/>
            <a:chExt cx="336225" cy="316025"/>
          </a:xfrm>
        </p:grpSpPr>
        <p:sp>
          <p:nvSpPr>
            <p:cNvPr id="11186" name="Google Shape;11186;p92"/>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2"/>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8" name="Google Shape;11188;p92"/>
          <p:cNvSpPr/>
          <p:nvPr/>
        </p:nvSpPr>
        <p:spPr>
          <a:xfrm>
            <a:off x="2982027" y="2195874"/>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2"/>
          <p:cNvSpPr/>
          <p:nvPr/>
        </p:nvSpPr>
        <p:spPr>
          <a:xfrm>
            <a:off x="3016426" y="244114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2"/>
          <p:cNvSpPr/>
          <p:nvPr/>
        </p:nvSpPr>
        <p:spPr>
          <a:xfrm>
            <a:off x="1807487" y="2877846"/>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2"/>
          <p:cNvSpPr/>
          <p:nvPr/>
        </p:nvSpPr>
        <p:spPr>
          <a:xfrm>
            <a:off x="1759274" y="3307876"/>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92"/>
          <p:cNvSpPr/>
          <p:nvPr/>
        </p:nvSpPr>
        <p:spPr>
          <a:xfrm>
            <a:off x="1735189" y="380191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92"/>
          <p:cNvSpPr/>
          <p:nvPr/>
        </p:nvSpPr>
        <p:spPr>
          <a:xfrm>
            <a:off x="3953247" y="2878081"/>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4" name="Google Shape;11194;p92"/>
          <p:cNvGrpSpPr/>
          <p:nvPr/>
        </p:nvGrpSpPr>
        <p:grpSpPr>
          <a:xfrm>
            <a:off x="1229534" y="1533910"/>
            <a:ext cx="396931" cy="373147"/>
            <a:chOff x="-42804750" y="1949600"/>
            <a:chExt cx="337125" cy="316925"/>
          </a:xfrm>
        </p:grpSpPr>
        <p:sp>
          <p:nvSpPr>
            <p:cNvPr id="11195" name="Google Shape;11195;p92"/>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2"/>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2"/>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92"/>
          <p:cNvGrpSpPr/>
          <p:nvPr/>
        </p:nvGrpSpPr>
        <p:grpSpPr>
          <a:xfrm>
            <a:off x="1292211" y="1986607"/>
            <a:ext cx="335706" cy="364258"/>
            <a:chOff x="-42778750" y="2320125"/>
            <a:chExt cx="285125" cy="309375"/>
          </a:xfrm>
        </p:grpSpPr>
        <p:sp>
          <p:nvSpPr>
            <p:cNvPr id="11199" name="Google Shape;11199;p92"/>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2"/>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92"/>
          <p:cNvGrpSpPr/>
          <p:nvPr/>
        </p:nvGrpSpPr>
        <p:grpSpPr>
          <a:xfrm>
            <a:off x="1269879" y="2433612"/>
            <a:ext cx="375591" cy="374678"/>
            <a:chOff x="-42796875" y="2680675"/>
            <a:chExt cx="319000" cy="318225"/>
          </a:xfrm>
        </p:grpSpPr>
        <p:sp>
          <p:nvSpPr>
            <p:cNvPr id="11202" name="Google Shape;11202;p92"/>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92"/>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92"/>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92"/>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92"/>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7" name="Google Shape;11207;p92"/>
          <p:cNvSpPr/>
          <p:nvPr/>
        </p:nvSpPr>
        <p:spPr>
          <a:xfrm>
            <a:off x="3439644" y="1559525"/>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2"/>
          <p:cNvSpPr/>
          <p:nvPr/>
        </p:nvSpPr>
        <p:spPr>
          <a:xfrm>
            <a:off x="3459773" y="204099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2"/>
          <p:cNvSpPr/>
          <p:nvPr/>
        </p:nvSpPr>
        <p:spPr>
          <a:xfrm>
            <a:off x="3469303" y="244114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2"/>
          <p:cNvSpPr/>
          <p:nvPr/>
        </p:nvSpPr>
        <p:spPr>
          <a:xfrm>
            <a:off x="2230466" y="2877846"/>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2"/>
          <p:cNvSpPr/>
          <p:nvPr/>
        </p:nvSpPr>
        <p:spPr>
          <a:xfrm>
            <a:off x="2117481" y="3661407"/>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2" name="Google Shape;11212;p92"/>
          <p:cNvGrpSpPr/>
          <p:nvPr/>
        </p:nvGrpSpPr>
        <p:grpSpPr>
          <a:xfrm>
            <a:off x="2168150" y="3311887"/>
            <a:ext cx="390426" cy="369586"/>
            <a:chOff x="-39055650" y="2315975"/>
            <a:chExt cx="331600" cy="313900"/>
          </a:xfrm>
        </p:grpSpPr>
        <p:sp>
          <p:nvSpPr>
            <p:cNvPr id="11213" name="Google Shape;11213;p92"/>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2"/>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5" name="Google Shape;11215;p92"/>
          <p:cNvSpPr/>
          <p:nvPr/>
        </p:nvSpPr>
        <p:spPr>
          <a:xfrm>
            <a:off x="2174857" y="382988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2"/>
          <p:cNvSpPr/>
          <p:nvPr/>
        </p:nvSpPr>
        <p:spPr>
          <a:xfrm>
            <a:off x="3995440" y="3297221"/>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7" name="Google Shape;11217;p92"/>
          <p:cNvGrpSpPr/>
          <p:nvPr/>
        </p:nvGrpSpPr>
        <p:grpSpPr>
          <a:xfrm>
            <a:off x="1659816" y="1534087"/>
            <a:ext cx="380241" cy="371793"/>
            <a:chOff x="-42430625" y="1949750"/>
            <a:chExt cx="322950" cy="315775"/>
          </a:xfrm>
        </p:grpSpPr>
        <p:sp>
          <p:nvSpPr>
            <p:cNvPr id="11218" name="Google Shape;11218;p92"/>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92"/>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92"/>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92"/>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2" name="Google Shape;11222;p92"/>
          <p:cNvSpPr/>
          <p:nvPr/>
        </p:nvSpPr>
        <p:spPr>
          <a:xfrm>
            <a:off x="1719036" y="1981654"/>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2"/>
          <p:cNvSpPr/>
          <p:nvPr/>
        </p:nvSpPr>
        <p:spPr>
          <a:xfrm>
            <a:off x="1696509" y="241409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92"/>
          <p:cNvSpPr/>
          <p:nvPr/>
        </p:nvSpPr>
        <p:spPr>
          <a:xfrm>
            <a:off x="3917021" y="1568326"/>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92"/>
          <p:cNvSpPr/>
          <p:nvPr/>
        </p:nvSpPr>
        <p:spPr>
          <a:xfrm>
            <a:off x="3936416" y="200761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2"/>
          <p:cNvSpPr/>
          <p:nvPr/>
        </p:nvSpPr>
        <p:spPr>
          <a:xfrm>
            <a:off x="3906859" y="243994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2"/>
          <p:cNvSpPr/>
          <p:nvPr/>
        </p:nvSpPr>
        <p:spPr>
          <a:xfrm>
            <a:off x="2616350" y="2874814"/>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8" name="Google Shape;11228;p92"/>
          <p:cNvGrpSpPr/>
          <p:nvPr/>
        </p:nvGrpSpPr>
        <p:grpSpPr>
          <a:xfrm>
            <a:off x="2623344" y="3310032"/>
            <a:ext cx="372824" cy="372058"/>
            <a:chOff x="-38686275" y="2314400"/>
            <a:chExt cx="316650" cy="316000"/>
          </a:xfrm>
        </p:grpSpPr>
        <p:sp>
          <p:nvSpPr>
            <p:cNvPr id="11229" name="Google Shape;11229;p92"/>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92"/>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92"/>
          <p:cNvGrpSpPr/>
          <p:nvPr/>
        </p:nvGrpSpPr>
        <p:grpSpPr>
          <a:xfrm>
            <a:off x="2621946" y="3802072"/>
            <a:ext cx="375620" cy="373736"/>
            <a:chOff x="-38686275" y="2682250"/>
            <a:chExt cx="319025" cy="317425"/>
          </a:xfrm>
        </p:grpSpPr>
        <p:sp>
          <p:nvSpPr>
            <p:cNvPr id="11232" name="Google Shape;11232;p92"/>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2"/>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92"/>
          <p:cNvGrpSpPr/>
          <p:nvPr/>
        </p:nvGrpSpPr>
        <p:grpSpPr>
          <a:xfrm>
            <a:off x="3940328" y="3800615"/>
            <a:ext cx="391368" cy="376650"/>
            <a:chOff x="-37534750" y="2668075"/>
            <a:chExt cx="332400" cy="319900"/>
          </a:xfrm>
        </p:grpSpPr>
        <p:sp>
          <p:nvSpPr>
            <p:cNvPr id="11235" name="Google Shape;11235;p92"/>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2"/>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7" name="Google Shape;11237;p92"/>
          <p:cNvSpPr/>
          <p:nvPr/>
        </p:nvSpPr>
        <p:spPr>
          <a:xfrm>
            <a:off x="2106751" y="1533329"/>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8" name="Google Shape;11238;p92"/>
          <p:cNvGrpSpPr/>
          <p:nvPr/>
        </p:nvGrpSpPr>
        <p:grpSpPr>
          <a:xfrm>
            <a:off x="2131694" y="1981750"/>
            <a:ext cx="375591" cy="374060"/>
            <a:chOff x="-42062025" y="2316000"/>
            <a:chExt cx="319000" cy="317700"/>
          </a:xfrm>
        </p:grpSpPr>
        <p:sp>
          <p:nvSpPr>
            <p:cNvPr id="11239" name="Google Shape;11239;p92"/>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92"/>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1" name="Google Shape;11241;p92"/>
          <p:cNvSpPr/>
          <p:nvPr/>
        </p:nvSpPr>
        <p:spPr>
          <a:xfrm>
            <a:off x="2135027" y="2413185"/>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2" name="Google Shape;11242;p92"/>
          <p:cNvGrpSpPr/>
          <p:nvPr/>
        </p:nvGrpSpPr>
        <p:grpSpPr>
          <a:xfrm>
            <a:off x="876569" y="2892853"/>
            <a:ext cx="330143" cy="368173"/>
            <a:chOff x="-40150450" y="1977325"/>
            <a:chExt cx="280400" cy="312700"/>
          </a:xfrm>
        </p:grpSpPr>
        <p:sp>
          <p:nvSpPr>
            <p:cNvPr id="11243" name="Google Shape;11243;p92"/>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92"/>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92"/>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2"/>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92"/>
          <p:cNvGrpSpPr/>
          <p:nvPr/>
        </p:nvGrpSpPr>
        <p:grpSpPr>
          <a:xfrm>
            <a:off x="870534" y="3352072"/>
            <a:ext cx="342211" cy="372824"/>
            <a:chOff x="-40160700" y="2339625"/>
            <a:chExt cx="290650" cy="316650"/>
          </a:xfrm>
        </p:grpSpPr>
        <p:sp>
          <p:nvSpPr>
            <p:cNvPr id="11248" name="Google Shape;11248;p92"/>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2"/>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2"/>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92"/>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92"/>
          <p:cNvGrpSpPr/>
          <p:nvPr/>
        </p:nvGrpSpPr>
        <p:grpSpPr>
          <a:xfrm>
            <a:off x="852359" y="3802529"/>
            <a:ext cx="375591" cy="372824"/>
            <a:chOff x="-40171725" y="2705875"/>
            <a:chExt cx="319000" cy="316650"/>
          </a:xfrm>
        </p:grpSpPr>
        <p:sp>
          <p:nvSpPr>
            <p:cNvPr id="11253" name="Google Shape;11253;p92"/>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2"/>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92"/>
          <p:cNvGrpSpPr/>
          <p:nvPr/>
        </p:nvGrpSpPr>
        <p:grpSpPr>
          <a:xfrm>
            <a:off x="3109957" y="2876984"/>
            <a:ext cx="272686" cy="373766"/>
            <a:chOff x="-38275925" y="1946600"/>
            <a:chExt cx="231600" cy="317450"/>
          </a:xfrm>
        </p:grpSpPr>
        <p:sp>
          <p:nvSpPr>
            <p:cNvPr id="11256" name="Google Shape;11256;p92"/>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2"/>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8" name="Google Shape;11258;p92"/>
          <p:cNvSpPr/>
          <p:nvPr/>
        </p:nvSpPr>
        <p:spPr>
          <a:xfrm>
            <a:off x="3057873" y="3308700"/>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2"/>
          <p:cNvSpPr/>
          <p:nvPr/>
        </p:nvSpPr>
        <p:spPr>
          <a:xfrm>
            <a:off x="3137950" y="380160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0" name="Google Shape;11260;p92"/>
          <p:cNvGrpSpPr/>
          <p:nvPr/>
        </p:nvGrpSpPr>
        <p:grpSpPr>
          <a:xfrm>
            <a:off x="2173841" y="4274426"/>
            <a:ext cx="382096" cy="371911"/>
            <a:chOff x="-37190575" y="1951325"/>
            <a:chExt cx="324525" cy="315875"/>
          </a:xfrm>
        </p:grpSpPr>
        <p:sp>
          <p:nvSpPr>
            <p:cNvPr id="11261" name="Google Shape;11261;p92"/>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2"/>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2"/>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2"/>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2"/>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6" name="Google Shape;11266;p92"/>
          <p:cNvSpPr/>
          <p:nvPr/>
        </p:nvSpPr>
        <p:spPr>
          <a:xfrm>
            <a:off x="2541596" y="1531475"/>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7" name="Google Shape;11267;p92"/>
          <p:cNvGrpSpPr/>
          <p:nvPr/>
        </p:nvGrpSpPr>
        <p:grpSpPr>
          <a:xfrm>
            <a:off x="2574144" y="2060577"/>
            <a:ext cx="373736" cy="293055"/>
            <a:chOff x="-41694200" y="2382950"/>
            <a:chExt cx="317425" cy="248900"/>
          </a:xfrm>
        </p:grpSpPr>
        <p:sp>
          <p:nvSpPr>
            <p:cNvPr id="11268" name="Google Shape;11268;p92"/>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2"/>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92"/>
          <p:cNvGrpSpPr/>
          <p:nvPr/>
        </p:nvGrpSpPr>
        <p:grpSpPr>
          <a:xfrm>
            <a:off x="2570967" y="2413885"/>
            <a:ext cx="375591" cy="373766"/>
            <a:chOff x="-41695775" y="2683025"/>
            <a:chExt cx="319000" cy="317450"/>
          </a:xfrm>
        </p:grpSpPr>
        <p:sp>
          <p:nvSpPr>
            <p:cNvPr id="11271" name="Google Shape;11271;p92"/>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2"/>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2"/>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4" name="Google Shape;11274;p92"/>
          <p:cNvGrpSpPr/>
          <p:nvPr/>
        </p:nvGrpSpPr>
        <p:grpSpPr>
          <a:xfrm>
            <a:off x="1313266" y="2906655"/>
            <a:ext cx="342211" cy="375620"/>
            <a:chOff x="-39792875" y="1971800"/>
            <a:chExt cx="290650" cy="319025"/>
          </a:xfrm>
        </p:grpSpPr>
        <p:sp>
          <p:nvSpPr>
            <p:cNvPr id="11275" name="Google Shape;11275;p92"/>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2"/>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92"/>
          <p:cNvGrpSpPr/>
          <p:nvPr/>
        </p:nvGrpSpPr>
        <p:grpSpPr>
          <a:xfrm>
            <a:off x="1322068" y="3337731"/>
            <a:ext cx="324609" cy="374825"/>
            <a:chOff x="-39783425" y="2337925"/>
            <a:chExt cx="275700" cy="318350"/>
          </a:xfrm>
        </p:grpSpPr>
        <p:sp>
          <p:nvSpPr>
            <p:cNvPr id="11278" name="Google Shape;11278;p92"/>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2"/>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0" name="Google Shape;11280;p92"/>
          <p:cNvSpPr/>
          <p:nvPr/>
        </p:nvSpPr>
        <p:spPr>
          <a:xfrm>
            <a:off x="1296433" y="3802308"/>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1" name="Google Shape;11281;p92"/>
          <p:cNvGrpSpPr/>
          <p:nvPr/>
        </p:nvGrpSpPr>
        <p:grpSpPr>
          <a:xfrm>
            <a:off x="3490328" y="2878839"/>
            <a:ext cx="383950" cy="372618"/>
            <a:chOff x="-37956150" y="1948175"/>
            <a:chExt cx="326100" cy="316475"/>
          </a:xfrm>
        </p:grpSpPr>
        <p:sp>
          <p:nvSpPr>
            <p:cNvPr id="11282" name="Google Shape;11282;p92"/>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2"/>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2"/>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92"/>
          <p:cNvGrpSpPr/>
          <p:nvPr/>
        </p:nvGrpSpPr>
        <p:grpSpPr>
          <a:xfrm>
            <a:off x="3497847" y="3386092"/>
            <a:ext cx="375620" cy="243015"/>
            <a:chOff x="-37953000" y="2379000"/>
            <a:chExt cx="319025" cy="206400"/>
          </a:xfrm>
        </p:grpSpPr>
        <p:sp>
          <p:nvSpPr>
            <p:cNvPr id="11286" name="Google Shape;11286;p92"/>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2"/>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2"/>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2"/>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2"/>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1" name="Google Shape;11291;p92"/>
          <p:cNvSpPr/>
          <p:nvPr/>
        </p:nvSpPr>
        <p:spPr>
          <a:xfrm>
            <a:off x="3490950" y="380160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2"/>
          <p:cNvSpPr/>
          <p:nvPr/>
        </p:nvSpPr>
        <p:spPr>
          <a:xfrm>
            <a:off x="2669201" y="427348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9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294" name="Google Shape;11294;p9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1295" name="Google Shape;11295;p92"/>
          <p:cNvSpPr/>
          <p:nvPr/>
        </p:nvSpPr>
        <p:spPr>
          <a:xfrm>
            <a:off x="4866545" y="1581240"/>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6" name="Google Shape;11296;p92"/>
          <p:cNvGrpSpPr/>
          <p:nvPr/>
        </p:nvGrpSpPr>
        <p:grpSpPr>
          <a:xfrm>
            <a:off x="4865594" y="2008353"/>
            <a:ext cx="354107" cy="355063"/>
            <a:chOff x="-28467625" y="2331750"/>
            <a:chExt cx="296150" cy="296950"/>
          </a:xfrm>
        </p:grpSpPr>
        <p:sp>
          <p:nvSpPr>
            <p:cNvPr id="11297" name="Google Shape;11297;p92"/>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2"/>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92"/>
          <p:cNvGrpSpPr/>
          <p:nvPr/>
        </p:nvGrpSpPr>
        <p:grpSpPr>
          <a:xfrm>
            <a:off x="4879719" y="2451434"/>
            <a:ext cx="325858" cy="351327"/>
            <a:chOff x="-28461325" y="2701925"/>
            <a:chExt cx="272525" cy="293825"/>
          </a:xfrm>
        </p:grpSpPr>
        <p:sp>
          <p:nvSpPr>
            <p:cNvPr id="11300" name="Google Shape;11300;p92"/>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92"/>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2"/>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92"/>
          <p:cNvGrpSpPr/>
          <p:nvPr/>
        </p:nvGrpSpPr>
        <p:grpSpPr>
          <a:xfrm>
            <a:off x="7103910" y="1625071"/>
            <a:ext cx="354107" cy="226974"/>
            <a:chOff x="-26585200" y="2025375"/>
            <a:chExt cx="296150" cy="189825"/>
          </a:xfrm>
        </p:grpSpPr>
        <p:sp>
          <p:nvSpPr>
            <p:cNvPr id="11304" name="Google Shape;11304;p92"/>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2"/>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2"/>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2"/>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2"/>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92"/>
          <p:cNvGrpSpPr/>
          <p:nvPr/>
        </p:nvGrpSpPr>
        <p:grpSpPr>
          <a:xfrm>
            <a:off x="7104373" y="2009294"/>
            <a:ext cx="353180" cy="353180"/>
            <a:chOff x="-26584425" y="2340425"/>
            <a:chExt cx="295375" cy="295375"/>
          </a:xfrm>
        </p:grpSpPr>
        <p:sp>
          <p:nvSpPr>
            <p:cNvPr id="11310" name="Google Shape;11310;p92"/>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2"/>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2"/>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2"/>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2"/>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92"/>
          <p:cNvGrpSpPr/>
          <p:nvPr/>
        </p:nvGrpSpPr>
        <p:grpSpPr>
          <a:xfrm>
            <a:off x="7099202" y="2450388"/>
            <a:ext cx="363523" cy="353419"/>
            <a:chOff x="-26585200" y="2710400"/>
            <a:chExt cx="304025" cy="295575"/>
          </a:xfrm>
        </p:grpSpPr>
        <p:sp>
          <p:nvSpPr>
            <p:cNvPr id="11316" name="Google Shape;11316;p92"/>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2"/>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2"/>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2"/>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2"/>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2"/>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2"/>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2"/>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2"/>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2"/>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2"/>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2"/>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92"/>
          <p:cNvGrpSpPr/>
          <p:nvPr/>
        </p:nvGrpSpPr>
        <p:grpSpPr>
          <a:xfrm>
            <a:off x="5754337" y="2891866"/>
            <a:ext cx="354136" cy="353210"/>
            <a:chOff x="-24709875" y="1970225"/>
            <a:chExt cx="296175" cy="295400"/>
          </a:xfrm>
        </p:grpSpPr>
        <p:sp>
          <p:nvSpPr>
            <p:cNvPr id="11329" name="Google Shape;11329;p92"/>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2"/>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92"/>
          <p:cNvGrpSpPr/>
          <p:nvPr/>
        </p:nvGrpSpPr>
        <p:grpSpPr>
          <a:xfrm>
            <a:off x="5786352" y="3338744"/>
            <a:ext cx="290107" cy="354107"/>
            <a:chOff x="-24683100" y="2340425"/>
            <a:chExt cx="242625" cy="296150"/>
          </a:xfrm>
        </p:grpSpPr>
        <p:sp>
          <p:nvSpPr>
            <p:cNvPr id="11332" name="Google Shape;11332;p92"/>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2"/>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2"/>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2"/>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6" name="Google Shape;11336;p92"/>
          <p:cNvSpPr/>
          <p:nvPr/>
        </p:nvSpPr>
        <p:spPr>
          <a:xfrm>
            <a:off x="5786789" y="3779910"/>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7" name="Google Shape;11337;p92"/>
          <p:cNvGrpSpPr/>
          <p:nvPr/>
        </p:nvGrpSpPr>
        <p:grpSpPr>
          <a:xfrm>
            <a:off x="7992594" y="2891866"/>
            <a:ext cx="360713" cy="353210"/>
            <a:chOff x="-22881800" y="1971800"/>
            <a:chExt cx="301675" cy="295400"/>
          </a:xfrm>
        </p:grpSpPr>
        <p:sp>
          <p:nvSpPr>
            <p:cNvPr id="11338" name="Google Shape;11338;p92"/>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2"/>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2"/>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2"/>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2"/>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2"/>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4" name="Google Shape;11344;p92"/>
          <p:cNvSpPr/>
          <p:nvPr/>
        </p:nvSpPr>
        <p:spPr>
          <a:xfrm>
            <a:off x="5326091" y="1561466"/>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2"/>
          <p:cNvSpPr/>
          <p:nvPr/>
        </p:nvSpPr>
        <p:spPr>
          <a:xfrm>
            <a:off x="5304434" y="2008907"/>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6" name="Google Shape;11346;p92"/>
          <p:cNvGrpSpPr/>
          <p:nvPr/>
        </p:nvGrpSpPr>
        <p:grpSpPr>
          <a:xfrm>
            <a:off x="5368939" y="2450029"/>
            <a:ext cx="227930" cy="354136"/>
            <a:chOff x="-28043900" y="2701925"/>
            <a:chExt cx="190625" cy="296175"/>
          </a:xfrm>
        </p:grpSpPr>
        <p:sp>
          <p:nvSpPr>
            <p:cNvPr id="11347" name="Google Shape;11347;p92"/>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2"/>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2"/>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2"/>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2"/>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92"/>
          <p:cNvGrpSpPr/>
          <p:nvPr/>
        </p:nvGrpSpPr>
        <p:grpSpPr>
          <a:xfrm>
            <a:off x="7541805" y="1561968"/>
            <a:ext cx="354136" cy="353180"/>
            <a:chOff x="-26215025" y="1971025"/>
            <a:chExt cx="296175" cy="295375"/>
          </a:xfrm>
        </p:grpSpPr>
        <p:sp>
          <p:nvSpPr>
            <p:cNvPr id="11353" name="Google Shape;11353;p92"/>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2"/>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2"/>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92"/>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2"/>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2"/>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2"/>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2"/>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92"/>
          <p:cNvGrpSpPr/>
          <p:nvPr/>
        </p:nvGrpSpPr>
        <p:grpSpPr>
          <a:xfrm>
            <a:off x="7541327" y="2009758"/>
            <a:ext cx="355093" cy="352253"/>
            <a:chOff x="-26215825" y="2341200"/>
            <a:chExt cx="296975" cy="294600"/>
          </a:xfrm>
        </p:grpSpPr>
        <p:sp>
          <p:nvSpPr>
            <p:cNvPr id="11362" name="Google Shape;11362;p92"/>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92"/>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92"/>
          <p:cNvGrpSpPr/>
          <p:nvPr/>
        </p:nvGrpSpPr>
        <p:grpSpPr>
          <a:xfrm>
            <a:off x="7573357" y="2450508"/>
            <a:ext cx="291033" cy="353180"/>
            <a:chOff x="-26179575" y="2710600"/>
            <a:chExt cx="243400" cy="295375"/>
          </a:xfrm>
        </p:grpSpPr>
        <p:sp>
          <p:nvSpPr>
            <p:cNvPr id="11365" name="Google Shape;11365;p92"/>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2"/>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2"/>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92"/>
          <p:cNvGrpSpPr/>
          <p:nvPr/>
        </p:nvGrpSpPr>
        <p:grpSpPr>
          <a:xfrm>
            <a:off x="6212417" y="2891881"/>
            <a:ext cx="337187" cy="353180"/>
            <a:chOff x="-24328675" y="1971025"/>
            <a:chExt cx="282000" cy="295375"/>
          </a:xfrm>
        </p:grpSpPr>
        <p:sp>
          <p:nvSpPr>
            <p:cNvPr id="11369" name="Google Shape;11369;p92"/>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2"/>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92"/>
          <p:cNvGrpSpPr/>
          <p:nvPr/>
        </p:nvGrpSpPr>
        <p:grpSpPr>
          <a:xfrm>
            <a:off x="6214778" y="3339207"/>
            <a:ext cx="332464" cy="353180"/>
            <a:chOff x="-24330250" y="2340425"/>
            <a:chExt cx="278050" cy="295375"/>
          </a:xfrm>
        </p:grpSpPr>
        <p:sp>
          <p:nvSpPr>
            <p:cNvPr id="11372" name="Google Shape;11372;p92"/>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2"/>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2"/>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2"/>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92"/>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2"/>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2"/>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92"/>
          <p:cNvGrpSpPr/>
          <p:nvPr/>
        </p:nvGrpSpPr>
        <p:grpSpPr>
          <a:xfrm>
            <a:off x="6204420" y="3780420"/>
            <a:ext cx="353180" cy="353180"/>
            <a:chOff x="-24338900" y="2710600"/>
            <a:chExt cx="295375" cy="295375"/>
          </a:xfrm>
        </p:grpSpPr>
        <p:sp>
          <p:nvSpPr>
            <p:cNvPr id="11380" name="Google Shape;11380;p92"/>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2"/>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92"/>
          <p:cNvGrpSpPr/>
          <p:nvPr/>
        </p:nvGrpSpPr>
        <p:grpSpPr>
          <a:xfrm>
            <a:off x="7995419" y="3339805"/>
            <a:ext cx="355063" cy="351984"/>
            <a:chOff x="-22859750" y="2335900"/>
            <a:chExt cx="296950" cy="294375"/>
          </a:xfrm>
        </p:grpSpPr>
        <p:sp>
          <p:nvSpPr>
            <p:cNvPr id="11383" name="Google Shape;11383;p92"/>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2"/>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2"/>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92"/>
          <p:cNvGrpSpPr/>
          <p:nvPr/>
        </p:nvGrpSpPr>
        <p:grpSpPr>
          <a:xfrm>
            <a:off x="5774767" y="1561953"/>
            <a:ext cx="311749" cy="353210"/>
            <a:chOff x="-27710725" y="1959200"/>
            <a:chExt cx="260725" cy="295400"/>
          </a:xfrm>
        </p:grpSpPr>
        <p:sp>
          <p:nvSpPr>
            <p:cNvPr id="11387" name="Google Shape;11387;p92"/>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92"/>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92"/>
          <p:cNvGrpSpPr/>
          <p:nvPr/>
        </p:nvGrpSpPr>
        <p:grpSpPr>
          <a:xfrm>
            <a:off x="5752631" y="2070499"/>
            <a:ext cx="356020" cy="230770"/>
            <a:chOff x="-27728850" y="2382950"/>
            <a:chExt cx="297750" cy="193000"/>
          </a:xfrm>
        </p:grpSpPr>
        <p:sp>
          <p:nvSpPr>
            <p:cNvPr id="11390" name="Google Shape;11390;p92"/>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2"/>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2"/>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3" name="Google Shape;11393;p92"/>
          <p:cNvSpPr/>
          <p:nvPr/>
        </p:nvSpPr>
        <p:spPr>
          <a:xfrm>
            <a:off x="5753569" y="2456827"/>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2"/>
          <p:cNvSpPr/>
          <p:nvPr/>
        </p:nvSpPr>
        <p:spPr>
          <a:xfrm>
            <a:off x="7984417" y="1561466"/>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5" name="Google Shape;11395;p92"/>
          <p:cNvGrpSpPr/>
          <p:nvPr/>
        </p:nvGrpSpPr>
        <p:grpSpPr>
          <a:xfrm>
            <a:off x="7983975" y="2018710"/>
            <a:ext cx="354136" cy="334348"/>
            <a:chOff x="-25844850" y="2357750"/>
            <a:chExt cx="296175" cy="279625"/>
          </a:xfrm>
        </p:grpSpPr>
        <p:sp>
          <p:nvSpPr>
            <p:cNvPr id="11396" name="Google Shape;11396;p92"/>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2"/>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2"/>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2"/>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2"/>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2"/>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2" name="Google Shape;11402;p92"/>
          <p:cNvSpPr/>
          <p:nvPr/>
        </p:nvSpPr>
        <p:spPr>
          <a:xfrm>
            <a:off x="7982071" y="2450116"/>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3" name="Google Shape;11403;p92"/>
          <p:cNvGrpSpPr/>
          <p:nvPr/>
        </p:nvGrpSpPr>
        <p:grpSpPr>
          <a:xfrm>
            <a:off x="6712883" y="2891866"/>
            <a:ext cx="228887" cy="353210"/>
            <a:chOff x="-23917525" y="1970225"/>
            <a:chExt cx="191425" cy="295400"/>
          </a:xfrm>
        </p:grpSpPr>
        <p:sp>
          <p:nvSpPr>
            <p:cNvPr id="11404" name="Google Shape;11404;p92"/>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2"/>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2"/>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92"/>
          <p:cNvGrpSpPr/>
          <p:nvPr/>
        </p:nvGrpSpPr>
        <p:grpSpPr>
          <a:xfrm>
            <a:off x="6668164" y="3338744"/>
            <a:ext cx="318325" cy="354107"/>
            <a:chOff x="-23952175" y="2340425"/>
            <a:chExt cx="266225" cy="296150"/>
          </a:xfrm>
        </p:grpSpPr>
        <p:sp>
          <p:nvSpPr>
            <p:cNvPr id="11408" name="Google Shape;11408;p92"/>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92"/>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0" name="Google Shape;11410;p92"/>
          <p:cNvSpPr/>
          <p:nvPr/>
        </p:nvSpPr>
        <p:spPr>
          <a:xfrm>
            <a:off x="6641253" y="3780732"/>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1" name="Google Shape;11411;p92"/>
          <p:cNvGrpSpPr/>
          <p:nvPr/>
        </p:nvGrpSpPr>
        <p:grpSpPr>
          <a:xfrm>
            <a:off x="8053336" y="3779000"/>
            <a:ext cx="239230" cy="356020"/>
            <a:chOff x="-22811700" y="2700350"/>
            <a:chExt cx="200075" cy="297750"/>
          </a:xfrm>
        </p:grpSpPr>
        <p:sp>
          <p:nvSpPr>
            <p:cNvPr id="11412" name="Google Shape;11412;p92"/>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2"/>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2"/>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92"/>
          <p:cNvGrpSpPr/>
          <p:nvPr/>
        </p:nvGrpSpPr>
        <p:grpSpPr>
          <a:xfrm>
            <a:off x="6201787" y="1561490"/>
            <a:ext cx="355063" cy="354136"/>
            <a:chOff x="-27358650" y="1961575"/>
            <a:chExt cx="296950" cy="296175"/>
          </a:xfrm>
        </p:grpSpPr>
        <p:sp>
          <p:nvSpPr>
            <p:cNvPr id="11416" name="Google Shape;11416;p92"/>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2"/>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8" name="Google Shape;11418;p92"/>
          <p:cNvSpPr/>
          <p:nvPr/>
        </p:nvSpPr>
        <p:spPr>
          <a:xfrm>
            <a:off x="6243686" y="2009236"/>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2"/>
          <p:cNvSpPr/>
          <p:nvPr/>
        </p:nvSpPr>
        <p:spPr>
          <a:xfrm>
            <a:off x="6202255" y="2449997"/>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2"/>
          <p:cNvSpPr/>
          <p:nvPr/>
        </p:nvSpPr>
        <p:spPr>
          <a:xfrm>
            <a:off x="4883479" y="2892321"/>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1" name="Google Shape;11421;p92"/>
          <p:cNvGrpSpPr/>
          <p:nvPr/>
        </p:nvGrpSpPr>
        <p:grpSpPr>
          <a:xfrm>
            <a:off x="4865631" y="3349565"/>
            <a:ext cx="356946" cy="332464"/>
            <a:chOff x="-25477800" y="2357750"/>
            <a:chExt cx="298525" cy="278050"/>
          </a:xfrm>
        </p:grpSpPr>
        <p:sp>
          <p:nvSpPr>
            <p:cNvPr id="11422" name="Google Shape;11422;p92"/>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2"/>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4" name="Google Shape;11424;p92"/>
          <p:cNvSpPr/>
          <p:nvPr/>
        </p:nvSpPr>
        <p:spPr>
          <a:xfrm>
            <a:off x="4867009" y="3780313"/>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5" name="Google Shape;11425;p92"/>
          <p:cNvGrpSpPr/>
          <p:nvPr/>
        </p:nvGrpSpPr>
        <p:grpSpPr>
          <a:xfrm>
            <a:off x="7100357" y="2891881"/>
            <a:ext cx="354136" cy="353180"/>
            <a:chOff x="-23599325" y="1971025"/>
            <a:chExt cx="296175" cy="295375"/>
          </a:xfrm>
        </p:grpSpPr>
        <p:sp>
          <p:nvSpPr>
            <p:cNvPr id="11426" name="Google Shape;11426;p92"/>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2"/>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8" name="Google Shape;11428;p92"/>
          <p:cNvSpPr/>
          <p:nvPr/>
        </p:nvSpPr>
        <p:spPr>
          <a:xfrm>
            <a:off x="7101239" y="3338237"/>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2"/>
          <p:cNvSpPr/>
          <p:nvPr/>
        </p:nvSpPr>
        <p:spPr>
          <a:xfrm>
            <a:off x="7098877" y="3791209"/>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2"/>
          <p:cNvSpPr/>
          <p:nvPr/>
        </p:nvSpPr>
        <p:spPr>
          <a:xfrm>
            <a:off x="6201949" y="4272972"/>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1" name="Google Shape;11431;p92"/>
          <p:cNvGrpSpPr/>
          <p:nvPr/>
        </p:nvGrpSpPr>
        <p:grpSpPr>
          <a:xfrm>
            <a:off x="6644801" y="1561609"/>
            <a:ext cx="360713" cy="353897"/>
            <a:chOff x="-26993200" y="1961775"/>
            <a:chExt cx="301675" cy="295975"/>
          </a:xfrm>
        </p:grpSpPr>
        <p:sp>
          <p:nvSpPr>
            <p:cNvPr id="11432" name="Google Shape;11432;p92"/>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2"/>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2"/>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92"/>
          <p:cNvGrpSpPr/>
          <p:nvPr/>
        </p:nvGrpSpPr>
        <p:grpSpPr>
          <a:xfrm>
            <a:off x="6669761" y="2009294"/>
            <a:ext cx="310792" cy="353180"/>
            <a:chOff x="-26970350" y="2332550"/>
            <a:chExt cx="259925" cy="295375"/>
          </a:xfrm>
        </p:grpSpPr>
        <p:sp>
          <p:nvSpPr>
            <p:cNvPr id="11436" name="Google Shape;11436;p92"/>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2"/>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92"/>
          <p:cNvGrpSpPr/>
          <p:nvPr/>
        </p:nvGrpSpPr>
        <p:grpSpPr>
          <a:xfrm>
            <a:off x="6649046" y="2482059"/>
            <a:ext cx="352223" cy="290077"/>
            <a:chOff x="-26986100" y="2735800"/>
            <a:chExt cx="294575" cy="242600"/>
          </a:xfrm>
        </p:grpSpPr>
        <p:sp>
          <p:nvSpPr>
            <p:cNvPr id="11439" name="Google Shape;11439;p92"/>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2"/>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1" name="Google Shape;11441;p92"/>
          <p:cNvSpPr/>
          <p:nvPr/>
        </p:nvSpPr>
        <p:spPr>
          <a:xfrm>
            <a:off x="5308694" y="2891857"/>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2" name="Google Shape;11442;p92"/>
          <p:cNvGrpSpPr/>
          <p:nvPr/>
        </p:nvGrpSpPr>
        <p:grpSpPr>
          <a:xfrm>
            <a:off x="5308265" y="3338744"/>
            <a:ext cx="353180" cy="354107"/>
            <a:chOff x="-25104475" y="2340425"/>
            <a:chExt cx="295375" cy="296150"/>
          </a:xfrm>
        </p:grpSpPr>
        <p:sp>
          <p:nvSpPr>
            <p:cNvPr id="11443" name="Google Shape;11443;p92"/>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2"/>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92"/>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2"/>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2"/>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2"/>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92"/>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92"/>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2"/>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2" name="Google Shape;11452;p92"/>
          <p:cNvSpPr/>
          <p:nvPr/>
        </p:nvSpPr>
        <p:spPr>
          <a:xfrm>
            <a:off x="5306811" y="3825122"/>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3" name="Google Shape;11453;p92"/>
          <p:cNvGrpSpPr/>
          <p:nvPr/>
        </p:nvGrpSpPr>
        <p:grpSpPr>
          <a:xfrm>
            <a:off x="7548093" y="2891403"/>
            <a:ext cx="355063" cy="354136"/>
            <a:chOff x="-23229925" y="1970225"/>
            <a:chExt cx="296950" cy="296175"/>
          </a:xfrm>
        </p:grpSpPr>
        <p:sp>
          <p:nvSpPr>
            <p:cNvPr id="11454" name="Google Shape;11454;p92"/>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2"/>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2"/>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2"/>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92"/>
          <p:cNvGrpSpPr/>
          <p:nvPr/>
        </p:nvGrpSpPr>
        <p:grpSpPr>
          <a:xfrm>
            <a:off x="7590466" y="3338266"/>
            <a:ext cx="270318" cy="355063"/>
            <a:chOff x="-23177950" y="2340425"/>
            <a:chExt cx="226075" cy="296950"/>
          </a:xfrm>
        </p:grpSpPr>
        <p:sp>
          <p:nvSpPr>
            <p:cNvPr id="11459" name="Google Shape;11459;p92"/>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2"/>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92"/>
          <p:cNvGrpSpPr/>
          <p:nvPr/>
        </p:nvGrpSpPr>
        <p:grpSpPr>
          <a:xfrm>
            <a:off x="7548556" y="3779942"/>
            <a:ext cx="354136" cy="354136"/>
            <a:chOff x="-23229150" y="2710600"/>
            <a:chExt cx="296175" cy="296175"/>
          </a:xfrm>
        </p:grpSpPr>
        <p:sp>
          <p:nvSpPr>
            <p:cNvPr id="11462" name="Google Shape;11462;p92"/>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2"/>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4" name="Google Shape;11464;p92"/>
          <p:cNvSpPr/>
          <p:nvPr/>
        </p:nvSpPr>
        <p:spPr>
          <a:xfrm>
            <a:off x="6650549" y="4273454"/>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8" name="Shape 11468"/>
        <p:cNvGrpSpPr/>
        <p:nvPr/>
      </p:nvGrpSpPr>
      <p:grpSpPr>
        <a:xfrm>
          <a:off x="0" y="0"/>
          <a:ext cx="0" cy="0"/>
          <a:chOff x="0" y="0"/>
          <a:chExt cx="0" cy="0"/>
        </a:xfrm>
      </p:grpSpPr>
      <p:sp>
        <p:nvSpPr>
          <p:cNvPr id="11469" name="Google Shape;11469;p9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70" name="Google Shape;11470;p9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471" name="Google Shape;11471;p93"/>
          <p:cNvGrpSpPr/>
          <p:nvPr/>
        </p:nvGrpSpPr>
        <p:grpSpPr>
          <a:xfrm>
            <a:off x="854368" y="1541720"/>
            <a:ext cx="366269" cy="366240"/>
            <a:chOff x="-65131525" y="1914325"/>
            <a:chExt cx="316650" cy="316625"/>
          </a:xfrm>
        </p:grpSpPr>
        <p:sp>
          <p:nvSpPr>
            <p:cNvPr id="11472" name="Google Shape;11472;p93"/>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3"/>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93"/>
          <p:cNvGrpSpPr/>
          <p:nvPr/>
        </p:nvGrpSpPr>
        <p:grpSpPr>
          <a:xfrm>
            <a:off x="854368" y="2022007"/>
            <a:ext cx="366269" cy="366269"/>
            <a:chOff x="-65131525" y="2281350"/>
            <a:chExt cx="316650" cy="316650"/>
          </a:xfrm>
        </p:grpSpPr>
        <p:sp>
          <p:nvSpPr>
            <p:cNvPr id="11475" name="Google Shape;11475;p93"/>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93"/>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93"/>
          <p:cNvGrpSpPr/>
          <p:nvPr/>
        </p:nvGrpSpPr>
        <p:grpSpPr>
          <a:xfrm>
            <a:off x="857564" y="2487006"/>
            <a:ext cx="359878" cy="367165"/>
            <a:chOff x="-65129950" y="2646800"/>
            <a:chExt cx="311125" cy="317425"/>
          </a:xfrm>
        </p:grpSpPr>
        <p:sp>
          <p:nvSpPr>
            <p:cNvPr id="11478" name="Google Shape;11478;p93"/>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3"/>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93"/>
          <p:cNvGrpSpPr/>
          <p:nvPr/>
        </p:nvGrpSpPr>
        <p:grpSpPr>
          <a:xfrm>
            <a:off x="3060897" y="1540332"/>
            <a:ext cx="368987" cy="369016"/>
            <a:chOff x="-63252250" y="1930850"/>
            <a:chExt cx="319000" cy="319025"/>
          </a:xfrm>
        </p:grpSpPr>
        <p:sp>
          <p:nvSpPr>
            <p:cNvPr id="11481" name="Google Shape;11481;p93"/>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93"/>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3" name="Google Shape;11483;p93"/>
          <p:cNvSpPr/>
          <p:nvPr/>
        </p:nvSpPr>
        <p:spPr>
          <a:xfrm>
            <a:off x="3052893" y="20211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4" name="Google Shape;11484;p93"/>
          <p:cNvGrpSpPr/>
          <p:nvPr/>
        </p:nvGrpSpPr>
        <p:grpSpPr>
          <a:xfrm>
            <a:off x="3061808" y="2486543"/>
            <a:ext cx="367165" cy="368091"/>
            <a:chOff x="-63250675" y="2664125"/>
            <a:chExt cx="317425" cy="318225"/>
          </a:xfrm>
        </p:grpSpPr>
        <p:sp>
          <p:nvSpPr>
            <p:cNvPr id="11485" name="Google Shape;11485;p93"/>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3"/>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93"/>
          <p:cNvGrpSpPr/>
          <p:nvPr/>
        </p:nvGrpSpPr>
        <p:grpSpPr>
          <a:xfrm>
            <a:off x="1738471" y="2962950"/>
            <a:ext cx="363522" cy="361266"/>
            <a:chOff x="-61354075" y="1940500"/>
            <a:chExt cx="314275" cy="312325"/>
          </a:xfrm>
        </p:grpSpPr>
        <p:sp>
          <p:nvSpPr>
            <p:cNvPr id="11488" name="Google Shape;11488;p93"/>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93"/>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3"/>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3"/>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93"/>
          <p:cNvGrpSpPr/>
          <p:nvPr/>
        </p:nvGrpSpPr>
        <p:grpSpPr>
          <a:xfrm>
            <a:off x="1737098" y="3411502"/>
            <a:ext cx="366269" cy="336195"/>
            <a:chOff x="-61354875" y="2322300"/>
            <a:chExt cx="316650" cy="290650"/>
          </a:xfrm>
        </p:grpSpPr>
        <p:sp>
          <p:nvSpPr>
            <p:cNvPr id="11493" name="Google Shape;11493;p93"/>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3"/>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3"/>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93"/>
          <p:cNvGrpSpPr/>
          <p:nvPr/>
        </p:nvGrpSpPr>
        <p:grpSpPr>
          <a:xfrm>
            <a:off x="1737098" y="3839066"/>
            <a:ext cx="366269" cy="366269"/>
            <a:chOff x="-61354875" y="2671225"/>
            <a:chExt cx="316650" cy="316650"/>
          </a:xfrm>
        </p:grpSpPr>
        <p:sp>
          <p:nvSpPr>
            <p:cNvPr id="11497" name="Google Shape;11497;p93"/>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93"/>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3"/>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3"/>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93"/>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93"/>
          <p:cNvGrpSpPr/>
          <p:nvPr/>
        </p:nvGrpSpPr>
        <p:grpSpPr>
          <a:xfrm>
            <a:off x="3952502" y="2958801"/>
            <a:ext cx="368987" cy="369566"/>
            <a:chOff x="-59502375" y="1904375"/>
            <a:chExt cx="319000" cy="319500"/>
          </a:xfrm>
        </p:grpSpPr>
        <p:sp>
          <p:nvSpPr>
            <p:cNvPr id="11503" name="Google Shape;11503;p93"/>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93"/>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3"/>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93"/>
          <p:cNvGrpSpPr/>
          <p:nvPr/>
        </p:nvGrpSpPr>
        <p:grpSpPr>
          <a:xfrm>
            <a:off x="1298621" y="1543007"/>
            <a:ext cx="368987" cy="363666"/>
            <a:chOff x="-64774725" y="1916550"/>
            <a:chExt cx="319000" cy="314400"/>
          </a:xfrm>
        </p:grpSpPr>
        <p:sp>
          <p:nvSpPr>
            <p:cNvPr id="11507" name="Google Shape;11507;p93"/>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3"/>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93"/>
          <p:cNvGrpSpPr/>
          <p:nvPr/>
        </p:nvGrpSpPr>
        <p:grpSpPr>
          <a:xfrm>
            <a:off x="1299979" y="2020186"/>
            <a:ext cx="366269" cy="369913"/>
            <a:chOff x="-64764500" y="2280550"/>
            <a:chExt cx="316650" cy="319800"/>
          </a:xfrm>
        </p:grpSpPr>
        <p:sp>
          <p:nvSpPr>
            <p:cNvPr id="11510" name="Google Shape;11510;p93"/>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3"/>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2" name="Google Shape;11512;p93"/>
          <p:cNvSpPr/>
          <p:nvPr/>
        </p:nvSpPr>
        <p:spPr>
          <a:xfrm>
            <a:off x="1316753" y="24874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3" name="Google Shape;11513;p93"/>
          <p:cNvGrpSpPr/>
          <p:nvPr/>
        </p:nvGrpSpPr>
        <p:grpSpPr>
          <a:xfrm>
            <a:off x="3512023" y="1579963"/>
            <a:ext cx="365344" cy="289753"/>
            <a:chOff x="-62882850" y="1999375"/>
            <a:chExt cx="315850" cy="250500"/>
          </a:xfrm>
        </p:grpSpPr>
        <p:sp>
          <p:nvSpPr>
            <p:cNvPr id="11514" name="Google Shape;11514;p93"/>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3"/>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93"/>
          <p:cNvGrpSpPr/>
          <p:nvPr/>
        </p:nvGrpSpPr>
        <p:grpSpPr>
          <a:xfrm>
            <a:off x="3503362" y="2021545"/>
            <a:ext cx="382665" cy="367194"/>
            <a:chOff x="-62890750" y="2296300"/>
            <a:chExt cx="330825" cy="317450"/>
          </a:xfrm>
        </p:grpSpPr>
        <p:sp>
          <p:nvSpPr>
            <p:cNvPr id="11517" name="Google Shape;11517;p93"/>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93"/>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3"/>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93"/>
          <p:cNvGrpSpPr/>
          <p:nvPr/>
        </p:nvGrpSpPr>
        <p:grpSpPr>
          <a:xfrm>
            <a:off x="3512023" y="2487006"/>
            <a:ext cx="365344" cy="367165"/>
            <a:chOff x="-62882850" y="2664925"/>
            <a:chExt cx="315850" cy="317425"/>
          </a:xfrm>
        </p:grpSpPr>
        <p:sp>
          <p:nvSpPr>
            <p:cNvPr id="11521" name="Google Shape;11521;p93"/>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93"/>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3" name="Google Shape;11523;p93"/>
          <p:cNvSpPr/>
          <p:nvPr/>
        </p:nvSpPr>
        <p:spPr>
          <a:xfrm>
            <a:off x="2175712" y="29613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4" name="Google Shape;11524;p93"/>
          <p:cNvGrpSpPr/>
          <p:nvPr/>
        </p:nvGrpSpPr>
        <p:grpSpPr>
          <a:xfrm>
            <a:off x="2183172" y="3399646"/>
            <a:ext cx="366269" cy="359907"/>
            <a:chOff x="-60988625" y="2310475"/>
            <a:chExt cx="316650" cy="311150"/>
          </a:xfrm>
        </p:grpSpPr>
        <p:sp>
          <p:nvSpPr>
            <p:cNvPr id="11525" name="Google Shape;11525;p93"/>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3"/>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3"/>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3"/>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3"/>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3"/>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93"/>
          <p:cNvGrpSpPr/>
          <p:nvPr/>
        </p:nvGrpSpPr>
        <p:grpSpPr>
          <a:xfrm>
            <a:off x="2183634" y="3837809"/>
            <a:ext cx="365344" cy="368785"/>
            <a:chOff x="-60987050" y="2671400"/>
            <a:chExt cx="315850" cy="318825"/>
          </a:xfrm>
        </p:grpSpPr>
        <p:sp>
          <p:nvSpPr>
            <p:cNvPr id="11532" name="Google Shape;11532;p93"/>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93"/>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93"/>
          <p:cNvGrpSpPr/>
          <p:nvPr/>
        </p:nvGrpSpPr>
        <p:grpSpPr>
          <a:xfrm>
            <a:off x="3952500" y="3400571"/>
            <a:ext cx="368987" cy="358056"/>
            <a:chOff x="-59481900" y="2290800"/>
            <a:chExt cx="319000" cy="309550"/>
          </a:xfrm>
        </p:grpSpPr>
        <p:sp>
          <p:nvSpPr>
            <p:cNvPr id="11535" name="Google Shape;11535;p93"/>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3"/>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93"/>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93"/>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3"/>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3"/>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93"/>
          <p:cNvGrpSpPr/>
          <p:nvPr/>
        </p:nvGrpSpPr>
        <p:grpSpPr>
          <a:xfrm>
            <a:off x="1741805" y="1541344"/>
            <a:ext cx="368987" cy="366992"/>
            <a:chOff x="-64401400" y="1914475"/>
            <a:chExt cx="319000" cy="317275"/>
          </a:xfrm>
        </p:grpSpPr>
        <p:sp>
          <p:nvSpPr>
            <p:cNvPr id="11542" name="Google Shape;11542;p93"/>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93"/>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93"/>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93"/>
          <p:cNvGrpSpPr/>
          <p:nvPr/>
        </p:nvGrpSpPr>
        <p:grpSpPr>
          <a:xfrm>
            <a:off x="1806493" y="2022383"/>
            <a:ext cx="239610" cy="365517"/>
            <a:chOff x="-64343900" y="2282125"/>
            <a:chExt cx="207150" cy="316000"/>
          </a:xfrm>
        </p:grpSpPr>
        <p:sp>
          <p:nvSpPr>
            <p:cNvPr id="11546" name="Google Shape;11546;p93"/>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3"/>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8" name="Google Shape;11548;p93"/>
          <p:cNvSpPr/>
          <p:nvPr/>
        </p:nvSpPr>
        <p:spPr>
          <a:xfrm>
            <a:off x="1736288" y="24856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9" name="Google Shape;11549;p93"/>
          <p:cNvGrpSpPr/>
          <p:nvPr/>
        </p:nvGrpSpPr>
        <p:grpSpPr>
          <a:xfrm>
            <a:off x="3986941" y="1541604"/>
            <a:ext cx="318873" cy="366471"/>
            <a:chOff x="-62496925" y="1931475"/>
            <a:chExt cx="275675" cy="316825"/>
          </a:xfrm>
        </p:grpSpPr>
        <p:sp>
          <p:nvSpPr>
            <p:cNvPr id="11550" name="Google Shape;11550;p93"/>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3"/>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93"/>
          <p:cNvGrpSpPr/>
          <p:nvPr/>
        </p:nvGrpSpPr>
        <p:grpSpPr>
          <a:xfrm>
            <a:off x="3963691" y="2021429"/>
            <a:ext cx="365373" cy="367426"/>
            <a:chOff x="-62516625" y="2297875"/>
            <a:chExt cx="315875" cy="317650"/>
          </a:xfrm>
        </p:grpSpPr>
        <p:sp>
          <p:nvSpPr>
            <p:cNvPr id="11553" name="Google Shape;11553;p93"/>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3"/>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93"/>
          <p:cNvGrpSpPr/>
          <p:nvPr/>
        </p:nvGrpSpPr>
        <p:grpSpPr>
          <a:xfrm>
            <a:off x="3962332" y="2503388"/>
            <a:ext cx="368091" cy="334402"/>
            <a:chOff x="-62518200" y="2692475"/>
            <a:chExt cx="318225" cy="289100"/>
          </a:xfrm>
        </p:grpSpPr>
        <p:sp>
          <p:nvSpPr>
            <p:cNvPr id="11556" name="Google Shape;11556;p93"/>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93"/>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93"/>
          <p:cNvGrpSpPr/>
          <p:nvPr/>
        </p:nvGrpSpPr>
        <p:grpSpPr>
          <a:xfrm>
            <a:off x="2648986" y="2960912"/>
            <a:ext cx="309793" cy="365344"/>
            <a:chOff x="-60597975" y="1939525"/>
            <a:chExt cx="267825" cy="315850"/>
          </a:xfrm>
        </p:grpSpPr>
        <p:sp>
          <p:nvSpPr>
            <p:cNvPr id="11559" name="Google Shape;11559;p93"/>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93"/>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93"/>
          <p:cNvGrpSpPr/>
          <p:nvPr/>
        </p:nvGrpSpPr>
        <p:grpSpPr>
          <a:xfrm>
            <a:off x="2619389" y="3395337"/>
            <a:ext cx="368987" cy="368525"/>
            <a:chOff x="-60620800" y="2304600"/>
            <a:chExt cx="319000" cy="318600"/>
          </a:xfrm>
        </p:grpSpPr>
        <p:sp>
          <p:nvSpPr>
            <p:cNvPr id="11562" name="Google Shape;11562;p93"/>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93"/>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3"/>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93"/>
          <p:cNvGrpSpPr/>
          <p:nvPr/>
        </p:nvGrpSpPr>
        <p:grpSpPr>
          <a:xfrm>
            <a:off x="2620748" y="3890988"/>
            <a:ext cx="366269" cy="262426"/>
            <a:chOff x="-60621600" y="2716100"/>
            <a:chExt cx="316650" cy="226875"/>
          </a:xfrm>
        </p:grpSpPr>
        <p:sp>
          <p:nvSpPr>
            <p:cNvPr id="11566" name="Google Shape;11566;p93"/>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3"/>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93"/>
          <p:cNvGrpSpPr/>
          <p:nvPr/>
        </p:nvGrpSpPr>
        <p:grpSpPr>
          <a:xfrm>
            <a:off x="3957965" y="3839081"/>
            <a:ext cx="358056" cy="366240"/>
            <a:chOff x="-59475600" y="2658625"/>
            <a:chExt cx="309550" cy="316625"/>
          </a:xfrm>
        </p:grpSpPr>
        <p:sp>
          <p:nvSpPr>
            <p:cNvPr id="11569" name="Google Shape;11569;p93"/>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3"/>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3"/>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3"/>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3"/>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3"/>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3"/>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6" name="Google Shape;11576;p93"/>
          <p:cNvSpPr/>
          <p:nvPr/>
        </p:nvSpPr>
        <p:spPr>
          <a:xfrm>
            <a:off x="2175657" y="15421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93"/>
          <p:cNvSpPr/>
          <p:nvPr/>
        </p:nvSpPr>
        <p:spPr>
          <a:xfrm>
            <a:off x="2203001" y="20206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8" name="Google Shape;11578;p93"/>
          <p:cNvGrpSpPr/>
          <p:nvPr/>
        </p:nvGrpSpPr>
        <p:grpSpPr>
          <a:xfrm>
            <a:off x="2233086" y="2487006"/>
            <a:ext cx="263294" cy="367165"/>
            <a:chOff x="-63987100" y="2646800"/>
            <a:chExt cx="227625" cy="317425"/>
          </a:xfrm>
        </p:grpSpPr>
        <p:sp>
          <p:nvSpPr>
            <p:cNvPr id="11579" name="Google Shape;11579;p93"/>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3"/>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93"/>
          <p:cNvGrpSpPr/>
          <p:nvPr/>
        </p:nvGrpSpPr>
        <p:grpSpPr>
          <a:xfrm>
            <a:off x="852428" y="2958627"/>
            <a:ext cx="358056" cy="369913"/>
            <a:chOff x="-62148000" y="1930075"/>
            <a:chExt cx="309550" cy="319800"/>
          </a:xfrm>
        </p:grpSpPr>
        <p:sp>
          <p:nvSpPr>
            <p:cNvPr id="11582" name="Google Shape;11582;p93"/>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93"/>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93"/>
          <p:cNvGrpSpPr/>
          <p:nvPr/>
        </p:nvGrpSpPr>
        <p:grpSpPr>
          <a:xfrm>
            <a:off x="849695" y="3396913"/>
            <a:ext cx="363522" cy="365373"/>
            <a:chOff x="-62150375" y="2297875"/>
            <a:chExt cx="314275" cy="315875"/>
          </a:xfrm>
        </p:grpSpPr>
        <p:sp>
          <p:nvSpPr>
            <p:cNvPr id="11585" name="Google Shape;11585;p93"/>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3"/>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93"/>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3"/>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3"/>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93"/>
          <p:cNvGrpSpPr/>
          <p:nvPr/>
        </p:nvGrpSpPr>
        <p:grpSpPr>
          <a:xfrm>
            <a:off x="848322" y="3838156"/>
            <a:ext cx="366269" cy="368091"/>
            <a:chOff x="-62150375" y="2664925"/>
            <a:chExt cx="316650" cy="318225"/>
          </a:xfrm>
        </p:grpSpPr>
        <p:sp>
          <p:nvSpPr>
            <p:cNvPr id="11591" name="Google Shape;11591;p93"/>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3"/>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93"/>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93"/>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93"/>
          <p:cNvGrpSpPr/>
          <p:nvPr/>
        </p:nvGrpSpPr>
        <p:grpSpPr>
          <a:xfrm>
            <a:off x="3065911" y="2959133"/>
            <a:ext cx="367165" cy="368901"/>
            <a:chOff x="-60254550" y="1938025"/>
            <a:chExt cx="317425" cy="318925"/>
          </a:xfrm>
        </p:grpSpPr>
        <p:sp>
          <p:nvSpPr>
            <p:cNvPr id="11596" name="Google Shape;11596;p93"/>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3"/>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3"/>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3"/>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93"/>
          <p:cNvGrpSpPr/>
          <p:nvPr/>
        </p:nvGrpSpPr>
        <p:grpSpPr>
          <a:xfrm>
            <a:off x="3040249" y="3396389"/>
            <a:ext cx="366648" cy="366420"/>
            <a:chOff x="6479471" y="2079003"/>
            <a:chExt cx="348923" cy="348706"/>
          </a:xfrm>
        </p:grpSpPr>
        <p:sp>
          <p:nvSpPr>
            <p:cNvPr id="11601" name="Google Shape;11601;p93"/>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2" name="Google Shape;11602;p93"/>
            <p:cNvGrpSpPr/>
            <p:nvPr/>
          </p:nvGrpSpPr>
          <p:grpSpPr>
            <a:xfrm>
              <a:off x="6520582" y="2079003"/>
              <a:ext cx="307811" cy="348706"/>
              <a:chOff x="-60218325" y="2304850"/>
              <a:chExt cx="279625" cy="316775"/>
            </a:xfrm>
          </p:grpSpPr>
          <p:sp>
            <p:nvSpPr>
              <p:cNvPr id="11603" name="Google Shape;11603;p93"/>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93"/>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93"/>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3"/>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3"/>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3"/>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3"/>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10" name="Google Shape;11610;p93"/>
          <p:cNvGrpSpPr/>
          <p:nvPr/>
        </p:nvGrpSpPr>
        <p:grpSpPr>
          <a:xfrm>
            <a:off x="3094149" y="3837707"/>
            <a:ext cx="310690" cy="368987"/>
            <a:chOff x="-60232500" y="2671225"/>
            <a:chExt cx="268600" cy="319000"/>
          </a:xfrm>
        </p:grpSpPr>
        <p:sp>
          <p:nvSpPr>
            <p:cNvPr id="11611" name="Google Shape;11611;p93"/>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3"/>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93"/>
          <p:cNvGrpSpPr/>
          <p:nvPr/>
        </p:nvGrpSpPr>
        <p:grpSpPr>
          <a:xfrm>
            <a:off x="2179643" y="4286341"/>
            <a:ext cx="365373" cy="368987"/>
            <a:chOff x="-59100700" y="1911950"/>
            <a:chExt cx="315875" cy="319000"/>
          </a:xfrm>
        </p:grpSpPr>
        <p:sp>
          <p:nvSpPr>
            <p:cNvPr id="11614" name="Google Shape;11614;p93"/>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3"/>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3"/>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3"/>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3"/>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93"/>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3"/>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3"/>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3"/>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3"/>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93"/>
          <p:cNvGrpSpPr/>
          <p:nvPr/>
        </p:nvGrpSpPr>
        <p:grpSpPr>
          <a:xfrm>
            <a:off x="2621810" y="1541821"/>
            <a:ext cx="379918" cy="366038"/>
            <a:chOff x="-63665750" y="1914325"/>
            <a:chExt cx="328450" cy="316450"/>
          </a:xfrm>
        </p:grpSpPr>
        <p:sp>
          <p:nvSpPr>
            <p:cNvPr id="11625" name="Google Shape;11625;p93"/>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3"/>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7" name="Google Shape;11627;p93"/>
          <p:cNvGrpSpPr/>
          <p:nvPr/>
        </p:nvGrpSpPr>
        <p:grpSpPr>
          <a:xfrm>
            <a:off x="2626814" y="2020865"/>
            <a:ext cx="369913" cy="368554"/>
            <a:chOff x="-63666550" y="2278975"/>
            <a:chExt cx="319800" cy="318625"/>
          </a:xfrm>
        </p:grpSpPr>
        <p:sp>
          <p:nvSpPr>
            <p:cNvPr id="11628" name="Google Shape;11628;p93"/>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3"/>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93"/>
          <p:cNvGrpSpPr/>
          <p:nvPr/>
        </p:nvGrpSpPr>
        <p:grpSpPr>
          <a:xfrm>
            <a:off x="2624081" y="2486890"/>
            <a:ext cx="375378" cy="367397"/>
            <a:chOff x="-63669700" y="2646600"/>
            <a:chExt cx="324525" cy="317625"/>
          </a:xfrm>
        </p:grpSpPr>
        <p:sp>
          <p:nvSpPr>
            <p:cNvPr id="11631" name="Google Shape;11631;p93"/>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3"/>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93"/>
          <p:cNvGrpSpPr/>
          <p:nvPr/>
        </p:nvGrpSpPr>
        <p:grpSpPr>
          <a:xfrm>
            <a:off x="1286361" y="2960218"/>
            <a:ext cx="366269" cy="366732"/>
            <a:chOff x="-61784125" y="1931250"/>
            <a:chExt cx="316650" cy="317050"/>
          </a:xfrm>
        </p:grpSpPr>
        <p:sp>
          <p:nvSpPr>
            <p:cNvPr id="11634" name="Google Shape;11634;p93"/>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3"/>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3"/>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93"/>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93"/>
          <p:cNvGrpSpPr/>
          <p:nvPr/>
        </p:nvGrpSpPr>
        <p:grpSpPr>
          <a:xfrm>
            <a:off x="1286360" y="3396465"/>
            <a:ext cx="366269" cy="366269"/>
            <a:chOff x="-61783350" y="2297100"/>
            <a:chExt cx="316650" cy="316650"/>
          </a:xfrm>
        </p:grpSpPr>
        <p:sp>
          <p:nvSpPr>
            <p:cNvPr id="11639" name="Google Shape;11639;p93"/>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93"/>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93"/>
          <p:cNvGrpSpPr/>
          <p:nvPr/>
        </p:nvGrpSpPr>
        <p:grpSpPr>
          <a:xfrm>
            <a:off x="1286360" y="3837548"/>
            <a:ext cx="366269" cy="369305"/>
            <a:chOff x="-61782550" y="2664925"/>
            <a:chExt cx="316650" cy="319275"/>
          </a:xfrm>
        </p:grpSpPr>
        <p:sp>
          <p:nvSpPr>
            <p:cNvPr id="11642" name="Google Shape;11642;p93"/>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3"/>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3"/>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93"/>
          <p:cNvGrpSpPr/>
          <p:nvPr/>
        </p:nvGrpSpPr>
        <p:grpSpPr>
          <a:xfrm>
            <a:off x="3508137" y="2968936"/>
            <a:ext cx="367165" cy="349294"/>
            <a:chOff x="-59889100" y="1945025"/>
            <a:chExt cx="317425" cy="301975"/>
          </a:xfrm>
        </p:grpSpPr>
        <p:sp>
          <p:nvSpPr>
            <p:cNvPr id="11646" name="Google Shape;11646;p93"/>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3"/>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3"/>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93"/>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0" name="Google Shape;11650;p93"/>
          <p:cNvSpPr/>
          <p:nvPr/>
        </p:nvSpPr>
        <p:spPr>
          <a:xfrm>
            <a:off x="3501697" y="34360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1" name="Google Shape;11651;p93"/>
          <p:cNvGrpSpPr/>
          <p:nvPr/>
        </p:nvGrpSpPr>
        <p:grpSpPr>
          <a:xfrm>
            <a:off x="3507226" y="3839471"/>
            <a:ext cx="368987" cy="365459"/>
            <a:chOff x="-59889100" y="2671925"/>
            <a:chExt cx="319000" cy="315950"/>
          </a:xfrm>
        </p:grpSpPr>
        <p:sp>
          <p:nvSpPr>
            <p:cNvPr id="11652" name="Google Shape;11652;p93"/>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3"/>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3"/>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93"/>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93"/>
          <p:cNvGrpSpPr/>
          <p:nvPr/>
        </p:nvGrpSpPr>
        <p:grpSpPr>
          <a:xfrm>
            <a:off x="2620204" y="4281976"/>
            <a:ext cx="367165" cy="366269"/>
            <a:chOff x="-59092025" y="2296300"/>
            <a:chExt cx="317425" cy="316650"/>
          </a:xfrm>
        </p:grpSpPr>
        <p:sp>
          <p:nvSpPr>
            <p:cNvPr id="11657" name="Google Shape;11657;p93"/>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3"/>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93"/>
          <p:cNvGrpSpPr/>
          <p:nvPr/>
        </p:nvGrpSpPr>
        <p:grpSpPr>
          <a:xfrm>
            <a:off x="4865611" y="1532895"/>
            <a:ext cx="353174" cy="347599"/>
            <a:chOff x="683125" y="1955275"/>
            <a:chExt cx="299325" cy="294600"/>
          </a:xfrm>
        </p:grpSpPr>
        <p:sp>
          <p:nvSpPr>
            <p:cNvPr id="11660" name="Google Shape;11660;p93"/>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3"/>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93"/>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3"/>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93"/>
          <p:cNvGrpSpPr/>
          <p:nvPr/>
        </p:nvGrpSpPr>
        <p:grpSpPr>
          <a:xfrm>
            <a:off x="4866541" y="1983453"/>
            <a:ext cx="351315" cy="349486"/>
            <a:chOff x="685475" y="2318350"/>
            <a:chExt cx="297750" cy="296200"/>
          </a:xfrm>
        </p:grpSpPr>
        <p:sp>
          <p:nvSpPr>
            <p:cNvPr id="11665" name="Google Shape;11665;p93"/>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3"/>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3"/>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8" name="Google Shape;11668;p93"/>
          <p:cNvSpPr/>
          <p:nvPr/>
        </p:nvSpPr>
        <p:spPr>
          <a:xfrm>
            <a:off x="4867924" y="24252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9" name="Google Shape;11669;p93"/>
          <p:cNvGrpSpPr/>
          <p:nvPr/>
        </p:nvGrpSpPr>
        <p:grpSpPr>
          <a:xfrm>
            <a:off x="7094699" y="1532659"/>
            <a:ext cx="309517" cy="348071"/>
            <a:chOff x="2523000" y="1954875"/>
            <a:chExt cx="262325" cy="295000"/>
          </a:xfrm>
        </p:grpSpPr>
        <p:sp>
          <p:nvSpPr>
            <p:cNvPr id="11670" name="Google Shape;11670;p93"/>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3"/>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2" name="Google Shape;11672;p93"/>
          <p:cNvGrpSpPr/>
          <p:nvPr/>
        </p:nvGrpSpPr>
        <p:grpSpPr>
          <a:xfrm>
            <a:off x="7073800" y="1983925"/>
            <a:ext cx="351315" cy="348542"/>
            <a:chOff x="2508825" y="2318350"/>
            <a:chExt cx="297750" cy="295400"/>
          </a:xfrm>
        </p:grpSpPr>
        <p:sp>
          <p:nvSpPr>
            <p:cNvPr id="11673" name="Google Shape;11673;p93"/>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93"/>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5" name="Google Shape;11675;p93"/>
          <p:cNvSpPr/>
          <p:nvPr/>
        </p:nvSpPr>
        <p:spPr>
          <a:xfrm>
            <a:off x="7074663" y="24252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6" name="Google Shape;11676;p93"/>
          <p:cNvGrpSpPr/>
          <p:nvPr/>
        </p:nvGrpSpPr>
        <p:grpSpPr>
          <a:xfrm>
            <a:off x="5747373" y="2897978"/>
            <a:ext cx="347599" cy="348513"/>
            <a:chOff x="4321150" y="1946600"/>
            <a:chExt cx="294600" cy="295375"/>
          </a:xfrm>
        </p:grpSpPr>
        <p:sp>
          <p:nvSpPr>
            <p:cNvPr id="11677" name="Google Shape;11677;p93"/>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3"/>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93"/>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0" name="Google Shape;11680;p93"/>
          <p:cNvSpPr/>
          <p:nvPr/>
        </p:nvSpPr>
        <p:spPr>
          <a:xfrm>
            <a:off x="5744000" y="33980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3"/>
          <p:cNvSpPr/>
          <p:nvPr/>
        </p:nvSpPr>
        <p:spPr>
          <a:xfrm>
            <a:off x="5744472" y="38362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3"/>
          <p:cNvSpPr/>
          <p:nvPr/>
        </p:nvSpPr>
        <p:spPr>
          <a:xfrm>
            <a:off x="8020096" y="28988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93"/>
          <p:cNvSpPr/>
          <p:nvPr/>
        </p:nvSpPr>
        <p:spPr>
          <a:xfrm>
            <a:off x="5310365" y="15319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4" name="Google Shape;11684;p93"/>
          <p:cNvGrpSpPr/>
          <p:nvPr/>
        </p:nvGrpSpPr>
        <p:grpSpPr>
          <a:xfrm>
            <a:off x="5309921" y="1983925"/>
            <a:ext cx="352230" cy="348542"/>
            <a:chOff x="1049375" y="2318350"/>
            <a:chExt cx="298525" cy="295400"/>
          </a:xfrm>
        </p:grpSpPr>
        <p:sp>
          <p:nvSpPr>
            <p:cNvPr id="11685" name="Google Shape;11685;p93"/>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93"/>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3"/>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3"/>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93"/>
          <p:cNvGrpSpPr/>
          <p:nvPr/>
        </p:nvGrpSpPr>
        <p:grpSpPr>
          <a:xfrm>
            <a:off x="5310393" y="2424376"/>
            <a:ext cx="351286" cy="351286"/>
            <a:chOff x="1049375" y="2680675"/>
            <a:chExt cx="297725" cy="297725"/>
          </a:xfrm>
        </p:grpSpPr>
        <p:sp>
          <p:nvSpPr>
            <p:cNvPr id="11690" name="Google Shape;11690;p93"/>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3"/>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93"/>
          <p:cNvGrpSpPr/>
          <p:nvPr/>
        </p:nvGrpSpPr>
        <p:grpSpPr>
          <a:xfrm>
            <a:off x="7523845" y="1532423"/>
            <a:ext cx="348513" cy="348542"/>
            <a:chOff x="2872725" y="1954475"/>
            <a:chExt cx="295375" cy="295400"/>
          </a:xfrm>
        </p:grpSpPr>
        <p:sp>
          <p:nvSpPr>
            <p:cNvPr id="11693" name="Google Shape;11693;p93"/>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93"/>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93"/>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6" name="Google Shape;11696;p93"/>
          <p:cNvGrpSpPr/>
          <p:nvPr/>
        </p:nvGrpSpPr>
        <p:grpSpPr>
          <a:xfrm>
            <a:off x="7545216" y="1982996"/>
            <a:ext cx="305771" cy="350401"/>
            <a:chOff x="2890050" y="2318350"/>
            <a:chExt cx="259150" cy="296975"/>
          </a:xfrm>
        </p:grpSpPr>
        <p:sp>
          <p:nvSpPr>
            <p:cNvPr id="11697" name="Google Shape;11697;p93"/>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93"/>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9" name="Google Shape;11699;p93"/>
          <p:cNvSpPr/>
          <p:nvPr/>
        </p:nvSpPr>
        <p:spPr>
          <a:xfrm>
            <a:off x="7585093" y="24247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0" name="Google Shape;11700;p93"/>
          <p:cNvGrpSpPr/>
          <p:nvPr/>
        </p:nvGrpSpPr>
        <p:grpSpPr>
          <a:xfrm>
            <a:off x="6187732" y="2898450"/>
            <a:ext cx="347569" cy="347569"/>
            <a:chOff x="4685050" y="1945825"/>
            <a:chExt cx="294575" cy="294575"/>
          </a:xfrm>
        </p:grpSpPr>
        <p:sp>
          <p:nvSpPr>
            <p:cNvPr id="11701" name="Google Shape;11701;p93"/>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3"/>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93"/>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3"/>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93"/>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6" name="Google Shape;11706;p93"/>
          <p:cNvSpPr/>
          <p:nvPr/>
        </p:nvSpPr>
        <p:spPr>
          <a:xfrm>
            <a:off x="6187137" y="33873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3"/>
          <p:cNvSpPr/>
          <p:nvPr/>
        </p:nvSpPr>
        <p:spPr>
          <a:xfrm>
            <a:off x="6208050" y="38352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8" name="Google Shape;11708;p93"/>
          <p:cNvGrpSpPr/>
          <p:nvPr/>
        </p:nvGrpSpPr>
        <p:grpSpPr>
          <a:xfrm>
            <a:off x="7958004" y="3387425"/>
            <a:ext cx="348513" cy="347599"/>
            <a:chOff x="6131900" y="2301825"/>
            <a:chExt cx="295375" cy="294600"/>
          </a:xfrm>
        </p:grpSpPr>
        <p:sp>
          <p:nvSpPr>
            <p:cNvPr id="11709" name="Google Shape;11709;p93"/>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93"/>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3"/>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93"/>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3" name="Google Shape;11713;p93"/>
          <p:cNvGrpSpPr/>
          <p:nvPr/>
        </p:nvGrpSpPr>
        <p:grpSpPr>
          <a:xfrm>
            <a:off x="5753997" y="1531966"/>
            <a:ext cx="351315" cy="349457"/>
            <a:chOff x="1412450" y="1954475"/>
            <a:chExt cx="297750" cy="296175"/>
          </a:xfrm>
        </p:grpSpPr>
        <p:sp>
          <p:nvSpPr>
            <p:cNvPr id="11714" name="Google Shape;11714;p93"/>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93"/>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6" name="Google Shape;11716;p93"/>
          <p:cNvSpPr/>
          <p:nvPr/>
        </p:nvSpPr>
        <p:spPr>
          <a:xfrm>
            <a:off x="5755346" y="19852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7" name="Google Shape;11717;p93"/>
          <p:cNvGrpSpPr/>
          <p:nvPr/>
        </p:nvGrpSpPr>
        <p:grpSpPr>
          <a:xfrm>
            <a:off x="5753997" y="2424494"/>
            <a:ext cx="351315" cy="351050"/>
            <a:chOff x="1413250" y="2680675"/>
            <a:chExt cx="297750" cy="297525"/>
          </a:xfrm>
        </p:grpSpPr>
        <p:sp>
          <p:nvSpPr>
            <p:cNvPr id="11718" name="Google Shape;11718;p93"/>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93"/>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3"/>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93"/>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2" name="Google Shape;11722;p93"/>
          <p:cNvSpPr/>
          <p:nvPr/>
        </p:nvSpPr>
        <p:spPr>
          <a:xfrm>
            <a:off x="8012357" y="15319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93"/>
          <p:cNvSpPr/>
          <p:nvPr/>
        </p:nvSpPr>
        <p:spPr>
          <a:xfrm>
            <a:off x="7964498" y="19841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93"/>
          <p:cNvSpPr/>
          <p:nvPr/>
        </p:nvSpPr>
        <p:spPr>
          <a:xfrm>
            <a:off x="7971931" y="24252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5" name="Google Shape;11725;p93"/>
          <p:cNvGrpSpPr/>
          <p:nvPr/>
        </p:nvGrpSpPr>
        <p:grpSpPr>
          <a:xfrm>
            <a:off x="6630407" y="2898111"/>
            <a:ext cx="350371" cy="348247"/>
            <a:chOff x="5045775" y="1946400"/>
            <a:chExt cx="296950" cy="295150"/>
          </a:xfrm>
        </p:grpSpPr>
        <p:sp>
          <p:nvSpPr>
            <p:cNvPr id="11726" name="Google Shape;11726;p93"/>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93"/>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93"/>
          <p:cNvGrpSpPr/>
          <p:nvPr/>
        </p:nvGrpSpPr>
        <p:grpSpPr>
          <a:xfrm>
            <a:off x="6629006" y="3406938"/>
            <a:ext cx="353174" cy="308573"/>
            <a:chOff x="5046550" y="2327025"/>
            <a:chExt cx="299325" cy="261525"/>
          </a:xfrm>
        </p:grpSpPr>
        <p:sp>
          <p:nvSpPr>
            <p:cNvPr id="11729" name="Google Shape;11729;p93"/>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93"/>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93"/>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2" name="Google Shape;11732;p93"/>
          <p:cNvSpPr/>
          <p:nvPr/>
        </p:nvSpPr>
        <p:spPr>
          <a:xfrm>
            <a:off x="6707866" y="38352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3" name="Google Shape;11733;p93"/>
          <p:cNvGrpSpPr/>
          <p:nvPr/>
        </p:nvGrpSpPr>
        <p:grpSpPr>
          <a:xfrm>
            <a:off x="7956604" y="3836276"/>
            <a:ext cx="351315" cy="348513"/>
            <a:chOff x="6167350" y="2672800"/>
            <a:chExt cx="297750" cy="295375"/>
          </a:xfrm>
        </p:grpSpPr>
        <p:sp>
          <p:nvSpPr>
            <p:cNvPr id="11734" name="Google Shape;11734;p93"/>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93"/>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3"/>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3"/>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3"/>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9" name="Google Shape;11739;p93"/>
          <p:cNvGrpSpPr/>
          <p:nvPr/>
        </p:nvGrpSpPr>
        <p:grpSpPr>
          <a:xfrm>
            <a:off x="6197601" y="1531509"/>
            <a:ext cx="347599" cy="350371"/>
            <a:chOff x="1777925" y="1953700"/>
            <a:chExt cx="294600" cy="296950"/>
          </a:xfrm>
        </p:grpSpPr>
        <p:sp>
          <p:nvSpPr>
            <p:cNvPr id="11740" name="Google Shape;11740;p93"/>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93"/>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93"/>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3"/>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93"/>
          <p:cNvGrpSpPr/>
          <p:nvPr/>
        </p:nvGrpSpPr>
        <p:grpSpPr>
          <a:xfrm>
            <a:off x="6213411" y="1984397"/>
            <a:ext cx="315977" cy="347599"/>
            <a:chOff x="1790525" y="2319150"/>
            <a:chExt cx="267800" cy="294600"/>
          </a:xfrm>
        </p:grpSpPr>
        <p:sp>
          <p:nvSpPr>
            <p:cNvPr id="11745" name="Google Shape;11745;p93"/>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93"/>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7" name="Google Shape;11747;p93"/>
          <p:cNvSpPr/>
          <p:nvPr/>
        </p:nvSpPr>
        <p:spPr>
          <a:xfrm>
            <a:off x="6196153" y="24247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8" name="Google Shape;11748;p93"/>
          <p:cNvGrpSpPr/>
          <p:nvPr/>
        </p:nvGrpSpPr>
        <p:grpSpPr>
          <a:xfrm>
            <a:off x="4866386" y="2897963"/>
            <a:ext cx="349457" cy="348542"/>
            <a:chOff x="3599700" y="1954475"/>
            <a:chExt cx="296175" cy="295400"/>
          </a:xfrm>
        </p:grpSpPr>
        <p:sp>
          <p:nvSpPr>
            <p:cNvPr id="11749" name="Google Shape;11749;p93"/>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93"/>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3"/>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93"/>
          <p:cNvGrpSpPr/>
          <p:nvPr/>
        </p:nvGrpSpPr>
        <p:grpSpPr>
          <a:xfrm>
            <a:off x="4867316" y="3387426"/>
            <a:ext cx="347599" cy="347599"/>
            <a:chOff x="3601275" y="2319150"/>
            <a:chExt cx="294600" cy="294600"/>
          </a:xfrm>
        </p:grpSpPr>
        <p:sp>
          <p:nvSpPr>
            <p:cNvPr id="11753" name="Google Shape;11753;p93"/>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93"/>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5" name="Google Shape;11755;p93"/>
          <p:cNvSpPr/>
          <p:nvPr/>
        </p:nvSpPr>
        <p:spPr>
          <a:xfrm>
            <a:off x="4866749" y="38362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6" name="Google Shape;11756;p93"/>
          <p:cNvGrpSpPr/>
          <p:nvPr/>
        </p:nvGrpSpPr>
        <p:grpSpPr>
          <a:xfrm>
            <a:off x="7087019" y="2897521"/>
            <a:ext cx="328071" cy="349427"/>
            <a:chOff x="5421475" y="1945825"/>
            <a:chExt cx="278050" cy="296150"/>
          </a:xfrm>
        </p:grpSpPr>
        <p:sp>
          <p:nvSpPr>
            <p:cNvPr id="11757" name="Google Shape;11757;p93"/>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93"/>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93"/>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93"/>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3"/>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93"/>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3"/>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3"/>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5" name="Google Shape;11765;p93"/>
          <p:cNvSpPr/>
          <p:nvPr/>
        </p:nvSpPr>
        <p:spPr>
          <a:xfrm>
            <a:off x="7074326" y="33855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6" name="Google Shape;11766;p93"/>
          <p:cNvGrpSpPr/>
          <p:nvPr/>
        </p:nvGrpSpPr>
        <p:grpSpPr>
          <a:xfrm>
            <a:off x="7075869" y="3898073"/>
            <a:ext cx="350371" cy="224918"/>
            <a:chOff x="5411225" y="2726350"/>
            <a:chExt cx="296950" cy="190625"/>
          </a:xfrm>
        </p:grpSpPr>
        <p:sp>
          <p:nvSpPr>
            <p:cNvPr id="11767" name="Google Shape;11767;p93"/>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3"/>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93"/>
          <p:cNvGrpSpPr/>
          <p:nvPr/>
        </p:nvGrpSpPr>
        <p:grpSpPr>
          <a:xfrm>
            <a:off x="6185904" y="4287346"/>
            <a:ext cx="351286" cy="326390"/>
            <a:chOff x="6524150" y="1938725"/>
            <a:chExt cx="297725" cy="276625"/>
          </a:xfrm>
        </p:grpSpPr>
        <p:sp>
          <p:nvSpPr>
            <p:cNvPr id="11770" name="Google Shape;11770;p93"/>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3"/>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93"/>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93"/>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93"/>
          <p:cNvGrpSpPr/>
          <p:nvPr/>
        </p:nvGrpSpPr>
        <p:grpSpPr>
          <a:xfrm>
            <a:off x="6637536" y="1531966"/>
            <a:ext cx="350401" cy="349457"/>
            <a:chOff x="2141000" y="1954475"/>
            <a:chExt cx="296975" cy="296175"/>
          </a:xfrm>
        </p:grpSpPr>
        <p:sp>
          <p:nvSpPr>
            <p:cNvPr id="11775" name="Google Shape;11775;p93"/>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3"/>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3"/>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3"/>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93"/>
          <p:cNvGrpSpPr/>
          <p:nvPr/>
        </p:nvGrpSpPr>
        <p:grpSpPr>
          <a:xfrm>
            <a:off x="6631047" y="1983807"/>
            <a:ext cx="363380" cy="348778"/>
            <a:chOff x="2140225" y="2318650"/>
            <a:chExt cx="307975" cy="295600"/>
          </a:xfrm>
        </p:grpSpPr>
        <p:sp>
          <p:nvSpPr>
            <p:cNvPr id="11780" name="Google Shape;11780;p93"/>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93"/>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93"/>
          <p:cNvGrpSpPr/>
          <p:nvPr/>
        </p:nvGrpSpPr>
        <p:grpSpPr>
          <a:xfrm>
            <a:off x="6636607" y="2425305"/>
            <a:ext cx="352259" cy="349427"/>
            <a:chOff x="2139425" y="2682250"/>
            <a:chExt cx="298550" cy="296150"/>
          </a:xfrm>
        </p:grpSpPr>
        <p:sp>
          <p:nvSpPr>
            <p:cNvPr id="11783" name="Google Shape;11783;p93"/>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3"/>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3"/>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93"/>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93"/>
          <p:cNvGrpSpPr/>
          <p:nvPr/>
        </p:nvGrpSpPr>
        <p:grpSpPr>
          <a:xfrm>
            <a:off x="5301219" y="2939791"/>
            <a:ext cx="350401" cy="264888"/>
            <a:chOff x="3962775" y="1990700"/>
            <a:chExt cx="296975" cy="224500"/>
          </a:xfrm>
        </p:grpSpPr>
        <p:sp>
          <p:nvSpPr>
            <p:cNvPr id="11788" name="Google Shape;11788;p93"/>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3"/>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93"/>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93"/>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93"/>
          <p:cNvGrpSpPr/>
          <p:nvPr/>
        </p:nvGrpSpPr>
        <p:grpSpPr>
          <a:xfrm>
            <a:off x="5301691" y="3386497"/>
            <a:ext cx="349457" cy="349457"/>
            <a:chOff x="3963575" y="2317575"/>
            <a:chExt cx="296175" cy="296175"/>
          </a:xfrm>
        </p:grpSpPr>
        <p:sp>
          <p:nvSpPr>
            <p:cNvPr id="11793" name="Google Shape;11793;p93"/>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93"/>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93"/>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93"/>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93"/>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3"/>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3"/>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93"/>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3"/>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93"/>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93"/>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93"/>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93"/>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93"/>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3"/>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3"/>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93"/>
          <p:cNvGrpSpPr/>
          <p:nvPr/>
        </p:nvGrpSpPr>
        <p:grpSpPr>
          <a:xfrm>
            <a:off x="5301691" y="3836276"/>
            <a:ext cx="349457" cy="348513"/>
            <a:chOff x="3962775" y="2683025"/>
            <a:chExt cx="296175" cy="295375"/>
          </a:xfrm>
        </p:grpSpPr>
        <p:sp>
          <p:nvSpPr>
            <p:cNvPr id="11810" name="Google Shape;11810;p93"/>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93"/>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93"/>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3" name="Google Shape;11813;p93"/>
          <p:cNvSpPr/>
          <p:nvPr/>
        </p:nvSpPr>
        <p:spPr>
          <a:xfrm>
            <a:off x="7513275" y="28979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4" name="Google Shape;11814;p93"/>
          <p:cNvGrpSpPr/>
          <p:nvPr/>
        </p:nvGrpSpPr>
        <p:grpSpPr>
          <a:xfrm>
            <a:off x="7516228" y="3386968"/>
            <a:ext cx="348513" cy="348513"/>
            <a:chOff x="5775900" y="2308125"/>
            <a:chExt cx="295375" cy="295375"/>
          </a:xfrm>
        </p:grpSpPr>
        <p:sp>
          <p:nvSpPr>
            <p:cNvPr id="11815" name="Google Shape;11815;p93"/>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3"/>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93"/>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93"/>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3"/>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0" name="Google Shape;11820;p93"/>
          <p:cNvGrpSpPr/>
          <p:nvPr/>
        </p:nvGrpSpPr>
        <p:grpSpPr>
          <a:xfrm>
            <a:off x="7537142" y="3835804"/>
            <a:ext cx="306686" cy="349457"/>
            <a:chOff x="5794025" y="2673575"/>
            <a:chExt cx="259925" cy="296175"/>
          </a:xfrm>
        </p:grpSpPr>
        <p:sp>
          <p:nvSpPr>
            <p:cNvPr id="11821" name="Google Shape;11821;p93"/>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3"/>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3" name="Google Shape;11823;p93"/>
          <p:cNvSpPr/>
          <p:nvPr/>
        </p:nvSpPr>
        <p:spPr>
          <a:xfrm>
            <a:off x="6637977" y="43068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27" name="Shape 11827"/>
        <p:cNvGrpSpPr/>
        <p:nvPr/>
      </p:nvGrpSpPr>
      <p:grpSpPr>
        <a:xfrm>
          <a:off x="0" y="0"/>
          <a:ext cx="0" cy="0"/>
          <a:chOff x="0" y="0"/>
          <a:chExt cx="0" cy="0"/>
        </a:xfrm>
      </p:grpSpPr>
      <p:sp>
        <p:nvSpPr>
          <p:cNvPr id="11828" name="Google Shape;11828;p9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829" name="Google Shape;11829;p9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830" name="Google Shape;11830;p94"/>
          <p:cNvGrpSpPr/>
          <p:nvPr/>
        </p:nvGrpSpPr>
        <p:grpSpPr>
          <a:xfrm>
            <a:off x="882957" y="1534450"/>
            <a:ext cx="292442" cy="355741"/>
            <a:chOff x="-35830350" y="1912725"/>
            <a:chExt cx="241050" cy="293225"/>
          </a:xfrm>
        </p:grpSpPr>
        <p:sp>
          <p:nvSpPr>
            <p:cNvPr id="11831" name="Google Shape;11831;p94"/>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94"/>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94"/>
          <p:cNvGrpSpPr/>
          <p:nvPr/>
        </p:nvGrpSpPr>
        <p:grpSpPr>
          <a:xfrm>
            <a:off x="851444" y="1994048"/>
            <a:ext cx="355468" cy="353587"/>
            <a:chOff x="-35854750" y="2272675"/>
            <a:chExt cx="293000" cy="291450"/>
          </a:xfrm>
        </p:grpSpPr>
        <p:sp>
          <p:nvSpPr>
            <p:cNvPr id="11834" name="Google Shape;11834;p94"/>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4"/>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94"/>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94"/>
          <p:cNvGrpSpPr/>
          <p:nvPr/>
        </p:nvGrpSpPr>
        <p:grpSpPr>
          <a:xfrm>
            <a:off x="850958" y="2448634"/>
            <a:ext cx="356438" cy="354558"/>
            <a:chOff x="-35853975" y="2631825"/>
            <a:chExt cx="293800" cy="292250"/>
          </a:xfrm>
        </p:grpSpPr>
        <p:sp>
          <p:nvSpPr>
            <p:cNvPr id="11838" name="Google Shape;11838;p94"/>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94"/>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94"/>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94"/>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94"/>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94"/>
          <p:cNvGrpSpPr/>
          <p:nvPr/>
        </p:nvGrpSpPr>
        <p:grpSpPr>
          <a:xfrm>
            <a:off x="3089562" y="1535527"/>
            <a:ext cx="353587" cy="353587"/>
            <a:chOff x="-34032200" y="1916675"/>
            <a:chExt cx="291450" cy="291450"/>
          </a:xfrm>
        </p:grpSpPr>
        <p:sp>
          <p:nvSpPr>
            <p:cNvPr id="11844" name="Google Shape;11844;p94"/>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94"/>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4"/>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4"/>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8" name="Google Shape;11848;p94"/>
          <p:cNvSpPr/>
          <p:nvPr/>
        </p:nvSpPr>
        <p:spPr>
          <a:xfrm>
            <a:off x="3086014" y="1992728"/>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9" name="Google Shape;11849;p94"/>
          <p:cNvGrpSpPr/>
          <p:nvPr/>
        </p:nvGrpSpPr>
        <p:grpSpPr>
          <a:xfrm>
            <a:off x="3089092" y="2448634"/>
            <a:ext cx="354527" cy="354558"/>
            <a:chOff x="-34032200" y="2634975"/>
            <a:chExt cx="292225" cy="292250"/>
          </a:xfrm>
        </p:grpSpPr>
        <p:sp>
          <p:nvSpPr>
            <p:cNvPr id="11850" name="Google Shape;11850;p94"/>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4"/>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94"/>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94"/>
          <p:cNvGrpSpPr/>
          <p:nvPr/>
        </p:nvGrpSpPr>
        <p:grpSpPr>
          <a:xfrm>
            <a:off x="1739487" y="2914882"/>
            <a:ext cx="358379" cy="354527"/>
            <a:chOff x="-32245875" y="1938725"/>
            <a:chExt cx="295400" cy="292225"/>
          </a:xfrm>
        </p:grpSpPr>
        <p:sp>
          <p:nvSpPr>
            <p:cNvPr id="11854" name="Google Shape;11854;p94"/>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94"/>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4"/>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94"/>
          <p:cNvGrpSpPr/>
          <p:nvPr/>
        </p:nvGrpSpPr>
        <p:grpSpPr>
          <a:xfrm>
            <a:off x="1736150" y="3384280"/>
            <a:ext cx="365052" cy="352162"/>
            <a:chOff x="-32243500" y="2299850"/>
            <a:chExt cx="300900" cy="290275"/>
          </a:xfrm>
        </p:grpSpPr>
        <p:sp>
          <p:nvSpPr>
            <p:cNvPr id="11858" name="Google Shape;11858;p94"/>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94"/>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0" name="Google Shape;11860;p94"/>
          <p:cNvSpPr/>
          <p:nvPr/>
        </p:nvSpPr>
        <p:spPr>
          <a:xfrm>
            <a:off x="1737541" y="3844649"/>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1" name="Google Shape;11861;p94"/>
          <p:cNvGrpSpPr/>
          <p:nvPr/>
        </p:nvGrpSpPr>
        <p:grpSpPr>
          <a:xfrm>
            <a:off x="1299432" y="1534571"/>
            <a:ext cx="354527" cy="355498"/>
            <a:chOff x="-35495600" y="1912725"/>
            <a:chExt cx="292225" cy="293025"/>
          </a:xfrm>
        </p:grpSpPr>
        <p:sp>
          <p:nvSpPr>
            <p:cNvPr id="11862" name="Google Shape;11862;p94"/>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4"/>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94"/>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5" name="Google Shape;11865;p94"/>
          <p:cNvSpPr/>
          <p:nvPr/>
        </p:nvSpPr>
        <p:spPr>
          <a:xfrm>
            <a:off x="1295266" y="1993775"/>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6" name="Google Shape;11866;p94"/>
          <p:cNvGrpSpPr/>
          <p:nvPr/>
        </p:nvGrpSpPr>
        <p:grpSpPr>
          <a:xfrm>
            <a:off x="1299432" y="2449119"/>
            <a:ext cx="354527" cy="353587"/>
            <a:chOff x="-35495600" y="2631825"/>
            <a:chExt cx="292225" cy="291450"/>
          </a:xfrm>
        </p:grpSpPr>
        <p:sp>
          <p:nvSpPr>
            <p:cNvPr id="11867" name="Google Shape;11867;p94"/>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94"/>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94"/>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94"/>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94"/>
          <p:cNvGrpSpPr/>
          <p:nvPr/>
        </p:nvGrpSpPr>
        <p:grpSpPr>
          <a:xfrm>
            <a:off x="3537081" y="1535527"/>
            <a:ext cx="353587" cy="353587"/>
            <a:chOff x="-33673825" y="1916675"/>
            <a:chExt cx="291450" cy="291450"/>
          </a:xfrm>
        </p:grpSpPr>
        <p:sp>
          <p:nvSpPr>
            <p:cNvPr id="11872" name="Google Shape;11872;p94"/>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94"/>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94"/>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4"/>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94"/>
          <p:cNvGrpSpPr/>
          <p:nvPr/>
        </p:nvGrpSpPr>
        <p:grpSpPr>
          <a:xfrm>
            <a:off x="3534700" y="1993107"/>
            <a:ext cx="358349" cy="355468"/>
            <a:chOff x="-33676975" y="2275050"/>
            <a:chExt cx="295375" cy="293000"/>
          </a:xfrm>
        </p:grpSpPr>
        <p:sp>
          <p:nvSpPr>
            <p:cNvPr id="11877" name="Google Shape;11877;p94"/>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94"/>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94"/>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94"/>
          <p:cNvGrpSpPr/>
          <p:nvPr/>
        </p:nvGrpSpPr>
        <p:grpSpPr>
          <a:xfrm>
            <a:off x="3537081" y="2448406"/>
            <a:ext cx="353587" cy="355013"/>
            <a:chOff x="-33673825" y="2634975"/>
            <a:chExt cx="291450" cy="292625"/>
          </a:xfrm>
        </p:grpSpPr>
        <p:sp>
          <p:nvSpPr>
            <p:cNvPr id="11881" name="Google Shape;11881;p94"/>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4"/>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94"/>
          <p:cNvGrpSpPr/>
          <p:nvPr/>
        </p:nvGrpSpPr>
        <p:grpSpPr>
          <a:xfrm>
            <a:off x="2205089" y="2915322"/>
            <a:ext cx="329687" cy="353648"/>
            <a:chOff x="-31874100" y="1939525"/>
            <a:chExt cx="271750" cy="291500"/>
          </a:xfrm>
        </p:grpSpPr>
        <p:sp>
          <p:nvSpPr>
            <p:cNvPr id="11884" name="Google Shape;11884;p94"/>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94"/>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6" name="Google Shape;11886;p94"/>
          <p:cNvSpPr/>
          <p:nvPr/>
        </p:nvSpPr>
        <p:spPr>
          <a:xfrm>
            <a:off x="2211275" y="3383767"/>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7" name="Google Shape;11887;p94"/>
          <p:cNvGrpSpPr/>
          <p:nvPr/>
        </p:nvGrpSpPr>
        <p:grpSpPr>
          <a:xfrm>
            <a:off x="2186451" y="3844343"/>
            <a:ext cx="366963" cy="352768"/>
            <a:chOff x="-31889075" y="2658950"/>
            <a:chExt cx="302475" cy="290775"/>
          </a:xfrm>
        </p:grpSpPr>
        <p:sp>
          <p:nvSpPr>
            <p:cNvPr id="11888" name="Google Shape;11888;p94"/>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4"/>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0" name="Google Shape;11890;p94"/>
          <p:cNvSpPr/>
          <p:nvPr/>
        </p:nvSpPr>
        <p:spPr>
          <a:xfrm>
            <a:off x="3974577" y="3383282"/>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1" name="Google Shape;11891;p94"/>
          <p:cNvGrpSpPr/>
          <p:nvPr/>
        </p:nvGrpSpPr>
        <p:grpSpPr>
          <a:xfrm>
            <a:off x="1747421" y="1534571"/>
            <a:ext cx="354527" cy="355498"/>
            <a:chOff x="-35136450" y="1912725"/>
            <a:chExt cx="292225" cy="293025"/>
          </a:xfrm>
        </p:grpSpPr>
        <p:sp>
          <p:nvSpPr>
            <p:cNvPr id="11892" name="Google Shape;11892;p94"/>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4"/>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94"/>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94"/>
          <p:cNvGrpSpPr/>
          <p:nvPr/>
        </p:nvGrpSpPr>
        <p:grpSpPr>
          <a:xfrm>
            <a:off x="1747891" y="1993790"/>
            <a:ext cx="353587" cy="354103"/>
            <a:chOff x="-35134875" y="2272675"/>
            <a:chExt cx="291450" cy="291875"/>
          </a:xfrm>
        </p:grpSpPr>
        <p:sp>
          <p:nvSpPr>
            <p:cNvPr id="11896" name="Google Shape;11896;p94"/>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4"/>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94"/>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4"/>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94"/>
          <p:cNvGrpSpPr/>
          <p:nvPr/>
        </p:nvGrpSpPr>
        <p:grpSpPr>
          <a:xfrm>
            <a:off x="1789458" y="2449119"/>
            <a:ext cx="270453" cy="353587"/>
            <a:chOff x="-35101800" y="2631050"/>
            <a:chExt cx="222925" cy="291450"/>
          </a:xfrm>
        </p:grpSpPr>
        <p:sp>
          <p:nvSpPr>
            <p:cNvPr id="11901" name="Google Shape;11901;p94"/>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94"/>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94"/>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94"/>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5" name="Google Shape;11905;p94"/>
          <p:cNvSpPr/>
          <p:nvPr/>
        </p:nvSpPr>
        <p:spPr>
          <a:xfrm>
            <a:off x="3982155" y="1534859"/>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6" name="Google Shape;11906;p94"/>
          <p:cNvGrpSpPr/>
          <p:nvPr/>
        </p:nvGrpSpPr>
        <p:grpSpPr>
          <a:xfrm>
            <a:off x="3977510" y="1993107"/>
            <a:ext cx="353587" cy="355468"/>
            <a:chOff x="-33314675" y="2275050"/>
            <a:chExt cx="291450" cy="293000"/>
          </a:xfrm>
        </p:grpSpPr>
        <p:sp>
          <p:nvSpPr>
            <p:cNvPr id="11907" name="Google Shape;11907;p94"/>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94"/>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94"/>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0" name="Google Shape;11910;p94"/>
          <p:cNvSpPr/>
          <p:nvPr/>
        </p:nvSpPr>
        <p:spPr>
          <a:xfrm>
            <a:off x="3973071" y="2447907"/>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1" name="Google Shape;11911;p94"/>
          <p:cNvGrpSpPr/>
          <p:nvPr/>
        </p:nvGrpSpPr>
        <p:grpSpPr>
          <a:xfrm>
            <a:off x="2639701" y="2915367"/>
            <a:ext cx="353587" cy="353557"/>
            <a:chOff x="-31523625" y="1939525"/>
            <a:chExt cx="291450" cy="291425"/>
          </a:xfrm>
        </p:grpSpPr>
        <p:sp>
          <p:nvSpPr>
            <p:cNvPr id="11912" name="Google Shape;11912;p94"/>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94"/>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4"/>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4"/>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4"/>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4"/>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4"/>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4"/>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4"/>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94"/>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94"/>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94"/>
          <p:cNvGrpSpPr/>
          <p:nvPr/>
        </p:nvGrpSpPr>
        <p:grpSpPr>
          <a:xfrm>
            <a:off x="2638746" y="3383568"/>
            <a:ext cx="355498" cy="353587"/>
            <a:chOff x="-31523625" y="2298675"/>
            <a:chExt cx="293025" cy="291450"/>
          </a:xfrm>
        </p:grpSpPr>
        <p:sp>
          <p:nvSpPr>
            <p:cNvPr id="11924" name="Google Shape;11924;p94"/>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94"/>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4"/>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7" name="Google Shape;11927;p94"/>
          <p:cNvSpPr/>
          <p:nvPr/>
        </p:nvSpPr>
        <p:spPr>
          <a:xfrm>
            <a:off x="2633984" y="3842739"/>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4"/>
          <p:cNvSpPr/>
          <p:nvPr/>
        </p:nvSpPr>
        <p:spPr>
          <a:xfrm>
            <a:off x="3975533" y="3844164"/>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9" name="Google Shape;11929;p94"/>
          <p:cNvGrpSpPr/>
          <p:nvPr/>
        </p:nvGrpSpPr>
        <p:grpSpPr>
          <a:xfrm>
            <a:off x="2205934" y="1535542"/>
            <a:ext cx="331598" cy="353557"/>
            <a:chOff x="-34767825" y="1914325"/>
            <a:chExt cx="273325" cy="291425"/>
          </a:xfrm>
        </p:grpSpPr>
        <p:sp>
          <p:nvSpPr>
            <p:cNvPr id="11930" name="Google Shape;11930;p94"/>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4"/>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4"/>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94"/>
          <p:cNvGrpSpPr/>
          <p:nvPr/>
        </p:nvGrpSpPr>
        <p:grpSpPr>
          <a:xfrm>
            <a:off x="2193513" y="1993092"/>
            <a:ext cx="356438" cy="355498"/>
            <a:chOff x="-34778075" y="2272675"/>
            <a:chExt cx="293800" cy="293025"/>
          </a:xfrm>
        </p:grpSpPr>
        <p:sp>
          <p:nvSpPr>
            <p:cNvPr id="11934" name="Google Shape;11934;p94"/>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94"/>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4"/>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94"/>
          <p:cNvGrpSpPr/>
          <p:nvPr/>
        </p:nvGrpSpPr>
        <p:grpSpPr>
          <a:xfrm>
            <a:off x="2194939" y="2449119"/>
            <a:ext cx="353587" cy="353587"/>
            <a:chOff x="-34776500" y="2631825"/>
            <a:chExt cx="291450" cy="291450"/>
          </a:xfrm>
        </p:grpSpPr>
        <p:sp>
          <p:nvSpPr>
            <p:cNvPr id="11938" name="Google Shape;11938;p94"/>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94"/>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4"/>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94"/>
          <p:cNvGrpSpPr/>
          <p:nvPr/>
        </p:nvGrpSpPr>
        <p:grpSpPr>
          <a:xfrm>
            <a:off x="853628" y="2912973"/>
            <a:ext cx="354527" cy="358349"/>
            <a:chOff x="-32956300" y="1915900"/>
            <a:chExt cx="292225" cy="295375"/>
          </a:xfrm>
        </p:grpSpPr>
        <p:sp>
          <p:nvSpPr>
            <p:cNvPr id="11942" name="Google Shape;11942;p94"/>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4"/>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4" name="Google Shape;11944;p94"/>
          <p:cNvSpPr/>
          <p:nvPr/>
        </p:nvSpPr>
        <p:spPr>
          <a:xfrm>
            <a:off x="850648" y="3383782"/>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4"/>
          <p:cNvSpPr/>
          <p:nvPr/>
        </p:nvSpPr>
        <p:spPr>
          <a:xfrm>
            <a:off x="850162" y="3843679"/>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6" name="Google Shape;11946;p94"/>
          <p:cNvGrpSpPr/>
          <p:nvPr/>
        </p:nvGrpSpPr>
        <p:grpSpPr>
          <a:xfrm>
            <a:off x="3081101" y="2915367"/>
            <a:ext cx="356438" cy="353557"/>
            <a:chOff x="-31166825" y="1939525"/>
            <a:chExt cx="293800" cy="291425"/>
          </a:xfrm>
        </p:grpSpPr>
        <p:sp>
          <p:nvSpPr>
            <p:cNvPr id="11947" name="Google Shape;11947;p94"/>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4"/>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4"/>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94"/>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94"/>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4"/>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4"/>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94"/>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94"/>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4"/>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94"/>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8" name="Google Shape;11958;p94"/>
          <p:cNvGrpSpPr/>
          <p:nvPr/>
        </p:nvGrpSpPr>
        <p:grpSpPr>
          <a:xfrm>
            <a:off x="3082057" y="3383295"/>
            <a:ext cx="354527" cy="354133"/>
            <a:chOff x="-31165250" y="2298675"/>
            <a:chExt cx="292225" cy="291900"/>
          </a:xfrm>
        </p:grpSpPr>
        <p:sp>
          <p:nvSpPr>
            <p:cNvPr id="11959" name="Google Shape;11959;p94"/>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94"/>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94"/>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94"/>
          <p:cNvGrpSpPr/>
          <p:nvPr/>
        </p:nvGrpSpPr>
        <p:grpSpPr>
          <a:xfrm>
            <a:off x="3082542" y="3843949"/>
            <a:ext cx="353557" cy="353557"/>
            <a:chOff x="-31164450" y="2657050"/>
            <a:chExt cx="291425" cy="291425"/>
          </a:xfrm>
        </p:grpSpPr>
        <p:sp>
          <p:nvSpPr>
            <p:cNvPr id="11963" name="Google Shape;11963;p94"/>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4"/>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4"/>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94"/>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7" name="Google Shape;11967;p94"/>
          <p:cNvSpPr/>
          <p:nvPr/>
        </p:nvSpPr>
        <p:spPr>
          <a:xfrm>
            <a:off x="2188967" y="4264670"/>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8" name="Google Shape;11968;p94"/>
          <p:cNvGrpSpPr/>
          <p:nvPr/>
        </p:nvGrpSpPr>
        <p:grpSpPr>
          <a:xfrm>
            <a:off x="2632987" y="1535178"/>
            <a:ext cx="358349" cy="354285"/>
            <a:chOff x="-34421275" y="1912725"/>
            <a:chExt cx="295375" cy="292025"/>
          </a:xfrm>
        </p:grpSpPr>
        <p:sp>
          <p:nvSpPr>
            <p:cNvPr id="11969" name="Google Shape;11969;p94"/>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94"/>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94"/>
          <p:cNvGrpSpPr/>
          <p:nvPr/>
        </p:nvGrpSpPr>
        <p:grpSpPr>
          <a:xfrm>
            <a:off x="2632032" y="1993093"/>
            <a:ext cx="360260" cy="355498"/>
            <a:chOff x="-34418125" y="2271100"/>
            <a:chExt cx="296950" cy="293025"/>
          </a:xfrm>
        </p:grpSpPr>
        <p:sp>
          <p:nvSpPr>
            <p:cNvPr id="11972" name="Google Shape;11972;p94"/>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94"/>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94"/>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94"/>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4"/>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7" name="Google Shape;11977;p94"/>
          <p:cNvGrpSpPr/>
          <p:nvPr/>
        </p:nvGrpSpPr>
        <p:grpSpPr>
          <a:xfrm>
            <a:off x="2632987" y="2449119"/>
            <a:ext cx="358349" cy="353587"/>
            <a:chOff x="-34421275" y="2631050"/>
            <a:chExt cx="295375" cy="291450"/>
          </a:xfrm>
        </p:grpSpPr>
        <p:sp>
          <p:nvSpPr>
            <p:cNvPr id="11978" name="Google Shape;11978;p94"/>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94"/>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94"/>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4"/>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2" name="Google Shape;11982;p94"/>
          <p:cNvSpPr/>
          <p:nvPr/>
        </p:nvSpPr>
        <p:spPr>
          <a:xfrm>
            <a:off x="1299154" y="2915050"/>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94"/>
          <p:cNvSpPr/>
          <p:nvPr/>
        </p:nvSpPr>
        <p:spPr>
          <a:xfrm>
            <a:off x="1299154" y="3383782"/>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94"/>
          <p:cNvSpPr/>
          <p:nvPr/>
        </p:nvSpPr>
        <p:spPr>
          <a:xfrm>
            <a:off x="1290085" y="3843815"/>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5" name="Google Shape;11985;p94"/>
          <p:cNvGrpSpPr/>
          <p:nvPr/>
        </p:nvGrpSpPr>
        <p:grpSpPr>
          <a:xfrm>
            <a:off x="3537620" y="2915837"/>
            <a:ext cx="353587" cy="352617"/>
            <a:chOff x="-30805300" y="1938725"/>
            <a:chExt cx="291450" cy="290650"/>
          </a:xfrm>
        </p:grpSpPr>
        <p:sp>
          <p:nvSpPr>
            <p:cNvPr id="11986" name="Google Shape;11986;p94"/>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94"/>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94"/>
          <p:cNvGrpSpPr/>
          <p:nvPr/>
        </p:nvGrpSpPr>
        <p:grpSpPr>
          <a:xfrm>
            <a:off x="3538105" y="3383765"/>
            <a:ext cx="352617" cy="353193"/>
            <a:chOff x="-30805300" y="2298675"/>
            <a:chExt cx="290650" cy="291125"/>
          </a:xfrm>
        </p:grpSpPr>
        <p:sp>
          <p:nvSpPr>
            <p:cNvPr id="11989" name="Google Shape;11989;p94"/>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94"/>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94"/>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94"/>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94"/>
          <p:cNvGrpSpPr/>
          <p:nvPr/>
        </p:nvGrpSpPr>
        <p:grpSpPr>
          <a:xfrm>
            <a:off x="3537635" y="3843949"/>
            <a:ext cx="353557" cy="353557"/>
            <a:chOff x="-30806075" y="2657050"/>
            <a:chExt cx="291425" cy="291425"/>
          </a:xfrm>
        </p:grpSpPr>
        <p:sp>
          <p:nvSpPr>
            <p:cNvPr id="11994" name="Google Shape;11994;p94"/>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94"/>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4"/>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94"/>
          <p:cNvGrpSpPr/>
          <p:nvPr/>
        </p:nvGrpSpPr>
        <p:grpSpPr>
          <a:xfrm>
            <a:off x="2639681" y="4301756"/>
            <a:ext cx="353557" cy="353557"/>
            <a:chOff x="-30064925" y="2332550"/>
            <a:chExt cx="291425" cy="291425"/>
          </a:xfrm>
        </p:grpSpPr>
        <p:sp>
          <p:nvSpPr>
            <p:cNvPr id="11998" name="Google Shape;11998;p94"/>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4"/>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4"/>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94"/>
          <p:cNvGrpSpPr/>
          <p:nvPr/>
        </p:nvGrpSpPr>
        <p:grpSpPr>
          <a:xfrm>
            <a:off x="3983068" y="2911256"/>
            <a:ext cx="348855" cy="347879"/>
            <a:chOff x="2821450" y="2957850"/>
            <a:chExt cx="259275" cy="258550"/>
          </a:xfrm>
        </p:grpSpPr>
        <p:sp>
          <p:nvSpPr>
            <p:cNvPr id="12002" name="Google Shape;12002;p94"/>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94"/>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94"/>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2005" name="Google Shape;12005;p94"/>
          <p:cNvGrpSpPr/>
          <p:nvPr/>
        </p:nvGrpSpPr>
        <p:grpSpPr>
          <a:xfrm>
            <a:off x="4858100" y="1532274"/>
            <a:ext cx="361090" cy="361090"/>
            <a:chOff x="-57970450" y="1903275"/>
            <a:chExt cx="318225" cy="318225"/>
          </a:xfrm>
        </p:grpSpPr>
        <p:sp>
          <p:nvSpPr>
            <p:cNvPr id="12006" name="Google Shape;12006;p94"/>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94"/>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94"/>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4"/>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94"/>
          <p:cNvGrpSpPr/>
          <p:nvPr/>
        </p:nvGrpSpPr>
        <p:grpSpPr>
          <a:xfrm>
            <a:off x="4880000" y="2008231"/>
            <a:ext cx="317290" cy="359303"/>
            <a:chOff x="-57950750" y="2296300"/>
            <a:chExt cx="279625" cy="316650"/>
          </a:xfrm>
        </p:grpSpPr>
        <p:sp>
          <p:nvSpPr>
            <p:cNvPr id="12011" name="Google Shape;12011;p94"/>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94"/>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94"/>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94"/>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94"/>
          <p:cNvGrpSpPr/>
          <p:nvPr/>
        </p:nvGrpSpPr>
        <p:grpSpPr>
          <a:xfrm>
            <a:off x="4858214" y="2459907"/>
            <a:ext cx="360863" cy="360211"/>
            <a:chOff x="-57969675" y="2687750"/>
            <a:chExt cx="318025" cy="317450"/>
          </a:xfrm>
        </p:grpSpPr>
        <p:sp>
          <p:nvSpPr>
            <p:cNvPr id="12016" name="Google Shape;12016;p94"/>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4"/>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94"/>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94"/>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94"/>
          <p:cNvGrpSpPr/>
          <p:nvPr/>
        </p:nvGrpSpPr>
        <p:grpSpPr>
          <a:xfrm>
            <a:off x="7067397" y="1532274"/>
            <a:ext cx="363785" cy="361090"/>
            <a:chOff x="-56012425" y="1903275"/>
            <a:chExt cx="320600" cy="318225"/>
          </a:xfrm>
        </p:grpSpPr>
        <p:sp>
          <p:nvSpPr>
            <p:cNvPr id="12021" name="Google Shape;12021;p94"/>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94"/>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94"/>
          <p:cNvGrpSpPr/>
          <p:nvPr/>
        </p:nvGrpSpPr>
        <p:grpSpPr>
          <a:xfrm>
            <a:off x="7068290" y="2006443"/>
            <a:ext cx="361998" cy="361998"/>
            <a:chOff x="-56010850" y="2294725"/>
            <a:chExt cx="319025" cy="319025"/>
          </a:xfrm>
        </p:grpSpPr>
        <p:sp>
          <p:nvSpPr>
            <p:cNvPr id="12024" name="Google Shape;12024;p94"/>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94"/>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94"/>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4"/>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94"/>
          <p:cNvGrpSpPr/>
          <p:nvPr/>
        </p:nvGrpSpPr>
        <p:grpSpPr>
          <a:xfrm>
            <a:off x="7068305" y="2459027"/>
            <a:ext cx="361969" cy="361090"/>
            <a:chOff x="-56010050" y="2686975"/>
            <a:chExt cx="319000" cy="318225"/>
          </a:xfrm>
        </p:grpSpPr>
        <p:sp>
          <p:nvSpPr>
            <p:cNvPr id="12029" name="Google Shape;12029;p94"/>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94"/>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94"/>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4"/>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94"/>
          <p:cNvGrpSpPr/>
          <p:nvPr/>
        </p:nvGrpSpPr>
        <p:grpSpPr>
          <a:xfrm>
            <a:off x="5753801" y="2911936"/>
            <a:ext cx="361998" cy="361090"/>
            <a:chOff x="-54081175" y="1903275"/>
            <a:chExt cx="319025" cy="318225"/>
          </a:xfrm>
        </p:grpSpPr>
        <p:sp>
          <p:nvSpPr>
            <p:cNvPr id="12034" name="Google Shape;12034;p94"/>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4"/>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94"/>
          <p:cNvGrpSpPr/>
          <p:nvPr/>
        </p:nvGrpSpPr>
        <p:grpSpPr>
          <a:xfrm>
            <a:off x="5776154" y="3365399"/>
            <a:ext cx="317290" cy="360211"/>
            <a:chOff x="-54063050" y="2296300"/>
            <a:chExt cx="279625" cy="317450"/>
          </a:xfrm>
        </p:grpSpPr>
        <p:sp>
          <p:nvSpPr>
            <p:cNvPr id="12037" name="Google Shape;12037;p94"/>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94"/>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94"/>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94"/>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94"/>
          <p:cNvGrpSpPr/>
          <p:nvPr/>
        </p:nvGrpSpPr>
        <p:grpSpPr>
          <a:xfrm>
            <a:off x="5776154" y="3829461"/>
            <a:ext cx="317290" cy="361033"/>
            <a:chOff x="-54061475" y="2685450"/>
            <a:chExt cx="279625" cy="318175"/>
          </a:xfrm>
        </p:grpSpPr>
        <p:sp>
          <p:nvSpPr>
            <p:cNvPr id="12042" name="Google Shape;12042;p94"/>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94"/>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94"/>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94"/>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94"/>
          <p:cNvGrpSpPr/>
          <p:nvPr/>
        </p:nvGrpSpPr>
        <p:grpSpPr>
          <a:xfrm>
            <a:off x="8029690" y="2921780"/>
            <a:ext cx="275278" cy="361969"/>
            <a:chOff x="-52074300" y="1911950"/>
            <a:chExt cx="242600" cy="319000"/>
          </a:xfrm>
        </p:grpSpPr>
        <p:sp>
          <p:nvSpPr>
            <p:cNvPr id="12047" name="Google Shape;12047;p94"/>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4"/>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4"/>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4"/>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94"/>
          <p:cNvGrpSpPr/>
          <p:nvPr/>
        </p:nvGrpSpPr>
        <p:grpSpPr>
          <a:xfrm>
            <a:off x="5287689" y="1533182"/>
            <a:ext cx="361998" cy="361090"/>
            <a:chOff x="-57578225" y="1904075"/>
            <a:chExt cx="319025" cy="318225"/>
          </a:xfrm>
        </p:grpSpPr>
        <p:sp>
          <p:nvSpPr>
            <p:cNvPr id="12052" name="Google Shape;12052;p94"/>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4"/>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4"/>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94"/>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94"/>
          <p:cNvGrpSpPr/>
          <p:nvPr/>
        </p:nvGrpSpPr>
        <p:grpSpPr>
          <a:xfrm>
            <a:off x="5310042" y="2006443"/>
            <a:ext cx="317290" cy="361090"/>
            <a:chOff x="-57558525" y="2294725"/>
            <a:chExt cx="279625" cy="318225"/>
          </a:xfrm>
        </p:grpSpPr>
        <p:sp>
          <p:nvSpPr>
            <p:cNvPr id="12057" name="Google Shape;12057;p94"/>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94"/>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4"/>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4"/>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4"/>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94"/>
          <p:cNvGrpSpPr/>
          <p:nvPr/>
        </p:nvGrpSpPr>
        <p:grpSpPr>
          <a:xfrm>
            <a:off x="5285901" y="2459027"/>
            <a:ext cx="365572" cy="361969"/>
            <a:chOff x="-57579800" y="2686975"/>
            <a:chExt cx="322175" cy="319000"/>
          </a:xfrm>
        </p:grpSpPr>
        <p:sp>
          <p:nvSpPr>
            <p:cNvPr id="12063" name="Google Shape;12063;p94"/>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4"/>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94"/>
          <p:cNvGrpSpPr/>
          <p:nvPr/>
        </p:nvGrpSpPr>
        <p:grpSpPr>
          <a:xfrm>
            <a:off x="7510682" y="2006443"/>
            <a:ext cx="367359" cy="361090"/>
            <a:chOff x="-55620975" y="2294725"/>
            <a:chExt cx="323750" cy="318225"/>
          </a:xfrm>
        </p:grpSpPr>
        <p:sp>
          <p:nvSpPr>
            <p:cNvPr id="12066" name="Google Shape;12066;p94"/>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94"/>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94"/>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94"/>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94"/>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4"/>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94"/>
          <p:cNvGrpSpPr/>
          <p:nvPr/>
        </p:nvGrpSpPr>
        <p:grpSpPr>
          <a:xfrm>
            <a:off x="7512923" y="2458942"/>
            <a:ext cx="362877" cy="361175"/>
            <a:chOff x="-55620175" y="2686900"/>
            <a:chExt cx="319800" cy="318300"/>
          </a:xfrm>
        </p:grpSpPr>
        <p:sp>
          <p:nvSpPr>
            <p:cNvPr id="12073" name="Google Shape;12073;p94"/>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4"/>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94"/>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94"/>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94"/>
          <p:cNvGrpSpPr/>
          <p:nvPr/>
        </p:nvGrpSpPr>
        <p:grpSpPr>
          <a:xfrm>
            <a:off x="6198887" y="2911936"/>
            <a:ext cx="361969" cy="361090"/>
            <a:chOff x="-53690500" y="1903275"/>
            <a:chExt cx="319000" cy="318225"/>
          </a:xfrm>
        </p:grpSpPr>
        <p:sp>
          <p:nvSpPr>
            <p:cNvPr id="12078" name="Google Shape;12078;p94"/>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4"/>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4"/>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4"/>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94"/>
          <p:cNvGrpSpPr/>
          <p:nvPr/>
        </p:nvGrpSpPr>
        <p:grpSpPr>
          <a:xfrm>
            <a:off x="6221226" y="3365399"/>
            <a:ext cx="317290" cy="359303"/>
            <a:chOff x="-53670800" y="2296300"/>
            <a:chExt cx="279625" cy="316650"/>
          </a:xfrm>
        </p:grpSpPr>
        <p:sp>
          <p:nvSpPr>
            <p:cNvPr id="12083" name="Google Shape;12083;p94"/>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4"/>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4"/>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4"/>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94"/>
          <p:cNvGrpSpPr/>
          <p:nvPr/>
        </p:nvGrpSpPr>
        <p:grpSpPr>
          <a:xfrm>
            <a:off x="6198887" y="3830738"/>
            <a:ext cx="361969" cy="361544"/>
            <a:chOff x="-53690500" y="2686575"/>
            <a:chExt cx="319000" cy="318625"/>
          </a:xfrm>
        </p:grpSpPr>
        <p:sp>
          <p:nvSpPr>
            <p:cNvPr id="12088" name="Google Shape;12088;p94"/>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94"/>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94"/>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94"/>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94"/>
          <p:cNvGrpSpPr/>
          <p:nvPr/>
        </p:nvGrpSpPr>
        <p:grpSpPr>
          <a:xfrm>
            <a:off x="8008669" y="3373598"/>
            <a:ext cx="317319" cy="360948"/>
            <a:chOff x="-52092425" y="2303525"/>
            <a:chExt cx="279650" cy="318100"/>
          </a:xfrm>
        </p:grpSpPr>
        <p:sp>
          <p:nvSpPr>
            <p:cNvPr id="12093" name="Google Shape;12093;p94"/>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4"/>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94"/>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4"/>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4"/>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8" name="Google Shape;12098;p94"/>
          <p:cNvGrpSpPr/>
          <p:nvPr/>
        </p:nvGrpSpPr>
        <p:grpSpPr>
          <a:xfrm>
            <a:off x="5727728" y="1534061"/>
            <a:ext cx="363756" cy="361090"/>
            <a:chOff x="-57189125" y="1904850"/>
            <a:chExt cx="320575" cy="318225"/>
          </a:xfrm>
        </p:grpSpPr>
        <p:sp>
          <p:nvSpPr>
            <p:cNvPr id="12099" name="Google Shape;12099;p94"/>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4"/>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94"/>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4"/>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4"/>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94"/>
          <p:cNvGrpSpPr/>
          <p:nvPr/>
        </p:nvGrpSpPr>
        <p:grpSpPr>
          <a:xfrm>
            <a:off x="5728621" y="2028797"/>
            <a:ext cx="361969" cy="316411"/>
            <a:chOff x="-57187550" y="2314425"/>
            <a:chExt cx="319000" cy="278850"/>
          </a:xfrm>
        </p:grpSpPr>
        <p:sp>
          <p:nvSpPr>
            <p:cNvPr id="12105" name="Google Shape;12105;p94"/>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94"/>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94"/>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94"/>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94"/>
          <p:cNvGrpSpPr/>
          <p:nvPr/>
        </p:nvGrpSpPr>
        <p:grpSpPr>
          <a:xfrm>
            <a:off x="5745585" y="2458346"/>
            <a:ext cx="328042" cy="361771"/>
            <a:chOff x="-57172600" y="2686375"/>
            <a:chExt cx="289100" cy="318825"/>
          </a:xfrm>
        </p:grpSpPr>
        <p:sp>
          <p:nvSpPr>
            <p:cNvPr id="12110" name="Google Shape;12110;p94"/>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4"/>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94"/>
          <p:cNvGrpSpPr/>
          <p:nvPr/>
        </p:nvGrpSpPr>
        <p:grpSpPr>
          <a:xfrm>
            <a:off x="7958434" y="1532274"/>
            <a:ext cx="361090" cy="359303"/>
            <a:chOff x="-55225575" y="1903275"/>
            <a:chExt cx="318225" cy="316650"/>
          </a:xfrm>
        </p:grpSpPr>
        <p:sp>
          <p:nvSpPr>
            <p:cNvPr id="12113" name="Google Shape;12113;p94"/>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94"/>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4"/>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94"/>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94"/>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94"/>
          <p:cNvGrpSpPr/>
          <p:nvPr/>
        </p:nvGrpSpPr>
        <p:grpSpPr>
          <a:xfrm>
            <a:off x="7969611" y="2008231"/>
            <a:ext cx="338736" cy="359303"/>
            <a:chOff x="-55217700" y="2296300"/>
            <a:chExt cx="298525" cy="316650"/>
          </a:xfrm>
        </p:grpSpPr>
        <p:sp>
          <p:nvSpPr>
            <p:cNvPr id="12119" name="Google Shape;12119;p94"/>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4"/>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4"/>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94"/>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3" name="Google Shape;12123;p94"/>
          <p:cNvGrpSpPr/>
          <p:nvPr/>
        </p:nvGrpSpPr>
        <p:grpSpPr>
          <a:xfrm>
            <a:off x="7957541" y="2460814"/>
            <a:ext cx="362877" cy="359303"/>
            <a:chOff x="-55229525" y="2688550"/>
            <a:chExt cx="319800" cy="316650"/>
          </a:xfrm>
        </p:grpSpPr>
        <p:sp>
          <p:nvSpPr>
            <p:cNvPr id="12124" name="Google Shape;12124;p94"/>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4"/>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94"/>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94"/>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94"/>
          <p:cNvGrpSpPr/>
          <p:nvPr/>
        </p:nvGrpSpPr>
        <p:grpSpPr>
          <a:xfrm>
            <a:off x="6653760" y="2911936"/>
            <a:ext cx="338765" cy="361090"/>
            <a:chOff x="-53288825" y="1903275"/>
            <a:chExt cx="298550" cy="318225"/>
          </a:xfrm>
        </p:grpSpPr>
        <p:sp>
          <p:nvSpPr>
            <p:cNvPr id="12129" name="Google Shape;12129;p94"/>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4"/>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4"/>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2" name="Google Shape;12132;p94"/>
          <p:cNvGrpSpPr/>
          <p:nvPr/>
        </p:nvGrpSpPr>
        <p:grpSpPr>
          <a:xfrm>
            <a:off x="6642143" y="3363612"/>
            <a:ext cx="361998" cy="361090"/>
            <a:chOff x="-53299850" y="2294725"/>
            <a:chExt cx="319025" cy="318225"/>
          </a:xfrm>
        </p:grpSpPr>
        <p:sp>
          <p:nvSpPr>
            <p:cNvPr id="12133" name="Google Shape;12133;p94"/>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4"/>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94"/>
          <p:cNvGrpSpPr/>
          <p:nvPr/>
        </p:nvGrpSpPr>
        <p:grpSpPr>
          <a:xfrm>
            <a:off x="6664936" y="3832071"/>
            <a:ext cx="316411" cy="360211"/>
            <a:chOff x="-53278575" y="2687750"/>
            <a:chExt cx="278850" cy="317450"/>
          </a:xfrm>
        </p:grpSpPr>
        <p:sp>
          <p:nvSpPr>
            <p:cNvPr id="12136" name="Google Shape;12136;p94"/>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4"/>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4"/>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94"/>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94"/>
          <p:cNvGrpSpPr/>
          <p:nvPr/>
        </p:nvGrpSpPr>
        <p:grpSpPr>
          <a:xfrm>
            <a:off x="7986330" y="3831759"/>
            <a:ext cx="361998" cy="362310"/>
            <a:chOff x="-52101875" y="2687475"/>
            <a:chExt cx="319025" cy="319300"/>
          </a:xfrm>
        </p:grpSpPr>
        <p:sp>
          <p:nvSpPr>
            <p:cNvPr id="12141" name="Google Shape;12141;p94"/>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4"/>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4"/>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94"/>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94"/>
          <p:cNvGrpSpPr/>
          <p:nvPr/>
        </p:nvGrpSpPr>
        <p:grpSpPr>
          <a:xfrm>
            <a:off x="6201079" y="1533182"/>
            <a:ext cx="317290" cy="361090"/>
            <a:chOff x="-56774050" y="1904075"/>
            <a:chExt cx="279625" cy="318225"/>
          </a:xfrm>
        </p:grpSpPr>
        <p:sp>
          <p:nvSpPr>
            <p:cNvPr id="12146" name="Google Shape;12146;p94"/>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94"/>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94"/>
          <p:cNvGrpSpPr/>
          <p:nvPr/>
        </p:nvGrpSpPr>
        <p:grpSpPr>
          <a:xfrm>
            <a:off x="6201079" y="2006443"/>
            <a:ext cx="317290" cy="361090"/>
            <a:chOff x="-56774850" y="2294725"/>
            <a:chExt cx="279625" cy="318225"/>
          </a:xfrm>
        </p:grpSpPr>
        <p:sp>
          <p:nvSpPr>
            <p:cNvPr id="12149" name="Google Shape;12149;p94"/>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4"/>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4"/>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94"/>
          <p:cNvGrpSpPr/>
          <p:nvPr/>
        </p:nvGrpSpPr>
        <p:grpSpPr>
          <a:xfrm>
            <a:off x="6222086" y="2459027"/>
            <a:ext cx="275278" cy="360182"/>
            <a:chOff x="-56756725" y="2686975"/>
            <a:chExt cx="242600" cy="317425"/>
          </a:xfrm>
        </p:grpSpPr>
        <p:sp>
          <p:nvSpPr>
            <p:cNvPr id="12153" name="Google Shape;12153;p94"/>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94"/>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4"/>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94"/>
          <p:cNvGrpSpPr/>
          <p:nvPr/>
        </p:nvGrpSpPr>
        <p:grpSpPr>
          <a:xfrm>
            <a:off x="4870518" y="2911936"/>
            <a:ext cx="337346" cy="361998"/>
            <a:chOff x="-54826975" y="1903275"/>
            <a:chExt cx="297300" cy="319025"/>
          </a:xfrm>
        </p:grpSpPr>
        <p:sp>
          <p:nvSpPr>
            <p:cNvPr id="12157" name="Google Shape;12157;p94"/>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94"/>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94"/>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94"/>
          <p:cNvGrpSpPr/>
          <p:nvPr/>
        </p:nvGrpSpPr>
        <p:grpSpPr>
          <a:xfrm>
            <a:off x="4858206" y="3365399"/>
            <a:ext cx="361969" cy="359274"/>
            <a:chOff x="-54836500" y="2296300"/>
            <a:chExt cx="319000" cy="316625"/>
          </a:xfrm>
        </p:grpSpPr>
        <p:sp>
          <p:nvSpPr>
            <p:cNvPr id="12161" name="Google Shape;12161;p94"/>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94"/>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4"/>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4"/>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94"/>
          <p:cNvGrpSpPr/>
          <p:nvPr/>
        </p:nvGrpSpPr>
        <p:grpSpPr>
          <a:xfrm>
            <a:off x="4879652" y="3832071"/>
            <a:ext cx="319078" cy="361090"/>
            <a:chOff x="-54817600" y="2687750"/>
            <a:chExt cx="281200" cy="318225"/>
          </a:xfrm>
        </p:grpSpPr>
        <p:sp>
          <p:nvSpPr>
            <p:cNvPr id="12166" name="Google Shape;12166;p94"/>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4"/>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4"/>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4"/>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94"/>
          <p:cNvGrpSpPr/>
          <p:nvPr/>
        </p:nvGrpSpPr>
        <p:grpSpPr>
          <a:xfrm>
            <a:off x="7110476" y="2911936"/>
            <a:ext cx="317290" cy="359303"/>
            <a:chOff x="-52887125" y="1903275"/>
            <a:chExt cx="279625" cy="316650"/>
          </a:xfrm>
        </p:grpSpPr>
        <p:sp>
          <p:nvSpPr>
            <p:cNvPr id="12171" name="Google Shape;12171;p94"/>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4"/>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94"/>
          <p:cNvGrpSpPr/>
          <p:nvPr/>
        </p:nvGrpSpPr>
        <p:grpSpPr>
          <a:xfrm>
            <a:off x="7089030" y="3362733"/>
            <a:ext cx="360182" cy="361969"/>
            <a:chOff x="-52906025" y="2293950"/>
            <a:chExt cx="317425" cy="319000"/>
          </a:xfrm>
        </p:grpSpPr>
        <p:sp>
          <p:nvSpPr>
            <p:cNvPr id="12174" name="Google Shape;12174;p94"/>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4"/>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4"/>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94"/>
          <p:cNvGrpSpPr/>
          <p:nvPr/>
        </p:nvGrpSpPr>
        <p:grpSpPr>
          <a:xfrm>
            <a:off x="7110476" y="3831192"/>
            <a:ext cx="317290" cy="361090"/>
            <a:chOff x="-52887125" y="2686975"/>
            <a:chExt cx="279625" cy="318225"/>
          </a:xfrm>
        </p:grpSpPr>
        <p:sp>
          <p:nvSpPr>
            <p:cNvPr id="12178" name="Google Shape;12178;p94"/>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4"/>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4"/>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94"/>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94"/>
          <p:cNvGrpSpPr/>
          <p:nvPr/>
        </p:nvGrpSpPr>
        <p:grpSpPr>
          <a:xfrm>
            <a:off x="6220848" y="4290810"/>
            <a:ext cx="318170" cy="359303"/>
            <a:chOff x="-51722225" y="1915100"/>
            <a:chExt cx="280400" cy="316650"/>
          </a:xfrm>
        </p:grpSpPr>
        <p:sp>
          <p:nvSpPr>
            <p:cNvPr id="12183" name="Google Shape;12183;p94"/>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4"/>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4"/>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4"/>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94"/>
          <p:cNvGrpSpPr/>
          <p:nvPr/>
        </p:nvGrpSpPr>
        <p:grpSpPr>
          <a:xfrm>
            <a:off x="6616678" y="1531508"/>
            <a:ext cx="370905" cy="360976"/>
            <a:chOff x="-56407800" y="1902600"/>
            <a:chExt cx="326875" cy="318125"/>
          </a:xfrm>
        </p:grpSpPr>
        <p:sp>
          <p:nvSpPr>
            <p:cNvPr id="12188" name="Google Shape;12188;p94"/>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4"/>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4"/>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94"/>
          <p:cNvGrpSpPr/>
          <p:nvPr/>
        </p:nvGrpSpPr>
        <p:grpSpPr>
          <a:xfrm>
            <a:off x="6622479" y="2018074"/>
            <a:ext cx="359303" cy="338736"/>
            <a:chOff x="-56401500" y="2304975"/>
            <a:chExt cx="316650" cy="298525"/>
          </a:xfrm>
        </p:grpSpPr>
        <p:sp>
          <p:nvSpPr>
            <p:cNvPr id="12192" name="Google Shape;12192;p94"/>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4"/>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4"/>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4"/>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6" name="Google Shape;12196;p94"/>
          <p:cNvGrpSpPr/>
          <p:nvPr/>
        </p:nvGrpSpPr>
        <p:grpSpPr>
          <a:xfrm>
            <a:off x="5328863" y="2910149"/>
            <a:ext cx="319985" cy="361090"/>
            <a:chOff x="-54426150" y="1901700"/>
            <a:chExt cx="282000" cy="318225"/>
          </a:xfrm>
        </p:grpSpPr>
        <p:sp>
          <p:nvSpPr>
            <p:cNvPr id="12197" name="Google Shape;12197;p94"/>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4"/>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94"/>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4"/>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94"/>
          <p:cNvGrpSpPr/>
          <p:nvPr/>
        </p:nvGrpSpPr>
        <p:grpSpPr>
          <a:xfrm>
            <a:off x="5328863" y="3363612"/>
            <a:ext cx="319985" cy="361998"/>
            <a:chOff x="-54426150" y="2294725"/>
            <a:chExt cx="282000" cy="319025"/>
          </a:xfrm>
        </p:grpSpPr>
        <p:sp>
          <p:nvSpPr>
            <p:cNvPr id="12202" name="Google Shape;12202;p94"/>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4"/>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94"/>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94"/>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4"/>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94"/>
          <p:cNvGrpSpPr/>
          <p:nvPr/>
        </p:nvGrpSpPr>
        <p:grpSpPr>
          <a:xfrm>
            <a:off x="5327076" y="3831192"/>
            <a:ext cx="323560" cy="361969"/>
            <a:chOff x="-54427725" y="2686975"/>
            <a:chExt cx="285150" cy="319000"/>
          </a:xfrm>
        </p:grpSpPr>
        <p:sp>
          <p:nvSpPr>
            <p:cNvPr id="12208" name="Google Shape;12208;p94"/>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4"/>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94"/>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94"/>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4"/>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3" name="Google Shape;12213;p94"/>
          <p:cNvGrpSpPr/>
          <p:nvPr/>
        </p:nvGrpSpPr>
        <p:grpSpPr>
          <a:xfrm>
            <a:off x="7533634" y="2912163"/>
            <a:ext cx="359303" cy="359984"/>
            <a:chOff x="-52513800" y="1903475"/>
            <a:chExt cx="316650" cy="317250"/>
          </a:xfrm>
        </p:grpSpPr>
        <p:sp>
          <p:nvSpPr>
            <p:cNvPr id="12214" name="Google Shape;12214;p94"/>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4"/>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94"/>
          <p:cNvGrpSpPr/>
          <p:nvPr/>
        </p:nvGrpSpPr>
        <p:grpSpPr>
          <a:xfrm>
            <a:off x="7543464" y="3364520"/>
            <a:ext cx="339644" cy="360182"/>
            <a:chOff x="-52505925" y="2295525"/>
            <a:chExt cx="299325" cy="317425"/>
          </a:xfrm>
        </p:grpSpPr>
        <p:sp>
          <p:nvSpPr>
            <p:cNvPr id="12217" name="Google Shape;12217;p94"/>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94"/>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94"/>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4"/>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94"/>
          <p:cNvGrpSpPr/>
          <p:nvPr/>
        </p:nvGrpSpPr>
        <p:grpSpPr>
          <a:xfrm>
            <a:off x="7554641" y="3831192"/>
            <a:ext cx="317290" cy="361090"/>
            <a:chOff x="-52494100" y="2686975"/>
            <a:chExt cx="279625" cy="318225"/>
          </a:xfrm>
        </p:grpSpPr>
        <p:sp>
          <p:nvSpPr>
            <p:cNvPr id="12222" name="Google Shape;12222;p94"/>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4"/>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94"/>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94"/>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94"/>
          <p:cNvGrpSpPr/>
          <p:nvPr/>
        </p:nvGrpSpPr>
        <p:grpSpPr>
          <a:xfrm>
            <a:off x="6665412" y="4292135"/>
            <a:ext cx="315503" cy="361090"/>
            <a:chOff x="-51708850" y="2305750"/>
            <a:chExt cx="278050" cy="318225"/>
          </a:xfrm>
        </p:grpSpPr>
        <p:sp>
          <p:nvSpPr>
            <p:cNvPr id="12227" name="Google Shape;12227;p94"/>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4"/>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94"/>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94"/>
          <p:cNvGrpSpPr/>
          <p:nvPr/>
        </p:nvGrpSpPr>
        <p:grpSpPr>
          <a:xfrm>
            <a:off x="7536807" y="1533922"/>
            <a:ext cx="319089" cy="362073"/>
            <a:chOff x="1044400" y="2917425"/>
            <a:chExt cx="248125" cy="281550"/>
          </a:xfrm>
        </p:grpSpPr>
        <p:sp>
          <p:nvSpPr>
            <p:cNvPr id="12231" name="Google Shape;12231;p94"/>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4"/>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4"/>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94"/>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94"/>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2236" name="Google Shape;12236;p94"/>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2237" name="Google Shape;12237;p94"/>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2238" name="Google Shape;12238;p94"/>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4"/>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0" name="Google Shape;12240;p94"/>
          <p:cNvSpPr/>
          <p:nvPr/>
        </p:nvSpPr>
        <p:spPr>
          <a:xfrm>
            <a:off x="6633660" y="2459865"/>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44" name="Shape 12244"/>
        <p:cNvGrpSpPr/>
        <p:nvPr/>
      </p:nvGrpSpPr>
      <p:grpSpPr>
        <a:xfrm>
          <a:off x="0" y="0"/>
          <a:ext cx="0" cy="0"/>
          <a:chOff x="0" y="0"/>
          <a:chExt cx="0" cy="0"/>
        </a:xfrm>
      </p:grpSpPr>
      <p:sp>
        <p:nvSpPr>
          <p:cNvPr id="12245" name="Google Shape;12245;p9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246" name="Google Shape;12246;p9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247" name="Google Shape;12247;p95"/>
          <p:cNvGrpSpPr/>
          <p:nvPr/>
        </p:nvGrpSpPr>
        <p:grpSpPr>
          <a:xfrm>
            <a:off x="889109" y="1531603"/>
            <a:ext cx="278288" cy="357036"/>
            <a:chOff x="-50489600" y="1947400"/>
            <a:chExt cx="233150" cy="299125"/>
          </a:xfrm>
        </p:grpSpPr>
        <p:sp>
          <p:nvSpPr>
            <p:cNvPr id="12248" name="Google Shape;12248;p95"/>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5"/>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95"/>
          <p:cNvGrpSpPr/>
          <p:nvPr/>
        </p:nvGrpSpPr>
        <p:grpSpPr>
          <a:xfrm>
            <a:off x="849616" y="1986560"/>
            <a:ext cx="357274" cy="358199"/>
            <a:chOff x="-50523475" y="2316000"/>
            <a:chExt cx="299325" cy="300100"/>
          </a:xfrm>
        </p:grpSpPr>
        <p:sp>
          <p:nvSpPr>
            <p:cNvPr id="12251" name="Google Shape;12251;p95"/>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5"/>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95"/>
          <p:cNvGrpSpPr/>
          <p:nvPr/>
        </p:nvGrpSpPr>
        <p:grpSpPr>
          <a:xfrm>
            <a:off x="848213" y="2435869"/>
            <a:ext cx="360079" cy="357304"/>
            <a:chOff x="-50524250" y="2686150"/>
            <a:chExt cx="301675" cy="299350"/>
          </a:xfrm>
        </p:grpSpPr>
        <p:sp>
          <p:nvSpPr>
            <p:cNvPr id="12254" name="Google Shape;12254;p95"/>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95"/>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95"/>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95"/>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95"/>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95"/>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95"/>
          <p:cNvGrpSpPr/>
          <p:nvPr/>
        </p:nvGrpSpPr>
        <p:grpSpPr>
          <a:xfrm>
            <a:off x="3070976" y="1561682"/>
            <a:ext cx="358199" cy="359154"/>
            <a:chOff x="-48633950" y="1972600"/>
            <a:chExt cx="300100" cy="300900"/>
          </a:xfrm>
        </p:grpSpPr>
        <p:sp>
          <p:nvSpPr>
            <p:cNvPr id="12261" name="Google Shape;12261;p95"/>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5"/>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95"/>
          <p:cNvGrpSpPr/>
          <p:nvPr/>
        </p:nvGrpSpPr>
        <p:grpSpPr>
          <a:xfrm>
            <a:off x="3070499" y="2017593"/>
            <a:ext cx="359154" cy="361004"/>
            <a:chOff x="-48634750" y="2342000"/>
            <a:chExt cx="300900" cy="302450"/>
          </a:xfrm>
        </p:grpSpPr>
        <p:sp>
          <p:nvSpPr>
            <p:cNvPr id="12264" name="Google Shape;12264;p95"/>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5"/>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95"/>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5"/>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5"/>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5"/>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5"/>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5"/>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95"/>
          <p:cNvGrpSpPr/>
          <p:nvPr/>
        </p:nvGrpSpPr>
        <p:grpSpPr>
          <a:xfrm>
            <a:off x="3071439" y="2465977"/>
            <a:ext cx="357274" cy="357274"/>
            <a:chOff x="-48633175" y="2711375"/>
            <a:chExt cx="299325" cy="299325"/>
          </a:xfrm>
        </p:grpSpPr>
        <p:sp>
          <p:nvSpPr>
            <p:cNvPr id="12273" name="Google Shape;12273;p95"/>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95"/>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5" name="Google Shape;12275;p95"/>
          <p:cNvGrpSpPr/>
          <p:nvPr/>
        </p:nvGrpSpPr>
        <p:grpSpPr>
          <a:xfrm>
            <a:off x="1757928" y="2917929"/>
            <a:ext cx="314006" cy="358229"/>
            <a:chOff x="-46753100" y="1965500"/>
            <a:chExt cx="263075" cy="300125"/>
          </a:xfrm>
        </p:grpSpPr>
        <p:sp>
          <p:nvSpPr>
            <p:cNvPr id="12276" name="Google Shape;12276;p95"/>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95"/>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95"/>
          <p:cNvGrpSpPr/>
          <p:nvPr/>
        </p:nvGrpSpPr>
        <p:grpSpPr>
          <a:xfrm>
            <a:off x="1735354" y="3385142"/>
            <a:ext cx="359154" cy="315916"/>
            <a:chOff x="-46772025" y="2350650"/>
            <a:chExt cx="300900" cy="264675"/>
          </a:xfrm>
        </p:grpSpPr>
        <p:sp>
          <p:nvSpPr>
            <p:cNvPr id="12279" name="Google Shape;12279;p95"/>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5"/>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95"/>
          <p:cNvGrpSpPr/>
          <p:nvPr/>
        </p:nvGrpSpPr>
        <p:grpSpPr>
          <a:xfrm>
            <a:off x="1735354" y="3819420"/>
            <a:ext cx="359154" cy="359154"/>
            <a:chOff x="-46772025" y="2701925"/>
            <a:chExt cx="300900" cy="300900"/>
          </a:xfrm>
        </p:grpSpPr>
        <p:sp>
          <p:nvSpPr>
            <p:cNvPr id="12282" name="Google Shape;12282;p95"/>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5"/>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4" name="Google Shape;12284;p95"/>
          <p:cNvSpPr/>
          <p:nvPr/>
        </p:nvSpPr>
        <p:spPr>
          <a:xfrm>
            <a:off x="3964861" y="29601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5" name="Google Shape;12285;p95"/>
          <p:cNvGrpSpPr/>
          <p:nvPr/>
        </p:nvGrpSpPr>
        <p:grpSpPr>
          <a:xfrm>
            <a:off x="1293035" y="1532528"/>
            <a:ext cx="358199" cy="359154"/>
            <a:chOff x="-50154075" y="1948175"/>
            <a:chExt cx="300100" cy="300900"/>
          </a:xfrm>
        </p:grpSpPr>
        <p:sp>
          <p:nvSpPr>
            <p:cNvPr id="12286" name="Google Shape;12286;p95"/>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95"/>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95"/>
          <p:cNvGrpSpPr/>
          <p:nvPr/>
        </p:nvGrpSpPr>
        <p:grpSpPr>
          <a:xfrm>
            <a:off x="1293035" y="1987485"/>
            <a:ext cx="358199" cy="358229"/>
            <a:chOff x="-50154850" y="2316775"/>
            <a:chExt cx="300100" cy="300125"/>
          </a:xfrm>
        </p:grpSpPr>
        <p:sp>
          <p:nvSpPr>
            <p:cNvPr id="12289" name="Google Shape;12289;p95"/>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5"/>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95"/>
          <p:cNvGrpSpPr/>
          <p:nvPr/>
        </p:nvGrpSpPr>
        <p:grpSpPr>
          <a:xfrm>
            <a:off x="1288813" y="2434496"/>
            <a:ext cx="366644" cy="356558"/>
            <a:chOff x="-50158000" y="2685000"/>
            <a:chExt cx="307175" cy="298725"/>
          </a:xfrm>
        </p:grpSpPr>
        <p:sp>
          <p:nvSpPr>
            <p:cNvPr id="12292" name="Google Shape;12292;p95"/>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5"/>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95"/>
          <p:cNvGrpSpPr/>
          <p:nvPr/>
        </p:nvGrpSpPr>
        <p:grpSpPr>
          <a:xfrm>
            <a:off x="3521599" y="1562607"/>
            <a:ext cx="361004" cy="358229"/>
            <a:chOff x="-48266125" y="1973375"/>
            <a:chExt cx="302450" cy="300125"/>
          </a:xfrm>
        </p:grpSpPr>
        <p:sp>
          <p:nvSpPr>
            <p:cNvPr id="12295" name="Google Shape;12295;p95"/>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5"/>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95"/>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5"/>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5"/>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5"/>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95"/>
          <p:cNvGrpSpPr/>
          <p:nvPr/>
        </p:nvGrpSpPr>
        <p:grpSpPr>
          <a:xfrm>
            <a:off x="3548844" y="2018369"/>
            <a:ext cx="306516" cy="358349"/>
            <a:chOff x="-48237000" y="2342650"/>
            <a:chExt cx="256800" cy="300225"/>
          </a:xfrm>
        </p:grpSpPr>
        <p:sp>
          <p:nvSpPr>
            <p:cNvPr id="12302" name="Google Shape;12302;p95"/>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95"/>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5"/>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5" name="Google Shape;12305;p95"/>
          <p:cNvGrpSpPr/>
          <p:nvPr/>
        </p:nvGrpSpPr>
        <p:grpSpPr>
          <a:xfrm>
            <a:off x="2180338" y="2918646"/>
            <a:ext cx="361034" cy="355633"/>
            <a:chOff x="-46404975" y="1966100"/>
            <a:chExt cx="302475" cy="297950"/>
          </a:xfrm>
        </p:grpSpPr>
        <p:sp>
          <p:nvSpPr>
            <p:cNvPr id="12306" name="Google Shape;12306;p95"/>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5"/>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5"/>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5"/>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95"/>
          <p:cNvGrpSpPr/>
          <p:nvPr/>
        </p:nvGrpSpPr>
        <p:grpSpPr>
          <a:xfrm>
            <a:off x="2181740" y="3364463"/>
            <a:ext cx="358229" cy="358199"/>
            <a:chOff x="-46401050" y="2333325"/>
            <a:chExt cx="300125" cy="300100"/>
          </a:xfrm>
        </p:grpSpPr>
        <p:sp>
          <p:nvSpPr>
            <p:cNvPr id="12311" name="Google Shape;12311;p95"/>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95"/>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5"/>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5"/>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5" name="Google Shape;12315;p95"/>
          <p:cNvSpPr/>
          <p:nvPr/>
        </p:nvSpPr>
        <p:spPr>
          <a:xfrm>
            <a:off x="2183438" y="38201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6" name="Google Shape;12316;p95"/>
          <p:cNvGrpSpPr/>
          <p:nvPr/>
        </p:nvGrpSpPr>
        <p:grpSpPr>
          <a:xfrm>
            <a:off x="3961830" y="3374818"/>
            <a:ext cx="359154" cy="359124"/>
            <a:chOff x="-44914800" y="2342000"/>
            <a:chExt cx="300900" cy="300875"/>
          </a:xfrm>
        </p:grpSpPr>
        <p:sp>
          <p:nvSpPr>
            <p:cNvPr id="12317" name="Google Shape;12317;p95"/>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5"/>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95"/>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0" name="Google Shape;12320;p95"/>
          <p:cNvSpPr/>
          <p:nvPr/>
        </p:nvSpPr>
        <p:spPr>
          <a:xfrm>
            <a:off x="1739586" y="15317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1" name="Google Shape;12321;p95"/>
          <p:cNvGrpSpPr/>
          <p:nvPr/>
        </p:nvGrpSpPr>
        <p:grpSpPr>
          <a:xfrm>
            <a:off x="1735816" y="1987336"/>
            <a:ext cx="359154" cy="357424"/>
            <a:chOff x="-49786250" y="2316650"/>
            <a:chExt cx="300900" cy="299450"/>
          </a:xfrm>
        </p:grpSpPr>
        <p:sp>
          <p:nvSpPr>
            <p:cNvPr id="12322" name="Google Shape;12322;p95"/>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95"/>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5"/>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5"/>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95"/>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5"/>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5"/>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9" name="Google Shape;12329;p95"/>
          <p:cNvSpPr/>
          <p:nvPr/>
        </p:nvSpPr>
        <p:spPr>
          <a:xfrm>
            <a:off x="1731604" y="24338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95"/>
          <p:cNvSpPr/>
          <p:nvPr/>
        </p:nvSpPr>
        <p:spPr>
          <a:xfrm>
            <a:off x="3971472" y="15634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1" name="Google Shape;12331;p95"/>
          <p:cNvGrpSpPr/>
          <p:nvPr/>
        </p:nvGrpSpPr>
        <p:grpSpPr>
          <a:xfrm>
            <a:off x="4033144" y="2017593"/>
            <a:ext cx="230365" cy="359124"/>
            <a:chOff x="-47842400" y="2342000"/>
            <a:chExt cx="193000" cy="300875"/>
          </a:xfrm>
        </p:grpSpPr>
        <p:sp>
          <p:nvSpPr>
            <p:cNvPr id="12332" name="Google Shape;12332;p95"/>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95"/>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95"/>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95"/>
          <p:cNvGrpSpPr/>
          <p:nvPr/>
        </p:nvGrpSpPr>
        <p:grpSpPr>
          <a:xfrm>
            <a:off x="3969212" y="2465052"/>
            <a:ext cx="358229" cy="359154"/>
            <a:chOff x="-47896750" y="2710600"/>
            <a:chExt cx="300125" cy="300900"/>
          </a:xfrm>
        </p:grpSpPr>
        <p:sp>
          <p:nvSpPr>
            <p:cNvPr id="12336" name="Google Shape;12336;p95"/>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5"/>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95"/>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95"/>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95"/>
          <p:cNvGrpSpPr/>
          <p:nvPr/>
        </p:nvGrpSpPr>
        <p:grpSpPr>
          <a:xfrm>
            <a:off x="2624852" y="2938609"/>
            <a:ext cx="359154" cy="314991"/>
            <a:chOff x="-46033225" y="1982825"/>
            <a:chExt cx="300900" cy="263900"/>
          </a:xfrm>
        </p:grpSpPr>
        <p:sp>
          <p:nvSpPr>
            <p:cNvPr id="12341" name="Google Shape;12341;p95"/>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5"/>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5"/>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95"/>
          <p:cNvGrpSpPr/>
          <p:nvPr/>
        </p:nvGrpSpPr>
        <p:grpSpPr>
          <a:xfrm>
            <a:off x="2621569" y="3365866"/>
            <a:ext cx="365719" cy="326151"/>
            <a:chOff x="-46034000" y="2334500"/>
            <a:chExt cx="306400" cy="273250"/>
          </a:xfrm>
        </p:grpSpPr>
        <p:sp>
          <p:nvSpPr>
            <p:cNvPr id="12345" name="Google Shape;12345;p95"/>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95"/>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95"/>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95"/>
          <p:cNvGrpSpPr/>
          <p:nvPr/>
        </p:nvGrpSpPr>
        <p:grpSpPr>
          <a:xfrm>
            <a:off x="2667627" y="3820255"/>
            <a:ext cx="273603" cy="356439"/>
            <a:chOff x="-45998575" y="2702625"/>
            <a:chExt cx="229225" cy="298625"/>
          </a:xfrm>
        </p:grpSpPr>
        <p:sp>
          <p:nvSpPr>
            <p:cNvPr id="12349" name="Google Shape;12349;p95"/>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95"/>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5"/>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5"/>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5"/>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5"/>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5"/>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6" name="Google Shape;12356;p95"/>
          <p:cNvSpPr/>
          <p:nvPr/>
        </p:nvSpPr>
        <p:spPr>
          <a:xfrm>
            <a:off x="3986479" y="38413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95"/>
          <p:cNvSpPr/>
          <p:nvPr/>
        </p:nvSpPr>
        <p:spPr>
          <a:xfrm>
            <a:off x="2183447" y="15417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5"/>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95"/>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95"/>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1" name="Google Shape;12361;p95"/>
          <p:cNvGrpSpPr/>
          <p:nvPr/>
        </p:nvGrpSpPr>
        <p:grpSpPr>
          <a:xfrm>
            <a:off x="2203197" y="2434019"/>
            <a:ext cx="314961" cy="361034"/>
            <a:chOff x="-49398750" y="2684600"/>
            <a:chExt cx="263875" cy="302475"/>
          </a:xfrm>
        </p:grpSpPr>
        <p:sp>
          <p:nvSpPr>
            <p:cNvPr id="12362" name="Google Shape;12362;p95"/>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95"/>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95"/>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95"/>
          <p:cNvGrpSpPr/>
          <p:nvPr/>
        </p:nvGrpSpPr>
        <p:grpSpPr>
          <a:xfrm>
            <a:off x="873121" y="2928284"/>
            <a:ext cx="314006" cy="359154"/>
            <a:chOff x="-47509225" y="1974175"/>
            <a:chExt cx="263075" cy="300900"/>
          </a:xfrm>
        </p:grpSpPr>
        <p:sp>
          <p:nvSpPr>
            <p:cNvPr id="12366" name="Google Shape;12366;p95"/>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95"/>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5"/>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5"/>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5"/>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1" name="Google Shape;12371;p95"/>
          <p:cNvGrpSpPr/>
          <p:nvPr/>
        </p:nvGrpSpPr>
        <p:grpSpPr>
          <a:xfrm>
            <a:off x="849622" y="3374818"/>
            <a:ext cx="361004" cy="357961"/>
            <a:chOff x="-47529700" y="2342000"/>
            <a:chExt cx="302450" cy="299900"/>
          </a:xfrm>
        </p:grpSpPr>
        <p:sp>
          <p:nvSpPr>
            <p:cNvPr id="12372" name="Google Shape;12372;p95"/>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95"/>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95"/>
          <p:cNvGrpSpPr/>
          <p:nvPr/>
        </p:nvGrpSpPr>
        <p:grpSpPr>
          <a:xfrm>
            <a:off x="851025" y="3873967"/>
            <a:ext cx="358199" cy="272648"/>
            <a:chOff x="-47527350" y="2747625"/>
            <a:chExt cx="300100" cy="228425"/>
          </a:xfrm>
        </p:grpSpPr>
        <p:sp>
          <p:nvSpPr>
            <p:cNvPr id="12375" name="Google Shape;12375;p95"/>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95"/>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95"/>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5"/>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95"/>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95"/>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1" name="Google Shape;12381;p95"/>
          <p:cNvSpPr/>
          <p:nvPr/>
        </p:nvSpPr>
        <p:spPr>
          <a:xfrm>
            <a:off x="3077474" y="29156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2" name="Google Shape;12382;p95"/>
          <p:cNvGrpSpPr/>
          <p:nvPr/>
        </p:nvGrpSpPr>
        <p:grpSpPr>
          <a:xfrm>
            <a:off x="3073924" y="3387022"/>
            <a:ext cx="358229" cy="314961"/>
            <a:chOff x="-45664625" y="2352225"/>
            <a:chExt cx="300125" cy="263875"/>
          </a:xfrm>
        </p:grpSpPr>
        <p:sp>
          <p:nvSpPr>
            <p:cNvPr id="12383" name="Google Shape;12383;p95"/>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5"/>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95"/>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95"/>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5"/>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5"/>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5"/>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95"/>
          <p:cNvGrpSpPr/>
          <p:nvPr/>
        </p:nvGrpSpPr>
        <p:grpSpPr>
          <a:xfrm>
            <a:off x="3073103" y="3821001"/>
            <a:ext cx="359870" cy="357573"/>
            <a:chOff x="-45665400" y="2703250"/>
            <a:chExt cx="301500" cy="299575"/>
          </a:xfrm>
        </p:grpSpPr>
        <p:sp>
          <p:nvSpPr>
            <p:cNvPr id="12391" name="Google Shape;12391;p95"/>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95"/>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95"/>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5"/>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95"/>
          <p:cNvGrpSpPr/>
          <p:nvPr/>
        </p:nvGrpSpPr>
        <p:grpSpPr>
          <a:xfrm>
            <a:off x="2174760" y="4261937"/>
            <a:ext cx="359154" cy="360109"/>
            <a:chOff x="-44528075" y="1982825"/>
            <a:chExt cx="300900" cy="301700"/>
          </a:xfrm>
        </p:grpSpPr>
        <p:sp>
          <p:nvSpPr>
            <p:cNvPr id="12396" name="Google Shape;12396;p95"/>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95"/>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95"/>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95"/>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5"/>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5"/>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95"/>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3" name="Google Shape;12403;p95"/>
          <p:cNvSpPr/>
          <p:nvPr/>
        </p:nvSpPr>
        <p:spPr>
          <a:xfrm>
            <a:off x="2628711" y="15314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4" name="Google Shape;12404;p95"/>
          <p:cNvGrpSpPr/>
          <p:nvPr/>
        </p:nvGrpSpPr>
        <p:grpSpPr>
          <a:xfrm>
            <a:off x="2625923" y="1987485"/>
            <a:ext cx="358199" cy="358229"/>
            <a:chOff x="-49048250" y="2316775"/>
            <a:chExt cx="300100" cy="300125"/>
          </a:xfrm>
        </p:grpSpPr>
        <p:sp>
          <p:nvSpPr>
            <p:cNvPr id="12405" name="Google Shape;12405;p95"/>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5"/>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5"/>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95"/>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9" name="Google Shape;12409;p95"/>
          <p:cNvSpPr/>
          <p:nvPr/>
        </p:nvSpPr>
        <p:spPr>
          <a:xfrm>
            <a:off x="2627309" y="24351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0" name="Google Shape;12410;p95"/>
          <p:cNvGrpSpPr/>
          <p:nvPr/>
        </p:nvGrpSpPr>
        <p:grpSpPr>
          <a:xfrm>
            <a:off x="1290494" y="2928284"/>
            <a:ext cx="360109" cy="358199"/>
            <a:chOff x="-47160325" y="1974175"/>
            <a:chExt cx="301700" cy="300100"/>
          </a:xfrm>
        </p:grpSpPr>
        <p:sp>
          <p:nvSpPr>
            <p:cNvPr id="12411" name="Google Shape;12411;p95"/>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95"/>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95"/>
          <p:cNvGrpSpPr/>
          <p:nvPr/>
        </p:nvGrpSpPr>
        <p:grpSpPr>
          <a:xfrm>
            <a:off x="1290971" y="3374818"/>
            <a:ext cx="359154" cy="359124"/>
            <a:chOff x="-47159525" y="2342000"/>
            <a:chExt cx="300900" cy="300875"/>
          </a:xfrm>
        </p:grpSpPr>
        <p:sp>
          <p:nvSpPr>
            <p:cNvPr id="12414" name="Google Shape;12414;p95"/>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5"/>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5"/>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95"/>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95"/>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95"/>
          <p:cNvGrpSpPr/>
          <p:nvPr/>
        </p:nvGrpSpPr>
        <p:grpSpPr>
          <a:xfrm>
            <a:off x="1291448" y="3831654"/>
            <a:ext cx="358199" cy="359154"/>
            <a:chOff x="-47157950" y="2712175"/>
            <a:chExt cx="300100" cy="300900"/>
          </a:xfrm>
        </p:grpSpPr>
        <p:sp>
          <p:nvSpPr>
            <p:cNvPr id="12420" name="Google Shape;12420;p95"/>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95"/>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95"/>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5"/>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5"/>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5"/>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95"/>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7" name="Google Shape;12427;p95"/>
          <p:cNvSpPr/>
          <p:nvPr/>
        </p:nvSpPr>
        <p:spPr>
          <a:xfrm>
            <a:off x="3538211" y="29178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8" name="Google Shape;12428;p95"/>
          <p:cNvGrpSpPr/>
          <p:nvPr/>
        </p:nvGrpSpPr>
        <p:grpSpPr>
          <a:xfrm>
            <a:off x="3535175" y="3364463"/>
            <a:ext cx="315886" cy="358199"/>
            <a:chOff x="-45278675" y="2333325"/>
            <a:chExt cx="264650" cy="300100"/>
          </a:xfrm>
        </p:grpSpPr>
        <p:sp>
          <p:nvSpPr>
            <p:cNvPr id="12429" name="Google Shape;12429;p95"/>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5"/>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5"/>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5"/>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95"/>
          <p:cNvGrpSpPr/>
          <p:nvPr/>
        </p:nvGrpSpPr>
        <p:grpSpPr>
          <a:xfrm>
            <a:off x="3545500" y="3819420"/>
            <a:ext cx="295237" cy="358229"/>
            <a:chOff x="-45270025" y="2701925"/>
            <a:chExt cx="247350" cy="300125"/>
          </a:xfrm>
        </p:grpSpPr>
        <p:sp>
          <p:nvSpPr>
            <p:cNvPr id="12434" name="Google Shape;12434;p95"/>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5"/>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5"/>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5"/>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8" name="Google Shape;12438;p95"/>
          <p:cNvSpPr/>
          <p:nvPr/>
        </p:nvSpPr>
        <p:spPr>
          <a:xfrm>
            <a:off x="2628699" y="42899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9" name="Google Shape;12439;p95"/>
          <p:cNvGrpSpPr/>
          <p:nvPr/>
        </p:nvGrpSpPr>
        <p:grpSpPr>
          <a:xfrm>
            <a:off x="2209567" y="2078266"/>
            <a:ext cx="307444" cy="260626"/>
            <a:chOff x="1636184" y="2959225"/>
            <a:chExt cx="232666" cy="197250"/>
          </a:xfrm>
        </p:grpSpPr>
        <p:sp>
          <p:nvSpPr>
            <p:cNvPr id="12440" name="Google Shape;12440;p95"/>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5"/>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95"/>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2443" name="Google Shape;12443;p95"/>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12444" name="Google Shape;12444;p95"/>
          <p:cNvGrpSpPr/>
          <p:nvPr/>
        </p:nvGrpSpPr>
        <p:grpSpPr>
          <a:xfrm>
            <a:off x="3577265" y="2463611"/>
            <a:ext cx="258542" cy="365154"/>
            <a:chOff x="-47300587" y="123275"/>
            <a:chExt cx="190975" cy="269725"/>
          </a:xfrm>
        </p:grpSpPr>
        <p:sp>
          <p:nvSpPr>
            <p:cNvPr id="12445" name="Google Shape;12445;p95"/>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95"/>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5"/>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5"/>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5"/>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95"/>
          <p:cNvGrpSpPr/>
          <p:nvPr/>
        </p:nvGrpSpPr>
        <p:grpSpPr>
          <a:xfrm>
            <a:off x="4870788" y="1532801"/>
            <a:ext cx="342328" cy="339793"/>
            <a:chOff x="-13966675" y="1639700"/>
            <a:chExt cx="354450" cy="351825"/>
          </a:xfrm>
        </p:grpSpPr>
        <p:sp>
          <p:nvSpPr>
            <p:cNvPr id="12451" name="Google Shape;12451;p95"/>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5"/>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5"/>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5"/>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5"/>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6" name="Google Shape;12456;p95"/>
          <p:cNvSpPr/>
          <p:nvPr/>
        </p:nvSpPr>
        <p:spPr>
          <a:xfrm>
            <a:off x="4871549" y="19397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5"/>
          <p:cNvSpPr/>
          <p:nvPr/>
        </p:nvSpPr>
        <p:spPr>
          <a:xfrm>
            <a:off x="4932020" y="23494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8" name="Google Shape;12458;p95"/>
          <p:cNvGrpSpPr/>
          <p:nvPr/>
        </p:nvGrpSpPr>
        <p:grpSpPr>
          <a:xfrm>
            <a:off x="6667277" y="1532487"/>
            <a:ext cx="340034" cy="340420"/>
            <a:chOff x="-12199250" y="1662675"/>
            <a:chExt cx="352075" cy="352475"/>
          </a:xfrm>
        </p:grpSpPr>
        <p:sp>
          <p:nvSpPr>
            <p:cNvPr id="12459" name="Google Shape;12459;p95"/>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5"/>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5"/>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95"/>
          <p:cNvGrpSpPr/>
          <p:nvPr/>
        </p:nvGrpSpPr>
        <p:grpSpPr>
          <a:xfrm>
            <a:off x="6666130" y="1939354"/>
            <a:ext cx="342328" cy="342328"/>
            <a:chOff x="-12199250" y="2096250"/>
            <a:chExt cx="354450" cy="354450"/>
          </a:xfrm>
        </p:grpSpPr>
        <p:sp>
          <p:nvSpPr>
            <p:cNvPr id="12463" name="Google Shape;12463;p95"/>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5"/>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95"/>
          <p:cNvGrpSpPr/>
          <p:nvPr/>
        </p:nvGrpSpPr>
        <p:grpSpPr>
          <a:xfrm>
            <a:off x="6667277" y="2348308"/>
            <a:ext cx="340034" cy="341579"/>
            <a:chOff x="-12199250" y="2530225"/>
            <a:chExt cx="352075" cy="353675"/>
          </a:xfrm>
        </p:grpSpPr>
        <p:sp>
          <p:nvSpPr>
            <p:cNvPr id="12466" name="Google Shape;12466;p95"/>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95"/>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5"/>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5"/>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0" name="Google Shape;12470;p95"/>
          <p:cNvSpPr/>
          <p:nvPr/>
        </p:nvSpPr>
        <p:spPr>
          <a:xfrm>
            <a:off x="4871163" y="27790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1" name="Google Shape;12471;p95"/>
          <p:cNvGrpSpPr/>
          <p:nvPr/>
        </p:nvGrpSpPr>
        <p:grpSpPr>
          <a:xfrm>
            <a:off x="4870788" y="3188088"/>
            <a:ext cx="342328" cy="339310"/>
            <a:chOff x="-10462550" y="2057650"/>
            <a:chExt cx="354450" cy="351325"/>
          </a:xfrm>
        </p:grpSpPr>
        <p:sp>
          <p:nvSpPr>
            <p:cNvPr id="12472" name="Google Shape;12472;p95"/>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5"/>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4" name="Google Shape;12474;p95"/>
          <p:cNvSpPr/>
          <p:nvPr/>
        </p:nvSpPr>
        <p:spPr>
          <a:xfrm>
            <a:off x="7591624" y="28055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5" name="Google Shape;12475;p95"/>
          <p:cNvGrpSpPr/>
          <p:nvPr/>
        </p:nvGrpSpPr>
        <p:grpSpPr>
          <a:xfrm>
            <a:off x="6649772" y="2779651"/>
            <a:ext cx="375044" cy="340541"/>
            <a:chOff x="-8692750" y="1622100"/>
            <a:chExt cx="388325" cy="352600"/>
          </a:xfrm>
        </p:grpSpPr>
        <p:sp>
          <p:nvSpPr>
            <p:cNvPr id="12476" name="Google Shape;12476;p95"/>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95"/>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95"/>
          <p:cNvGrpSpPr/>
          <p:nvPr/>
        </p:nvGrpSpPr>
        <p:grpSpPr>
          <a:xfrm>
            <a:off x="5304253" y="1531907"/>
            <a:ext cx="341555" cy="341579"/>
            <a:chOff x="-13529550" y="1639425"/>
            <a:chExt cx="353650" cy="353675"/>
          </a:xfrm>
        </p:grpSpPr>
        <p:sp>
          <p:nvSpPr>
            <p:cNvPr id="12479" name="Google Shape;12479;p95"/>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5"/>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5"/>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5"/>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5"/>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5"/>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95"/>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95"/>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95"/>
          <p:cNvGrpSpPr/>
          <p:nvPr/>
        </p:nvGrpSpPr>
        <p:grpSpPr>
          <a:xfrm>
            <a:off x="5303106" y="1940489"/>
            <a:ext cx="343849" cy="340058"/>
            <a:chOff x="-13531925" y="2075775"/>
            <a:chExt cx="356025" cy="352100"/>
          </a:xfrm>
        </p:grpSpPr>
        <p:sp>
          <p:nvSpPr>
            <p:cNvPr id="12488" name="Google Shape;12488;p95"/>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95"/>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95"/>
          <p:cNvGrpSpPr/>
          <p:nvPr/>
        </p:nvGrpSpPr>
        <p:grpSpPr>
          <a:xfrm>
            <a:off x="5304627" y="2348694"/>
            <a:ext cx="340807" cy="340807"/>
            <a:chOff x="-13528775" y="2507400"/>
            <a:chExt cx="352875" cy="352875"/>
          </a:xfrm>
        </p:grpSpPr>
        <p:sp>
          <p:nvSpPr>
            <p:cNvPr id="12491" name="Google Shape;12491;p95"/>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95"/>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95"/>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4" name="Google Shape;12494;p95"/>
          <p:cNvSpPr/>
          <p:nvPr/>
        </p:nvSpPr>
        <p:spPr>
          <a:xfrm>
            <a:off x="7123388" y="15631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5"/>
          <p:cNvSpPr/>
          <p:nvPr/>
        </p:nvSpPr>
        <p:spPr>
          <a:xfrm>
            <a:off x="7123014" y="19402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6" name="Google Shape;12496;p95"/>
          <p:cNvGrpSpPr/>
          <p:nvPr/>
        </p:nvGrpSpPr>
        <p:grpSpPr>
          <a:xfrm>
            <a:off x="7140133" y="2348308"/>
            <a:ext cx="308090" cy="341579"/>
            <a:chOff x="-11747150" y="2530225"/>
            <a:chExt cx="319000" cy="353675"/>
          </a:xfrm>
        </p:grpSpPr>
        <p:sp>
          <p:nvSpPr>
            <p:cNvPr id="12497" name="Google Shape;12497;p95"/>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95"/>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95"/>
          <p:cNvGrpSpPr/>
          <p:nvPr/>
        </p:nvGrpSpPr>
        <p:grpSpPr>
          <a:xfrm>
            <a:off x="5304627" y="2779519"/>
            <a:ext cx="340807" cy="340807"/>
            <a:chOff x="-10027775" y="1622900"/>
            <a:chExt cx="352875" cy="352875"/>
          </a:xfrm>
        </p:grpSpPr>
        <p:sp>
          <p:nvSpPr>
            <p:cNvPr id="12500" name="Google Shape;12500;p95"/>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95"/>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5"/>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5"/>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5"/>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95"/>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6" name="Google Shape;12506;p95"/>
          <p:cNvSpPr/>
          <p:nvPr/>
        </p:nvSpPr>
        <p:spPr>
          <a:xfrm>
            <a:off x="5311472" y="31868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7" name="Google Shape;12507;p95"/>
          <p:cNvGrpSpPr/>
          <p:nvPr/>
        </p:nvGrpSpPr>
        <p:grpSpPr>
          <a:xfrm>
            <a:off x="8031595" y="2805183"/>
            <a:ext cx="322553" cy="342328"/>
            <a:chOff x="-10019125" y="2490075"/>
            <a:chExt cx="333975" cy="354450"/>
          </a:xfrm>
        </p:grpSpPr>
        <p:sp>
          <p:nvSpPr>
            <p:cNvPr id="12508" name="Google Shape;12508;p95"/>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95"/>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5"/>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95"/>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95"/>
          <p:cNvGrpSpPr/>
          <p:nvPr/>
        </p:nvGrpSpPr>
        <p:grpSpPr>
          <a:xfrm>
            <a:off x="6661180" y="3186193"/>
            <a:ext cx="352227" cy="343100"/>
            <a:chOff x="-8684100" y="2032450"/>
            <a:chExt cx="364700" cy="355250"/>
          </a:xfrm>
        </p:grpSpPr>
        <p:sp>
          <p:nvSpPr>
            <p:cNvPr id="12513" name="Google Shape;12513;p95"/>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5"/>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5"/>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6" name="Google Shape;12516;p95"/>
          <p:cNvSpPr/>
          <p:nvPr/>
        </p:nvSpPr>
        <p:spPr>
          <a:xfrm>
            <a:off x="5773709" y="15322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7" name="Google Shape;12517;p95"/>
          <p:cNvGrpSpPr/>
          <p:nvPr/>
        </p:nvGrpSpPr>
        <p:grpSpPr>
          <a:xfrm>
            <a:off x="5752039" y="1939656"/>
            <a:ext cx="343849" cy="341724"/>
            <a:chOff x="-13095575" y="2073400"/>
            <a:chExt cx="356025" cy="353825"/>
          </a:xfrm>
        </p:grpSpPr>
        <p:sp>
          <p:nvSpPr>
            <p:cNvPr id="12518" name="Google Shape;12518;p95"/>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95"/>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95"/>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95"/>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95"/>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95"/>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95"/>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95"/>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6" name="Google Shape;12526;p95"/>
          <p:cNvSpPr/>
          <p:nvPr/>
        </p:nvSpPr>
        <p:spPr>
          <a:xfrm>
            <a:off x="5753174" y="23486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7" name="Google Shape;12527;p95"/>
          <p:cNvGrpSpPr/>
          <p:nvPr/>
        </p:nvGrpSpPr>
        <p:grpSpPr>
          <a:xfrm>
            <a:off x="7576787" y="1531485"/>
            <a:ext cx="343100" cy="342424"/>
            <a:chOff x="-11332875" y="1660700"/>
            <a:chExt cx="355250" cy="354550"/>
          </a:xfrm>
        </p:grpSpPr>
        <p:sp>
          <p:nvSpPr>
            <p:cNvPr id="12528" name="Google Shape;12528;p95"/>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5"/>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95"/>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95"/>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2" name="Google Shape;12532;p95"/>
          <p:cNvSpPr/>
          <p:nvPr/>
        </p:nvSpPr>
        <p:spPr>
          <a:xfrm>
            <a:off x="7575652" y="19408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5"/>
          <p:cNvSpPr/>
          <p:nvPr/>
        </p:nvSpPr>
        <p:spPr>
          <a:xfrm>
            <a:off x="7576413" y="23696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4" name="Google Shape;12534;p95"/>
          <p:cNvGrpSpPr/>
          <p:nvPr/>
        </p:nvGrpSpPr>
        <p:grpSpPr>
          <a:xfrm>
            <a:off x="5774096" y="2777997"/>
            <a:ext cx="299736" cy="343849"/>
            <a:chOff x="-9570950" y="1622100"/>
            <a:chExt cx="310350" cy="356025"/>
          </a:xfrm>
        </p:grpSpPr>
        <p:sp>
          <p:nvSpPr>
            <p:cNvPr id="12535" name="Google Shape;12535;p95"/>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95"/>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95"/>
          <p:cNvGrpSpPr/>
          <p:nvPr/>
        </p:nvGrpSpPr>
        <p:grpSpPr>
          <a:xfrm>
            <a:off x="5752800" y="3186953"/>
            <a:ext cx="342328" cy="341579"/>
            <a:chOff x="-9594575" y="2056875"/>
            <a:chExt cx="354450" cy="353675"/>
          </a:xfrm>
        </p:grpSpPr>
        <p:sp>
          <p:nvSpPr>
            <p:cNvPr id="12538" name="Google Shape;12538;p95"/>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5"/>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5"/>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1" name="Google Shape;12541;p95"/>
          <p:cNvSpPr/>
          <p:nvPr/>
        </p:nvSpPr>
        <p:spPr>
          <a:xfrm>
            <a:off x="7123002" y="32173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2" name="Google Shape;12542;p95"/>
          <p:cNvGrpSpPr/>
          <p:nvPr/>
        </p:nvGrpSpPr>
        <p:grpSpPr>
          <a:xfrm>
            <a:off x="6208482" y="1532293"/>
            <a:ext cx="342328" cy="340807"/>
            <a:chOff x="-12661600" y="1640225"/>
            <a:chExt cx="354450" cy="352875"/>
          </a:xfrm>
        </p:grpSpPr>
        <p:sp>
          <p:nvSpPr>
            <p:cNvPr id="12543" name="Google Shape;12543;p95"/>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95"/>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5"/>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95"/>
          <p:cNvGrpSpPr/>
          <p:nvPr/>
        </p:nvGrpSpPr>
        <p:grpSpPr>
          <a:xfrm>
            <a:off x="6208857" y="1960831"/>
            <a:ext cx="341579" cy="299374"/>
            <a:chOff x="-12660025" y="2096250"/>
            <a:chExt cx="353675" cy="309975"/>
          </a:xfrm>
        </p:grpSpPr>
        <p:sp>
          <p:nvSpPr>
            <p:cNvPr id="12547" name="Google Shape;12547;p95"/>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95"/>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95"/>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5"/>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95"/>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5"/>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3" name="Google Shape;12553;p95"/>
          <p:cNvGrpSpPr/>
          <p:nvPr/>
        </p:nvGrpSpPr>
        <p:grpSpPr>
          <a:xfrm>
            <a:off x="6207335" y="2348127"/>
            <a:ext cx="344622" cy="341941"/>
            <a:chOff x="-12663175" y="2506800"/>
            <a:chExt cx="356825" cy="354050"/>
          </a:xfrm>
        </p:grpSpPr>
        <p:sp>
          <p:nvSpPr>
            <p:cNvPr id="12554" name="Google Shape;12554;p95"/>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5"/>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5"/>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95"/>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95"/>
          <p:cNvGrpSpPr/>
          <p:nvPr/>
        </p:nvGrpSpPr>
        <p:grpSpPr>
          <a:xfrm>
            <a:off x="8022468" y="1531907"/>
            <a:ext cx="340807" cy="341579"/>
            <a:chOff x="-10896525" y="1663050"/>
            <a:chExt cx="352875" cy="353675"/>
          </a:xfrm>
        </p:grpSpPr>
        <p:sp>
          <p:nvSpPr>
            <p:cNvPr id="12559" name="Google Shape;12559;p95"/>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5"/>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1" name="Google Shape;12561;p95"/>
          <p:cNvSpPr/>
          <p:nvPr/>
        </p:nvSpPr>
        <p:spPr>
          <a:xfrm>
            <a:off x="8061643" y="19396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2" name="Google Shape;12562;p95"/>
          <p:cNvGrpSpPr/>
          <p:nvPr/>
        </p:nvGrpSpPr>
        <p:grpSpPr>
          <a:xfrm>
            <a:off x="8022082" y="2359342"/>
            <a:ext cx="341579" cy="319511"/>
            <a:chOff x="-10898100" y="2542050"/>
            <a:chExt cx="353675" cy="330825"/>
          </a:xfrm>
        </p:grpSpPr>
        <p:sp>
          <p:nvSpPr>
            <p:cNvPr id="12563" name="Google Shape;12563;p95"/>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95"/>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95"/>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95"/>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95"/>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95"/>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95"/>
          <p:cNvGrpSpPr/>
          <p:nvPr/>
        </p:nvGrpSpPr>
        <p:grpSpPr>
          <a:xfrm>
            <a:off x="6209617" y="2780207"/>
            <a:ext cx="340058" cy="339430"/>
            <a:chOff x="-9157450" y="1622750"/>
            <a:chExt cx="352100" cy="351450"/>
          </a:xfrm>
        </p:grpSpPr>
        <p:sp>
          <p:nvSpPr>
            <p:cNvPr id="12570" name="Google Shape;12570;p95"/>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5"/>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95"/>
          <p:cNvGrpSpPr/>
          <p:nvPr/>
        </p:nvGrpSpPr>
        <p:grpSpPr>
          <a:xfrm>
            <a:off x="6247658" y="3188474"/>
            <a:ext cx="263977" cy="338537"/>
            <a:chOff x="-9119650" y="2056875"/>
            <a:chExt cx="273325" cy="350525"/>
          </a:xfrm>
        </p:grpSpPr>
        <p:sp>
          <p:nvSpPr>
            <p:cNvPr id="12573" name="Google Shape;12573;p95"/>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95"/>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5" name="Google Shape;12575;p95"/>
          <p:cNvSpPr/>
          <p:nvPr/>
        </p:nvSpPr>
        <p:spPr>
          <a:xfrm>
            <a:off x="8022842" y="32173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5"/>
          <p:cNvSpPr/>
          <p:nvPr/>
        </p:nvSpPr>
        <p:spPr>
          <a:xfrm>
            <a:off x="7143562" y="27791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7" name="Google Shape;12577;p95"/>
          <p:cNvGrpSpPr/>
          <p:nvPr/>
        </p:nvGrpSpPr>
        <p:grpSpPr>
          <a:xfrm>
            <a:off x="7576790" y="3217879"/>
            <a:ext cx="343094" cy="341569"/>
            <a:chOff x="6001575" y="3119050"/>
            <a:chExt cx="315025" cy="313625"/>
          </a:xfrm>
        </p:grpSpPr>
        <p:sp>
          <p:nvSpPr>
            <p:cNvPr id="12578" name="Google Shape;12578;p95"/>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95"/>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83" name="Shape 12583"/>
        <p:cNvGrpSpPr/>
        <p:nvPr/>
      </p:nvGrpSpPr>
      <p:grpSpPr>
        <a:xfrm>
          <a:off x="0" y="0"/>
          <a:ext cx="0" cy="0"/>
          <a:chOff x="0" y="0"/>
          <a:chExt cx="0" cy="0"/>
        </a:xfrm>
      </p:grpSpPr>
      <p:sp>
        <p:nvSpPr>
          <p:cNvPr id="12584" name="Google Shape;12584;p96"/>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5" name="Google Shape;12585;p96"/>
          <p:cNvGrpSpPr/>
          <p:nvPr/>
        </p:nvGrpSpPr>
        <p:grpSpPr>
          <a:xfrm>
            <a:off x="845233" y="2273195"/>
            <a:ext cx="476329" cy="476213"/>
            <a:chOff x="-21298675" y="2414425"/>
            <a:chExt cx="306400" cy="306325"/>
          </a:xfrm>
        </p:grpSpPr>
        <p:sp>
          <p:nvSpPr>
            <p:cNvPr id="12586" name="Google Shape;12586;p96"/>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96"/>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96"/>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96"/>
          <p:cNvGrpSpPr/>
          <p:nvPr/>
        </p:nvGrpSpPr>
        <p:grpSpPr>
          <a:xfrm>
            <a:off x="844611" y="2865128"/>
            <a:ext cx="477573" cy="445432"/>
            <a:chOff x="-21299475" y="2798025"/>
            <a:chExt cx="307200" cy="286525"/>
          </a:xfrm>
        </p:grpSpPr>
        <p:sp>
          <p:nvSpPr>
            <p:cNvPr id="12590" name="Google Shape;12590;p96"/>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6"/>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6"/>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6"/>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6"/>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96"/>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6"/>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96"/>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96"/>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6"/>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6"/>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96"/>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2" name="Google Shape;12602;p96"/>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6"/>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6"/>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5" name="Google Shape;12605;p96"/>
          <p:cNvGrpSpPr/>
          <p:nvPr/>
        </p:nvGrpSpPr>
        <p:grpSpPr>
          <a:xfrm>
            <a:off x="6713966" y="1688917"/>
            <a:ext cx="413912" cy="472676"/>
            <a:chOff x="-17545650" y="2051350"/>
            <a:chExt cx="266250" cy="304050"/>
          </a:xfrm>
        </p:grpSpPr>
        <p:sp>
          <p:nvSpPr>
            <p:cNvPr id="12606" name="Google Shape;12606;p96"/>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96"/>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6"/>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6"/>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0" name="Google Shape;12610;p96"/>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1" name="Google Shape;12611;p96"/>
          <p:cNvGrpSpPr/>
          <p:nvPr/>
        </p:nvGrpSpPr>
        <p:grpSpPr>
          <a:xfrm>
            <a:off x="6684584" y="2865574"/>
            <a:ext cx="472676" cy="444538"/>
            <a:chOff x="-17565350" y="2809825"/>
            <a:chExt cx="304050" cy="285950"/>
          </a:xfrm>
        </p:grpSpPr>
        <p:sp>
          <p:nvSpPr>
            <p:cNvPr id="12612" name="Google Shape;12612;p96"/>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96"/>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96"/>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6"/>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96"/>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7" name="Google Shape;12617;p96"/>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96"/>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96"/>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0" name="Google Shape;12620;p96"/>
          <p:cNvGrpSpPr/>
          <p:nvPr/>
        </p:nvGrpSpPr>
        <p:grpSpPr>
          <a:xfrm>
            <a:off x="1457493" y="2850904"/>
            <a:ext cx="416283" cy="473881"/>
            <a:chOff x="-20904875" y="2788575"/>
            <a:chExt cx="267775" cy="304825"/>
          </a:xfrm>
        </p:grpSpPr>
        <p:sp>
          <p:nvSpPr>
            <p:cNvPr id="12621" name="Google Shape;12621;p96"/>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6"/>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96"/>
          <p:cNvGrpSpPr/>
          <p:nvPr/>
        </p:nvGrpSpPr>
        <p:grpSpPr>
          <a:xfrm>
            <a:off x="4397908" y="2275564"/>
            <a:ext cx="360045" cy="471471"/>
            <a:chOff x="-19006700" y="2434925"/>
            <a:chExt cx="231600" cy="303275"/>
          </a:xfrm>
        </p:grpSpPr>
        <p:sp>
          <p:nvSpPr>
            <p:cNvPr id="12624" name="Google Shape;12624;p96"/>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96"/>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96"/>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96"/>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8" name="Google Shape;12628;p96"/>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6"/>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0" name="Google Shape;12630;p96"/>
          <p:cNvGrpSpPr/>
          <p:nvPr/>
        </p:nvGrpSpPr>
        <p:grpSpPr>
          <a:xfrm>
            <a:off x="7276507" y="2289051"/>
            <a:ext cx="473881" cy="444499"/>
            <a:chOff x="-17190425" y="2435725"/>
            <a:chExt cx="304825" cy="285925"/>
          </a:xfrm>
        </p:grpSpPr>
        <p:sp>
          <p:nvSpPr>
            <p:cNvPr id="12631" name="Google Shape;12631;p96"/>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96"/>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6"/>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4" name="Google Shape;12634;p96"/>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5" name="Google Shape;12635;p96"/>
          <p:cNvGrpSpPr/>
          <p:nvPr/>
        </p:nvGrpSpPr>
        <p:grpSpPr>
          <a:xfrm>
            <a:off x="4931233" y="3444650"/>
            <a:ext cx="476329" cy="475086"/>
            <a:chOff x="-15719925" y="2416825"/>
            <a:chExt cx="306400" cy="305600"/>
          </a:xfrm>
        </p:grpSpPr>
        <p:sp>
          <p:nvSpPr>
            <p:cNvPr id="12636" name="Google Shape;12636;p96"/>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96"/>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96"/>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9" name="Google Shape;12639;p96"/>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6"/>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1" name="Google Shape;12641;p96"/>
          <p:cNvGrpSpPr/>
          <p:nvPr/>
        </p:nvGrpSpPr>
        <p:grpSpPr>
          <a:xfrm>
            <a:off x="2017527" y="2851506"/>
            <a:ext cx="479983" cy="472676"/>
            <a:chOff x="-20550425" y="2789350"/>
            <a:chExt cx="308750" cy="304050"/>
          </a:xfrm>
        </p:grpSpPr>
        <p:sp>
          <p:nvSpPr>
            <p:cNvPr id="12642" name="Google Shape;12642;p96"/>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96"/>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4" name="Google Shape;12644;p96"/>
          <p:cNvGrpSpPr/>
          <p:nvPr/>
        </p:nvGrpSpPr>
        <p:grpSpPr>
          <a:xfrm>
            <a:off x="4932894" y="1688158"/>
            <a:ext cx="473920" cy="474192"/>
            <a:chOff x="-18666450" y="2059825"/>
            <a:chExt cx="304850" cy="305025"/>
          </a:xfrm>
        </p:grpSpPr>
        <p:sp>
          <p:nvSpPr>
            <p:cNvPr id="12645" name="Google Shape;12645;p96"/>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96"/>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96"/>
          <p:cNvGrpSpPr/>
          <p:nvPr/>
        </p:nvGrpSpPr>
        <p:grpSpPr>
          <a:xfrm>
            <a:off x="4932292" y="2275584"/>
            <a:ext cx="475125" cy="471432"/>
            <a:chOff x="-18668025" y="2435725"/>
            <a:chExt cx="305625" cy="303250"/>
          </a:xfrm>
        </p:grpSpPr>
        <p:sp>
          <p:nvSpPr>
            <p:cNvPr id="12648" name="Google Shape;12648;p96"/>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96"/>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96"/>
          <p:cNvGrpSpPr/>
          <p:nvPr/>
        </p:nvGrpSpPr>
        <p:grpSpPr>
          <a:xfrm>
            <a:off x="4931689" y="2850902"/>
            <a:ext cx="476329" cy="473881"/>
            <a:chOff x="-18668800" y="2807475"/>
            <a:chExt cx="306400" cy="304825"/>
          </a:xfrm>
        </p:grpSpPr>
        <p:sp>
          <p:nvSpPr>
            <p:cNvPr id="12651" name="Google Shape;12651;p96"/>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96"/>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96"/>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96"/>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96"/>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6"/>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96"/>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96"/>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6"/>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96"/>
          <p:cNvGrpSpPr/>
          <p:nvPr/>
        </p:nvGrpSpPr>
        <p:grpSpPr>
          <a:xfrm>
            <a:off x="7885658" y="1687693"/>
            <a:ext cx="416361" cy="475125"/>
            <a:chOff x="-16798200" y="2050575"/>
            <a:chExt cx="267825" cy="305625"/>
          </a:xfrm>
        </p:grpSpPr>
        <p:sp>
          <p:nvSpPr>
            <p:cNvPr id="12661" name="Google Shape;12661;p96"/>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96"/>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96"/>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96"/>
          <p:cNvGrpSpPr/>
          <p:nvPr/>
        </p:nvGrpSpPr>
        <p:grpSpPr>
          <a:xfrm>
            <a:off x="7856276" y="2852127"/>
            <a:ext cx="475125" cy="471432"/>
            <a:chOff x="-16817100" y="2801175"/>
            <a:chExt cx="305625" cy="303250"/>
          </a:xfrm>
        </p:grpSpPr>
        <p:sp>
          <p:nvSpPr>
            <p:cNvPr id="12665" name="Google Shape;12665;p96"/>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96"/>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96"/>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96"/>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96"/>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96"/>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96"/>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96"/>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96"/>
          <p:cNvGrpSpPr/>
          <p:nvPr/>
        </p:nvGrpSpPr>
        <p:grpSpPr>
          <a:xfrm>
            <a:off x="7263396" y="3444614"/>
            <a:ext cx="476329" cy="475125"/>
            <a:chOff x="-15717575" y="2786200"/>
            <a:chExt cx="306400" cy="305625"/>
          </a:xfrm>
        </p:grpSpPr>
        <p:sp>
          <p:nvSpPr>
            <p:cNvPr id="12674" name="Google Shape;12674;p96"/>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96"/>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96"/>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96"/>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96"/>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96"/>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96"/>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1" name="Google Shape;12681;p96"/>
          <p:cNvGrpSpPr/>
          <p:nvPr/>
        </p:nvGrpSpPr>
        <p:grpSpPr>
          <a:xfrm>
            <a:off x="2600969" y="1688296"/>
            <a:ext cx="475125" cy="473920"/>
            <a:chOff x="-20173175" y="2038750"/>
            <a:chExt cx="305625" cy="304850"/>
          </a:xfrm>
        </p:grpSpPr>
        <p:sp>
          <p:nvSpPr>
            <p:cNvPr id="12682" name="Google Shape;12682;p96"/>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96"/>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4" name="Google Shape;12684;p96"/>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5" name="Google Shape;12685;p96"/>
          <p:cNvGrpSpPr/>
          <p:nvPr/>
        </p:nvGrpSpPr>
        <p:grpSpPr>
          <a:xfrm>
            <a:off x="2602193" y="2850282"/>
            <a:ext cx="472676" cy="475125"/>
            <a:chOff x="-20173175" y="2787775"/>
            <a:chExt cx="304050" cy="305625"/>
          </a:xfrm>
        </p:grpSpPr>
        <p:sp>
          <p:nvSpPr>
            <p:cNvPr id="12686" name="Google Shape;12686;p96"/>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96"/>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96"/>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96"/>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96"/>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96"/>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96"/>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96"/>
          <p:cNvGrpSpPr/>
          <p:nvPr/>
        </p:nvGrpSpPr>
        <p:grpSpPr>
          <a:xfrm>
            <a:off x="5527177" y="2275564"/>
            <a:ext cx="473881" cy="471471"/>
            <a:chOff x="-18294675" y="2434925"/>
            <a:chExt cx="304825" cy="303275"/>
          </a:xfrm>
        </p:grpSpPr>
        <p:sp>
          <p:nvSpPr>
            <p:cNvPr id="12694" name="Google Shape;12694;p96"/>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96"/>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96"/>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7" name="Google Shape;12697;p96"/>
          <p:cNvGrpSpPr/>
          <p:nvPr/>
        </p:nvGrpSpPr>
        <p:grpSpPr>
          <a:xfrm>
            <a:off x="5583492" y="2852107"/>
            <a:ext cx="361250" cy="471471"/>
            <a:chOff x="-18258450" y="2809825"/>
            <a:chExt cx="232375" cy="303275"/>
          </a:xfrm>
        </p:grpSpPr>
        <p:sp>
          <p:nvSpPr>
            <p:cNvPr id="12698" name="Google Shape;12698;p96"/>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96"/>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96"/>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1" name="Google Shape;12701;p96"/>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2" name="Google Shape;12702;p96"/>
          <p:cNvGrpSpPr/>
          <p:nvPr/>
        </p:nvGrpSpPr>
        <p:grpSpPr>
          <a:xfrm>
            <a:off x="3793692" y="3445233"/>
            <a:ext cx="415117" cy="473920"/>
            <a:chOff x="-16422500" y="2425450"/>
            <a:chExt cx="267025" cy="304850"/>
          </a:xfrm>
        </p:grpSpPr>
        <p:sp>
          <p:nvSpPr>
            <p:cNvPr id="12703" name="Google Shape;12703;p96"/>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96"/>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96"/>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96"/>
          <p:cNvGrpSpPr/>
          <p:nvPr/>
        </p:nvGrpSpPr>
        <p:grpSpPr>
          <a:xfrm>
            <a:off x="6096453" y="3445838"/>
            <a:ext cx="473920" cy="472676"/>
            <a:chOff x="-16442200" y="2801175"/>
            <a:chExt cx="304850" cy="304050"/>
          </a:xfrm>
        </p:grpSpPr>
        <p:sp>
          <p:nvSpPr>
            <p:cNvPr id="12707" name="Google Shape;12707;p96"/>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96"/>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96"/>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0" name="Google Shape;12710;p96"/>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96"/>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2" name="Google Shape;12712;p96"/>
          <p:cNvGrpSpPr/>
          <p:nvPr/>
        </p:nvGrpSpPr>
        <p:grpSpPr>
          <a:xfrm>
            <a:off x="3172167" y="2276343"/>
            <a:ext cx="481265" cy="469917"/>
            <a:chOff x="-19802200" y="2416025"/>
            <a:chExt cx="309575" cy="302275"/>
          </a:xfrm>
        </p:grpSpPr>
        <p:sp>
          <p:nvSpPr>
            <p:cNvPr id="12713" name="Google Shape;12713;p96"/>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96"/>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96"/>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96"/>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96"/>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96"/>
          <p:cNvGrpSpPr/>
          <p:nvPr/>
        </p:nvGrpSpPr>
        <p:grpSpPr>
          <a:xfrm>
            <a:off x="3175238" y="2851506"/>
            <a:ext cx="475125" cy="472676"/>
            <a:chOff x="-19801400" y="2788575"/>
            <a:chExt cx="305625" cy="304050"/>
          </a:xfrm>
        </p:grpSpPr>
        <p:sp>
          <p:nvSpPr>
            <p:cNvPr id="12719" name="Google Shape;12719;p96"/>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6"/>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96"/>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96"/>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96"/>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96"/>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96"/>
          <p:cNvGrpSpPr/>
          <p:nvPr/>
        </p:nvGrpSpPr>
        <p:grpSpPr>
          <a:xfrm>
            <a:off x="6130314" y="1688916"/>
            <a:ext cx="422463" cy="472676"/>
            <a:chOff x="-17903225" y="2060800"/>
            <a:chExt cx="271750" cy="304050"/>
          </a:xfrm>
        </p:grpSpPr>
        <p:sp>
          <p:nvSpPr>
            <p:cNvPr id="12726" name="Google Shape;12726;p96"/>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96"/>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96"/>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96"/>
          <p:cNvGrpSpPr/>
          <p:nvPr/>
        </p:nvGrpSpPr>
        <p:grpSpPr>
          <a:xfrm>
            <a:off x="6104605" y="2274962"/>
            <a:ext cx="473881" cy="472676"/>
            <a:chOff x="-17918975" y="2435725"/>
            <a:chExt cx="304825" cy="304050"/>
          </a:xfrm>
        </p:grpSpPr>
        <p:sp>
          <p:nvSpPr>
            <p:cNvPr id="12730" name="Google Shape;12730;p96"/>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6"/>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96"/>
          <p:cNvGrpSpPr/>
          <p:nvPr/>
        </p:nvGrpSpPr>
        <p:grpSpPr>
          <a:xfrm>
            <a:off x="6133365" y="2852729"/>
            <a:ext cx="416361" cy="470228"/>
            <a:chOff x="-17899300" y="2810625"/>
            <a:chExt cx="267825" cy="302475"/>
          </a:xfrm>
        </p:grpSpPr>
        <p:sp>
          <p:nvSpPr>
            <p:cNvPr id="12733" name="Google Shape;12733;p96"/>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96"/>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96"/>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96"/>
          <p:cNvGrpSpPr/>
          <p:nvPr/>
        </p:nvGrpSpPr>
        <p:grpSpPr>
          <a:xfrm>
            <a:off x="2039218" y="3461166"/>
            <a:ext cx="472676" cy="442089"/>
            <a:chOff x="-16066500" y="2060800"/>
            <a:chExt cx="304050" cy="284375"/>
          </a:xfrm>
        </p:grpSpPr>
        <p:sp>
          <p:nvSpPr>
            <p:cNvPr id="12737" name="Google Shape;12737;p96"/>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96"/>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96"/>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96"/>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96"/>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2" name="Google Shape;12742;p96"/>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96"/>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96"/>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5" name="Google Shape;12745;p96"/>
          <p:cNvGrpSpPr/>
          <p:nvPr/>
        </p:nvGrpSpPr>
        <p:grpSpPr>
          <a:xfrm>
            <a:off x="7923925" y="2297751"/>
            <a:ext cx="368362" cy="419314"/>
            <a:chOff x="4995050" y="3245650"/>
            <a:chExt cx="236950" cy="269725"/>
          </a:xfrm>
        </p:grpSpPr>
        <p:sp>
          <p:nvSpPr>
            <p:cNvPr id="12746" name="Google Shape;12746;p96"/>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96"/>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96"/>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9" name="Google Shape;12749;p96"/>
            <p:cNvGrpSpPr/>
            <p:nvPr/>
          </p:nvGrpSpPr>
          <p:grpSpPr>
            <a:xfrm>
              <a:off x="4995050" y="3245650"/>
              <a:ext cx="236950" cy="269725"/>
              <a:chOff x="4995050" y="3245650"/>
              <a:chExt cx="236950" cy="269725"/>
            </a:xfrm>
          </p:grpSpPr>
          <p:sp>
            <p:nvSpPr>
              <p:cNvPr id="12750" name="Google Shape;12750;p96"/>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96"/>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52" name="Google Shape;12752;p96"/>
          <p:cNvGrpSpPr/>
          <p:nvPr/>
        </p:nvGrpSpPr>
        <p:grpSpPr>
          <a:xfrm>
            <a:off x="5523718" y="1689744"/>
            <a:ext cx="483749" cy="481292"/>
            <a:chOff x="4724650" y="2885700"/>
            <a:chExt cx="270750" cy="269375"/>
          </a:xfrm>
        </p:grpSpPr>
        <p:sp>
          <p:nvSpPr>
            <p:cNvPr id="12753" name="Google Shape;12753;p96"/>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96"/>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96"/>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96"/>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96"/>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96"/>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96"/>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0" name="Google Shape;12760;p96"/>
          <p:cNvGrpSpPr/>
          <p:nvPr/>
        </p:nvGrpSpPr>
        <p:grpSpPr>
          <a:xfrm>
            <a:off x="4390823" y="1683870"/>
            <a:ext cx="389425" cy="467822"/>
            <a:chOff x="4459350" y="2882125"/>
            <a:chExt cx="228375" cy="274350"/>
          </a:xfrm>
        </p:grpSpPr>
        <p:sp>
          <p:nvSpPr>
            <p:cNvPr id="12761" name="Google Shape;12761;p96"/>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96"/>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96"/>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96"/>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96"/>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2766" name="Google Shape;12766;p96"/>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2767" name="Google Shape;12767;p96"/>
          <p:cNvSpPr txBox="1"/>
          <p:nvPr/>
        </p:nvSpPr>
        <p:spPr>
          <a:xfrm>
            <a:off x="1220500" y="1085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71" name="Shape 12771"/>
        <p:cNvGrpSpPr/>
        <p:nvPr/>
      </p:nvGrpSpPr>
      <p:grpSpPr>
        <a:xfrm>
          <a:off x="0" y="0"/>
          <a:ext cx="0" cy="0"/>
          <a:chOff x="0" y="0"/>
          <a:chExt cx="0" cy="0"/>
        </a:xfrm>
      </p:grpSpPr>
      <p:sp>
        <p:nvSpPr>
          <p:cNvPr id="12772" name="Google Shape;12772;p9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773" name="Google Shape;12773;p97"/>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4" name="Google Shape;12774;p97"/>
          <p:cNvGrpSpPr/>
          <p:nvPr/>
        </p:nvGrpSpPr>
        <p:grpSpPr>
          <a:xfrm>
            <a:off x="847082" y="2140412"/>
            <a:ext cx="426462" cy="420796"/>
            <a:chOff x="-6713450" y="2397900"/>
            <a:chExt cx="295375" cy="291450"/>
          </a:xfrm>
        </p:grpSpPr>
        <p:sp>
          <p:nvSpPr>
            <p:cNvPr id="12775" name="Google Shape;12775;p97"/>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97"/>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7" name="Google Shape;12777;p97"/>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8" name="Google Shape;12778;p97"/>
          <p:cNvGrpSpPr/>
          <p:nvPr/>
        </p:nvGrpSpPr>
        <p:grpSpPr>
          <a:xfrm>
            <a:off x="3551844" y="1631401"/>
            <a:ext cx="423069" cy="420507"/>
            <a:chOff x="-4932650" y="2046625"/>
            <a:chExt cx="293025" cy="291250"/>
          </a:xfrm>
        </p:grpSpPr>
        <p:sp>
          <p:nvSpPr>
            <p:cNvPr id="12779" name="Google Shape;12779;p97"/>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97"/>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1" name="Google Shape;12781;p97"/>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2" name="Google Shape;12782;p97"/>
          <p:cNvGrpSpPr/>
          <p:nvPr/>
        </p:nvGrpSpPr>
        <p:grpSpPr>
          <a:xfrm>
            <a:off x="3563775" y="2660957"/>
            <a:ext cx="423069" cy="420796"/>
            <a:chOff x="-4931075" y="2765725"/>
            <a:chExt cx="293025" cy="291450"/>
          </a:xfrm>
        </p:grpSpPr>
        <p:sp>
          <p:nvSpPr>
            <p:cNvPr id="12783" name="Google Shape;12783;p97"/>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97"/>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5" name="Google Shape;12785;p97"/>
          <p:cNvGrpSpPr/>
          <p:nvPr/>
        </p:nvGrpSpPr>
        <p:grpSpPr>
          <a:xfrm>
            <a:off x="6269343" y="1656289"/>
            <a:ext cx="420796" cy="370732"/>
            <a:chOff x="-3137650" y="2067900"/>
            <a:chExt cx="291450" cy="256775"/>
          </a:xfrm>
        </p:grpSpPr>
        <p:sp>
          <p:nvSpPr>
            <p:cNvPr id="12786" name="Google Shape;12786;p97"/>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97"/>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97"/>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97"/>
          <p:cNvGrpSpPr/>
          <p:nvPr/>
        </p:nvGrpSpPr>
        <p:grpSpPr>
          <a:xfrm>
            <a:off x="6269343" y="2139926"/>
            <a:ext cx="420796" cy="421770"/>
            <a:chOff x="-3137650" y="2408950"/>
            <a:chExt cx="291450" cy="292125"/>
          </a:xfrm>
        </p:grpSpPr>
        <p:sp>
          <p:nvSpPr>
            <p:cNvPr id="12790" name="Google Shape;12790;p97"/>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97"/>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97"/>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97"/>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97"/>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97"/>
          <p:cNvGrpSpPr/>
          <p:nvPr/>
        </p:nvGrpSpPr>
        <p:grpSpPr>
          <a:xfrm>
            <a:off x="6281274" y="2685412"/>
            <a:ext cx="420796" cy="371887"/>
            <a:chOff x="-3137650" y="2787000"/>
            <a:chExt cx="291450" cy="257575"/>
          </a:xfrm>
        </p:grpSpPr>
        <p:sp>
          <p:nvSpPr>
            <p:cNvPr id="12796" name="Google Shape;12796;p97"/>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97"/>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97"/>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97"/>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97"/>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97"/>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97"/>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97"/>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04" name="Google Shape;12804;p97"/>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97"/>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97"/>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7" name="Google Shape;12807;p97"/>
          <p:cNvGrpSpPr/>
          <p:nvPr/>
        </p:nvGrpSpPr>
        <p:grpSpPr>
          <a:xfrm>
            <a:off x="1399451" y="2660397"/>
            <a:ext cx="421914" cy="421914"/>
            <a:chOff x="-6354300" y="2757075"/>
            <a:chExt cx="292225" cy="292225"/>
          </a:xfrm>
        </p:grpSpPr>
        <p:sp>
          <p:nvSpPr>
            <p:cNvPr id="12808" name="Google Shape;12808;p97"/>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97"/>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97"/>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97"/>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97"/>
          <p:cNvGrpSpPr/>
          <p:nvPr/>
        </p:nvGrpSpPr>
        <p:grpSpPr>
          <a:xfrm>
            <a:off x="4093454" y="1629560"/>
            <a:ext cx="424188" cy="424188"/>
            <a:chOff x="-4573475" y="2045850"/>
            <a:chExt cx="293800" cy="293800"/>
          </a:xfrm>
        </p:grpSpPr>
        <p:sp>
          <p:nvSpPr>
            <p:cNvPr id="12813" name="Google Shape;12813;p97"/>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97"/>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97"/>
          <p:cNvGrpSpPr/>
          <p:nvPr/>
        </p:nvGrpSpPr>
        <p:grpSpPr>
          <a:xfrm>
            <a:off x="4092877" y="2138699"/>
            <a:ext cx="425343" cy="424225"/>
            <a:chOff x="-4570325" y="2405775"/>
            <a:chExt cx="294600" cy="293825"/>
          </a:xfrm>
        </p:grpSpPr>
        <p:sp>
          <p:nvSpPr>
            <p:cNvPr id="12816" name="Google Shape;12816;p97"/>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97"/>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97"/>
          <p:cNvGrpSpPr/>
          <p:nvPr/>
        </p:nvGrpSpPr>
        <p:grpSpPr>
          <a:xfrm>
            <a:off x="4105945" y="2659838"/>
            <a:ext cx="423069" cy="423033"/>
            <a:chOff x="-4572700" y="2764950"/>
            <a:chExt cx="293025" cy="293000"/>
          </a:xfrm>
        </p:grpSpPr>
        <p:sp>
          <p:nvSpPr>
            <p:cNvPr id="12819" name="Google Shape;12819;p97"/>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97"/>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97"/>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97"/>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97"/>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97"/>
          <p:cNvGrpSpPr/>
          <p:nvPr/>
        </p:nvGrpSpPr>
        <p:grpSpPr>
          <a:xfrm>
            <a:off x="6824707" y="1631239"/>
            <a:ext cx="414840" cy="420832"/>
            <a:chOff x="-2777700" y="2049775"/>
            <a:chExt cx="287325" cy="291475"/>
          </a:xfrm>
        </p:grpSpPr>
        <p:sp>
          <p:nvSpPr>
            <p:cNvPr id="12825" name="Google Shape;12825;p97"/>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97"/>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97"/>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97"/>
          <p:cNvGrpSpPr/>
          <p:nvPr/>
        </p:nvGrpSpPr>
        <p:grpSpPr>
          <a:xfrm>
            <a:off x="6821170" y="2140431"/>
            <a:ext cx="421914" cy="420759"/>
            <a:chOff x="-2571737" y="2403625"/>
            <a:chExt cx="292225" cy="291425"/>
          </a:xfrm>
        </p:grpSpPr>
        <p:sp>
          <p:nvSpPr>
            <p:cNvPr id="12829" name="Google Shape;12829;p97"/>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97"/>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97"/>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97"/>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97"/>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97"/>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97"/>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6" name="Google Shape;12836;p97"/>
          <p:cNvGrpSpPr/>
          <p:nvPr/>
        </p:nvGrpSpPr>
        <p:grpSpPr>
          <a:xfrm>
            <a:off x="6821170" y="2661534"/>
            <a:ext cx="421914" cy="419640"/>
            <a:chOff x="-2571737" y="2764550"/>
            <a:chExt cx="292225" cy="290650"/>
          </a:xfrm>
        </p:grpSpPr>
        <p:sp>
          <p:nvSpPr>
            <p:cNvPr id="12837" name="Google Shape;12837;p97"/>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97"/>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97"/>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97"/>
          <p:cNvGrpSpPr/>
          <p:nvPr/>
        </p:nvGrpSpPr>
        <p:grpSpPr>
          <a:xfrm>
            <a:off x="3020671" y="3230538"/>
            <a:ext cx="421914" cy="423864"/>
            <a:chOff x="-1333975" y="2365850"/>
            <a:chExt cx="292225" cy="293575"/>
          </a:xfrm>
        </p:grpSpPr>
        <p:sp>
          <p:nvSpPr>
            <p:cNvPr id="12841" name="Google Shape;12841;p97"/>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97"/>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97"/>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97"/>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97"/>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97"/>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97"/>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97"/>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97"/>
          <p:cNvGrpSpPr/>
          <p:nvPr/>
        </p:nvGrpSpPr>
        <p:grpSpPr>
          <a:xfrm>
            <a:off x="1954146" y="2660397"/>
            <a:ext cx="398020" cy="421914"/>
            <a:chOff x="-5995925" y="2757850"/>
            <a:chExt cx="275675" cy="292225"/>
          </a:xfrm>
        </p:grpSpPr>
        <p:sp>
          <p:nvSpPr>
            <p:cNvPr id="12850" name="Google Shape;12850;p97"/>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97"/>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97"/>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97"/>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97"/>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97"/>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97"/>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97"/>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97"/>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9" name="Google Shape;12859;p97"/>
          <p:cNvGrpSpPr/>
          <p:nvPr/>
        </p:nvGrpSpPr>
        <p:grpSpPr>
          <a:xfrm>
            <a:off x="4634433" y="1631816"/>
            <a:ext cx="421951" cy="419677"/>
            <a:chOff x="-4211975" y="2046625"/>
            <a:chExt cx="292250" cy="290675"/>
          </a:xfrm>
        </p:grpSpPr>
        <p:sp>
          <p:nvSpPr>
            <p:cNvPr id="12860" name="Google Shape;12860;p97"/>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97"/>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2" name="Google Shape;12862;p97"/>
          <p:cNvGrpSpPr/>
          <p:nvPr/>
        </p:nvGrpSpPr>
        <p:grpSpPr>
          <a:xfrm>
            <a:off x="4684479" y="2138699"/>
            <a:ext cx="321859" cy="424225"/>
            <a:chOff x="-4178875" y="2405775"/>
            <a:chExt cx="222925" cy="293825"/>
          </a:xfrm>
        </p:grpSpPr>
        <p:sp>
          <p:nvSpPr>
            <p:cNvPr id="12863" name="Google Shape;12863;p97"/>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97"/>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97"/>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6" name="Google Shape;12866;p97"/>
          <p:cNvGrpSpPr/>
          <p:nvPr/>
        </p:nvGrpSpPr>
        <p:grpSpPr>
          <a:xfrm>
            <a:off x="4646942" y="2673483"/>
            <a:ext cx="420796" cy="395746"/>
            <a:chOff x="-4211975" y="2783850"/>
            <a:chExt cx="291450" cy="274100"/>
          </a:xfrm>
        </p:grpSpPr>
        <p:sp>
          <p:nvSpPr>
            <p:cNvPr id="12867" name="Google Shape;12867;p97"/>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97"/>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97"/>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0" name="Google Shape;12870;p97"/>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1" name="Google Shape;12871;p97"/>
          <p:cNvGrpSpPr/>
          <p:nvPr/>
        </p:nvGrpSpPr>
        <p:grpSpPr>
          <a:xfrm>
            <a:off x="7351871" y="2140413"/>
            <a:ext cx="420796" cy="420796"/>
            <a:chOff x="-2419325" y="2408150"/>
            <a:chExt cx="291450" cy="291450"/>
          </a:xfrm>
        </p:grpSpPr>
        <p:sp>
          <p:nvSpPr>
            <p:cNvPr id="12872" name="Google Shape;12872;p97"/>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97"/>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97"/>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97"/>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97"/>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97"/>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97"/>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9" name="Google Shape;12879;p97"/>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0" name="Google Shape;12880;p97"/>
          <p:cNvGrpSpPr/>
          <p:nvPr/>
        </p:nvGrpSpPr>
        <p:grpSpPr>
          <a:xfrm>
            <a:off x="4673396" y="3231514"/>
            <a:ext cx="420796" cy="421914"/>
            <a:chOff x="-1333200" y="2770450"/>
            <a:chExt cx="291450" cy="292225"/>
          </a:xfrm>
        </p:grpSpPr>
        <p:sp>
          <p:nvSpPr>
            <p:cNvPr id="12881" name="Google Shape;12881;p97"/>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97"/>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97"/>
          <p:cNvGrpSpPr/>
          <p:nvPr/>
        </p:nvGrpSpPr>
        <p:grpSpPr>
          <a:xfrm>
            <a:off x="2470009" y="1631256"/>
            <a:ext cx="423069" cy="420796"/>
            <a:chOff x="-5635200" y="2037975"/>
            <a:chExt cx="293025" cy="291450"/>
          </a:xfrm>
        </p:grpSpPr>
        <p:sp>
          <p:nvSpPr>
            <p:cNvPr id="12884" name="Google Shape;12884;p97"/>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97"/>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97"/>
          <p:cNvGrpSpPr/>
          <p:nvPr/>
        </p:nvGrpSpPr>
        <p:grpSpPr>
          <a:xfrm>
            <a:off x="2468295" y="2140412"/>
            <a:ext cx="426499" cy="420796"/>
            <a:chOff x="-5637575" y="2397900"/>
            <a:chExt cx="295400" cy="291450"/>
          </a:xfrm>
        </p:grpSpPr>
        <p:sp>
          <p:nvSpPr>
            <p:cNvPr id="12887" name="Google Shape;12887;p97"/>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97"/>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97"/>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97"/>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1" name="Google Shape;12891;p97"/>
          <p:cNvGrpSpPr/>
          <p:nvPr/>
        </p:nvGrpSpPr>
        <p:grpSpPr>
          <a:xfrm>
            <a:off x="2481958" y="2660397"/>
            <a:ext cx="423033" cy="421914"/>
            <a:chOff x="-5635975" y="2757075"/>
            <a:chExt cx="293000" cy="292225"/>
          </a:xfrm>
        </p:grpSpPr>
        <p:sp>
          <p:nvSpPr>
            <p:cNvPr id="12892" name="Google Shape;12892;p97"/>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97"/>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97"/>
          <p:cNvGrpSpPr/>
          <p:nvPr/>
        </p:nvGrpSpPr>
        <p:grpSpPr>
          <a:xfrm>
            <a:off x="5165893" y="1631256"/>
            <a:ext cx="423069" cy="420796"/>
            <a:chOff x="-3854375" y="2046625"/>
            <a:chExt cx="293025" cy="291450"/>
          </a:xfrm>
        </p:grpSpPr>
        <p:sp>
          <p:nvSpPr>
            <p:cNvPr id="12895" name="Google Shape;12895;p97"/>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97"/>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7" name="Google Shape;12897;p97"/>
          <p:cNvGrpSpPr/>
          <p:nvPr/>
        </p:nvGrpSpPr>
        <p:grpSpPr>
          <a:xfrm>
            <a:off x="5164756" y="2138717"/>
            <a:ext cx="425343" cy="424188"/>
            <a:chOff x="-3854375" y="2405000"/>
            <a:chExt cx="294600" cy="293800"/>
          </a:xfrm>
        </p:grpSpPr>
        <p:sp>
          <p:nvSpPr>
            <p:cNvPr id="12898" name="Google Shape;12898;p97"/>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97"/>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97"/>
          <p:cNvGrpSpPr/>
          <p:nvPr/>
        </p:nvGrpSpPr>
        <p:grpSpPr>
          <a:xfrm>
            <a:off x="5178961" y="2659838"/>
            <a:ext cx="420796" cy="423033"/>
            <a:chOff x="-3852025" y="2764950"/>
            <a:chExt cx="291450" cy="293000"/>
          </a:xfrm>
        </p:grpSpPr>
        <p:sp>
          <p:nvSpPr>
            <p:cNvPr id="12901" name="Google Shape;12901;p97"/>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97"/>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3" name="Google Shape;12903;p97"/>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97"/>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5" name="Google Shape;12905;p97"/>
          <p:cNvGrpSpPr/>
          <p:nvPr/>
        </p:nvGrpSpPr>
        <p:grpSpPr>
          <a:xfrm>
            <a:off x="7901550" y="2660398"/>
            <a:ext cx="420796" cy="421914"/>
            <a:chOff x="-2060175" y="2768875"/>
            <a:chExt cx="291450" cy="292225"/>
          </a:xfrm>
        </p:grpSpPr>
        <p:sp>
          <p:nvSpPr>
            <p:cNvPr id="12906" name="Google Shape;12906;p97"/>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97"/>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97"/>
          <p:cNvGrpSpPr/>
          <p:nvPr/>
        </p:nvGrpSpPr>
        <p:grpSpPr>
          <a:xfrm>
            <a:off x="1915160" y="3232071"/>
            <a:ext cx="421914" cy="420796"/>
            <a:chOff x="-937025" y="2064750"/>
            <a:chExt cx="292225" cy="291450"/>
          </a:xfrm>
        </p:grpSpPr>
        <p:sp>
          <p:nvSpPr>
            <p:cNvPr id="12909" name="Google Shape;12909;p97"/>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97"/>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97"/>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2" name="Google Shape;12912;p97"/>
          <p:cNvGrpSpPr/>
          <p:nvPr/>
        </p:nvGrpSpPr>
        <p:grpSpPr>
          <a:xfrm>
            <a:off x="3018323" y="1630697"/>
            <a:ext cx="421951" cy="421914"/>
            <a:chOff x="-5276050" y="2037975"/>
            <a:chExt cx="292250" cy="292225"/>
          </a:xfrm>
        </p:grpSpPr>
        <p:sp>
          <p:nvSpPr>
            <p:cNvPr id="12913" name="Google Shape;12913;p97"/>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97"/>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97"/>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6" name="Google Shape;12916;p97"/>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97"/>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8" name="Google Shape;12918;p97"/>
          <p:cNvGrpSpPr/>
          <p:nvPr/>
        </p:nvGrpSpPr>
        <p:grpSpPr>
          <a:xfrm>
            <a:off x="5777136" y="1631256"/>
            <a:ext cx="324133" cy="420796"/>
            <a:chOff x="-3462150" y="2046625"/>
            <a:chExt cx="224500" cy="291450"/>
          </a:xfrm>
        </p:grpSpPr>
        <p:sp>
          <p:nvSpPr>
            <p:cNvPr id="12919" name="Google Shape;12919;p97"/>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97"/>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97"/>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97"/>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97"/>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97"/>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97"/>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97"/>
          <p:cNvGrpSpPr/>
          <p:nvPr/>
        </p:nvGrpSpPr>
        <p:grpSpPr>
          <a:xfrm>
            <a:off x="5752700" y="2139276"/>
            <a:ext cx="373006" cy="423069"/>
            <a:chOff x="-3478675" y="2405775"/>
            <a:chExt cx="258350" cy="293025"/>
          </a:xfrm>
        </p:grpSpPr>
        <p:sp>
          <p:nvSpPr>
            <p:cNvPr id="12927" name="Google Shape;12927;p97"/>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97"/>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97"/>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97"/>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1" name="Google Shape;12931;p97"/>
          <p:cNvGrpSpPr/>
          <p:nvPr/>
        </p:nvGrpSpPr>
        <p:grpSpPr>
          <a:xfrm>
            <a:off x="5815218" y="2660398"/>
            <a:ext cx="271831" cy="421914"/>
            <a:chOff x="-3443250" y="2765725"/>
            <a:chExt cx="188275" cy="292225"/>
          </a:xfrm>
        </p:grpSpPr>
        <p:sp>
          <p:nvSpPr>
            <p:cNvPr id="12932" name="Google Shape;12932;p97"/>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97"/>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97"/>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97"/>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97"/>
          <p:cNvGrpSpPr/>
          <p:nvPr/>
        </p:nvGrpSpPr>
        <p:grpSpPr>
          <a:xfrm>
            <a:off x="844114" y="3230934"/>
            <a:ext cx="371887" cy="423069"/>
            <a:chOff x="-1684475" y="2049000"/>
            <a:chExt cx="257575" cy="293025"/>
          </a:xfrm>
        </p:grpSpPr>
        <p:sp>
          <p:nvSpPr>
            <p:cNvPr id="12937" name="Google Shape;12937;p97"/>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97"/>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97"/>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97"/>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1" name="Google Shape;12941;p97"/>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2" name="Google Shape;12942;p97"/>
          <p:cNvGrpSpPr/>
          <p:nvPr/>
        </p:nvGrpSpPr>
        <p:grpSpPr>
          <a:xfrm>
            <a:off x="4134007" y="3231514"/>
            <a:ext cx="420796" cy="421914"/>
            <a:chOff x="-1700225" y="2768875"/>
            <a:chExt cx="291450" cy="292225"/>
          </a:xfrm>
        </p:grpSpPr>
        <p:sp>
          <p:nvSpPr>
            <p:cNvPr id="12943" name="Google Shape;12943;p97"/>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97"/>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97"/>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97"/>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97"/>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97"/>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97"/>
          <p:cNvGrpSpPr/>
          <p:nvPr/>
        </p:nvGrpSpPr>
        <p:grpSpPr>
          <a:xfrm>
            <a:off x="3602355" y="3230935"/>
            <a:ext cx="371887" cy="423069"/>
            <a:chOff x="-919700" y="2420750"/>
            <a:chExt cx="257575" cy="293025"/>
          </a:xfrm>
        </p:grpSpPr>
        <p:sp>
          <p:nvSpPr>
            <p:cNvPr id="12950" name="Google Shape;12950;p97"/>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97"/>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97"/>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97"/>
          <p:cNvGrpSpPr/>
          <p:nvPr/>
        </p:nvGrpSpPr>
        <p:grpSpPr>
          <a:xfrm>
            <a:off x="1937547" y="1645950"/>
            <a:ext cx="409531" cy="410617"/>
            <a:chOff x="6679825" y="2693700"/>
            <a:chExt cx="257875" cy="258575"/>
          </a:xfrm>
        </p:grpSpPr>
        <p:sp>
          <p:nvSpPr>
            <p:cNvPr id="12954" name="Google Shape;12954;p97"/>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97"/>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97"/>
          <p:cNvGrpSpPr/>
          <p:nvPr/>
        </p:nvGrpSpPr>
        <p:grpSpPr>
          <a:xfrm>
            <a:off x="1927121" y="2142110"/>
            <a:ext cx="420531" cy="417262"/>
            <a:chOff x="6790450" y="3119050"/>
            <a:chExt cx="262750" cy="260675"/>
          </a:xfrm>
        </p:grpSpPr>
        <p:sp>
          <p:nvSpPr>
            <p:cNvPr id="12957" name="Google Shape;12957;p97"/>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97"/>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97"/>
          <p:cNvGrpSpPr/>
          <p:nvPr/>
        </p:nvGrpSpPr>
        <p:grpSpPr>
          <a:xfrm>
            <a:off x="6853082" y="3755436"/>
            <a:ext cx="358093" cy="407391"/>
            <a:chOff x="7660859" y="2571753"/>
            <a:chExt cx="366561" cy="417024"/>
          </a:xfrm>
        </p:grpSpPr>
        <p:sp>
          <p:nvSpPr>
            <p:cNvPr id="12960" name="Google Shape;12960;p97"/>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97"/>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97"/>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97"/>
          <p:cNvGrpSpPr/>
          <p:nvPr/>
        </p:nvGrpSpPr>
        <p:grpSpPr>
          <a:xfrm>
            <a:off x="4387763" y="3755436"/>
            <a:ext cx="407391" cy="407391"/>
            <a:chOff x="5566722" y="2571753"/>
            <a:chExt cx="417024" cy="417024"/>
          </a:xfrm>
        </p:grpSpPr>
        <p:sp>
          <p:nvSpPr>
            <p:cNvPr id="12964" name="Google Shape;12964;p97"/>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97"/>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6" name="Google Shape;12966;p97"/>
          <p:cNvGrpSpPr/>
          <p:nvPr/>
        </p:nvGrpSpPr>
        <p:grpSpPr>
          <a:xfrm>
            <a:off x="5004096" y="3857692"/>
            <a:ext cx="407381" cy="202880"/>
            <a:chOff x="6090251" y="2676413"/>
            <a:chExt cx="417014" cy="207677"/>
          </a:xfrm>
        </p:grpSpPr>
        <p:sp>
          <p:nvSpPr>
            <p:cNvPr id="12967" name="Google Shape;12967;p97"/>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97"/>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97"/>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97"/>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1" name="Google Shape;12971;p97"/>
          <p:cNvGrpSpPr/>
          <p:nvPr/>
        </p:nvGrpSpPr>
        <p:grpSpPr>
          <a:xfrm>
            <a:off x="6236750" y="3755436"/>
            <a:ext cx="407391" cy="407391"/>
            <a:chOff x="7137330" y="2571753"/>
            <a:chExt cx="417024" cy="417024"/>
          </a:xfrm>
        </p:grpSpPr>
        <p:sp>
          <p:nvSpPr>
            <p:cNvPr id="12972" name="Google Shape;12972;p97"/>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97"/>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97"/>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97"/>
          <p:cNvGrpSpPr/>
          <p:nvPr/>
        </p:nvGrpSpPr>
        <p:grpSpPr>
          <a:xfrm>
            <a:off x="5620418" y="3755436"/>
            <a:ext cx="407391" cy="407391"/>
            <a:chOff x="6613801" y="2571753"/>
            <a:chExt cx="417024" cy="417024"/>
          </a:xfrm>
        </p:grpSpPr>
        <p:sp>
          <p:nvSpPr>
            <p:cNvPr id="12976" name="Google Shape;12976;p97"/>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97"/>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97"/>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97"/>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97"/>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1" name="Google Shape;12981;p97"/>
          <p:cNvGrpSpPr/>
          <p:nvPr/>
        </p:nvGrpSpPr>
        <p:grpSpPr>
          <a:xfrm>
            <a:off x="7908242" y="3238780"/>
            <a:ext cx="407411" cy="407411"/>
            <a:chOff x="2964567" y="2571753"/>
            <a:chExt cx="417045" cy="417045"/>
          </a:xfrm>
        </p:grpSpPr>
        <p:sp>
          <p:nvSpPr>
            <p:cNvPr id="12982" name="Google Shape;12982;p97"/>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97"/>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4" name="Google Shape;12984;p97"/>
          <p:cNvGrpSpPr/>
          <p:nvPr/>
        </p:nvGrpSpPr>
        <p:grpSpPr>
          <a:xfrm>
            <a:off x="1922414" y="3815897"/>
            <a:ext cx="407391" cy="286470"/>
            <a:chOff x="3476576" y="2633631"/>
            <a:chExt cx="417024" cy="293244"/>
          </a:xfrm>
        </p:grpSpPr>
        <p:sp>
          <p:nvSpPr>
            <p:cNvPr id="12985" name="Google Shape;12985;p97"/>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97"/>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7" name="Google Shape;12987;p97"/>
          <p:cNvGrpSpPr/>
          <p:nvPr/>
        </p:nvGrpSpPr>
        <p:grpSpPr>
          <a:xfrm>
            <a:off x="2538746" y="3755508"/>
            <a:ext cx="407411" cy="407248"/>
            <a:chOff x="3988564" y="2571836"/>
            <a:chExt cx="417045" cy="416878"/>
          </a:xfrm>
        </p:grpSpPr>
        <p:sp>
          <p:nvSpPr>
            <p:cNvPr id="12988" name="Google Shape;12988;p97"/>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97"/>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97"/>
          <p:cNvGrpSpPr/>
          <p:nvPr/>
        </p:nvGrpSpPr>
        <p:grpSpPr>
          <a:xfrm>
            <a:off x="3155099" y="3755436"/>
            <a:ext cx="407391" cy="407391"/>
            <a:chOff x="4500573" y="2571753"/>
            <a:chExt cx="417024" cy="417024"/>
          </a:xfrm>
        </p:grpSpPr>
        <p:sp>
          <p:nvSpPr>
            <p:cNvPr id="12991" name="Google Shape;12991;p97"/>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97"/>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3" name="Google Shape;12993;p97"/>
          <p:cNvGrpSpPr/>
          <p:nvPr/>
        </p:nvGrpSpPr>
        <p:grpSpPr>
          <a:xfrm>
            <a:off x="3771431" y="3755436"/>
            <a:ext cx="407391" cy="407391"/>
            <a:chOff x="5012603" y="2571753"/>
            <a:chExt cx="417024" cy="417024"/>
          </a:xfrm>
        </p:grpSpPr>
        <p:sp>
          <p:nvSpPr>
            <p:cNvPr id="12994" name="Google Shape;12994;p97"/>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97"/>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96" name="Google Shape;12996;p97"/>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7" name="Google Shape;12997;p97"/>
          <p:cNvGrpSpPr/>
          <p:nvPr/>
        </p:nvGrpSpPr>
        <p:grpSpPr>
          <a:xfrm>
            <a:off x="5733329" y="3238790"/>
            <a:ext cx="407432" cy="407391"/>
            <a:chOff x="812101" y="2571761"/>
            <a:chExt cx="417066" cy="417024"/>
          </a:xfrm>
        </p:grpSpPr>
        <p:sp>
          <p:nvSpPr>
            <p:cNvPr id="12998" name="Google Shape;12998;p97"/>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97"/>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97"/>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97"/>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2" name="Google Shape;13002;p97"/>
          <p:cNvGrpSpPr/>
          <p:nvPr/>
        </p:nvGrpSpPr>
        <p:grpSpPr>
          <a:xfrm>
            <a:off x="6253923" y="3238790"/>
            <a:ext cx="407391" cy="407391"/>
            <a:chOff x="1323129" y="2571761"/>
            <a:chExt cx="417024" cy="417024"/>
          </a:xfrm>
        </p:grpSpPr>
        <p:sp>
          <p:nvSpPr>
            <p:cNvPr id="13003" name="Google Shape;13003;p97"/>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97"/>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97"/>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97"/>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7" name="Google Shape;13007;p97"/>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8" name="Google Shape;13008;p97"/>
          <p:cNvGrpSpPr/>
          <p:nvPr/>
        </p:nvGrpSpPr>
        <p:grpSpPr>
          <a:xfrm>
            <a:off x="7390398" y="3238843"/>
            <a:ext cx="408023" cy="407411"/>
            <a:chOff x="2344476" y="2571761"/>
            <a:chExt cx="417671" cy="417045"/>
          </a:xfrm>
        </p:grpSpPr>
        <p:sp>
          <p:nvSpPr>
            <p:cNvPr id="13009" name="Google Shape;13009;p97"/>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97"/>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14" name="Shape 13014"/>
        <p:cNvGrpSpPr/>
        <p:nvPr/>
      </p:nvGrpSpPr>
      <p:grpSpPr>
        <a:xfrm>
          <a:off x="0" y="0"/>
          <a:ext cx="0" cy="0"/>
          <a:chOff x="0" y="0"/>
          <a:chExt cx="0" cy="0"/>
        </a:xfrm>
      </p:grpSpPr>
      <p:pic>
        <p:nvPicPr>
          <p:cNvPr id="13015" name="Google Shape;13015;p9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AKERY Rafael Lozano">
  <a:themeElements>
    <a:clrScheme name="Simple Light">
      <a:dk1>
        <a:srgbClr val="241414"/>
      </a:dk1>
      <a:lt1>
        <a:srgbClr val="88816C"/>
      </a:lt1>
      <a:dk2>
        <a:srgbClr val="E1D9CC"/>
      </a:dk2>
      <a:lt2>
        <a:srgbClr val="FFFBF2"/>
      </a:lt2>
      <a:accent1>
        <a:srgbClr val="FFFFFF"/>
      </a:accent1>
      <a:accent2>
        <a:srgbClr val="FFFBF2"/>
      </a:accent2>
      <a:accent3>
        <a:srgbClr val="E1D9CC"/>
      </a:accent3>
      <a:accent4>
        <a:srgbClr val="88816C"/>
      </a:accent4>
      <a:accent5>
        <a:srgbClr val="E1D9CC"/>
      </a:accent5>
      <a:accent6>
        <a:srgbClr val="FFFBF2"/>
      </a:accent6>
      <a:hlink>
        <a:srgbClr val="2414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Eye Care Clinical Case by Slidesgo">
  <a:themeElements>
    <a:clrScheme name="Simple Light">
      <a:dk1>
        <a:srgbClr val="000000"/>
      </a:dk1>
      <a:lt1>
        <a:srgbClr val="FFFFFF"/>
      </a:lt1>
      <a:dk2>
        <a:srgbClr val="052249"/>
      </a:dk2>
      <a:lt2>
        <a:srgbClr val="4D6994"/>
      </a:lt2>
      <a:accent1>
        <a:srgbClr val="7DB0EB"/>
      </a:accent1>
      <a:accent2>
        <a:srgbClr val="B6CFE6"/>
      </a:accent2>
      <a:accent3>
        <a:srgbClr val="C1CFE0"/>
      </a:accent3>
      <a:accent4>
        <a:srgbClr val="052249"/>
      </a:accent4>
      <a:accent5>
        <a:srgbClr val="4D6994"/>
      </a:accent5>
      <a:accent6>
        <a:srgbClr val="8FBAEC"/>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